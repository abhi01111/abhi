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2"/>
  </p:notesMasterIdLst>
  <p:sldIdLst>
    <p:sldId id="257" r:id="rId2"/>
    <p:sldId id="316" r:id="rId3"/>
    <p:sldId id="317" r:id="rId4"/>
    <p:sldId id="256" r:id="rId5"/>
    <p:sldId id="712" r:id="rId6"/>
    <p:sldId id="713" r:id="rId7"/>
    <p:sldId id="714" r:id="rId8"/>
    <p:sldId id="715" r:id="rId9"/>
    <p:sldId id="716" r:id="rId10"/>
    <p:sldId id="717" r:id="rId11"/>
    <p:sldId id="718" r:id="rId12"/>
    <p:sldId id="719" r:id="rId13"/>
    <p:sldId id="720" r:id="rId14"/>
    <p:sldId id="721" r:id="rId15"/>
    <p:sldId id="722" r:id="rId16"/>
    <p:sldId id="723" r:id="rId17"/>
    <p:sldId id="724" r:id="rId18"/>
    <p:sldId id="725" r:id="rId19"/>
    <p:sldId id="726" r:id="rId20"/>
    <p:sldId id="727" r:id="rId21"/>
    <p:sldId id="728" r:id="rId22"/>
    <p:sldId id="729" r:id="rId23"/>
    <p:sldId id="730" r:id="rId24"/>
    <p:sldId id="731" r:id="rId25"/>
    <p:sldId id="668" r:id="rId26"/>
    <p:sldId id="318" r:id="rId27"/>
    <p:sldId id="324" r:id="rId28"/>
    <p:sldId id="325" r:id="rId29"/>
    <p:sldId id="326" r:id="rId30"/>
    <p:sldId id="327" r:id="rId31"/>
    <p:sldId id="328" r:id="rId32"/>
    <p:sldId id="329" r:id="rId33"/>
    <p:sldId id="679" r:id="rId34"/>
    <p:sldId id="680" r:id="rId35"/>
    <p:sldId id="681" r:id="rId36"/>
    <p:sldId id="683" r:id="rId37"/>
    <p:sldId id="330" r:id="rId38"/>
    <p:sldId id="331" r:id="rId39"/>
    <p:sldId id="740" r:id="rId40"/>
    <p:sldId id="682" r:id="rId41"/>
    <p:sldId id="332" r:id="rId42"/>
    <p:sldId id="793" r:id="rId43"/>
    <p:sldId id="710" r:id="rId44"/>
    <p:sldId id="782" r:id="rId45"/>
    <p:sldId id="734" r:id="rId46"/>
    <p:sldId id="781" r:id="rId47"/>
    <p:sldId id="686" r:id="rId48"/>
    <p:sldId id="783" r:id="rId49"/>
    <p:sldId id="784" r:id="rId50"/>
    <p:sldId id="785" r:id="rId51"/>
    <p:sldId id="786" r:id="rId52"/>
    <p:sldId id="689" r:id="rId53"/>
    <p:sldId id="787" r:id="rId54"/>
    <p:sldId id="788" r:id="rId55"/>
    <p:sldId id="789" r:id="rId56"/>
    <p:sldId id="790" r:id="rId57"/>
    <p:sldId id="739" r:id="rId58"/>
    <p:sldId id="741" r:id="rId59"/>
    <p:sldId id="791" r:id="rId60"/>
    <p:sldId id="792" r:id="rId61"/>
    <p:sldId id="333" r:id="rId62"/>
    <p:sldId id="334" r:id="rId63"/>
    <p:sldId id="335" r:id="rId64"/>
    <p:sldId id="336" r:id="rId65"/>
    <p:sldId id="337" r:id="rId66"/>
    <p:sldId id="338" r:id="rId67"/>
    <p:sldId id="339" r:id="rId68"/>
    <p:sldId id="340" r:id="rId69"/>
    <p:sldId id="341" r:id="rId70"/>
    <p:sldId id="342" r:id="rId71"/>
    <p:sldId id="343" r:id="rId72"/>
    <p:sldId id="344" r:id="rId73"/>
    <p:sldId id="670" r:id="rId74"/>
    <p:sldId id="671" r:id="rId75"/>
    <p:sldId id="345" r:id="rId76"/>
    <p:sldId id="346" r:id="rId77"/>
    <p:sldId id="347" r:id="rId78"/>
    <p:sldId id="423" r:id="rId79"/>
    <p:sldId id="426" r:id="rId80"/>
    <p:sldId id="425" r:id="rId81"/>
    <p:sldId id="427" r:id="rId82"/>
    <p:sldId id="428" r:id="rId83"/>
    <p:sldId id="429" r:id="rId84"/>
    <p:sldId id="430" r:id="rId85"/>
    <p:sldId id="431" r:id="rId86"/>
    <p:sldId id="432" r:id="rId87"/>
    <p:sldId id="433" r:id="rId88"/>
    <p:sldId id="441" r:id="rId89"/>
    <p:sldId id="442" r:id="rId90"/>
    <p:sldId id="443" r:id="rId91"/>
    <p:sldId id="444" r:id="rId92"/>
    <p:sldId id="445" r:id="rId93"/>
    <p:sldId id="446" r:id="rId94"/>
    <p:sldId id="800" r:id="rId95"/>
    <p:sldId id="798" r:id="rId96"/>
    <p:sldId id="799" r:id="rId97"/>
    <p:sldId id="742" r:id="rId98"/>
    <p:sldId id="743" r:id="rId99"/>
    <p:sldId id="744" r:id="rId100"/>
    <p:sldId id="794" r:id="rId101"/>
    <p:sldId id="795" r:id="rId102"/>
    <p:sldId id="796" r:id="rId103"/>
    <p:sldId id="797" r:id="rId104"/>
    <p:sldId id="285" r:id="rId105"/>
    <p:sldId id="414" r:id="rId106"/>
    <p:sldId id="693" r:id="rId107"/>
    <p:sldId id="694" r:id="rId108"/>
    <p:sldId id="695" r:id="rId109"/>
    <p:sldId id="696" r:id="rId110"/>
    <p:sldId id="697" r:id="rId111"/>
    <p:sldId id="698" r:id="rId112"/>
    <p:sldId id="699" r:id="rId113"/>
    <p:sldId id="801" r:id="rId114"/>
    <p:sldId id="700" r:id="rId115"/>
    <p:sldId id="582" r:id="rId116"/>
    <p:sldId id="802" r:id="rId117"/>
    <p:sldId id="583" r:id="rId118"/>
    <p:sldId id="584" r:id="rId119"/>
    <p:sldId id="585" r:id="rId120"/>
    <p:sldId id="586" r:id="rId121"/>
    <p:sldId id="587" r:id="rId122"/>
    <p:sldId id="588" r:id="rId123"/>
    <p:sldId id="348" r:id="rId124"/>
    <p:sldId id="349" r:id="rId125"/>
    <p:sldId id="350" r:id="rId126"/>
    <p:sldId id="351" r:id="rId127"/>
    <p:sldId id="702" r:id="rId128"/>
    <p:sldId id="703" r:id="rId129"/>
    <p:sldId id="704" r:id="rId130"/>
    <p:sldId id="705" r:id="rId131"/>
    <p:sldId id="706" r:id="rId132"/>
    <p:sldId id="707" r:id="rId133"/>
    <p:sldId id="708" r:id="rId134"/>
    <p:sldId id="709" r:id="rId135"/>
    <p:sldId id="524" r:id="rId136"/>
    <p:sldId id="580" r:id="rId137"/>
    <p:sldId id="581" r:id="rId138"/>
    <p:sldId id="352" r:id="rId139"/>
    <p:sldId id="353" r:id="rId140"/>
    <p:sldId id="745" r:id="rId141"/>
    <p:sldId id="455" r:id="rId142"/>
    <p:sldId id="447" r:id="rId143"/>
    <p:sldId id="448" r:id="rId144"/>
    <p:sldId id="449" r:id="rId145"/>
    <p:sldId id="451" r:id="rId146"/>
    <p:sldId id="452" r:id="rId147"/>
    <p:sldId id="453" r:id="rId148"/>
    <p:sldId id="454" r:id="rId149"/>
    <p:sldId id="459" r:id="rId150"/>
    <p:sldId id="460" r:id="rId151"/>
    <p:sldId id="461" r:id="rId152"/>
    <p:sldId id="462" r:id="rId153"/>
    <p:sldId id="463" r:id="rId154"/>
    <p:sldId id="464" r:id="rId155"/>
    <p:sldId id="465" r:id="rId156"/>
    <p:sldId id="466" r:id="rId157"/>
    <p:sldId id="456" r:id="rId158"/>
    <p:sldId id="467" r:id="rId159"/>
    <p:sldId id="468" r:id="rId160"/>
    <p:sldId id="457" r:id="rId161"/>
    <p:sldId id="458" r:id="rId162"/>
    <p:sldId id="746" r:id="rId163"/>
    <p:sldId id="747" r:id="rId164"/>
    <p:sldId id="748" r:id="rId165"/>
    <p:sldId id="749" r:id="rId166"/>
    <p:sldId id="750" r:id="rId167"/>
    <p:sldId id="751" r:id="rId168"/>
    <p:sldId id="752" r:id="rId169"/>
    <p:sldId id="753" r:id="rId170"/>
    <p:sldId id="754" r:id="rId171"/>
    <p:sldId id="755" r:id="rId172"/>
    <p:sldId id="756" r:id="rId173"/>
    <p:sldId id="354" r:id="rId174"/>
    <p:sldId id="355" r:id="rId175"/>
    <p:sldId id="356" r:id="rId176"/>
    <p:sldId id="473" r:id="rId177"/>
    <p:sldId id="779" r:id="rId178"/>
    <p:sldId id="366" r:id="rId179"/>
    <p:sldId id="367" r:id="rId180"/>
    <p:sldId id="780" r:id="rId181"/>
    <p:sldId id="365" r:id="rId182"/>
    <p:sldId id="593" r:id="rId183"/>
    <p:sldId id="469" r:id="rId184"/>
    <p:sldId id="470" r:id="rId185"/>
    <p:sldId id="471" r:id="rId186"/>
    <p:sldId id="472" r:id="rId187"/>
    <p:sldId id="552" r:id="rId188"/>
    <p:sldId id="553" r:id="rId189"/>
    <p:sldId id="711" r:id="rId190"/>
    <p:sldId id="258" r:id="rId191"/>
    <p:sldId id="259" r:id="rId192"/>
    <p:sldId id="260" r:id="rId193"/>
    <p:sldId id="261" r:id="rId194"/>
    <p:sldId id="262" r:id="rId195"/>
    <p:sldId id="263" r:id="rId196"/>
    <p:sldId id="264" r:id="rId197"/>
    <p:sldId id="265" r:id="rId198"/>
    <p:sldId id="266" r:id="rId199"/>
    <p:sldId id="267" r:id="rId200"/>
    <p:sldId id="268" r:id="rId201"/>
    <p:sldId id="269" r:id="rId202"/>
    <p:sldId id="270" r:id="rId203"/>
    <p:sldId id="271" r:id="rId204"/>
    <p:sldId id="272" r:id="rId205"/>
    <p:sldId id="273" r:id="rId206"/>
    <p:sldId id="274" r:id="rId207"/>
    <p:sldId id="275" r:id="rId208"/>
    <p:sldId id="276" r:id="rId209"/>
    <p:sldId id="277" r:id="rId210"/>
    <p:sldId id="807" r:id="rId211"/>
    <p:sldId id="281" r:id="rId212"/>
    <p:sldId id="808" r:id="rId213"/>
    <p:sldId id="368" r:id="rId214"/>
    <p:sldId id="757" r:id="rId215"/>
    <p:sldId id="758" r:id="rId216"/>
    <p:sldId id="759" r:id="rId217"/>
    <p:sldId id="761" r:id="rId218"/>
    <p:sldId id="762" r:id="rId219"/>
    <p:sldId id="763" r:id="rId220"/>
    <p:sldId id="764" r:id="rId221"/>
    <p:sldId id="765" r:id="rId222"/>
    <p:sldId id="766" r:id="rId223"/>
    <p:sldId id="767" r:id="rId224"/>
    <p:sldId id="435" r:id="rId225"/>
    <p:sldId id="434" r:id="rId226"/>
    <p:sldId id="437" r:id="rId227"/>
    <p:sldId id="438" r:id="rId228"/>
    <p:sldId id="439" r:id="rId229"/>
    <p:sldId id="768" r:id="rId230"/>
    <p:sldId id="440" r:id="rId231"/>
    <p:sldId id="769" r:id="rId232"/>
    <p:sldId id="770" r:id="rId233"/>
    <p:sldId id="771" r:id="rId234"/>
    <p:sldId id="772" r:id="rId235"/>
    <p:sldId id="773" r:id="rId236"/>
    <p:sldId id="774" r:id="rId237"/>
    <p:sldId id="775" r:id="rId238"/>
    <p:sldId id="776" r:id="rId239"/>
    <p:sldId id="450" r:id="rId240"/>
    <p:sldId id="777" r:id="rId241"/>
    <p:sldId id="778" r:id="rId242"/>
    <p:sldId id="397" r:id="rId243"/>
    <p:sldId id="557" r:id="rId244"/>
    <p:sldId id="558" r:id="rId245"/>
    <p:sldId id="559" r:id="rId246"/>
    <p:sldId id="803" r:id="rId247"/>
    <p:sldId id="804" r:id="rId248"/>
    <p:sldId id="805" r:id="rId249"/>
    <p:sldId id="560" r:id="rId250"/>
    <p:sldId id="561" r:id="rId251"/>
    <p:sldId id="562" r:id="rId252"/>
    <p:sldId id="806" r:id="rId253"/>
    <p:sldId id="563" r:id="rId254"/>
    <p:sldId id="564" r:id="rId255"/>
    <p:sldId id="565" r:id="rId256"/>
    <p:sldId id="566" r:id="rId257"/>
    <p:sldId id="623" r:id="rId258"/>
    <p:sldId id="567" r:id="rId259"/>
    <p:sldId id="624" r:id="rId260"/>
    <p:sldId id="589" r:id="rId261"/>
    <p:sldId id="568" r:id="rId262"/>
    <p:sldId id="569" r:id="rId263"/>
    <p:sldId id="570" r:id="rId264"/>
    <p:sldId id="487" r:id="rId265"/>
    <p:sldId id="620" r:id="rId266"/>
    <p:sldId id="385" r:id="rId267"/>
    <p:sldId id="386" r:id="rId268"/>
    <p:sldId id="612" r:id="rId269"/>
    <p:sldId id="613" r:id="rId270"/>
    <p:sldId id="614" r:id="rId271"/>
    <p:sldId id="615" r:id="rId272"/>
    <p:sldId id="616" r:id="rId273"/>
    <p:sldId id="617" r:id="rId274"/>
    <p:sldId id="610" r:id="rId275"/>
    <p:sldId id="611" r:id="rId276"/>
    <p:sldId id="609" r:id="rId277"/>
    <p:sldId id="621" r:id="rId278"/>
    <p:sldId id="618" r:id="rId279"/>
    <p:sldId id="622" r:id="rId280"/>
    <p:sldId id="573" r:id="rId2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652" autoAdjust="0"/>
  </p:normalViewPr>
  <p:slideViewPr>
    <p:cSldViewPr snapToGrid="0">
      <p:cViewPr>
        <p:scale>
          <a:sx n="100" d="100"/>
          <a:sy n="100" d="100"/>
        </p:scale>
        <p:origin x="58" y="-725"/>
      </p:cViewPr>
      <p:guideLst/>
    </p:cSldViewPr>
  </p:slideViewPr>
  <p:outlineViewPr>
    <p:cViewPr>
      <p:scale>
        <a:sx n="33" d="100"/>
        <a:sy n="33" d="100"/>
      </p:scale>
      <p:origin x="0" y="-15950"/>
    </p:cViewPr>
  </p:outlineViewPr>
  <p:notesTextViewPr>
    <p:cViewPr>
      <p:scale>
        <a:sx n="1" d="1"/>
        <a:sy n="1" d="1"/>
      </p:scale>
      <p:origin x="0" y="0"/>
    </p:cViewPr>
  </p:notesTextViewPr>
  <p:sorterViewPr>
    <p:cViewPr>
      <p:scale>
        <a:sx n="100" d="100"/>
        <a:sy n="100" d="100"/>
      </p:scale>
      <p:origin x="0" y="-44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notesMaster" Target="notesMasters/notesMaster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presProps" Target="presProp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tableStyles" Target="tableStyle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3BC521-EB0F-45E0-B27B-71FFAE158D0F}" type="datetimeFigureOut">
              <a:rPr lang="en-IN" smtClean="0"/>
              <a:t>20-01-2024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EFF4D-7DE3-437E-947C-9CB7D87698A4}" type="slidenum">
              <a:rPr lang="en-IN" smtClean="0"/>
              <a:t>‹#›</a:t>
            </a:fld>
            <a:endParaRPr lang="en-IN"/>
          </a:p>
        </p:txBody>
      </p:sp>
    </p:spTree>
    <p:extLst>
      <p:ext uri="{BB962C8B-B14F-4D97-AF65-F5344CB8AC3E}">
        <p14:creationId xmlns:p14="http://schemas.microsoft.com/office/powerpoint/2010/main" val="210503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916434D-0146-EDBB-7E6A-BA7F9E1E93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C34BC85-42BE-4CB3-9454-6D7CFF3DA4D3}" type="slidenum">
              <a:rPr lang="en-US" altLang="en-US" smtClean="0">
                <a:latin typeface="Arial" panose="020B0604020202020204" pitchFamily="34" charset="0"/>
              </a:rPr>
              <a:pPr/>
              <a:t>1</a:t>
            </a:fld>
            <a:endParaRPr lang="en-US" altLang="en-US">
              <a:latin typeface="Arial" panose="020B0604020202020204" pitchFamily="34" charset="0"/>
            </a:endParaRPr>
          </a:p>
        </p:txBody>
      </p:sp>
      <p:sp>
        <p:nvSpPr>
          <p:cNvPr id="6147" name="Rectangle 2">
            <a:extLst>
              <a:ext uri="{FF2B5EF4-FFF2-40B4-BE49-F238E27FC236}">
                <a16:creationId xmlns:a16="http://schemas.microsoft.com/office/drawing/2014/main" id="{C9BAD335-CEE3-87A7-9AE2-C751102DA0F4}"/>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AFD01B9-EC93-D656-717D-8AA13AB3A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481DCC94-DEFF-DF4D-D62D-FAC41897D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692DC45-5057-4744-8722-00DEBFFFA0B6}" type="slidenum">
              <a:rPr lang="en-US" altLang="en-US" smtClean="0">
                <a:latin typeface="Arial" panose="020B0604020202020204" pitchFamily="34" charset="0"/>
              </a:rPr>
              <a:pPr/>
              <a:t>2</a:t>
            </a:fld>
            <a:endParaRPr lang="en-US" altLang="en-US">
              <a:latin typeface="Arial" panose="020B0604020202020204" pitchFamily="34" charset="0"/>
            </a:endParaRPr>
          </a:p>
        </p:txBody>
      </p:sp>
      <p:sp>
        <p:nvSpPr>
          <p:cNvPr id="8195" name="Rectangle 2">
            <a:extLst>
              <a:ext uri="{FF2B5EF4-FFF2-40B4-BE49-F238E27FC236}">
                <a16:creationId xmlns:a16="http://schemas.microsoft.com/office/drawing/2014/main" id="{B6C8462F-FDEA-FEFE-FB01-A1350D5FEF11}"/>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C7261456-0FED-7D84-0240-2C5A7C6F70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06AFAE10-9C86-D6E6-1BAC-C190C78A5A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6B1B8A8-62B2-4F93-943D-4B80DA78E14F}" type="slidenum">
              <a:rPr lang="en-US" altLang="en-US" smtClean="0">
                <a:latin typeface="Arial" panose="020B0604020202020204" pitchFamily="34" charset="0"/>
              </a:rPr>
              <a:pPr/>
              <a:t>3</a:t>
            </a:fld>
            <a:endParaRPr lang="en-US" altLang="en-US">
              <a:latin typeface="Arial" panose="020B0604020202020204" pitchFamily="34" charset="0"/>
            </a:endParaRPr>
          </a:p>
        </p:txBody>
      </p:sp>
      <p:sp>
        <p:nvSpPr>
          <p:cNvPr id="10243" name="Rectangle 2">
            <a:extLst>
              <a:ext uri="{FF2B5EF4-FFF2-40B4-BE49-F238E27FC236}">
                <a16:creationId xmlns:a16="http://schemas.microsoft.com/office/drawing/2014/main" id="{0CCECC0C-12ED-1F45-A0E5-08143A23EFB3}"/>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4E29D95-FD6E-00D2-45A2-1C4D431F56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5DD1EB7-EB08-E4DD-6AB1-2628565A42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84EFCF6-698C-45FF-9BAF-1409069AE88F}" type="slidenum">
              <a:rPr lang="en-US" altLang="en-US" smtClean="0">
                <a:latin typeface="Arial" panose="020B0604020202020204" pitchFamily="34" charset="0"/>
              </a:rPr>
              <a:pPr/>
              <a:t>25</a:t>
            </a:fld>
            <a:endParaRPr lang="en-US" altLang="en-US">
              <a:latin typeface="Arial" panose="020B0604020202020204" pitchFamily="34" charset="0"/>
            </a:endParaRPr>
          </a:p>
        </p:txBody>
      </p:sp>
      <p:sp>
        <p:nvSpPr>
          <p:cNvPr id="12291" name="Rectangle 1026">
            <a:extLst>
              <a:ext uri="{FF2B5EF4-FFF2-40B4-BE49-F238E27FC236}">
                <a16:creationId xmlns:a16="http://schemas.microsoft.com/office/drawing/2014/main" id="{4784E28D-8EF5-419A-2FE0-97A08CF465D3}"/>
              </a:ext>
            </a:extLst>
          </p:cNvPr>
          <p:cNvSpPr>
            <a:spLocks noGrp="1" noRot="1" noChangeAspect="1" noChangeArrowheads="1" noTextEdit="1"/>
          </p:cNvSpPr>
          <p:nvPr>
            <p:ph type="sldImg"/>
          </p:nvPr>
        </p:nvSpPr>
        <p:spPr>
          <a:solidFill>
            <a:srgbClr val="FFFFFF"/>
          </a:solidFill>
          <a:ln/>
        </p:spPr>
      </p:sp>
      <p:sp>
        <p:nvSpPr>
          <p:cNvPr id="12292" name="Rectangle 1027">
            <a:extLst>
              <a:ext uri="{FF2B5EF4-FFF2-40B4-BE49-F238E27FC236}">
                <a16:creationId xmlns:a16="http://schemas.microsoft.com/office/drawing/2014/main" id="{69A1D572-0A05-9775-6389-BC8BCA8CE735}"/>
              </a:ext>
            </a:extLst>
          </p:cNvPr>
          <p:cNvSpPr>
            <a:spLocks noGrp="1" noChangeArrowheads="1"/>
          </p:cNvSpPr>
          <p:nvPr>
            <p:ph type="body" idx="1"/>
          </p:nvPr>
        </p:nvSpPr>
        <p:spPr>
          <a:xfrm>
            <a:off x="701675" y="4416425"/>
            <a:ext cx="5607050" cy="4184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GB"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8947983-6EBB-8AE5-F030-5A0863157D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A170DCB-54AA-460C-AB90-EE637293728F}" type="slidenum">
              <a:rPr lang="en-US" altLang="en-US" smtClean="0">
                <a:latin typeface="Arial" panose="020B0604020202020204" pitchFamily="34" charset="0"/>
              </a:rPr>
              <a:pPr/>
              <a:t>26</a:t>
            </a:fld>
            <a:endParaRPr lang="en-US" altLang="en-US">
              <a:latin typeface="Arial" panose="020B0604020202020204" pitchFamily="34" charset="0"/>
            </a:endParaRPr>
          </a:p>
        </p:txBody>
      </p:sp>
      <p:sp>
        <p:nvSpPr>
          <p:cNvPr id="14339" name="Rectangle 2">
            <a:extLst>
              <a:ext uri="{FF2B5EF4-FFF2-40B4-BE49-F238E27FC236}">
                <a16:creationId xmlns:a16="http://schemas.microsoft.com/office/drawing/2014/main" id="{CB895E33-7C34-4FFE-6DD2-86E1F77E03AE}"/>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B2DFD6C8-4998-DF38-0C33-299022964C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BEEF8DF-F68E-59FE-D1FA-1CFFAFCC2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4D35983-AC82-4009-988C-9E5FFB7C4255}" type="slidenum">
              <a:rPr lang="en-US" altLang="en-US" smtClean="0">
                <a:latin typeface="Arial" panose="020B0604020202020204" pitchFamily="34" charset="0"/>
              </a:rPr>
              <a:pPr/>
              <a:t>27</a:t>
            </a:fld>
            <a:endParaRPr lang="en-US" altLang="en-US">
              <a:latin typeface="Arial" panose="020B0604020202020204" pitchFamily="34" charset="0"/>
            </a:endParaRPr>
          </a:p>
        </p:txBody>
      </p:sp>
      <p:sp>
        <p:nvSpPr>
          <p:cNvPr id="16387" name="Rectangle 2">
            <a:extLst>
              <a:ext uri="{FF2B5EF4-FFF2-40B4-BE49-F238E27FC236}">
                <a16:creationId xmlns:a16="http://schemas.microsoft.com/office/drawing/2014/main" id="{3F6BE50F-8688-674D-7877-13E839CFA237}"/>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1E5998EC-76F0-0E1A-BF56-33295B32CB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3A224ED-013B-764F-97C2-A8AAC2DB6C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CF0411F-2D87-4EFC-980D-B8BEAD315081}" type="slidenum">
              <a:rPr lang="en-US" altLang="en-US" smtClean="0">
                <a:latin typeface="Arial" panose="020B0604020202020204" pitchFamily="34" charset="0"/>
              </a:rPr>
              <a:pPr/>
              <a:t>28</a:t>
            </a:fld>
            <a:endParaRPr lang="en-US" altLang="en-US">
              <a:latin typeface="Arial" panose="020B0604020202020204" pitchFamily="34" charset="0"/>
            </a:endParaRPr>
          </a:p>
        </p:txBody>
      </p:sp>
      <p:sp>
        <p:nvSpPr>
          <p:cNvPr id="18435" name="Rectangle 2">
            <a:extLst>
              <a:ext uri="{FF2B5EF4-FFF2-40B4-BE49-F238E27FC236}">
                <a16:creationId xmlns:a16="http://schemas.microsoft.com/office/drawing/2014/main" id="{19A8E3E1-285C-A1AF-3D93-4969D879E84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1E1219E7-CB74-072C-EA43-DBF2722013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B5D19F7-5D53-2885-275E-99267DEB41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C113CE9-7A20-490B-8FEB-C48E462F549B}" type="slidenum">
              <a:rPr lang="en-US" altLang="en-US" smtClean="0">
                <a:latin typeface="Arial" panose="020B0604020202020204" pitchFamily="34" charset="0"/>
              </a:rPr>
              <a:pPr/>
              <a:t>29</a:t>
            </a:fld>
            <a:endParaRPr lang="en-US" altLang="en-US">
              <a:latin typeface="Arial" panose="020B0604020202020204" pitchFamily="34" charset="0"/>
            </a:endParaRPr>
          </a:p>
        </p:txBody>
      </p:sp>
      <p:sp>
        <p:nvSpPr>
          <p:cNvPr id="20483" name="Rectangle 2">
            <a:extLst>
              <a:ext uri="{FF2B5EF4-FFF2-40B4-BE49-F238E27FC236}">
                <a16:creationId xmlns:a16="http://schemas.microsoft.com/office/drawing/2014/main" id="{7298F833-8DCB-FDEF-0131-82933A423F7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21F15C3-3CE1-5C12-D11A-4570C40BB5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EDB219E-5DE3-C256-745E-9AC52F2BCC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217C0D1-F29A-43DD-A237-ED5672E4E8D0}" type="slidenum">
              <a:rPr lang="en-US" altLang="en-US" smtClean="0">
                <a:latin typeface="Arial" panose="020B0604020202020204" pitchFamily="34" charset="0"/>
              </a:rPr>
              <a:pPr/>
              <a:t>30</a:t>
            </a:fld>
            <a:endParaRPr lang="en-US" altLang="en-US">
              <a:latin typeface="Arial" panose="020B0604020202020204" pitchFamily="34" charset="0"/>
            </a:endParaRPr>
          </a:p>
        </p:txBody>
      </p:sp>
      <p:sp>
        <p:nvSpPr>
          <p:cNvPr id="22531" name="Rectangle 2">
            <a:extLst>
              <a:ext uri="{FF2B5EF4-FFF2-40B4-BE49-F238E27FC236}">
                <a16:creationId xmlns:a16="http://schemas.microsoft.com/office/drawing/2014/main" id="{D4557411-0876-D4CD-DAFB-E4144E1AC630}"/>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053A3899-110B-5232-D8E1-2D4A058D82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FB5889D8-204D-81FF-F260-6D71F0F2A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02B3092-E65F-4609-A573-4F81EC1D89D3}" type="slidenum">
              <a:rPr lang="en-US" altLang="en-US" smtClean="0">
                <a:latin typeface="Arial" panose="020B0604020202020204" pitchFamily="34" charset="0"/>
              </a:rPr>
              <a:pPr/>
              <a:t>31</a:t>
            </a:fld>
            <a:endParaRPr lang="en-US" altLang="en-US">
              <a:latin typeface="Arial" panose="020B0604020202020204" pitchFamily="34" charset="0"/>
            </a:endParaRPr>
          </a:p>
        </p:txBody>
      </p:sp>
      <p:sp>
        <p:nvSpPr>
          <p:cNvPr id="24579" name="Rectangle 2">
            <a:extLst>
              <a:ext uri="{FF2B5EF4-FFF2-40B4-BE49-F238E27FC236}">
                <a16:creationId xmlns:a16="http://schemas.microsoft.com/office/drawing/2014/main" id="{A742734B-9F1E-1D23-161F-4A8009158373}"/>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9AD60935-2BAF-0CC4-CF58-7B0627F091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C7F6329-E515-FE02-C14C-08F7C42AA5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DE77B29-8D28-49F8-B2CA-F0F25CB43007}" type="slidenum">
              <a:rPr lang="en-US" altLang="en-US" smtClean="0">
                <a:latin typeface="Arial" panose="020B0604020202020204" pitchFamily="34" charset="0"/>
              </a:rPr>
              <a:pPr/>
              <a:t>32</a:t>
            </a:fld>
            <a:endParaRPr lang="en-US" altLang="en-US">
              <a:latin typeface="Arial" panose="020B0604020202020204" pitchFamily="34" charset="0"/>
            </a:endParaRPr>
          </a:p>
        </p:txBody>
      </p:sp>
      <p:sp>
        <p:nvSpPr>
          <p:cNvPr id="26627" name="Rectangle 2">
            <a:extLst>
              <a:ext uri="{FF2B5EF4-FFF2-40B4-BE49-F238E27FC236}">
                <a16:creationId xmlns:a16="http://schemas.microsoft.com/office/drawing/2014/main" id="{1BCD7061-4BE5-D0C1-7C06-311909ECEA5E}"/>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FF086370-0B2F-E6E4-7057-D24670EE5A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B5643ED8-3968-DA95-1B12-D00416E53B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502E72C-CB83-4414-90EE-C7634A0084BD}" type="slidenum">
              <a:rPr lang="en-US" altLang="en-US" smtClean="0">
                <a:latin typeface="Arial" panose="020B0604020202020204" pitchFamily="34" charset="0"/>
              </a:rPr>
              <a:pPr/>
              <a:t>37</a:t>
            </a:fld>
            <a:endParaRPr lang="en-US" altLang="en-US">
              <a:latin typeface="Arial" panose="020B0604020202020204" pitchFamily="34" charset="0"/>
            </a:endParaRPr>
          </a:p>
        </p:txBody>
      </p:sp>
      <p:sp>
        <p:nvSpPr>
          <p:cNvPr id="32771" name="Rectangle 2">
            <a:extLst>
              <a:ext uri="{FF2B5EF4-FFF2-40B4-BE49-F238E27FC236}">
                <a16:creationId xmlns:a16="http://schemas.microsoft.com/office/drawing/2014/main" id="{7AED25AA-57D5-DEB0-DDD8-344A8DF32541}"/>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0A2F7FB6-8724-80DA-6D0F-5D14523E9C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4313978-5C55-7FC6-0EF2-5B7FCC457A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C0EF14A-B2D0-402C-A773-CB7EE37EC134}" type="slidenum">
              <a:rPr lang="en-US" altLang="en-US" smtClean="0">
                <a:latin typeface="Arial" panose="020B0604020202020204" pitchFamily="34" charset="0"/>
              </a:rPr>
              <a:pPr/>
              <a:t>38</a:t>
            </a:fld>
            <a:endParaRPr lang="en-US" altLang="en-US">
              <a:latin typeface="Arial" panose="020B0604020202020204" pitchFamily="34" charset="0"/>
            </a:endParaRPr>
          </a:p>
        </p:txBody>
      </p:sp>
      <p:sp>
        <p:nvSpPr>
          <p:cNvPr id="34819" name="Rectangle 2">
            <a:extLst>
              <a:ext uri="{FF2B5EF4-FFF2-40B4-BE49-F238E27FC236}">
                <a16:creationId xmlns:a16="http://schemas.microsoft.com/office/drawing/2014/main" id="{E4FF7525-8085-61C3-777F-2D582664C3AA}"/>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D01D93E-5E9D-CB34-3E12-A64C0ED69C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9ED2975A-70D4-0947-81D2-C91420AF1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41B6BB2-D78C-4802-8DC0-AF7636A1988A}" type="slidenum">
              <a:rPr lang="en-US" altLang="en-US" smtClean="0">
                <a:latin typeface="Arial" panose="020B0604020202020204" pitchFamily="34" charset="0"/>
              </a:rPr>
              <a:pPr/>
              <a:t>41</a:t>
            </a:fld>
            <a:endParaRPr lang="en-US" altLang="en-US">
              <a:latin typeface="Arial" panose="020B0604020202020204" pitchFamily="34" charset="0"/>
            </a:endParaRPr>
          </a:p>
        </p:txBody>
      </p:sp>
      <p:sp>
        <p:nvSpPr>
          <p:cNvPr id="37891" name="Rectangle 2">
            <a:extLst>
              <a:ext uri="{FF2B5EF4-FFF2-40B4-BE49-F238E27FC236}">
                <a16:creationId xmlns:a16="http://schemas.microsoft.com/office/drawing/2014/main" id="{2DABE064-CB62-6489-4847-A1BECCFB474A}"/>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2DD4D2F8-230F-AEBD-7982-753D02BF70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AEFF4D-7DE3-437E-947C-9CB7D87698A4}" type="slidenum">
              <a:rPr lang="en-IN" smtClean="0"/>
              <a:t>45</a:t>
            </a:fld>
            <a:endParaRPr lang="en-IN"/>
          </a:p>
        </p:txBody>
      </p:sp>
    </p:spTree>
    <p:extLst>
      <p:ext uri="{BB962C8B-B14F-4D97-AF65-F5344CB8AC3E}">
        <p14:creationId xmlns:p14="http://schemas.microsoft.com/office/powerpoint/2010/main" val="3283011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186A462-E456-57CD-5D5A-571DC9FD82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831499C-F395-4962-8672-824E9AB5F328}" type="slidenum">
              <a:rPr lang="en-US" altLang="en-US" smtClean="0">
                <a:latin typeface="Arial" panose="020B0604020202020204" pitchFamily="34" charset="0"/>
              </a:rPr>
              <a:pPr/>
              <a:t>61</a:t>
            </a:fld>
            <a:endParaRPr lang="en-US" altLang="en-US">
              <a:latin typeface="Arial" panose="020B0604020202020204" pitchFamily="34" charset="0"/>
            </a:endParaRPr>
          </a:p>
        </p:txBody>
      </p:sp>
      <p:sp>
        <p:nvSpPr>
          <p:cNvPr id="40963" name="Rectangle 2">
            <a:extLst>
              <a:ext uri="{FF2B5EF4-FFF2-40B4-BE49-F238E27FC236}">
                <a16:creationId xmlns:a16="http://schemas.microsoft.com/office/drawing/2014/main" id="{BAF8E0CE-082A-D10F-51ED-3B568BB549CA}"/>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4AC42AD-8AFE-AE44-7CD2-00B0FA9C4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87920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D6C7F06-6060-FE63-8841-9FB82AFC93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35FF9CC-548A-426F-B7BB-C325F66CF982}" type="slidenum">
              <a:rPr lang="en-US" altLang="en-US" smtClean="0">
                <a:latin typeface="Arial" panose="020B0604020202020204" pitchFamily="34" charset="0"/>
              </a:rPr>
              <a:pPr/>
              <a:t>62</a:t>
            </a:fld>
            <a:endParaRPr lang="en-US" altLang="en-US">
              <a:latin typeface="Arial" panose="020B0604020202020204" pitchFamily="34" charset="0"/>
            </a:endParaRPr>
          </a:p>
        </p:txBody>
      </p:sp>
      <p:sp>
        <p:nvSpPr>
          <p:cNvPr id="43011" name="Rectangle 2">
            <a:extLst>
              <a:ext uri="{FF2B5EF4-FFF2-40B4-BE49-F238E27FC236}">
                <a16:creationId xmlns:a16="http://schemas.microsoft.com/office/drawing/2014/main" id="{537A4895-9367-F7BD-1D60-6D24AA7C52E2}"/>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2BA1FD56-D2F2-F95C-18BA-8D7B4EC585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34851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DBA4875-6DB3-124E-5AD3-DEFF1F267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DD4D423-67A6-4356-9EEB-0EC8FBDECF44}" type="slidenum">
              <a:rPr lang="en-US" altLang="en-US" smtClean="0">
                <a:latin typeface="Arial" panose="020B0604020202020204" pitchFamily="34" charset="0"/>
              </a:rPr>
              <a:pPr/>
              <a:t>63</a:t>
            </a:fld>
            <a:endParaRPr lang="en-US" altLang="en-US">
              <a:latin typeface="Arial" panose="020B0604020202020204" pitchFamily="34" charset="0"/>
            </a:endParaRPr>
          </a:p>
        </p:txBody>
      </p:sp>
      <p:sp>
        <p:nvSpPr>
          <p:cNvPr id="45059" name="Rectangle 2">
            <a:extLst>
              <a:ext uri="{FF2B5EF4-FFF2-40B4-BE49-F238E27FC236}">
                <a16:creationId xmlns:a16="http://schemas.microsoft.com/office/drawing/2014/main" id="{0A97EBC1-B64C-FB11-976F-60D4B948C40F}"/>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96862BE4-4BE7-A78C-5143-A4291E17B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95391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8C1F555-00C6-52A1-74C5-D74B65358D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D0D48FB-3D36-403E-9CF5-DC3B2B014905}" type="slidenum">
              <a:rPr lang="en-US" altLang="en-US" smtClean="0">
                <a:latin typeface="Arial" panose="020B0604020202020204" pitchFamily="34" charset="0"/>
              </a:rPr>
              <a:pPr/>
              <a:t>64</a:t>
            </a:fld>
            <a:endParaRPr lang="en-US" altLang="en-US">
              <a:latin typeface="Arial" panose="020B0604020202020204" pitchFamily="34" charset="0"/>
            </a:endParaRPr>
          </a:p>
        </p:txBody>
      </p:sp>
      <p:sp>
        <p:nvSpPr>
          <p:cNvPr id="56323" name="Rectangle 2">
            <a:extLst>
              <a:ext uri="{FF2B5EF4-FFF2-40B4-BE49-F238E27FC236}">
                <a16:creationId xmlns:a16="http://schemas.microsoft.com/office/drawing/2014/main" id="{25A9CC58-6D53-01F6-AEF6-F7A4C39EE259}"/>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41CC7EE1-893C-0E7D-3824-C5FA54EF38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7C2D030D-F2B5-29B6-F0C8-EC8F0D0790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7D20029-FADD-4E95-AE1B-E94EC16A5D3D}" type="slidenum">
              <a:rPr lang="en-US" altLang="en-US" smtClean="0">
                <a:latin typeface="Arial" panose="020B0604020202020204" pitchFamily="34" charset="0"/>
              </a:rPr>
              <a:pPr/>
              <a:t>65</a:t>
            </a:fld>
            <a:endParaRPr lang="en-US" altLang="en-US">
              <a:latin typeface="Arial" panose="020B0604020202020204" pitchFamily="34" charset="0"/>
            </a:endParaRPr>
          </a:p>
        </p:txBody>
      </p:sp>
      <p:sp>
        <p:nvSpPr>
          <p:cNvPr id="58371" name="Rectangle 2">
            <a:extLst>
              <a:ext uri="{FF2B5EF4-FFF2-40B4-BE49-F238E27FC236}">
                <a16:creationId xmlns:a16="http://schemas.microsoft.com/office/drawing/2014/main" id="{141DB9B4-8F69-2D4F-D400-25372B7156F8}"/>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F66AA600-7AC2-878C-662C-11E0297BD9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229314DD-4B37-B424-FD09-660F6E601C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C4C182C-752E-4D66-89C9-6BA40A483D1F}" type="slidenum">
              <a:rPr lang="en-US" altLang="en-US" smtClean="0">
                <a:latin typeface="Arial" panose="020B0604020202020204" pitchFamily="34" charset="0"/>
              </a:rPr>
              <a:pPr/>
              <a:t>66</a:t>
            </a:fld>
            <a:endParaRPr lang="en-US" altLang="en-US">
              <a:latin typeface="Arial" panose="020B0604020202020204" pitchFamily="34" charset="0"/>
            </a:endParaRPr>
          </a:p>
        </p:txBody>
      </p:sp>
      <p:sp>
        <p:nvSpPr>
          <p:cNvPr id="60419" name="Rectangle 2">
            <a:extLst>
              <a:ext uri="{FF2B5EF4-FFF2-40B4-BE49-F238E27FC236}">
                <a16:creationId xmlns:a16="http://schemas.microsoft.com/office/drawing/2014/main" id="{F048E941-D73A-50F6-00BD-BA87B9BAF5A4}"/>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164153BB-2F4E-3779-B9BB-F39CACA1F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A201133-41E6-7F66-961D-41F1C0DD54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CB0BB99-16EA-4D5E-BCB5-AF54BFDB6FF5}" type="slidenum">
              <a:rPr lang="en-US" altLang="en-US" smtClean="0">
                <a:latin typeface="Arial" panose="020B0604020202020204" pitchFamily="34" charset="0"/>
              </a:rPr>
              <a:pPr/>
              <a:t>67</a:t>
            </a:fld>
            <a:endParaRPr lang="en-US" altLang="en-US">
              <a:latin typeface="Arial" panose="020B0604020202020204" pitchFamily="34" charset="0"/>
            </a:endParaRPr>
          </a:p>
        </p:txBody>
      </p:sp>
      <p:sp>
        <p:nvSpPr>
          <p:cNvPr id="62467" name="Rectangle 2">
            <a:extLst>
              <a:ext uri="{FF2B5EF4-FFF2-40B4-BE49-F238E27FC236}">
                <a16:creationId xmlns:a16="http://schemas.microsoft.com/office/drawing/2014/main" id="{AA2AE07A-99CF-A9F1-CE71-2E407C053834}"/>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99166542-BEA9-ED49-F8FE-C3326E480E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35663EC-F140-F187-3924-6B249955F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F38FB38-B476-4D59-AA42-7138D62E0B70}" type="slidenum">
              <a:rPr lang="en-US" altLang="en-US" smtClean="0">
                <a:latin typeface="Arial" panose="020B0604020202020204" pitchFamily="34" charset="0"/>
              </a:rPr>
              <a:pPr/>
              <a:t>68</a:t>
            </a:fld>
            <a:endParaRPr lang="en-US" altLang="en-US">
              <a:latin typeface="Arial" panose="020B0604020202020204" pitchFamily="34" charset="0"/>
            </a:endParaRPr>
          </a:p>
        </p:txBody>
      </p:sp>
      <p:sp>
        <p:nvSpPr>
          <p:cNvPr id="64515" name="Rectangle 2">
            <a:extLst>
              <a:ext uri="{FF2B5EF4-FFF2-40B4-BE49-F238E27FC236}">
                <a16:creationId xmlns:a16="http://schemas.microsoft.com/office/drawing/2014/main" id="{A554B192-2613-74F3-3982-4CAAF17A3A88}"/>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9E8CD1F6-E0E9-15CF-C698-569D80D42D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BDF21F34-8CCB-3FD4-4ECC-A752D4390B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433611B-6214-4A49-84AE-1FAFC04FF660}" type="slidenum">
              <a:rPr lang="en-US" altLang="en-US" smtClean="0">
                <a:latin typeface="Arial" panose="020B0604020202020204" pitchFamily="34" charset="0"/>
              </a:rPr>
              <a:pPr/>
              <a:t>69</a:t>
            </a:fld>
            <a:endParaRPr lang="en-US" altLang="en-US">
              <a:latin typeface="Arial" panose="020B0604020202020204" pitchFamily="34" charset="0"/>
            </a:endParaRPr>
          </a:p>
        </p:txBody>
      </p:sp>
      <p:sp>
        <p:nvSpPr>
          <p:cNvPr id="66563" name="Rectangle 2">
            <a:extLst>
              <a:ext uri="{FF2B5EF4-FFF2-40B4-BE49-F238E27FC236}">
                <a16:creationId xmlns:a16="http://schemas.microsoft.com/office/drawing/2014/main" id="{1EB202E3-6E52-C617-CF36-7E829AC5A950}"/>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DDD95CD8-C963-1991-B03B-D11B7D19F0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34AC7CF-D8B4-37CC-0CE0-35F4CB0998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D859CB7-D13A-45F2-AF41-8B61BE19FFE1}" type="slidenum">
              <a:rPr lang="en-US" altLang="en-US" smtClean="0">
                <a:latin typeface="Arial" panose="020B0604020202020204" pitchFamily="34" charset="0"/>
              </a:rPr>
              <a:pPr/>
              <a:t>70</a:t>
            </a:fld>
            <a:endParaRPr lang="en-US" altLang="en-US">
              <a:latin typeface="Arial" panose="020B0604020202020204" pitchFamily="34" charset="0"/>
            </a:endParaRPr>
          </a:p>
        </p:txBody>
      </p:sp>
      <p:sp>
        <p:nvSpPr>
          <p:cNvPr id="68611" name="Rectangle 2">
            <a:extLst>
              <a:ext uri="{FF2B5EF4-FFF2-40B4-BE49-F238E27FC236}">
                <a16:creationId xmlns:a16="http://schemas.microsoft.com/office/drawing/2014/main" id="{F9D42C16-DB60-5D3F-4AC8-80EF8D5D3065}"/>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892A5080-0205-DB54-840A-E4DB81EE64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8FC6BA0-5CAB-F535-8C33-779B063290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8073DB9-25C5-47B0-9B1C-0DBDA8F7C399}" type="slidenum">
              <a:rPr lang="en-US" altLang="en-US" smtClean="0">
                <a:latin typeface="Arial" panose="020B0604020202020204" pitchFamily="34" charset="0"/>
              </a:rPr>
              <a:pPr/>
              <a:t>71</a:t>
            </a:fld>
            <a:endParaRPr lang="en-US" altLang="en-US">
              <a:latin typeface="Arial" panose="020B0604020202020204" pitchFamily="34" charset="0"/>
            </a:endParaRPr>
          </a:p>
        </p:txBody>
      </p:sp>
      <p:sp>
        <p:nvSpPr>
          <p:cNvPr id="70659" name="Rectangle 2">
            <a:extLst>
              <a:ext uri="{FF2B5EF4-FFF2-40B4-BE49-F238E27FC236}">
                <a16:creationId xmlns:a16="http://schemas.microsoft.com/office/drawing/2014/main" id="{A10C437D-FFDF-49FD-427F-B1CC1A5F0659}"/>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A5110B3C-455D-3D86-72E7-858DD2643D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57639D18-F161-60D1-6842-1936DECDE6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1F2F154-615E-40DC-A210-C0E68CEA8DB2}" type="slidenum">
              <a:rPr lang="en-US" altLang="en-US" smtClean="0">
                <a:latin typeface="Arial" panose="020B0604020202020204" pitchFamily="34" charset="0"/>
              </a:rPr>
              <a:pPr/>
              <a:t>72</a:t>
            </a:fld>
            <a:endParaRPr lang="en-US" altLang="en-US">
              <a:latin typeface="Arial" panose="020B0604020202020204" pitchFamily="34" charset="0"/>
            </a:endParaRPr>
          </a:p>
        </p:txBody>
      </p:sp>
      <p:sp>
        <p:nvSpPr>
          <p:cNvPr id="72707" name="Rectangle 2">
            <a:extLst>
              <a:ext uri="{FF2B5EF4-FFF2-40B4-BE49-F238E27FC236}">
                <a16:creationId xmlns:a16="http://schemas.microsoft.com/office/drawing/2014/main" id="{DB9ED120-8AAE-0AFF-E5C6-8441A90A5278}"/>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981DA36F-9EF6-3E32-FE40-F03290A29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CEEBC65-1A29-C053-FB62-014186A58D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A36F852-AFD3-4645-8B52-7D1966E0076D}" type="slidenum">
              <a:rPr lang="en-US" altLang="en-US" smtClean="0">
                <a:latin typeface="Arial" panose="020B0604020202020204" pitchFamily="34" charset="0"/>
              </a:rPr>
              <a:pPr/>
              <a:t>73</a:t>
            </a:fld>
            <a:endParaRPr lang="en-US" altLang="en-US">
              <a:latin typeface="Arial" panose="020B0604020202020204" pitchFamily="34" charset="0"/>
            </a:endParaRPr>
          </a:p>
        </p:txBody>
      </p:sp>
      <p:sp>
        <p:nvSpPr>
          <p:cNvPr id="74755" name="Rectangle 2">
            <a:extLst>
              <a:ext uri="{FF2B5EF4-FFF2-40B4-BE49-F238E27FC236}">
                <a16:creationId xmlns:a16="http://schemas.microsoft.com/office/drawing/2014/main" id="{8A923893-D787-DC4A-3F07-334FE4441785}"/>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898E950D-F460-5D66-2D05-791D4E4450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B81A0C57-9B72-EB6A-FD94-BDA8C9DEED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7A41B55-D3DD-4AEE-A455-368DE4C7A5ED}" type="slidenum">
              <a:rPr lang="en-US" altLang="en-US" smtClean="0">
                <a:latin typeface="Arial" panose="020B0604020202020204" pitchFamily="34" charset="0"/>
              </a:rPr>
              <a:pPr/>
              <a:t>74</a:t>
            </a:fld>
            <a:endParaRPr lang="en-US" altLang="en-US">
              <a:latin typeface="Arial" panose="020B0604020202020204" pitchFamily="34" charset="0"/>
            </a:endParaRPr>
          </a:p>
        </p:txBody>
      </p:sp>
      <p:sp>
        <p:nvSpPr>
          <p:cNvPr id="76803" name="Rectangle 2">
            <a:extLst>
              <a:ext uri="{FF2B5EF4-FFF2-40B4-BE49-F238E27FC236}">
                <a16:creationId xmlns:a16="http://schemas.microsoft.com/office/drawing/2014/main" id="{A43794ED-BCFF-1263-3891-DB5B64996B08}"/>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8EC286D2-7893-419F-F093-A8C585CF51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F679768-AA8A-4FC8-4319-2932A6743B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18911F5-9CD0-4244-8833-1BE902F69EAE}" type="slidenum">
              <a:rPr lang="en-US" altLang="en-US" smtClean="0">
                <a:latin typeface="Arial" panose="020B0604020202020204" pitchFamily="34" charset="0"/>
              </a:rPr>
              <a:pPr/>
              <a:t>75</a:t>
            </a:fld>
            <a:endParaRPr lang="en-US" altLang="en-US">
              <a:latin typeface="Arial" panose="020B0604020202020204" pitchFamily="34" charset="0"/>
            </a:endParaRPr>
          </a:p>
        </p:txBody>
      </p:sp>
      <p:sp>
        <p:nvSpPr>
          <p:cNvPr id="78851" name="Rectangle 2">
            <a:extLst>
              <a:ext uri="{FF2B5EF4-FFF2-40B4-BE49-F238E27FC236}">
                <a16:creationId xmlns:a16="http://schemas.microsoft.com/office/drawing/2014/main" id="{98E88851-9304-DE74-5E6E-35AFB43E2E9D}"/>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7880B693-80CB-9534-80CF-A659241DD9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9F9C4E3-6B78-8D51-8921-FFC841E2B2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5E8D8BD-CE3B-48C6-A23D-6E47B83958E6}" type="slidenum">
              <a:rPr lang="en-US" altLang="en-US" smtClean="0">
                <a:latin typeface="Arial" panose="020B0604020202020204" pitchFamily="34" charset="0"/>
              </a:rPr>
              <a:pPr/>
              <a:t>76</a:t>
            </a:fld>
            <a:endParaRPr lang="en-US" altLang="en-US">
              <a:latin typeface="Arial" panose="020B0604020202020204" pitchFamily="34" charset="0"/>
            </a:endParaRPr>
          </a:p>
        </p:txBody>
      </p:sp>
      <p:sp>
        <p:nvSpPr>
          <p:cNvPr id="80899" name="Rectangle 2">
            <a:extLst>
              <a:ext uri="{FF2B5EF4-FFF2-40B4-BE49-F238E27FC236}">
                <a16:creationId xmlns:a16="http://schemas.microsoft.com/office/drawing/2014/main" id="{5233A410-6933-4A24-22CE-C5F343B015A3}"/>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A409F9CE-1B63-4F9C-D92E-19FE06E19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3C59287-CC73-077D-B49E-613A9A9F3B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76F32E9-248F-409A-826A-D601059E6CF2}" type="slidenum">
              <a:rPr lang="en-US" altLang="en-US" smtClean="0">
                <a:latin typeface="Arial" panose="020B0604020202020204" pitchFamily="34" charset="0"/>
              </a:rPr>
              <a:pPr/>
              <a:t>77</a:t>
            </a:fld>
            <a:endParaRPr lang="en-US" altLang="en-US">
              <a:latin typeface="Arial" panose="020B0604020202020204" pitchFamily="34" charset="0"/>
            </a:endParaRPr>
          </a:p>
        </p:txBody>
      </p:sp>
      <p:sp>
        <p:nvSpPr>
          <p:cNvPr id="82947" name="Rectangle 2">
            <a:extLst>
              <a:ext uri="{FF2B5EF4-FFF2-40B4-BE49-F238E27FC236}">
                <a16:creationId xmlns:a16="http://schemas.microsoft.com/office/drawing/2014/main" id="{68F53316-C8B7-BBEF-2945-7619372157BD}"/>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E67BE8AF-E07D-674A-86FD-5C342F8A6B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4C32E572-6C9A-819A-446C-4E4D6B140B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531A370-5FDE-421D-851A-A3C4FFD5A3C7}" type="slidenum">
              <a:rPr lang="en-US" altLang="en-US" smtClean="0">
                <a:latin typeface="Arial" panose="020B0604020202020204" pitchFamily="34" charset="0"/>
              </a:rPr>
              <a:pPr/>
              <a:t>78</a:t>
            </a:fld>
            <a:endParaRPr lang="en-US" altLang="en-US">
              <a:latin typeface="Arial" panose="020B0604020202020204" pitchFamily="34" charset="0"/>
            </a:endParaRPr>
          </a:p>
        </p:txBody>
      </p:sp>
      <p:sp>
        <p:nvSpPr>
          <p:cNvPr id="84995" name="Rectangle 2">
            <a:extLst>
              <a:ext uri="{FF2B5EF4-FFF2-40B4-BE49-F238E27FC236}">
                <a16:creationId xmlns:a16="http://schemas.microsoft.com/office/drawing/2014/main" id="{6C1BEB93-A1C1-2656-78E1-F13301A1057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6AE6AA58-23AF-FBA9-D441-F883D9330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40646BCA-DD78-2FE2-3161-B55CE2A40A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2D0CAA2-EB11-41D1-9455-20E781C62D20}" type="slidenum">
              <a:rPr lang="en-US" altLang="en-US" smtClean="0">
                <a:latin typeface="Arial" panose="020B0604020202020204" pitchFamily="34" charset="0"/>
              </a:rPr>
              <a:pPr/>
              <a:t>79</a:t>
            </a:fld>
            <a:endParaRPr lang="en-US" altLang="en-US">
              <a:latin typeface="Arial" panose="020B0604020202020204" pitchFamily="34" charset="0"/>
            </a:endParaRPr>
          </a:p>
        </p:txBody>
      </p:sp>
      <p:sp>
        <p:nvSpPr>
          <p:cNvPr id="87043" name="Rectangle 2">
            <a:extLst>
              <a:ext uri="{FF2B5EF4-FFF2-40B4-BE49-F238E27FC236}">
                <a16:creationId xmlns:a16="http://schemas.microsoft.com/office/drawing/2014/main" id="{A3539DDC-AD5D-7A8A-E1EF-EBD12BC9ED2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3AF55832-1F9A-762F-0952-16AD5DB17F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633ECC0D-46F6-CD1C-44C2-CC443D8E8E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DF04BFE-B249-479E-BB65-4E297131AB10}" type="slidenum">
              <a:rPr lang="en-US" altLang="en-US" smtClean="0">
                <a:latin typeface="Arial" panose="020B0604020202020204" pitchFamily="34" charset="0"/>
              </a:rPr>
              <a:pPr/>
              <a:t>80</a:t>
            </a:fld>
            <a:endParaRPr lang="en-US" altLang="en-US">
              <a:latin typeface="Arial" panose="020B0604020202020204" pitchFamily="34" charset="0"/>
            </a:endParaRPr>
          </a:p>
        </p:txBody>
      </p:sp>
      <p:sp>
        <p:nvSpPr>
          <p:cNvPr id="89091" name="Rectangle 2">
            <a:extLst>
              <a:ext uri="{FF2B5EF4-FFF2-40B4-BE49-F238E27FC236}">
                <a16:creationId xmlns:a16="http://schemas.microsoft.com/office/drawing/2014/main" id="{6538EB91-2B25-AE76-78A9-214BF14043AC}"/>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FA4E5EE2-B1F0-031D-0500-F7DD57CDD3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C4ED0327-621B-6079-E114-01E5DFD5E3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D237152-8F38-4205-BED2-FFE1E3287D98}" type="slidenum">
              <a:rPr lang="en-US" altLang="en-US" smtClean="0">
                <a:latin typeface="Arial" panose="020B0604020202020204" pitchFamily="34" charset="0"/>
              </a:rPr>
              <a:pPr/>
              <a:t>81</a:t>
            </a:fld>
            <a:endParaRPr lang="en-US" altLang="en-US">
              <a:latin typeface="Arial" panose="020B0604020202020204" pitchFamily="34" charset="0"/>
            </a:endParaRPr>
          </a:p>
        </p:txBody>
      </p:sp>
      <p:sp>
        <p:nvSpPr>
          <p:cNvPr id="91139" name="Rectangle 2">
            <a:extLst>
              <a:ext uri="{FF2B5EF4-FFF2-40B4-BE49-F238E27FC236}">
                <a16:creationId xmlns:a16="http://schemas.microsoft.com/office/drawing/2014/main" id="{507FA1B4-14E2-CC59-7EF4-2C5BF80C2FD9}"/>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495974F0-5D60-778B-9E1D-DD6EBA54DE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F3FFF7BC-B3D8-1092-6275-2880E80AF6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668763C-AEB5-47AE-A6E4-8760351B0101}" type="slidenum">
              <a:rPr lang="en-US" altLang="en-US" smtClean="0">
                <a:latin typeface="Arial" panose="020B0604020202020204" pitchFamily="34" charset="0"/>
              </a:rPr>
              <a:pPr/>
              <a:t>82</a:t>
            </a:fld>
            <a:endParaRPr lang="en-US" altLang="en-US">
              <a:latin typeface="Arial" panose="020B0604020202020204" pitchFamily="34" charset="0"/>
            </a:endParaRPr>
          </a:p>
        </p:txBody>
      </p:sp>
      <p:sp>
        <p:nvSpPr>
          <p:cNvPr id="93187" name="Rectangle 2">
            <a:extLst>
              <a:ext uri="{FF2B5EF4-FFF2-40B4-BE49-F238E27FC236}">
                <a16:creationId xmlns:a16="http://schemas.microsoft.com/office/drawing/2014/main" id="{9727BA73-F133-7F90-A71A-E440E074680F}"/>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C5E89277-EA29-F37F-65F5-3BF0D3BC0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2089CC0-98AC-A06B-E503-265A837BC7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2C0CE16-4B2C-4B28-9A71-1ECC58A188E8}" type="slidenum">
              <a:rPr lang="en-US" altLang="en-US" smtClean="0">
                <a:latin typeface="Arial" panose="020B0604020202020204" pitchFamily="34" charset="0"/>
              </a:rPr>
              <a:pPr/>
              <a:t>83</a:t>
            </a:fld>
            <a:endParaRPr lang="en-US" altLang="en-US">
              <a:latin typeface="Arial" panose="020B0604020202020204" pitchFamily="34" charset="0"/>
            </a:endParaRPr>
          </a:p>
        </p:txBody>
      </p:sp>
      <p:sp>
        <p:nvSpPr>
          <p:cNvPr id="95235" name="Rectangle 2">
            <a:extLst>
              <a:ext uri="{FF2B5EF4-FFF2-40B4-BE49-F238E27FC236}">
                <a16:creationId xmlns:a16="http://schemas.microsoft.com/office/drawing/2014/main" id="{3218D553-05CB-F05C-D0F8-CB3075AF6FAE}"/>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3E23710E-3A03-9624-1D15-68F629AA2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72D34309-DB72-67D4-6DF9-F73BDE97E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9BC948C-8908-4D58-939F-FE551D4D1611}" type="slidenum">
              <a:rPr lang="en-US" altLang="en-US" smtClean="0">
                <a:latin typeface="Arial" panose="020B0604020202020204" pitchFamily="34" charset="0"/>
              </a:rPr>
              <a:pPr/>
              <a:t>84</a:t>
            </a:fld>
            <a:endParaRPr lang="en-US" altLang="en-US">
              <a:latin typeface="Arial" panose="020B0604020202020204" pitchFamily="34" charset="0"/>
            </a:endParaRPr>
          </a:p>
        </p:txBody>
      </p:sp>
      <p:sp>
        <p:nvSpPr>
          <p:cNvPr id="97283" name="Rectangle 2">
            <a:extLst>
              <a:ext uri="{FF2B5EF4-FFF2-40B4-BE49-F238E27FC236}">
                <a16:creationId xmlns:a16="http://schemas.microsoft.com/office/drawing/2014/main" id="{4B3AE919-99CB-87C1-7A28-EED07D29BE2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C5098317-CC07-4521-6DE8-E25A34277A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E396769D-3358-B915-5E76-3A3C1C31BF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0E78D31-1142-4BBF-A8EC-A0F0EB3DB5DC}" type="slidenum">
              <a:rPr lang="en-US" altLang="en-US" smtClean="0">
                <a:latin typeface="Arial" panose="020B0604020202020204" pitchFamily="34" charset="0"/>
              </a:rPr>
              <a:pPr/>
              <a:t>85</a:t>
            </a:fld>
            <a:endParaRPr lang="en-US" altLang="en-US">
              <a:latin typeface="Arial" panose="020B0604020202020204" pitchFamily="34" charset="0"/>
            </a:endParaRPr>
          </a:p>
        </p:txBody>
      </p:sp>
      <p:sp>
        <p:nvSpPr>
          <p:cNvPr id="99331" name="Rectangle 2">
            <a:extLst>
              <a:ext uri="{FF2B5EF4-FFF2-40B4-BE49-F238E27FC236}">
                <a16:creationId xmlns:a16="http://schemas.microsoft.com/office/drawing/2014/main" id="{A4E432A2-1764-6231-FEFB-D3E6B4672485}"/>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2B30F8B-85DD-4F3E-27B6-A40B0E87ED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73A100BA-1F36-C3D7-439B-881B1B93F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C2C56EE-7BBA-4613-A100-C12C991BF007}" type="slidenum">
              <a:rPr lang="en-US" altLang="en-US" smtClean="0">
                <a:latin typeface="Arial" panose="020B0604020202020204" pitchFamily="34" charset="0"/>
              </a:rPr>
              <a:pPr/>
              <a:t>86</a:t>
            </a:fld>
            <a:endParaRPr lang="en-US" altLang="en-US">
              <a:latin typeface="Arial" panose="020B0604020202020204" pitchFamily="34" charset="0"/>
            </a:endParaRPr>
          </a:p>
        </p:txBody>
      </p:sp>
      <p:sp>
        <p:nvSpPr>
          <p:cNvPr id="101379" name="Rectangle 2">
            <a:extLst>
              <a:ext uri="{FF2B5EF4-FFF2-40B4-BE49-F238E27FC236}">
                <a16:creationId xmlns:a16="http://schemas.microsoft.com/office/drawing/2014/main" id="{A2DB5B44-67F8-44AF-38A6-0CA314F71626}"/>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43023914-5F2F-778B-37AD-DDEE6F9621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DFC3C634-D8BA-4BEF-49F3-DB6772AE50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46BC3DE-111D-4D6B-BD67-90E6D95A9CD2}" type="slidenum">
              <a:rPr lang="en-US" altLang="en-US" smtClean="0">
                <a:latin typeface="Arial" panose="020B0604020202020204" pitchFamily="34" charset="0"/>
              </a:rPr>
              <a:pPr/>
              <a:t>87</a:t>
            </a:fld>
            <a:endParaRPr lang="en-US" altLang="en-US">
              <a:latin typeface="Arial" panose="020B0604020202020204" pitchFamily="34" charset="0"/>
            </a:endParaRPr>
          </a:p>
        </p:txBody>
      </p:sp>
      <p:sp>
        <p:nvSpPr>
          <p:cNvPr id="103427" name="Rectangle 2">
            <a:extLst>
              <a:ext uri="{FF2B5EF4-FFF2-40B4-BE49-F238E27FC236}">
                <a16:creationId xmlns:a16="http://schemas.microsoft.com/office/drawing/2014/main" id="{94EF31FE-3250-883B-2E00-B63F596B98FE}"/>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5E168F9D-9A0E-C66F-D5D0-3F680D267A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6C4BCFD0-1D08-B6B6-37BD-79E7F25670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7ED29CE-49D6-4224-A6FF-99221D330634}" type="slidenum">
              <a:rPr lang="en-US" altLang="en-US" smtClean="0">
                <a:latin typeface="Arial" panose="020B0604020202020204" pitchFamily="34" charset="0"/>
              </a:rPr>
              <a:pPr/>
              <a:t>88</a:t>
            </a:fld>
            <a:endParaRPr lang="en-US" altLang="en-US">
              <a:latin typeface="Arial" panose="020B0604020202020204" pitchFamily="34" charset="0"/>
            </a:endParaRPr>
          </a:p>
        </p:txBody>
      </p:sp>
      <p:sp>
        <p:nvSpPr>
          <p:cNvPr id="105475" name="Rectangle 2">
            <a:extLst>
              <a:ext uri="{FF2B5EF4-FFF2-40B4-BE49-F238E27FC236}">
                <a16:creationId xmlns:a16="http://schemas.microsoft.com/office/drawing/2014/main" id="{1618D707-D8FE-7707-2C64-6C8A995427BE}"/>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46FFED5F-6247-8454-0726-478583F36E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BCC14162-48A9-FCB9-0DF0-657BC6FC19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2FC6D7C-4058-4FCC-A8A9-8AD42C33C42A}" type="slidenum">
              <a:rPr lang="en-US" altLang="en-US" smtClean="0">
                <a:latin typeface="Arial" panose="020B0604020202020204" pitchFamily="34" charset="0"/>
              </a:rPr>
              <a:pPr/>
              <a:t>89</a:t>
            </a:fld>
            <a:endParaRPr lang="en-US" altLang="en-US">
              <a:latin typeface="Arial" panose="020B0604020202020204" pitchFamily="34" charset="0"/>
            </a:endParaRPr>
          </a:p>
        </p:txBody>
      </p:sp>
      <p:sp>
        <p:nvSpPr>
          <p:cNvPr id="107523" name="Rectangle 2">
            <a:extLst>
              <a:ext uri="{FF2B5EF4-FFF2-40B4-BE49-F238E27FC236}">
                <a16:creationId xmlns:a16="http://schemas.microsoft.com/office/drawing/2014/main" id="{8EE6F4F3-D7C4-52E4-A60A-442D8534B7B6}"/>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2C48889A-3BAB-17C3-BC9C-395319FDF2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A2F2FFE0-9E05-5EDC-CACD-1919B983C4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460E34D-2997-411C-9B39-069499630CD5}" type="slidenum">
              <a:rPr lang="en-US" altLang="en-US" smtClean="0">
                <a:latin typeface="Arial" panose="020B0604020202020204" pitchFamily="34" charset="0"/>
              </a:rPr>
              <a:pPr/>
              <a:t>90</a:t>
            </a:fld>
            <a:endParaRPr lang="en-US" altLang="en-US">
              <a:latin typeface="Arial" panose="020B0604020202020204" pitchFamily="34" charset="0"/>
            </a:endParaRPr>
          </a:p>
        </p:txBody>
      </p:sp>
      <p:sp>
        <p:nvSpPr>
          <p:cNvPr id="109571" name="Rectangle 2">
            <a:extLst>
              <a:ext uri="{FF2B5EF4-FFF2-40B4-BE49-F238E27FC236}">
                <a16:creationId xmlns:a16="http://schemas.microsoft.com/office/drawing/2014/main" id="{EC6781D9-A3F3-D7D2-9670-8F761FC4627F}"/>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FC2DDAC9-CAD3-28DF-4463-F37CB47F39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46785259-94D8-27BC-F69F-E6E6B7F5CE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2C33141-C4B7-4CE6-A19B-05592D537377}" type="slidenum">
              <a:rPr lang="en-US" altLang="en-US" smtClean="0">
                <a:latin typeface="Arial" panose="020B0604020202020204" pitchFamily="34" charset="0"/>
              </a:rPr>
              <a:pPr/>
              <a:t>91</a:t>
            </a:fld>
            <a:endParaRPr lang="en-US" altLang="en-US">
              <a:latin typeface="Arial" panose="020B0604020202020204" pitchFamily="34" charset="0"/>
            </a:endParaRPr>
          </a:p>
        </p:txBody>
      </p:sp>
      <p:sp>
        <p:nvSpPr>
          <p:cNvPr id="111619" name="Rectangle 2">
            <a:extLst>
              <a:ext uri="{FF2B5EF4-FFF2-40B4-BE49-F238E27FC236}">
                <a16:creationId xmlns:a16="http://schemas.microsoft.com/office/drawing/2014/main" id="{75542ED9-214A-7682-CD94-FA616789C062}"/>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D91E84BB-D02E-2116-DD0D-7D2868D0D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A5023974-9BBB-0ECE-9590-3D51BEBA21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12AA67B-3890-47EA-BB19-9AD69E020632}" type="slidenum">
              <a:rPr lang="en-US" altLang="en-US" smtClean="0">
                <a:latin typeface="Arial" panose="020B0604020202020204" pitchFamily="34" charset="0"/>
              </a:rPr>
              <a:pPr/>
              <a:t>92</a:t>
            </a:fld>
            <a:endParaRPr lang="en-US" altLang="en-US">
              <a:latin typeface="Arial" panose="020B0604020202020204" pitchFamily="34" charset="0"/>
            </a:endParaRPr>
          </a:p>
        </p:txBody>
      </p:sp>
      <p:sp>
        <p:nvSpPr>
          <p:cNvPr id="113667" name="Rectangle 2">
            <a:extLst>
              <a:ext uri="{FF2B5EF4-FFF2-40B4-BE49-F238E27FC236}">
                <a16:creationId xmlns:a16="http://schemas.microsoft.com/office/drawing/2014/main" id="{4252C748-DC04-B3CB-A8D4-2675DAF8E87F}"/>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416FF16B-0E7F-ADD6-5D36-BAAA5A030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12E0077-98A1-FF9D-2358-B2F27906F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67E8C92-D8B6-47BD-8810-ED5F06173E56}" type="slidenum">
              <a:rPr lang="en-US" altLang="en-US" smtClean="0">
                <a:latin typeface="Arial" panose="020B0604020202020204" pitchFamily="34" charset="0"/>
              </a:rPr>
              <a:pPr/>
              <a:t>93</a:t>
            </a:fld>
            <a:endParaRPr lang="en-US" altLang="en-US">
              <a:latin typeface="Arial" panose="020B0604020202020204" pitchFamily="34" charset="0"/>
            </a:endParaRPr>
          </a:p>
        </p:txBody>
      </p:sp>
      <p:sp>
        <p:nvSpPr>
          <p:cNvPr id="115715" name="Rectangle 2">
            <a:extLst>
              <a:ext uri="{FF2B5EF4-FFF2-40B4-BE49-F238E27FC236}">
                <a16:creationId xmlns:a16="http://schemas.microsoft.com/office/drawing/2014/main" id="{1927167C-BCEE-8BDB-C8FF-79C711B123BC}"/>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C8F73FE1-36FE-F450-EBB7-D71C0944C0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a:extLst>
              <a:ext uri="{FF2B5EF4-FFF2-40B4-BE49-F238E27FC236}">
                <a16:creationId xmlns:a16="http://schemas.microsoft.com/office/drawing/2014/main" id="{C2EAB98B-D61F-8DFE-E338-B91CE57736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7E30E89-56B7-417F-9F02-2CBF249203AC}" type="slidenum">
              <a:rPr lang="en-US" altLang="en-US" smtClean="0">
                <a:latin typeface="Arial" panose="020B0604020202020204" pitchFamily="34" charset="0"/>
              </a:rPr>
              <a:pPr/>
              <a:t>105</a:t>
            </a:fld>
            <a:endParaRPr lang="en-US" altLang="en-US">
              <a:latin typeface="Arial" panose="020B0604020202020204" pitchFamily="34" charset="0"/>
            </a:endParaRPr>
          </a:p>
        </p:txBody>
      </p:sp>
      <p:sp>
        <p:nvSpPr>
          <p:cNvPr id="239619" name="Rectangle 2">
            <a:extLst>
              <a:ext uri="{FF2B5EF4-FFF2-40B4-BE49-F238E27FC236}">
                <a16:creationId xmlns:a16="http://schemas.microsoft.com/office/drawing/2014/main" id="{20D7730E-56A5-6814-6E05-0CC8DFA9BCA7}"/>
              </a:ext>
            </a:extLst>
          </p:cNvPr>
          <p:cNvSpPr>
            <a:spLocks noGrp="1" noRot="1" noChangeAspect="1" noChangeArrowheads="1" noTextEdit="1"/>
          </p:cNvSpPr>
          <p:nvPr>
            <p:ph type="sldImg"/>
          </p:nvPr>
        </p:nvSpPr>
        <p:spPr>
          <a:ln/>
        </p:spPr>
      </p:sp>
      <p:sp>
        <p:nvSpPr>
          <p:cNvPr id="239620" name="Rectangle 3">
            <a:extLst>
              <a:ext uri="{FF2B5EF4-FFF2-40B4-BE49-F238E27FC236}">
                <a16:creationId xmlns:a16="http://schemas.microsoft.com/office/drawing/2014/main" id="{95E94A9C-F1AD-7F39-80A4-7BB8237C7E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085832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a:extLst>
              <a:ext uri="{FF2B5EF4-FFF2-40B4-BE49-F238E27FC236}">
                <a16:creationId xmlns:a16="http://schemas.microsoft.com/office/drawing/2014/main" id="{B95B1658-5DEC-C495-D87B-810FA95AE7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10529DF-321C-4215-BBC0-4D67BA61AD3F}" type="slidenum">
              <a:rPr lang="en-US" altLang="en-US" smtClean="0">
                <a:latin typeface="Arial" panose="020B0604020202020204" pitchFamily="34" charset="0"/>
              </a:rPr>
              <a:pPr/>
              <a:t>115</a:t>
            </a:fld>
            <a:endParaRPr lang="en-US" altLang="en-US">
              <a:latin typeface="Arial" panose="020B0604020202020204" pitchFamily="34" charset="0"/>
            </a:endParaRPr>
          </a:p>
        </p:txBody>
      </p:sp>
      <p:sp>
        <p:nvSpPr>
          <p:cNvPr id="313347" name="Rectangle 2">
            <a:extLst>
              <a:ext uri="{FF2B5EF4-FFF2-40B4-BE49-F238E27FC236}">
                <a16:creationId xmlns:a16="http://schemas.microsoft.com/office/drawing/2014/main" id="{E95A5709-7AB3-2E41-D458-B1644C72FA46}"/>
              </a:ext>
            </a:extLst>
          </p:cNvPr>
          <p:cNvSpPr>
            <a:spLocks noGrp="1" noRot="1" noChangeAspect="1" noChangeArrowheads="1" noTextEdit="1"/>
          </p:cNvSpPr>
          <p:nvPr>
            <p:ph type="sldImg"/>
          </p:nvPr>
        </p:nvSpPr>
        <p:spPr>
          <a:ln/>
        </p:spPr>
      </p:sp>
      <p:sp>
        <p:nvSpPr>
          <p:cNvPr id="313348" name="Rectangle 3">
            <a:extLst>
              <a:ext uri="{FF2B5EF4-FFF2-40B4-BE49-F238E27FC236}">
                <a16:creationId xmlns:a16="http://schemas.microsoft.com/office/drawing/2014/main" id="{22B32D97-0BC8-9960-8A92-69DA351782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091140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a:extLst>
              <a:ext uri="{FF2B5EF4-FFF2-40B4-BE49-F238E27FC236}">
                <a16:creationId xmlns:a16="http://schemas.microsoft.com/office/drawing/2014/main" id="{700024E2-A634-4A1E-0323-D6AD22EAB1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06B4CBC-48E1-46EE-8363-2567F0B3F3C0}" type="slidenum">
              <a:rPr lang="en-US" altLang="en-US" smtClean="0">
                <a:latin typeface="Arial" panose="020B0604020202020204" pitchFamily="34" charset="0"/>
              </a:rPr>
              <a:pPr/>
              <a:t>117</a:t>
            </a:fld>
            <a:endParaRPr lang="en-US" altLang="en-US">
              <a:latin typeface="Arial" panose="020B0604020202020204" pitchFamily="34" charset="0"/>
            </a:endParaRPr>
          </a:p>
        </p:txBody>
      </p:sp>
      <p:sp>
        <p:nvSpPr>
          <p:cNvPr id="319491" name="Rectangle 2">
            <a:extLst>
              <a:ext uri="{FF2B5EF4-FFF2-40B4-BE49-F238E27FC236}">
                <a16:creationId xmlns:a16="http://schemas.microsoft.com/office/drawing/2014/main" id="{98AFDCA6-3E24-43A7-D30C-14E78889C6B0}"/>
              </a:ext>
            </a:extLst>
          </p:cNvPr>
          <p:cNvSpPr>
            <a:spLocks noGrp="1" noRot="1" noChangeAspect="1" noChangeArrowheads="1" noTextEdit="1"/>
          </p:cNvSpPr>
          <p:nvPr>
            <p:ph type="sldImg"/>
          </p:nvPr>
        </p:nvSpPr>
        <p:spPr>
          <a:ln/>
        </p:spPr>
      </p:sp>
      <p:sp>
        <p:nvSpPr>
          <p:cNvPr id="319492" name="Rectangle 3">
            <a:extLst>
              <a:ext uri="{FF2B5EF4-FFF2-40B4-BE49-F238E27FC236}">
                <a16:creationId xmlns:a16="http://schemas.microsoft.com/office/drawing/2014/main" id="{2E98F62A-479A-63CF-14B0-67E9943F31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77722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a:extLst>
              <a:ext uri="{FF2B5EF4-FFF2-40B4-BE49-F238E27FC236}">
                <a16:creationId xmlns:a16="http://schemas.microsoft.com/office/drawing/2014/main" id="{FF7DEFE8-35B8-AFDB-A467-13CA99E3F8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4DBBB5C-842D-443F-BB55-534ACB081ACC}" type="slidenum">
              <a:rPr lang="en-US" altLang="en-US" smtClean="0">
                <a:latin typeface="Arial" panose="020B0604020202020204" pitchFamily="34" charset="0"/>
              </a:rPr>
              <a:pPr/>
              <a:t>118</a:t>
            </a:fld>
            <a:endParaRPr lang="en-US" altLang="en-US">
              <a:latin typeface="Arial" panose="020B0604020202020204" pitchFamily="34" charset="0"/>
            </a:endParaRPr>
          </a:p>
        </p:txBody>
      </p:sp>
      <p:sp>
        <p:nvSpPr>
          <p:cNvPr id="321539" name="Rectangle 2">
            <a:extLst>
              <a:ext uri="{FF2B5EF4-FFF2-40B4-BE49-F238E27FC236}">
                <a16:creationId xmlns:a16="http://schemas.microsoft.com/office/drawing/2014/main" id="{63972A54-5F47-BB45-5BA6-E5249F709426}"/>
              </a:ext>
            </a:extLst>
          </p:cNvPr>
          <p:cNvSpPr>
            <a:spLocks noGrp="1" noRot="1" noChangeAspect="1" noChangeArrowheads="1" noTextEdit="1"/>
          </p:cNvSpPr>
          <p:nvPr>
            <p:ph type="sldImg"/>
          </p:nvPr>
        </p:nvSpPr>
        <p:spPr>
          <a:ln/>
        </p:spPr>
      </p:sp>
      <p:sp>
        <p:nvSpPr>
          <p:cNvPr id="321540" name="Rectangle 3">
            <a:extLst>
              <a:ext uri="{FF2B5EF4-FFF2-40B4-BE49-F238E27FC236}">
                <a16:creationId xmlns:a16="http://schemas.microsoft.com/office/drawing/2014/main" id="{6A2656FC-A32C-59F6-E776-45DDE2F5AA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103987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a:extLst>
              <a:ext uri="{FF2B5EF4-FFF2-40B4-BE49-F238E27FC236}">
                <a16:creationId xmlns:a16="http://schemas.microsoft.com/office/drawing/2014/main" id="{D316F027-D3C4-A599-6BB8-F59695A9D5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9C0163B-21EC-4359-8B46-0F59B51249FD}" type="slidenum">
              <a:rPr lang="en-US" altLang="en-US" smtClean="0">
                <a:latin typeface="Arial" panose="020B0604020202020204" pitchFamily="34" charset="0"/>
              </a:rPr>
              <a:pPr/>
              <a:t>119</a:t>
            </a:fld>
            <a:endParaRPr lang="en-US" altLang="en-US">
              <a:latin typeface="Arial" panose="020B0604020202020204" pitchFamily="34" charset="0"/>
            </a:endParaRPr>
          </a:p>
        </p:txBody>
      </p:sp>
      <p:sp>
        <p:nvSpPr>
          <p:cNvPr id="323587" name="Rectangle 2">
            <a:extLst>
              <a:ext uri="{FF2B5EF4-FFF2-40B4-BE49-F238E27FC236}">
                <a16:creationId xmlns:a16="http://schemas.microsoft.com/office/drawing/2014/main" id="{49CC85F8-5AFB-82C3-4017-E024C75F2310}"/>
              </a:ext>
            </a:extLst>
          </p:cNvPr>
          <p:cNvSpPr>
            <a:spLocks noGrp="1" noRot="1" noChangeAspect="1" noChangeArrowheads="1" noTextEdit="1"/>
          </p:cNvSpPr>
          <p:nvPr>
            <p:ph type="sldImg"/>
          </p:nvPr>
        </p:nvSpPr>
        <p:spPr>
          <a:ln/>
        </p:spPr>
      </p:sp>
      <p:sp>
        <p:nvSpPr>
          <p:cNvPr id="323588" name="Rectangle 3">
            <a:extLst>
              <a:ext uri="{FF2B5EF4-FFF2-40B4-BE49-F238E27FC236}">
                <a16:creationId xmlns:a16="http://schemas.microsoft.com/office/drawing/2014/main" id="{023BEF97-F41A-A9DA-3A07-12F766509C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778153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a:extLst>
              <a:ext uri="{FF2B5EF4-FFF2-40B4-BE49-F238E27FC236}">
                <a16:creationId xmlns:a16="http://schemas.microsoft.com/office/drawing/2014/main" id="{73FA7CFD-22A0-FEF2-1B19-95DC173CE8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526B996-CA06-4335-ACB2-105FF3D203D6}" type="slidenum">
              <a:rPr lang="en-US" altLang="en-US" smtClean="0">
                <a:latin typeface="Arial" panose="020B0604020202020204" pitchFamily="34" charset="0"/>
              </a:rPr>
              <a:pPr/>
              <a:t>120</a:t>
            </a:fld>
            <a:endParaRPr lang="en-US" altLang="en-US">
              <a:latin typeface="Arial" panose="020B0604020202020204" pitchFamily="34" charset="0"/>
            </a:endParaRPr>
          </a:p>
        </p:txBody>
      </p:sp>
      <p:sp>
        <p:nvSpPr>
          <p:cNvPr id="325635" name="Rectangle 2">
            <a:extLst>
              <a:ext uri="{FF2B5EF4-FFF2-40B4-BE49-F238E27FC236}">
                <a16:creationId xmlns:a16="http://schemas.microsoft.com/office/drawing/2014/main" id="{A27B157E-26E2-617A-F1DB-73571D83C997}"/>
              </a:ext>
            </a:extLst>
          </p:cNvPr>
          <p:cNvSpPr>
            <a:spLocks noGrp="1" noRot="1" noChangeAspect="1" noChangeArrowheads="1" noTextEdit="1"/>
          </p:cNvSpPr>
          <p:nvPr>
            <p:ph type="sldImg"/>
          </p:nvPr>
        </p:nvSpPr>
        <p:spPr>
          <a:ln/>
        </p:spPr>
      </p:sp>
      <p:sp>
        <p:nvSpPr>
          <p:cNvPr id="325636" name="Rectangle 3">
            <a:extLst>
              <a:ext uri="{FF2B5EF4-FFF2-40B4-BE49-F238E27FC236}">
                <a16:creationId xmlns:a16="http://schemas.microsoft.com/office/drawing/2014/main" id="{EE09853F-81A2-0F13-C582-6D675C541A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740888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a:extLst>
              <a:ext uri="{FF2B5EF4-FFF2-40B4-BE49-F238E27FC236}">
                <a16:creationId xmlns:a16="http://schemas.microsoft.com/office/drawing/2014/main" id="{582F345E-CF9F-1361-91F5-CC1CB323F9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3462997-B14D-4CB0-8AB4-B1FAFDD9698F}" type="slidenum">
              <a:rPr lang="en-US" altLang="en-US" smtClean="0">
                <a:latin typeface="Arial" panose="020B0604020202020204" pitchFamily="34" charset="0"/>
              </a:rPr>
              <a:pPr/>
              <a:t>121</a:t>
            </a:fld>
            <a:endParaRPr lang="en-US" altLang="en-US">
              <a:latin typeface="Arial" panose="020B0604020202020204" pitchFamily="34" charset="0"/>
            </a:endParaRPr>
          </a:p>
        </p:txBody>
      </p:sp>
      <p:sp>
        <p:nvSpPr>
          <p:cNvPr id="327683" name="Rectangle 2">
            <a:extLst>
              <a:ext uri="{FF2B5EF4-FFF2-40B4-BE49-F238E27FC236}">
                <a16:creationId xmlns:a16="http://schemas.microsoft.com/office/drawing/2014/main" id="{CCAE780E-387E-23AC-7666-8762D9BD23E0}"/>
              </a:ext>
            </a:extLst>
          </p:cNvPr>
          <p:cNvSpPr>
            <a:spLocks noGrp="1" noRot="1" noChangeAspect="1" noChangeArrowheads="1" noTextEdit="1"/>
          </p:cNvSpPr>
          <p:nvPr>
            <p:ph type="sldImg"/>
          </p:nvPr>
        </p:nvSpPr>
        <p:spPr>
          <a:ln/>
        </p:spPr>
      </p:sp>
      <p:sp>
        <p:nvSpPr>
          <p:cNvPr id="327684" name="Rectangle 3">
            <a:extLst>
              <a:ext uri="{FF2B5EF4-FFF2-40B4-BE49-F238E27FC236}">
                <a16:creationId xmlns:a16="http://schemas.microsoft.com/office/drawing/2014/main" id="{DAB0366C-BA7D-40F6-2EC1-3641EABEAD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83030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a:extLst>
              <a:ext uri="{FF2B5EF4-FFF2-40B4-BE49-F238E27FC236}">
                <a16:creationId xmlns:a16="http://schemas.microsoft.com/office/drawing/2014/main" id="{73C9EE88-6874-890E-5F8D-DC1B0087E3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54EE088-6CD7-4020-8A67-5650F5D37B19}" type="slidenum">
              <a:rPr lang="en-US" altLang="en-US" smtClean="0">
                <a:latin typeface="Arial" panose="020B0604020202020204" pitchFamily="34" charset="0"/>
              </a:rPr>
              <a:pPr/>
              <a:t>122</a:t>
            </a:fld>
            <a:endParaRPr lang="en-US" altLang="en-US">
              <a:latin typeface="Arial" panose="020B0604020202020204" pitchFamily="34" charset="0"/>
            </a:endParaRPr>
          </a:p>
        </p:txBody>
      </p:sp>
      <p:sp>
        <p:nvSpPr>
          <p:cNvPr id="329731" name="Rectangle 2">
            <a:extLst>
              <a:ext uri="{FF2B5EF4-FFF2-40B4-BE49-F238E27FC236}">
                <a16:creationId xmlns:a16="http://schemas.microsoft.com/office/drawing/2014/main" id="{1216A95C-54BB-5A8D-853F-57B7E723BC45}"/>
              </a:ext>
            </a:extLst>
          </p:cNvPr>
          <p:cNvSpPr>
            <a:spLocks noGrp="1" noRot="1" noChangeAspect="1" noChangeArrowheads="1" noTextEdit="1"/>
          </p:cNvSpPr>
          <p:nvPr>
            <p:ph type="sldImg"/>
          </p:nvPr>
        </p:nvSpPr>
        <p:spPr>
          <a:ln/>
        </p:spPr>
      </p:sp>
      <p:sp>
        <p:nvSpPr>
          <p:cNvPr id="329732" name="Rectangle 3">
            <a:extLst>
              <a:ext uri="{FF2B5EF4-FFF2-40B4-BE49-F238E27FC236}">
                <a16:creationId xmlns:a16="http://schemas.microsoft.com/office/drawing/2014/main" id="{8A7FCE5C-46C6-E00A-A02B-7CA20256A9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911609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a:extLst>
              <a:ext uri="{FF2B5EF4-FFF2-40B4-BE49-F238E27FC236}">
                <a16:creationId xmlns:a16="http://schemas.microsoft.com/office/drawing/2014/main" id="{F88CB7A7-646A-D236-F250-A29EBA8BD9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A1CCECA-8E3F-48A3-A2F8-CD0A8FCF8D9C}" type="slidenum">
              <a:rPr lang="en-US" altLang="en-US" smtClean="0">
                <a:latin typeface="Arial" panose="020B0604020202020204" pitchFamily="34" charset="0"/>
              </a:rPr>
              <a:pPr/>
              <a:t>123</a:t>
            </a:fld>
            <a:endParaRPr lang="en-US" altLang="en-US">
              <a:latin typeface="Arial" panose="020B0604020202020204" pitchFamily="34" charset="0"/>
            </a:endParaRPr>
          </a:p>
        </p:txBody>
      </p:sp>
      <p:sp>
        <p:nvSpPr>
          <p:cNvPr id="241667" name="Rectangle 2">
            <a:extLst>
              <a:ext uri="{FF2B5EF4-FFF2-40B4-BE49-F238E27FC236}">
                <a16:creationId xmlns:a16="http://schemas.microsoft.com/office/drawing/2014/main" id="{F93A56A8-B492-0414-14B2-E572BD1B7195}"/>
              </a:ext>
            </a:extLst>
          </p:cNvPr>
          <p:cNvSpPr>
            <a:spLocks noGrp="1" noRot="1" noChangeAspect="1" noChangeArrowheads="1" noTextEdit="1"/>
          </p:cNvSpPr>
          <p:nvPr>
            <p:ph type="sldImg"/>
          </p:nvPr>
        </p:nvSpPr>
        <p:spPr>
          <a:ln/>
        </p:spPr>
      </p:sp>
      <p:sp>
        <p:nvSpPr>
          <p:cNvPr id="241668" name="Rectangle 3">
            <a:extLst>
              <a:ext uri="{FF2B5EF4-FFF2-40B4-BE49-F238E27FC236}">
                <a16:creationId xmlns:a16="http://schemas.microsoft.com/office/drawing/2014/main" id="{3F1BAD41-4B03-7BCF-2B68-CAE095E7B3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546482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a:extLst>
              <a:ext uri="{FF2B5EF4-FFF2-40B4-BE49-F238E27FC236}">
                <a16:creationId xmlns:a16="http://schemas.microsoft.com/office/drawing/2014/main" id="{BEC7F9B0-10EC-422A-2505-8D691A1C0F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72621E1-F858-4ADD-BBE1-489D9F56453E}" type="slidenum">
              <a:rPr lang="en-US" altLang="en-US" smtClean="0">
                <a:latin typeface="Arial" panose="020B0604020202020204" pitchFamily="34" charset="0"/>
              </a:rPr>
              <a:pPr/>
              <a:t>124</a:t>
            </a:fld>
            <a:endParaRPr lang="en-US" altLang="en-US">
              <a:latin typeface="Arial" panose="020B0604020202020204" pitchFamily="34" charset="0"/>
            </a:endParaRPr>
          </a:p>
        </p:txBody>
      </p:sp>
      <p:sp>
        <p:nvSpPr>
          <p:cNvPr id="243715" name="Rectangle 2">
            <a:extLst>
              <a:ext uri="{FF2B5EF4-FFF2-40B4-BE49-F238E27FC236}">
                <a16:creationId xmlns:a16="http://schemas.microsoft.com/office/drawing/2014/main" id="{6B320C3C-5FC5-583C-A203-50AFCD92F3CF}"/>
              </a:ext>
            </a:extLst>
          </p:cNvPr>
          <p:cNvSpPr>
            <a:spLocks noGrp="1" noRot="1" noChangeAspect="1" noChangeArrowheads="1" noTextEdit="1"/>
          </p:cNvSpPr>
          <p:nvPr>
            <p:ph type="sldImg"/>
          </p:nvPr>
        </p:nvSpPr>
        <p:spPr>
          <a:ln/>
        </p:spPr>
      </p:sp>
      <p:sp>
        <p:nvSpPr>
          <p:cNvPr id="243716" name="Rectangle 3">
            <a:extLst>
              <a:ext uri="{FF2B5EF4-FFF2-40B4-BE49-F238E27FC236}">
                <a16:creationId xmlns:a16="http://schemas.microsoft.com/office/drawing/2014/main" id="{1F082094-8021-2B55-87F0-DF411B62C2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56787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a:extLst>
              <a:ext uri="{FF2B5EF4-FFF2-40B4-BE49-F238E27FC236}">
                <a16:creationId xmlns:a16="http://schemas.microsoft.com/office/drawing/2014/main" id="{7C8FD1FE-5189-DD69-A48C-BAD9AE6107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EA1D5A6-63AB-4DC6-98CE-DF333E09A54E}" type="slidenum">
              <a:rPr lang="en-US" altLang="en-US" smtClean="0">
                <a:latin typeface="Arial" panose="020B0604020202020204" pitchFamily="34" charset="0"/>
              </a:rPr>
              <a:pPr/>
              <a:t>125</a:t>
            </a:fld>
            <a:endParaRPr lang="en-US" altLang="en-US">
              <a:latin typeface="Arial" panose="020B0604020202020204" pitchFamily="34" charset="0"/>
            </a:endParaRPr>
          </a:p>
        </p:txBody>
      </p:sp>
      <p:sp>
        <p:nvSpPr>
          <p:cNvPr id="245763" name="Rectangle 2">
            <a:extLst>
              <a:ext uri="{FF2B5EF4-FFF2-40B4-BE49-F238E27FC236}">
                <a16:creationId xmlns:a16="http://schemas.microsoft.com/office/drawing/2014/main" id="{7CF8154F-CC0D-B712-5277-ACF2C3F7F1AA}"/>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F563E05E-D7D7-A20C-42F0-1BD61ECBB2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684545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a:extLst>
              <a:ext uri="{FF2B5EF4-FFF2-40B4-BE49-F238E27FC236}">
                <a16:creationId xmlns:a16="http://schemas.microsoft.com/office/drawing/2014/main" id="{9F372DA5-A459-1F88-DBDA-15C2437DFB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E847CB6-1800-4CCD-8114-1E17C29BC7B1}" type="slidenum">
              <a:rPr lang="en-US" altLang="en-US" smtClean="0">
                <a:latin typeface="Arial" panose="020B0604020202020204" pitchFamily="34" charset="0"/>
              </a:rPr>
              <a:pPr/>
              <a:t>126</a:t>
            </a:fld>
            <a:endParaRPr lang="en-US" altLang="en-US">
              <a:latin typeface="Arial" panose="020B0604020202020204" pitchFamily="34" charset="0"/>
            </a:endParaRPr>
          </a:p>
        </p:txBody>
      </p:sp>
      <p:sp>
        <p:nvSpPr>
          <p:cNvPr id="247811" name="Rectangle 2">
            <a:extLst>
              <a:ext uri="{FF2B5EF4-FFF2-40B4-BE49-F238E27FC236}">
                <a16:creationId xmlns:a16="http://schemas.microsoft.com/office/drawing/2014/main" id="{BB386511-D2DA-12D4-E755-5336F9EBE2A5}"/>
              </a:ext>
            </a:extLst>
          </p:cNvPr>
          <p:cNvSpPr>
            <a:spLocks noGrp="1" noRot="1" noChangeAspect="1" noChangeArrowheads="1" noTextEdit="1"/>
          </p:cNvSpPr>
          <p:nvPr>
            <p:ph type="sldImg"/>
          </p:nvPr>
        </p:nvSpPr>
        <p:spPr>
          <a:ln/>
        </p:spPr>
      </p:sp>
      <p:sp>
        <p:nvSpPr>
          <p:cNvPr id="247812" name="Rectangle 3">
            <a:extLst>
              <a:ext uri="{FF2B5EF4-FFF2-40B4-BE49-F238E27FC236}">
                <a16:creationId xmlns:a16="http://schemas.microsoft.com/office/drawing/2014/main" id="{12ACAE20-E6A5-C7A1-C5C8-5152867FB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420274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a:extLst>
              <a:ext uri="{FF2B5EF4-FFF2-40B4-BE49-F238E27FC236}">
                <a16:creationId xmlns:a16="http://schemas.microsoft.com/office/drawing/2014/main" id="{744FCB4D-7752-28E4-6F67-6CB88757DB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A05DEB0-DF0B-49B1-B20A-EAB776E02BEF}" type="slidenum">
              <a:rPr lang="en-US" altLang="en-US" smtClean="0">
                <a:latin typeface="Arial" panose="020B0604020202020204" pitchFamily="34" charset="0"/>
              </a:rPr>
              <a:pPr/>
              <a:t>135</a:t>
            </a:fld>
            <a:endParaRPr lang="en-US" altLang="en-US">
              <a:latin typeface="Arial" panose="020B0604020202020204" pitchFamily="34" charset="0"/>
            </a:endParaRPr>
          </a:p>
        </p:txBody>
      </p:sp>
      <p:sp>
        <p:nvSpPr>
          <p:cNvPr id="258051" name="Rectangle 2">
            <a:extLst>
              <a:ext uri="{FF2B5EF4-FFF2-40B4-BE49-F238E27FC236}">
                <a16:creationId xmlns:a16="http://schemas.microsoft.com/office/drawing/2014/main" id="{42E7C286-2229-BA4F-FBB8-A16388ED4F30}"/>
              </a:ext>
            </a:extLst>
          </p:cNvPr>
          <p:cNvSpPr>
            <a:spLocks noGrp="1" noRot="1" noChangeAspect="1" noChangeArrowheads="1" noTextEdit="1"/>
          </p:cNvSpPr>
          <p:nvPr>
            <p:ph type="sldImg"/>
          </p:nvPr>
        </p:nvSpPr>
        <p:spPr>
          <a:ln/>
        </p:spPr>
      </p:sp>
      <p:sp>
        <p:nvSpPr>
          <p:cNvPr id="258052" name="Rectangle 3">
            <a:extLst>
              <a:ext uri="{FF2B5EF4-FFF2-40B4-BE49-F238E27FC236}">
                <a16:creationId xmlns:a16="http://schemas.microsoft.com/office/drawing/2014/main" id="{8ACE1226-D3D9-B183-0B91-7BB969D42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889567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a:extLst>
              <a:ext uri="{FF2B5EF4-FFF2-40B4-BE49-F238E27FC236}">
                <a16:creationId xmlns:a16="http://schemas.microsoft.com/office/drawing/2014/main" id="{86020D55-82EF-2240-976A-EB1F4793A4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452C214-552C-4447-A23F-6C2BFED39BFE}" type="slidenum">
              <a:rPr lang="en-US" altLang="en-US" smtClean="0">
                <a:latin typeface="Arial" panose="020B0604020202020204" pitchFamily="34" charset="0"/>
              </a:rPr>
              <a:pPr/>
              <a:t>136</a:t>
            </a:fld>
            <a:endParaRPr lang="en-US" altLang="en-US">
              <a:latin typeface="Arial" panose="020B0604020202020204" pitchFamily="34" charset="0"/>
            </a:endParaRPr>
          </a:p>
        </p:txBody>
      </p:sp>
      <p:sp>
        <p:nvSpPr>
          <p:cNvPr id="262147" name="Rectangle 2">
            <a:extLst>
              <a:ext uri="{FF2B5EF4-FFF2-40B4-BE49-F238E27FC236}">
                <a16:creationId xmlns:a16="http://schemas.microsoft.com/office/drawing/2014/main" id="{05553211-B170-795C-107E-DE7A50543051}"/>
              </a:ext>
            </a:extLst>
          </p:cNvPr>
          <p:cNvSpPr>
            <a:spLocks noGrp="1" noRot="1" noChangeAspect="1" noChangeArrowheads="1" noTextEdit="1"/>
          </p:cNvSpPr>
          <p:nvPr>
            <p:ph type="sldImg"/>
          </p:nvPr>
        </p:nvSpPr>
        <p:spPr>
          <a:ln/>
        </p:spPr>
      </p:sp>
      <p:sp>
        <p:nvSpPr>
          <p:cNvPr id="262148" name="Rectangle 3">
            <a:extLst>
              <a:ext uri="{FF2B5EF4-FFF2-40B4-BE49-F238E27FC236}">
                <a16:creationId xmlns:a16="http://schemas.microsoft.com/office/drawing/2014/main" id="{6E00D505-8CFF-15B8-6B55-45E2F05C71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354507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a16="http://schemas.microsoft.com/office/drawing/2014/main" id="{9BA7B780-3EC5-DDB1-4BCF-D0B0D96F90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D3C7D52-3590-4ED7-817B-B433721B77CE}" type="slidenum">
              <a:rPr lang="en-US" altLang="en-US" smtClean="0">
                <a:latin typeface="Arial" panose="020B0604020202020204" pitchFamily="34" charset="0"/>
              </a:rPr>
              <a:pPr/>
              <a:t>137</a:t>
            </a:fld>
            <a:endParaRPr lang="en-US" altLang="en-US">
              <a:latin typeface="Arial" panose="020B0604020202020204" pitchFamily="34" charset="0"/>
            </a:endParaRPr>
          </a:p>
        </p:txBody>
      </p:sp>
      <p:sp>
        <p:nvSpPr>
          <p:cNvPr id="264195" name="Rectangle 2">
            <a:extLst>
              <a:ext uri="{FF2B5EF4-FFF2-40B4-BE49-F238E27FC236}">
                <a16:creationId xmlns:a16="http://schemas.microsoft.com/office/drawing/2014/main" id="{F5281DF3-772B-C07B-FB12-340CF61D1BDA}"/>
              </a:ext>
            </a:extLst>
          </p:cNvPr>
          <p:cNvSpPr>
            <a:spLocks noGrp="1" noRot="1" noChangeAspect="1" noChangeArrowheads="1" noTextEdit="1"/>
          </p:cNvSpPr>
          <p:nvPr>
            <p:ph type="sldImg"/>
          </p:nvPr>
        </p:nvSpPr>
        <p:spPr>
          <a:ln/>
        </p:spPr>
      </p:sp>
      <p:sp>
        <p:nvSpPr>
          <p:cNvPr id="264196" name="Rectangle 3">
            <a:extLst>
              <a:ext uri="{FF2B5EF4-FFF2-40B4-BE49-F238E27FC236}">
                <a16:creationId xmlns:a16="http://schemas.microsoft.com/office/drawing/2014/main" id="{1B17E3B0-5DBA-944D-0432-52826CA94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584727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a:extLst>
              <a:ext uri="{FF2B5EF4-FFF2-40B4-BE49-F238E27FC236}">
                <a16:creationId xmlns:a16="http://schemas.microsoft.com/office/drawing/2014/main" id="{FD3EC127-009B-A6FB-5E73-F7803CCABD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4D10F59-A230-41C2-8815-B77265201050}" type="slidenum">
              <a:rPr lang="en-US" altLang="en-US" smtClean="0">
                <a:latin typeface="Arial" panose="020B0604020202020204" pitchFamily="34" charset="0"/>
              </a:rPr>
              <a:pPr/>
              <a:t>138</a:t>
            </a:fld>
            <a:endParaRPr lang="en-US" altLang="en-US">
              <a:latin typeface="Arial" panose="020B0604020202020204" pitchFamily="34" charset="0"/>
            </a:endParaRPr>
          </a:p>
        </p:txBody>
      </p:sp>
      <p:sp>
        <p:nvSpPr>
          <p:cNvPr id="266243" name="Rectangle 2">
            <a:extLst>
              <a:ext uri="{FF2B5EF4-FFF2-40B4-BE49-F238E27FC236}">
                <a16:creationId xmlns:a16="http://schemas.microsoft.com/office/drawing/2014/main" id="{AE23B96E-E864-6FC4-5BDB-4B9C2F622B10}"/>
              </a:ext>
            </a:extLst>
          </p:cNvPr>
          <p:cNvSpPr>
            <a:spLocks noGrp="1" noRot="1" noChangeAspect="1" noChangeArrowheads="1" noTextEdit="1"/>
          </p:cNvSpPr>
          <p:nvPr>
            <p:ph type="sldImg"/>
          </p:nvPr>
        </p:nvSpPr>
        <p:spPr>
          <a:ln/>
        </p:spPr>
      </p:sp>
      <p:sp>
        <p:nvSpPr>
          <p:cNvPr id="266244" name="Rectangle 3">
            <a:extLst>
              <a:ext uri="{FF2B5EF4-FFF2-40B4-BE49-F238E27FC236}">
                <a16:creationId xmlns:a16="http://schemas.microsoft.com/office/drawing/2014/main" id="{E6C811EF-B23F-607D-A8DA-DC7318660B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1059415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a16="http://schemas.microsoft.com/office/drawing/2014/main" id="{238CA2C7-7BF4-5EF8-8AA9-0D6D534DDA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36C3E93-0D19-4328-8050-6961B65B087F}" type="slidenum">
              <a:rPr lang="en-US" altLang="en-US" smtClean="0">
                <a:latin typeface="Arial" panose="020B0604020202020204" pitchFamily="34" charset="0"/>
              </a:rPr>
              <a:pPr/>
              <a:t>139</a:t>
            </a:fld>
            <a:endParaRPr lang="en-US" altLang="en-US">
              <a:latin typeface="Arial" panose="020B0604020202020204" pitchFamily="34" charset="0"/>
            </a:endParaRPr>
          </a:p>
        </p:txBody>
      </p:sp>
      <p:sp>
        <p:nvSpPr>
          <p:cNvPr id="268291" name="Rectangle 2">
            <a:extLst>
              <a:ext uri="{FF2B5EF4-FFF2-40B4-BE49-F238E27FC236}">
                <a16:creationId xmlns:a16="http://schemas.microsoft.com/office/drawing/2014/main" id="{B0422A81-444B-6DE3-8DB0-8407E09A83E2}"/>
              </a:ext>
            </a:extLst>
          </p:cNvPr>
          <p:cNvSpPr>
            <a:spLocks noGrp="1" noRot="1" noChangeAspect="1" noChangeArrowheads="1" noTextEdit="1"/>
          </p:cNvSpPr>
          <p:nvPr>
            <p:ph type="sldImg"/>
          </p:nvPr>
        </p:nvSpPr>
        <p:spPr>
          <a:ln/>
        </p:spPr>
      </p:sp>
      <p:sp>
        <p:nvSpPr>
          <p:cNvPr id="268292" name="Rectangle 3">
            <a:extLst>
              <a:ext uri="{FF2B5EF4-FFF2-40B4-BE49-F238E27FC236}">
                <a16:creationId xmlns:a16="http://schemas.microsoft.com/office/drawing/2014/main" id="{75CB4BDD-41A5-E6DA-1F48-5C9C8E66A1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601770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a16="http://schemas.microsoft.com/office/drawing/2014/main" id="{238CA2C7-7BF4-5EF8-8AA9-0D6D534DDA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36C3E93-0D19-4328-8050-6961B65B087F}" type="slidenum">
              <a:rPr lang="en-US" altLang="en-US" smtClean="0">
                <a:latin typeface="Arial" panose="020B0604020202020204" pitchFamily="34" charset="0"/>
              </a:rPr>
              <a:pPr/>
              <a:t>140</a:t>
            </a:fld>
            <a:endParaRPr lang="en-US" altLang="en-US">
              <a:latin typeface="Arial" panose="020B0604020202020204" pitchFamily="34" charset="0"/>
            </a:endParaRPr>
          </a:p>
        </p:txBody>
      </p:sp>
      <p:sp>
        <p:nvSpPr>
          <p:cNvPr id="268291" name="Rectangle 2">
            <a:extLst>
              <a:ext uri="{FF2B5EF4-FFF2-40B4-BE49-F238E27FC236}">
                <a16:creationId xmlns:a16="http://schemas.microsoft.com/office/drawing/2014/main" id="{B0422A81-444B-6DE3-8DB0-8407E09A83E2}"/>
              </a:ext>
            </a:extLst>
          </p:cNvPr>
          <p:cNvSpPr>
            <a:spLocks noGrp="1" noRot="1" noChangeAspect="1" noChangeArrowheads="1" noTextEdit="1"/>
          </p:cNvSpPr>
          <p:nvPr>
            <p:ph type="sldImg"/>
          </p:nvPr>
        </p:nvSpPr>
        <p:spPr>
          <a:ln/>
        </p:spPr>
      </p:sp>
      <p:sp>
        <p:nvSpPr>
          <p:cNvPr id="268292" name="Rectangle 3">
            <a:extLst>
              <a:ext uri="{FF2B5EF4-FFF2-40B4-BE49-F238E27FC236}">
                <a16:creationId xmlns:a16="http://schemas.microsoft.com/office/drawing/2014/main" id="{75CB4BDD-41A5-E6DA-1F48-5C9C8E66A1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076296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6C5B558D-AC24-5943-2CF5-8E3757C7DD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9603F6E-14EA-4A17-AA34-2682BD6C8FB0}" type="slidenum">
              <a:rPr lang="en-US" altLang="en-US" smtClean="0">
                <a:latin typeface="Arial" panose="020B0604020202020204" pitchFamily="34" charset="0"/>
              </a:rPr>
              <a:pPr/>
              <a:t>141</a:t>
            </a:fld>
            <a:endParaRPr lang="en-US" altLang="en-US">
              <a:latin typeface="Arial" panose="020B0604020202020204" pitchFamily="34" charset="0"/>
            </a:endParaRPr>
          </a:p>
        </p:txBody>
      </p:sp>
      <p:sp>
        <p:nvSpPr>
          <p:cNvPr id="166915" name="Rectangle 2">
            <a:extLst>
              <a:ext uri="{FF2B5EF4-FFF2-40B4-BE49-F238E27FC236}">
                <a16:creationId xmlns:a16="http://schemas.microsoft.com/office/drawing/2014/main" id="{9018C935-8A0F-D4F3-C618-2B49D718E6B4}"/>
              </a:ext>
            </a:extLst>
          </p:cNvPr>
          <p:cNvSpPr>
            <a:spLocks noGrp="1" noRot="1" noChangeAspect="1" noChangeArrowheads="1" noTextEdit="1"/>
          </p:cNvSpPr>
          <p:nvPr>
            <p:ph type="sldImg"/>
          </p:nvPr>
        </p:nvSpPr>
        <p:spPr>
          <a:ln/>
        </p:spPr>
      </p:sp>
      <p:sp>
        <p:nvSpPr>
          <p:cNvPr id="166916" name="Rectangle 3">
            <a:extLst>
              <a:ext uri="{FF2B5EF4-FFF2-40B4-BE49-F238E27FC236}">
                <a16:creationId xmlns:a16="http://schemas.microsoft.com/office/drawing/2014/main" id="{832E68A7-A8F1-12C8-2E6E-AB75BCBC46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0F8F3184-EFD9-6281-286B-AE53518F9B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612C6CC-41D8-460C-939A-914AD8D666E8}" type="slidenum">
              <a:rPr lang="en-US" altLang="en-US" smtClean="0">
                <a:latin typeface="Arial" panose="020B0604020202020204" pitchFamily="34" charset="0"/>
              </a:rPr>
              <a:pPr/>
              <a:t>142</a:t>
            </a:fld>
            <a:endParaRPr lang="en-US" altLang="en-US">
              <a:latin typeface="Arial" panose="020B0604020202020204" pitchFamily="34" charset="0"/>
            </a:endParaRPr>
          </a:p>
        </p:txBody>
      </p:sp>
      <p:sp>
        <p:nvSpPr>
          <p:cNvPr id="168963" name="Rectangle 2">
            <a:extLst>
              <a:ext uri="{FF2B5EF4-FFF2-40B4-BE49-F238E27FC236}">
                <a16:creationId xmlns:a16="http://schemas.microsoft.com/office/drawing/2014/main" id="{A8C1DF42-BE40-C60D-214B-69674AFF3EC3}"/>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CDBD457D-5B62-4E97-67A1-00D21F5AC2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C579ADD8-08D4-7EAF-E46F-2E41E6D837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CDBA432-EE80-484B-97F8-013D0F78DC63}" type="slidenum">
              <a:rPr lang="en-US" altLang="en-US" smtClean="0">
                <a:latin typeface="Arial" panose="020B0604020202020204" pitchFamily="34" charset="0"/>
              </a:rPr>
              <a:pPr/>
              <a:t>143</a:t>
            </a:fld>
            <a:endParaRPr lang="en-US" altLang="en-US">
              <a:latin typeface="Arial" panose="020B0604020202020204" pitchFamily="34" charset="0"/>
            </a:endParaRPr>
          </a:p>
        </p:txBody>
      </p:sp>
      <p:sp>
        <p:nvSpPr>
          <p:cNvPr id="171011" name="Rectangle 2">
            <a:extLst>
              <a:ext uri="{FF2B5EF4-FFF2-40B4-BE49-F238E27FC236}">
                <a16:creationId xmlns:a16="http://schemas.microsoft.com/office/drawing/2014/main" id="{2A735B7B-E7CD-5FA9-273B-E3CADB7FAA1B}"/>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889E0CC6-67A2-2361-3E52-FDA28B324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6166D519-F3EC-DF2A-D781-C4CA48AED0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2B0DE50-9C07-46D1-8A7E-E6EBB85D0E25}" type="slidenum">
              <a:rPr lang="en-US" altLang="en-US" smtClean="0">
                <a:latin typeface="Arial" panose="020B0604020202020204" pitchFamily="34" charset="0"/>
              </a:rPr>
              <a:pPr/>
              <a:t>144</a:t>
            </a:fld>
            <a:endParaRPr lang="en-US" altLang="en-US">
              <a:latin typeface="Arial" panose="020B0604020202020204" pitchFamily="34" charset="0"/>
            </a:endParaRPr>
          </a:p>
        </p:txBody>
      </p:sp>
      <p:sp>
        <p:nvSpPr>
          <p:cNvPr id="173059" name="Rectangle 2">
            <a:extLst>
              <a:ext uri="{FF2B5EF4-FFF2-40B4-BE49-F238E27FC236}">
                <a16:creationId xmlns:a16="http://schemas.microsoft.com/office/drawing/2014/main" id="{D070EB41-3865-9630-AFEB-1A6AC0914CA6}"/>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3CB52AEA-87C9-FB95-DD6C-14F548C60F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F19D51B0-2AEE-A072-03CC-693672B192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4986B97-9EEE-4763-864A-6325CE786947}" type="slidenum">
              <a:rPr lang="en-US" altLang="en-US" smtClean="0">
                <a:latin typeface="Arial" panose="020B0604020202020204" pitchFamily="34" charset="0"/>
              </a:rPr>
              <a:pPr/>
              <a:t>145</a:t>
            </a:fld>
            <a:endParaRPr lang="en-US" altLang="en-US">
              <a:latin typeface="Arial" panose="020B0604020202020204" pitchFamily="34" charset="0"/>
            </a:endParaRPr>
          </a:p>
        </p:txBody>
      </p:sp>
      <p:sp>
        <p:nvSpPr>
          <p:cNvPr id="184323" name="Rectangle 2">
            <a:extLst>
              <a:ext uri="{FF2B5EF4-FFF2-40B4-BE49-F238E27FC236}">
                <a16:creationId xmlns:a16="http://schemas.microsoft.com/office/drawing/2014/main" id="{671251D1-D238-F64B-C78C-AF33A2AF58CE}"/>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30710A79-0EAA-4E5B-79CB-D1CA54F872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96935C84-2D43-D767-31F2-430B6B7BAD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B2EA1E1-0703-4282-AEE8-C297977D36AB}" type="slidenum">
              <a:rPr lang="en-US" altLang="en-US" smtClean="0">
                <a:latin typeface="Arial" panose="020B0604020202020204" pitchFamily="34" charset="0"/>
              </a:rPr>
              <a:pPr/>
              <a:t>146</a:t>
            </a:fld>
            <a:endParaRPr lang="en-US" altLang="en-US">
              <a:latin typeface="Arial" panose="020B0604020202020204" pitchFamily="34" charset="0"/>
            </a:endParaRPr>
          </a:p>
        </p:txBody>
      </p:sp>
      <p:sp>
        <p:nvSpPr>
          <p:cNvPr id="186371" name="Rectangle 2">
            <a:extLst>
              <a:ext uri="{FF2B5EF4-FFF2-40B4-BE49-F238E27FC236}">
                <a16:creationId xmlns:a16="http://schemas.microsoft.com/office/drawing/2014/main" id="{1643FB16-BCE2-D75E-4906-F51B425E5726}"/>
              </a:ext>
            </a:extLst>
          </p:cNvPr>
          <p:cNvSpPr>
            <a:spLocks noGrp="1" noRot="1" noChangeAspect="1" noChangeArrowheads="1" noTextEdit="1"/>
          </p:cNvSpPr>
          <p:nvPr>
            <p:ph type="sldImg"/>
          </p:nvPr>
        </p:nvSpPr>
        <p:spPr>
          <a:ln/>
        </p:spPr>
      </p:sp>
      <p:sp>
        <p:nvSpPr>
          <p:cNvPr id="186372" name="Rectangle 3">
            <a:extLst>
              <a:ext uri="{FF2B5EF4-FFF2-40B4-BE49-F238E27FC236}">
                <a16:creationId xmlns:a16="http://schemas.microsoft.com/office/drawing/2014/main" id="{42FBA375-8BD0-DB1C-ADBE-8DA896A3C5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EAED53A6-5D62-A56B-56FD-ED0E24C6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EF5F70E-00C2-419C-B8EB-3CF5818C0FC5}" type="slidenum">
              <a:rPr lang="en-US" altLang="en-US" smtClean="0">
                <a:latin typeface="Arial" panose="020B0604020202020204" pitchFamily="34" charset="0"/>
              </a:rPr>
              <a:pPr/>
              <a:t>147</a:t>
            </a:fld>
            <a:endParaRPr lang="en-US" altLang="en-US">
              <a:latin typeface="Arial" panose="020B0604020202020204" pitchFamily="34" charset="0"/>
            </a:endParaRPr>
          </a:p>
        </p:txBody>
      </p:sp>
      <p:sp>
        <p:nvSpPr>
          <p:cNvPr id="188419" name="Rectangle 2">
            <a:extLst>
              <a:ext uri="{FF2B5EF4-FFF2-40B4-BE49-F238E27FC236}">
                <a16:creationId xmlns:a16="http://schemas.microsoft.com/office/drawing/2014/main" id="{B29BFC1D-98EC-31B4-D997-3AF410652B3F}"/>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AD8CAD47-B016-B7F6-649A-A5E8404158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a:extLst>
              <a:ext uri="{FF2B5EF4-FFF2-40B4-BE49-F238E27FC236}">
                <a16:creationId xmlns:a16="http://schemas.microsoft.com/office/drawing/2014/main" id="{F2F0D4BD-7986-11DB-6349-6660998EE0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06BE40C-922A-4BA5-B020-3ABB938228CC}" type="slidenum">
              <a:rPr lang="en-US" altLang="en-US" smtClean="0">
                <a:latin typeface="Arial" panose="020B0604020202020204" pitchFamily="34" charset="0"/>
              </a:rPr>
              <a:pPr/>
              <a:t>148</a:t>
            </a:fld>
            <a:endParaRPr lang="en-US" altLang="en-US">
              <a:latin typeface="Arial" panose="020B0604020202020204" pitchFamily="34" charset="0"/>
            </a:endParaRPr>
          </a:p>
        </p:txBody>
      </p:sp>
      <p:sp>
        <p:nvSpPr>
          <p:cNvPr id="190467" name="Rectangle 2">
            <a:extLst>
              <a:ext uri="{FF2B5EF4-FFF2-40B4-BE49-F238E27FC236}">
                <a16:creationId xmlns:a16="http://schemas.microsoft.com/office/drawing/2014/main" id="{C20CDC6D-3C62-4869-471B-AB34F626EE76}"/>
              </a:ext>
            </a:extLst>
          </p:cNvPr>
          <p:cNvSpPr>
            <a:spLocks noGrp="1" noRot="1" noChangeAspect="1" noChangeArrowheads="1" noTextEdit="1"/>
          </p:cNvSpPr>
          <p:nvPr>
            <p:ph type="sldImg"/>
          </p:nvPr>
        </p:nvSpPr>
        <p:spPr>
          <a:ln/>
        </p:spPr>
      </p:sp>
      <p:sp>
        <p:nvSpPr>
          <p:cNvPr id="190468" name="Rectangle 3">
            <a:extLst>
              <a:ext uri="{FF2B5EF4-FFF2-40B4-BE49-F238E27FC236}">
                <a16:creationId xmlns:a16="http://schemas.microsoft.com/office/drawing/2014/main" id="{9A3BBE6D-6728-46FA-7543-F6E698D1A1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AFD35B96-B7D6-CB4D-BC7E-005B251CBA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20BED6A-A1AF-4EA1-B5A3-021DBF577DE2}" type="slidenum">
              <a:rPr lang="en-US" altLang="en-US" smtClean="0">
                <a:latin typeface="Arial" panose="020B0604020202020204" pitchFamily="34" charset="0"/>
              </a:rPr>
              <a:pPr/>
              <a:t>149</a:t>
            </a:fld>
            <a:endParaRPr lang="en-US" altLang="en-US">
              <a:latin typeface="Arial" panose="020B0604020202020204" pitchFamily="34" charset="0"/>
            </a:endParaRPr>
          </a:p>
        </p:txBody>
      </p:sp>
      <p:sp>
        <p:nvSpPr>
          <p:cNvPr id="192515" name="Rectangle 2">
            <a:extLst>
              <a:ext uri="{FF2B5EF4-FFF2-40B4-BE49-F238E27FC236}">
                <a16:creationId xmlns:a16="http://schemas.microsoft.com/office/drawing/2014/main" id="{D94A7EE4-7F6D-DA47-7C2D-0CFE9FA4D120}"/>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9CD2DC3B-50EF-B1AB-EEC3-0384040D2E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DD6198DA-C4F1-99D5-7E5E-EFB9453F4C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F89951D-427B-4BD3-BCBD-DC7A040FA00C}" type="slidenum">
              <a:rPr lang="en-US" altLang="en-US" smtClean="0">
                <a:latin typeface="Arial" panose="020B0604020202020204" pitchFamily="34" charset="0"/>
              </a:rPr>
              <a:pPr/>
              <a:t>150</a:t>
            </a:fld>
            <a:endParaRPr lang="en-US" altLang="en-US">
              <a:latin typeface="Arial" panose="020B0604020202020204" pitchFamily="34" charset="0"/>
            </a:endParaRPr>
          </a:p>
        </p:txBody>
      </p:sp>
      <p:sp>
        <p:nvSpPr>
          <p:cNvPr id="194563" name="Rectangle 2">
            <a:extLst>
              <a:ext uri="{FF2B5EF4-FFF2-40B4-BE49-F238E27FC236}">
                <a16:creationId xmlns:a16="http://schemas.microsoft.com/office/drawing/2014/main" id="{B589BF59-5F27-36D3-EE22-F605F844B5D2}"/>
              </a:ext>
            </a:extLst>
          </p:cNvPr>
          <p:cNvSpPr>
            <a:spLocks noGrp="1" noRot="1" noChangeAspect="1" noChangeArrowheads="1" noTextEdit="1"/>
          </p:cNvSpPr>
          <p:nvPr>
            <p:ph type="sldImg"/>
          </p:nvPr>
        </p:nvSpPr>
        <p:spPr>
          <a:ln/>
        </p:spPr>
      </p:sp>
      <p:sp>
        <p:nvSpPr>
          <p:cNvPr id="194564" name="Rectangle 3">
            <a:extLst>
              <a:ext uri="{FF2B5EF4-FFF2-40B4-BE49-F238E27FC236}">
                <a16:creationId xmlns:a16="http://schemas.microsoft.com/office/drawing/2014/main" id="{47E7E1D4-53DE-81AF-7D4B-4A3EC2B9BE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AA647F8C-FB3F-F791-5502-BE389C45EB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B136309-63A0-4ADF-9150-D12FFCA9E8F9}" type="slidenum">
              <a:rPr lang="en-US" altLang="en-US" smtClean="0">
                <a:latin typeface="Arial" panose="020B0604020202020204" pitchFamily="34" charset="0"/>
              </a:rPr>
              <a:pPr/>
              <a:t>151</a:t>
            </a:fld>
            <a:endParaRPr lang="en-US" altLang="en-US">
              <a:latin typeface="Arial" panose="020B0604020202020204" pitchFamily="34" charset="0"/>
            </a:endParaRPr>
          </a:p>
        </p:txBody>
      </p:sp>
      <p:sp>
        <p:nvSpPr>
          <p:cNvPr id="196611" name="Rectangle 2">
            <a:extLst>
              <a:ext uri="{FF2B5EF4-FFF2-40B4-BE49-F238E27FC236}">
                <a16:creationId xmlns:a16="http://schemas.microsoft.com/office/drawing/2014/main" id="{B6D1E47D-E7A8-6210-C883-6B9D27493386}"/>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71043A2B-8F6A-546F-BD59-10A1DEB420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9735A351-C407-ECD9-DF05-4B1106FFFE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0DE21E9-27D7-4362-B32C-0DD39E66CFFA}" type="slidenum">
              <a:rPr lang="en-US" altLang="en-US" smtClean="0">
                <a:latin typeface="Arial" panose="020B0604020202020204" pitchFamily="34" charset="0"/>
              </a:rPr>
              <a:pPr/>
              <a:t>152</a:t>
            </a:fld>
            <a:endParaRPr lang="en-US" altLang="en-US">
              <a:latin typeface="Arial" panose="020B0604020202020204" pitchFamily="34" charset="0"/>
            </a:endParaRPr>
          </a:p>
        </p:txBody>
      </p:sp>
      <p:sp>
        <p:nvSpPr>
          <p:cNvPr id="198659" name="Rectangle 2">
            <a:extLst>
              <a:ext uri="{FF2B5EF4-FFF2-40B4-BE49-F238E27FC236}">
                <a16:creationId xmlns:a16="http://schemas.microsoft.com/office/drawing/2014/main" id="{7857148C-591E-F4D7-30C3-20D48E819897}"/>
              </a:ext>
            </a:extLst>
          </p:cNvPr>
          <p:cNvSpPr>
            <a:spLocks noGrp="1" noRot="1" noChangeAspect="1" noChangeArrowheads="1" noTextEdit="1"/>
          </p:cNvSpPr>
          <p:nvPr>
            <p:ph type="sldImg"/>
          </p:nvPr>
        </p:nvSpPr>
        <p:spPr>
          <a:ln/>
        </p:spPr>
      </p:sp>
      <p:sp>
        <p:nvSpPr>
          <p:cNvPr id="198660" name="Rectangle 3">
            <a:extLst>
              <a:ext uri="{FF2B5EF4-FFF2-40B4-BE49-F238E27FC236}">
                <a16:creationId xmlns:a16="http://schemas.microsoft.com/office/drawing/2014/main" id="{E1A3ABCC-3CE3-3A29-4C9D-D4DFE2174F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90513A4F-110F-D108-53C0-E28C5E0542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A7B56C7-7281-4BC3-89C6-97B7E6553C50}" type="slidenum">
              <a:rPr lang="en-US" altLang="en-US" smtClean="0">
                <a:latin typeface="Arial" panose="020B0604020202020204" pitchFamily="34" charset="0"/>
              </a:rPr>
              <a:pPr/>
              <a:t>153</a:t>
            </a:fld>
            <a:endParaRPr lang="en-US" altLang="en-US">
              <a:latin typeface="Arial" panose="020B0604020202020204" pitchFamily="34" charset="0"/>
            </a:endParaRPr>
          </a:p>
        </p:txBody>
      </p:sp>
      <p:sp>
        <p:nvSpPr>
          <p:cNvPr id="200707" name="Rectangle 2">
            <a:extLst>
              <a:ext uri="{FF2B5EF4-FFF2-40B4-BE49-F238E27FC236}">
                <a16:creationId xmlns:a16="http://schemas.microsoft.com/office/drawing/2014/main" id="{F15AEEC0-1935-A045-9E18-E4BEF2B544EF}"/>
              </a:ext>
            </a:extLst>
          </p:cNvPr>
          <p:cNvSpPr>
            <a:spLocks noGrp="1" noRot="1" noChangeAspect="1" noChangeArrowheads="1" noTextEdit="1"/>
          </p:cNvSpPr>
          <p:nvPr>
            <p:ph type="sldImg"/>
          </p:nvPr>
        </p:nvSpPr>
        <p:spPr>
          <a:ln/>
        </p:spPr>
      </p:sp>
      <p:sp>
        <p:nvSpPr>
          <p:cNvPr id="200708" name="Rectangle 3">
            <a:extLst>
              <a:ext uri="{FF2B5EF4-FFF2-40B4-BE49-F238E27FC236}">
                <a16:creationId xmlns:a16="http://schemas.microsoft.com/office/drawing/2014/main" id="{5CDF2D5C-5873-A869-7D88-B348B4F6E1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a:extLst>
              <a:ext uri="{FF2B5EF4-FFF2-40B4-BE49-F238E27FC236}">
                <a16:creationId xmlns:a16="http://schemas.microsoft.com/office/drawing/2014/main" id="{5644CCFF-0EEC-6D4F-872B-726268CEF9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6B83DC1-AE99-47C6-8B30-DF8777D42872}" type="slidenum">
              <a:rPr lang="en-US" altLang="en-US" smtClean="0">
                <a:latin typeface="Arial" panose="020B0604020202020204" pitchFamily="34" charset="0"/>
              </a:rPr>
              <a:pPr/>
              <a:t>154</a:t>
            </a:fld>
            <a:endParaRPr lang="en-US" altLang="en-US">
              <a:latin typeface="Arial" panose="020B0604020202020204" pitchFamily="34" charset="0"/>
            </a:endParaRPr>
          </a:p>
        </p:txBody>
      </p:sp>
      <p:sp>
        <p:nvSpPr>
          <p:cNvPr id="202755" name="Rectangle 2">
            <a:extLst>
              <a:ext uri="{FF2B5EF4-FFF2-40B4-BE49-F238E27FC236}">
                <a16:creationId xmlns:a16="http://schemas.microsoft.com/office/drawing/2014/main" id="{C09523B6-7D0B-BD03-2534-EC093ACF865F}"/>
              </a:ext>
            </a:extLst>
          </p:cNvPr>
          <p:cNvSpPr>
            <a:spLocks noGrp="1" noRot="1" noChangeAspect="1" noChangeArrowheads="1" noTextEdit="1"/>
          </p:cNvSpPr>
          <p:nvPr>
            <p:ph type="sldImg"/>
          </p:nvPr>
        </p:nvSpPr>
        <p:spPr>
          <a:ln/>
        </p:spPr>
      </p:sp>
      <p:sp>
        <p:nvSpPr>
          <p:cNvPr id="202756" name="Rectangle 3">
            <a:extLst>
              <a:ext uri="{FF2B5EF4-FFF2-40B4-BE49-F238E27FC236}">
                <a16:creationId xmlns:a16="http://schemas.microsoft.com/office/drawing/2014/main" id="{25F0AEAC-FEE3-4744-2744-74EB977303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F1B041D1-F684-4C8F-0E8A-2137A01733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52FA4D0-DE04-431C-9B40-A3E1C16019A4}" type="slidenum">
              <a:rPr lang="en-US" altLang="en-US" smtClean="0">
                <a:latin typeface="Arial" panose="020B0604020202020204" pitchFamily="34" charset="0"/>
              </a:rPr>
              <a:pPr/>
              <a:t>155</a:t>
            </a:fld>
            <a:endParaRPr lang="en-US" altLang="en-US">
              <a:latin typeface="Arial" panose="020B0604020202020204" pitchFamily="34" charset="0"/>
            </a:endParaRPr>
          </a:p>
        </p:txBody>
      </p:sp>
      <p:sp>
        <p:nvSpPr>
          <p:cNvPr id="204803" name="Rectangle 2">
            <a:extLst>
              <a:ext uri="{FF2B5EF4-FFF2-40B4-BE49-F238E27FC236}">
                <a16:creationId xmlns:a16="http://schemas.microsoft.com/office/drawing/2014/main" id="{B512138B-D014-29C9-75DD-DAAF003FECE1}"/>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96BE9127-86A8-3ED2-785B-B103189DD5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a:extLst>
              <a:ext uri="{FF2B5EF4-FFF2-40B4-BE49-F238E27FC236}">
                <a16:creationId xmlns:a16="http://schemas.microsoft.com/office/drawing/2014/main" id="{DE24D337-962B-1F48-4341-4B24999AE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18266AA-1EA6-46F7-8A94-5289B283C3E4}" type="slidenum">
              <a:rPr lang="en-US" altLang="en-US" smtClean="0">
                <a:latin typeface="Arial" panose="020B0604020202020204" pitchFamily="34" charset="0"/>
              </a:rPr>
              <a:pPr/>
              <a:t>156</a:t>
            </a:fld>
            <a:endParaRPr lang="en-US" altLang="en-US">
              <a:latin typeface="Arial" panose="020B0604020202020204" pitchFamily="34" charset="0"/>
            </a:endParaRPr>
          </a:p>
        </p:txBody>
      </p:sp>
      <p:sp>
        <p:nvSpPr>
          <p:cNvPr id="206851" name="Rectangle 2">
            <a:extLst>
              <a:ext uri="{FF2B5EF4-FFF2-40B4-BE49-F238E27FC236}">
                <a16:creationId xmlns:a16="http://schemas.microsoft.com/office/drawing/2014/main" id="{30F6843E-FF59-5D6C-1A4D-50F07E1625D9}"/>
              </a:ext>
            </a:extLst>
          </p:cNvPr>
          <p:cNvSpPr>
            <a:spLocks noGrp="1" noRot="1" noChangeAspect="1" noChangeArrowheads="1" noTextEdit="1"/>
          </p:cNvSpPr>
          <p:nvPr>
            <p:ph type="sldImg"/>
          </p:nvPr>
        </p:nvSpPr>
        <p:spPr>
          <a:ln/>
        </p:spPr>
      </p:sp>
      <p:sp>
        <p:nvSpPr>
          <p:cNvPr id="206852" name="Rectangle 3">
            <a:extLst>
              <a:ext uri="{FF2B5EF4-FFF2-40B4-BE49-F238E27FC236}">
                <a16:creationId xmlns:a16="http://schemas.microsoft.com/office/drawing/2014/main" id="{E286F1C3-C1F3-3E26-C58F-C7FEB3BD3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FDB9D7C1-85EC-0B00-EB80-3F1F4D8A93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FE36B19-17C8-434A-8E47-8921533254B8}" type="slidenum">
              <a:rPr lang="en-US" altLang="en-US" smtClean="0">
                <a:latin typeface="Arial" panose="020B0604020202020204" pitchFamily="34" charset="0"/>
              </a:rPr>
              <a:pPr/>
              <a:t>157</a:t>
            </a:fld>
            <a:endParaRPr lang="en-US" altLang="en-US">
              <a:latin typeface="Arial" panose="020B0604020202020204" pitchFamily="34" charset="0"/>
            </a:endParaRPr>
          </a:p>
        </p:txBody>
      </p:sp>
      <p:sp>
        <p:nvSpPr>
          <p:cNvPr id="208899" name="Rectangle 2">
            <a:extLst>
              <a:ext uri="{FF2B5EF4-FFF2-40B4-BE49-F238E27FC236}">
                <a16:creationId xmlns:a16="http://schemas.microsoft.com/office/drawing/2014/main" id="{357EB7F5-0D4E-27E6-E4E2-2F4511E25D7E}"/>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29E39F5F-D045-A35F-230B-DC4BA153B8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a:extLst>
              <a:ext uri="{FF2B5EF4-FFF2-40B4-BE49-F238E27FC236}">
                <a16:creationId xmlns:a16="http://schemas.microsoft.com/office/drawing/2014/main" id="{59517380-FEE3-AB10-B75D-33CE02D868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15B1213-8F82-4507-800A-47B9BCC3E7BE}" type="slidenum">
              <a:rPr lang="en-US" altLang="en-US" smtClean="0">
                <a:latin typeface="Arial" panose="020B0604020202020204" pitchFamily="34" charset="0"/>
              </a:rPr>
              <a:pPr/>
              <a:t>158</a:t>
            </a:fld>
            <a:endParaRPr lang="en-US" altLang="en-US">
              <a:latin typeface="Arial" panose="020B0604020202020204" pitchFamily="34" charset="0"/>
            </a:endParaRPr>
          </a:p>
        </p:txBody>
      </p:sp>
      <p:sp>
        <p:nvSpPr>
          <p:cNvPr id="210947" name="Rectangle 2">
            <a:extLst>
              <a:ext uri="{FF2B5EF4-FFF2-40B4-BE49-F238E27FC236}">
                <a16:creationId xmlns:a16="http://schemas.microsoft.com/office/drawing/2014/main" id="{501841E5-8D66-8AD2-E199-330852B8A6C3}"/>
              </a:ext>
            </a:extLst>
          </p:cNvPr>
          <p:cNvSpPr>
            <a:spLocks noGrp="1" noRot="1" noChangeAspect="1" noChangeArrowheads="1" noTextEdit="1"/>
          </p:cNvSpPr>
          <p:nvPr>
            <p:ph type="sldImg"/>
          </p:nvPr>
        </p:nvSpPr>
        <p:spPr>
          <a:ln/>
        </p:spPr>
      </p:sp>
      <p:sp>
        <p:nvSpPr>
          <p:cNvPr id="210948" name="Rectangle 3">
            <a:extLst>
              <a:ext uri="{FF2B5EF4-FFF2-40B4-BE49-F238E27FC236}">
                <a16:creationId xmlns:a16="http://schemas.microsoft.com/office/drawing/2014/main" id="{9A91E838-FF01-5078-B607-BA4DE917AF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a:extLst>
              <a:ext uri="{FF2B5EF4-FFF2-40B4-BE49-F238E27FC236}">
                <a16:creationId xmlns:a16="http://schemas.microsoft.com/office/drawing/2014/main" id="{B709C4FB-6018-87A7-F8FB-B140E3E2B7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8D394A0-F386-4995-8CFD-E48B689C399B}" type="slidenum">
              <a:rPr lang="en-US" altLang="en-US" smtClean="0">
                <a:latin typeface="Arial" panose="020B0604020202020204" pitchFamily="34" charset="0"/>
              </a:rPr>
              <a:pPr/>
              <a:t>159</a:t>
            </a:fld>
            <a:endParaRPr lang="en-US" altLang="en-US">
              <a:latin typeface="Arial" panose="020B0604020202020204" pitchFamily="34" charset="0"/>
            </a:endParaRPr>
          </a:p>
        </p:txBody>
      </p:sp>
      <p:sp>
        <p:nvSpPr>
          <p:cNvPr id="212995" name="Rectangle 2">
            <a:extLst>
              <a:ext uri="{FF2B5EF4-FFF2-40B4-BE49-F238E27FC236}">
                <a16:creationId xmlns:a16="http://schemas.microsoft.com/office/drawing/2014/main" id="{7B08538B-7E5E-A364-EEFC-42945C222E03}"/>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7DDDA608-553E-47E9-FA76-35DFD5B82A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a:extLst>
              <a:ext uri="{FF2B5EF4-FFF2-40B4-BE49-F238E27FC236}">
                <a16:creationId xmlns:a16="http://schemas.microsoft.com/office/drawing/2014/main" id="{0B11A118-BAD7-0B68-7D5C-1A2D4542A1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E4CA0DE-C291-45E9-938F-7343C8C39F29}" type="slidenum">
              <a:rPr lang="en-US" altLang="en-US" smtClean="0">
                <a:latin typeface="Arial" panose="020B0604020202020204" pitchFamily="34" charset="0"/>
              </a:rPr>
              <a:pPr/>
              <a:t>160</a:t>
            </a:fld>
            <a:endParaRPr lang="en-US" altLang="en-US">
              <a:latin typeface="Arial" panose="020B0604020202020204" pitchFamily="34" charset="0"/>
            </a:endParaRPr>
          </a:p>
        </p:txBody>
      </p:sp>
      <p:sp>
        <p:nvSpPr>
          <p:cNvPr id="215043" name="Rectangle 2">
            <a:extLst>
              <a:ext uri="{FF2B5EF4-FFF2-40B4-BE49-F238E27FC236}">
                <a16:creationId xmlns:a16="http://schemas.microsoft.com/office/drawing/2014/main" id="{3988A7F3-329F-345D-EEB5-0DD834D3B048}"/>
              </a:ext>
            </a:extLst>
          </p:cNvPr>
          <p:cNvSpPr>
            <a:spLocks noGrp="1" noRot="1" noChangeAspect="1" noChangeArrowheads="1" noTextEdit="1"/>
          </p:cNvSpPr>
          <p:nvPr>
            <p:ph type="sldImg"/>
          </p:nvPr>
        </p:nvSpPr>
        <p:spPr>
          <a:ln/>
        </p:spPr>
      </p:sp>
      <p:sp>
        <p:nvSpPr>
          <p:cNvPr id="215044" name="Rectangle 3">
            <a:extLst>
              <a:ext uri="{FF2B5EF4-FFF2-40B4-BE49-F238E27FC236}">
                <a16:creationId xmlns:a16="http://schemas.microsoft.com/office/drawing/2014/main" id="{911940FE-9F28-A83F-AF02-CB01D8B70D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a:extLst>
              <a:ext uri="{FF2B5EF4-FFF2-40B4-BE49-F238E27FC236}">
                <a16:creationId xmlns:a16="http://schemas.microsoft.com/office/drawing/2014/main" id="{43CDD983-0618-EABF-8D0D-395089A3CB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DA8EB24-A28B-47AC-84CB-16A9C7182F97}" type="slidenum">
              <a:rPr lang="en-US" altLang="en-US" smtClean="0">
                <a:latin typeface="Arial" panose="020B0604020202020204" pitchFamily="34" charset="0"/>
              </a:rPr>
              <a:pPr/>
              <a:t>161</a:t>
            </a:fld>
            <a:endParaRPr lang="en-US" altLang="en-US">
              <a:latin typeface="Arial" panose="020B0604020202020204" pitchFamily="34" charset="0"/>
            </a:endParaRPr>
          </a:p>
        </p:txBody>
      </p:sp>
      <p:sp>
        <p:nvSpPr>
          <p:cNvPr id="217091" name="Rectangle 2">
            <a:extLst>
              <a:ext uri="{FF2B5EF4-FFF2-40B4-BE49-F238E27FC236}">
                <a16:creationId xmlns:a16="http://schemas.microsoft.com/office/drawing/2014/main" id="{5C0986D9-9F3F-CE09-D4ED-DC49B9202769}"/>
              </a:ext>
            </a:extLst>
          </p:cNvPr>
          <p:cNvSpPr>
            <a:spLocks noGrp="1" noRot="1" noChangeAspect="1" noChangeArrowheads="1" noTextEdit="1"/>
          </p:cNvSpPr>
          <p:nvPr>
            <p:ph type="sldImg"/>
          </p:nvPr>
        </p:nvSpPr>
        <p:spPr>
          <a:ln/>
        </p:spPr>
      </p:sp>
      <p:sp>
        <p:nvSpPr>
          <p:cNvPr id="217092" name="Rectangle 3">
            <a:extLst>
              <a:ext uri="{FF2B5EF4-FFF2-40B4-BE49-F238E27FC236}">
                <a16:creationId xmlns:a16="http://schemas.microsoft.com/office/drawing/2014/main" id="{859F79F5-E135-7485-5E31-0AA5736518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a:extLst>
              <a:ext uri="{FF2B5EF4-FFF2-40B4-BE49-F238E27FC236}">
                <a16:creationId xmlns:a16="http://schemas.microsoft.com/office/drawing/2014/main" id="{AA84423B-113C-393C-E1B6-5753EC0C77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96940E8-C526-4892-8AA5-8ED5734F2EB6}" type="slidenum">
              <a:rPr lang="en-US" altLang="en-US" smtClean="0">
                <a:latin typeface="Arial" panose="020B0604020202020204" pitchFamily="34" charset="0"/>
              </a:rPr>
              <a:pPr/>
              <a:t>173</a:t>
            </a:fld>
            <a:endParaRPr lang="en-US" altLang="en-US">
              <a:latin typeface="Arial" panose="020B0604020202020204" pitchFamily="34" charset="0"/>
            </a:endParaRPr>
          </a:p>
        </p:txBody>
      </p:sp>
      <p:sp>
        <p:nvSpPr>
          <p:cNvPr id="270339" name="Rectangle 2">
            <a:extLst>
              <a:ext uri="{FF2B5EF4-FFF2-40B4-BE49-F238E27FC236}">
                <a16:creationId xmlns:a16="http://schemas.microsoft.com/office/drawing/2014/main" id="{67E741FD-0A82-3BCE-F21B-DDC4E0B0AFB1}"/>
              </a:ext>
            </a:extLst>
          </p:cNvPr>
          <p:cNvSpPr>
            <a:spLocks noGrp="1" noRot="1" noChangeAspect="1" noChangeArrowheads="1" noTextEdit="1"/>
          </p:cNvSpPr>
          <p:nvPr>
            <p:ph type="sldImg"/>
          </p:nvPr>
        </p:nvSpPr>
        <p:spPr>
          <a:ln/>
        </p:spPr>
      </p:sp>
      <p:sp>
        <p:nvSpPr>
          <p:cNvPr id="270340" name="Rectangle 3">
            <a:extLst>
              <a:ext uri="{FF2B5EF4-FFF2-40B4-BE49-F238E27FC236}">
                <a16:creationId xmlns:a16="http://schemas.microsoft.com/office/drawing/2014/main" id="{B855B4CF-651D-00FA-B3BE-E9F2943A50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a:extLst>
              <a:ext uri="{FF2B5EF4-FFF2-40B4-BE49-F238E27FC236}">
                <a16:creationId xmlns:a16="http://schemas.microsoft.com/office/drawing/2014/main" id="{87CD252B-EC6C-1689-878C-F186F6A473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D0C38ED-C78C-4637-BC8C-8F5412F5270B}" type="slidenum">
              <a:rPr lang="en-US" altLang="en-US" smtClean="0">
                <a:latin typeface="Arial" panose="020B0604020202020204" pitchFamily="34" charset="0"/>
              </a:rPr>
              <a:pPr/>
              <a:t>174</a:t>
            </a:fld>
            <a:endParaRPr lang="en-US" altLang="en-US">
              <a:latin typeface="Arial" panose="020B0604020202020204" pitchFamily="34" charset="0"/>
            </a:endParaRPr>
          </a:p>
        </p:txBody>
      </p:sp>
      <p:sp>
        <p:nvSpPr>
          <p:cNvPr id="272387" name="Rectangle 2">
            <a:extLst>
              <a:ext uri="{FF2B5EF4-FFF2-40B4-BE49-F238E27FC236}">
                <a16:creationId xmlns:a16="http://schemas.microsoft.com/office/drawing/2014/main" id="{8C00593E-49E8-3992-9A1F-CD61046816F1}"/>
              </a:ext>
            </a:extLst>
          </p:cNvPr>
          <p:cNvSpPr>
            <a:spLocks noGrp="1" noRot="1" noChangeAspect="1" noChangeArrowheads="1" noTextEdit="1"/>
          </p:cNvSpPr>
          <p:nvPr>
            <p:ph type="sldImg"/>
          </p:nvPr>
        </p:nvSpPr>
        <p:spPr>
          <a:ln/>
        </p:spPr>
      </p:sp>
      <p:sp>
        <p:nvSpPr>
          <p:cNvPr id="272388" name="Rectangle 3">
            <a:extLst>
              <a:ext uri="{FF2B5EF4-FFF2-40B4-BE49-F238E27FC236}">
                <a16:creationId xmlns:a16="http://schemas.microsoft.com/office/drawing/2014/main" id="{F3ECBE8E-6DC3-D8F0-E2F9-E2AB603EB7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a:extLst>
              <a:ext uri="{FF2B5EF4-FFF2-40B4-BE49-F238E27FC236}">
                <a16:creationId xmlns:a16="http://schemas.microsoft.com/office/drawing/2014/main" id="{96AE3735-EDB5-5493-2181-9CF064D93B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E92ACD7-B0DA-48F3-BE6A-CD8BA225F75C}" type="slidenum">
              <a:rPr lang="en-US" altLang="en-US" smtClean="0">
                <a:latin typeface="Arial" panose="020B0604020202020204" pitchFamily="34" charset="0"/>
              </a:rPr>
              <a:pPr/>
              <a:t>175</a:t>
            </a:fld>
            <a:endParaRPr lang="en-US" altLang="en-US">
              <a:latin typeface="Arial" panose="020B0604020202020204" pitchFamily="34" charset="0"/>
            </a:endParaRPr>
          </a:p>
        </p:txBody>
      </p:sp>
      <p:sp>
        <p:nvSpPr>
          <p:cNvPr id="274435" name="Rectangle 2">
            <a:extLst>
              <a:ext uri="{FF2B5EF4-FFF2-40B4-BE49-F238E27FC236}">
                <a16:creationId xmlns:a16="http://schemas.microsoft.com/office/drawing/2014/main" id="{C63B8E68-F48D-F958-69A5-9449D0C66A37}"/>
              </a:ext>
            </a:extLst>
          </p:cNvPr>
          <p:cNvSpPr>
            <a:spLocks noGrp="1" noRot="1" noChangeAspect="1" noChangeArrowheads="1" noTextEdit="1"/>
          </p:cNvSpPr>
          <p:nvPr>
            <p:ph type="sldImg"/>
          </p:nvPr>
        </p:nvSpPr>
        <p:spPr>
          <a:ln/>
        </p:spPr>
      </p:sp>
      <p:sp>
        <p:nvSpPr>
          <p:cNvPr id="274436" name="Rectangle 3">
            <a:extLst>
              <a:ext uri="{FF2B5EF4-FFF2-40B4-BE49-F238E27FC236}">
                <a16:creationId xmlns:a16="http://schemas.microsoft.com/office/drawing/2014/main" id="{05033BFD-EF48-2E84-C998-D2AAE2AE8C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a:extLst>
              <a:ext uri="{FF2B5EF4-FFF2-40B4-BE49-F238E27FC236}">
                <a16:creationId xmlns:a16="http://schemas.microsoft.com/office/drawing/2014/main" id="{78B2E0B6-EF76-5508-1A3F-D51126702B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AA3638E-EA67-4575-9750-05C58B7C5B8A}" type="slidenum">
              <a:rPr lang="en-US" altLang="en-US" smtClean="0">
                <a:latin typeface="Arial" panose="020B0604020202020204" pitchFamily="34" charset="0"/>
              </a:rPr>
              <a:pPr/>
              <a:t>176</a:t>
            </a:fld>
            <a:endParaRPr lang="en-US" altLang="en-US">
              <a:latin typeface="Arial" panose="020B0604020202020204" pitchFamily="34" charset="0"/>
            </a:endParaRPr>
          </a:p>
        </p:txBody>
      </p:sp>
      <p:sp>
        <p:nvSpPr>
          <p:cNvPr id="276483" name="Rectangle 2">
            <a:extLst>
              <a:ext uri="{FF2B5EF4-FFF2-40B4-BE49-F238E27FC236}">
                <a16:creationId xmlns:a16="http://schemas.microsoft.com/office/drawing/2014/main" id="{BFCD9C0B-024D-23BB-AB51-7029C51DAD4C}"/>
              </a:ext>
            </a:extLst>
          </p:cNvPr>
          <p:cNvSpPr>
            <a:spLocks noGrp="1" noRot="1" noChangeAspect="1" noChangeArrowheads="1" noTextEdit="1"/>
          </p:cNvSpPr>
          <p:nvPr>
            <p:ph type="sldImg"/>
          </p:nvPr>
        </p:nvSpPr>
        <p:spPr>
          <a:ln/>
        </p:spPr>
      </p:sp>
      <p:sp>
        <p:nvSpPr>
          <p:cNvPr id="276484" name="Rectangle 3">
            <a:extLst>
              <a:ext uri="{FF2B5EF4-FFF2-40B4-BE49-F238E27FC236}">
                <a16:creationId xmlns:a16="http://schemas.microsoft.com/office/drawing/2014/main" id="{F85D030C-D7B0-5E84-D75E-FF029798B6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a:extLst>
              <a:ext uri="{FF2B5EF4-FFF2-40B4-BE49-F238E27FC236}">
                <a16:creationId xmlns:a16="http://schemas.microsoft.com/office/drawing/2014/main" id="{7C489FE4-AA01-F6C2-2690-3617E4FF8C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53F3133-8B3A-4E67-B968-A55760F0267B}" type="slidenum">
              <a:rPr lang="en-US" altLang="en-US" smtClean="0">
                <a:latin typeface="Arial" panose="020B0604020202020204" pitchFamily="34" charset="0"/>
              </a:rPr>
              <a:pPr/>
              <a:t>177</a:t>
            </a:fld>
            <a:endParaRPr lang="en-US" altLang="en-US">
              <a:latin typeface="Arial" panose="020B0604020202020204" pitchFamily="34" charset="0"/>
            </a:endParaRPr>
          </a:p>
        </p:txBody>
      </p:sp>
      <p:sp>
        <p:nvSpPr>
          <p:cNvPr id="278531" name="Rectangle 2">
            <a:extLst>
              <a:ext uri="{FF2B5EF4-FFF2-40B4-BE49-F238E27FC236}">
                <a16:creationId xmlns:a16="http://schemas.microsoft.com/office/drawing/2014/main" id="{8FAC15CA-CB1A-8E44-BB89-EF972A8D1A05}"/>
              </a:ext>
            </a:extLst>
          </p:cNvPr>
          <p:cNvSpPr>
            <a:spLocks noGrp="1" noRot="1" noChangeAspect="1" noChangeArrowheads="1" noTextEdit="1"/>
          </p:cNvSpPr>
          <p:nvPr>
            <p:ph type="sldImg"/>
          </p:nvPr>
        </p:nvSpPr>
        <p:spPr>
          <a:ln/>
        </p:spPr>
      </p:sp>
      <p:sp>
        <p:nvSpPr>
          <p:cNvPr id="278532" name="Rectangle 3">
            <a:extLst>
              <a:ext uri="{FF2B5EF4-FFF2-40B4-BE49-F238E27FC236}">
                <a16:creationId xmlns:a16="http://schemas.microsoft.com/office/drawing/2014/main" id="{0DC60F8E-B738-6506-5C69-84358E54C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9759274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a:extLst>
              <a:ext uri="{FF2B5EF4-FFF2-40B4-BE49-F238E27FC236}">
                <a16:creationId xmlns:a16="http://schemas.microsoft.com/office/drawing/2014/main" id="{911E42AE-1225-5C15-E498-6FE462AFA7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6FF2F30-B819-4E92-8E89-942028A6BBD3}" type="slidenum">
              <a:rPr lang="en-US" altLang="en-US" smtClean="0">
                <a:latin typeface="Arial" panose="020B0604020202020204" pitchFamily="34" charset="0"/>
              </a:rPr>
              <a:pPr/>
              <a:t>178</a:t>
            </a:fld>
            <a:endParaRPr lang="en-US" altLang="en-US">
              <a:latin typeface="Arial" panose="020B0604020202020204" pitchFamily="34" charset="0"/>
            </a:endParaRPr>
          </a:p>
        </p:txBody>
      </p:sp>
      <p:sp>
        <p:nvSpPr>
          <p:cNvPr id="280579" name="Rectangle 2">
            <a:extLst>
              <a:ext uri="{FF2B5EF4-FFF2-40B4-BE49-F238E27FC236}">
                <a16:creationId xmlns:a16="http://schemas.microsoft.com/office/drawing/2014/main" id="{D30429BE-3D09-F950-8EDA-45A2288CCA1F}"/>
              </a:ext>
            </a:extLst>
          </p:cNvPr>
          <p:cNvSpPr>
            <a:spLocks noGrp="1" noRot="1" noChangeAspect="1" noChangeArrowheads="1" noTextEdit="1"/>
          </p:cNvSpPr>
          <p:nvPr>
            <p:ph type="sldImg"/>
          </p:nvPr>
        </p:nvSpPr>
        <p:spPr>
          <a:ln/>
        </p:spPr>
      </p:sp>
      <p:sp>
        <p:nvSpPr>
          <p:cNvPr id="280580" name="Rectangle 3">
            <a:extLst>
              <a:ext uri="{FF2B5EF4-FFF2-40B4-BE49-F238E27FC236}">
                <a16:creationId xmlns:a16="http://schemas.microsoft.com/office/drawing/2014/main" id="{F73B651C-8E46-6D81-B109-E228DD7CD6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a:extLst>
              <a:ext uri="{FF2B5EF4-FFF2-40B4-BE49-F238E27FC236}">
                <a16:creationId xmlns:a16="http://schemas.microsoft.com/office/drawing/2014/main" id="{21D61494-1B67-5A03-B4F4-5A95A8F6BF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B6FD57C-67CB-4070-A522-05B166489DDA}" type="slidenum">
              <a:rPr lang="en-US" altLang="en-US" smtClean="0">
                <a:latin typeface="Arial" panose="020B0604020202020204" pitchFamily="34" charset="0"/>
              </a:rPr>
              <a:pPr/>
              <a:t>179</a:t>
            </a:fld>
            <a:endParaRPr lang="en-US" altLang="en-US">
              <a:latin typeface="Arial" panose="020B0604020202020204" pitchFamily="34" charset="0"/>
            </a:endParaRPr>
          </a:p>
        </p:txBody>
      </p:sp>
      <p:sp>
        <p:nvSpPr>
          <p:cNvPr id="282627" name="Rectangle 2">
            <a:extLst>
              <a:ext uri="{FF2B5EF4-FFF2-40B4-BE49-F238E27FC236}">
                <a16:creationId xmlns:a16="http://schemas.microsoft.com/office/drawing/2014/main" id="{D8EDBF11-3C35-E4C4-75BA-D5E58ABD3651}"/>
              </a:ext>
            </a:extLst>
          </p:cNvPr>
          <p:cNvSpPr>
            <a:spLocks noGrp="1" noRot="1" noChangeAspect="1" noChangeArrowheads="1" noTextEdit="1"/>
          </p:cNvSpPr>
          <p:nvPr>
            <p:ph type="sldImg"/>
          </p:nvPr>
        </p:nvSpPr>
        <p:spPr>
          <a:ln/>
        </p:spPr>
      </p:sp>
      <p:sp>
        <p:nvSpPr>
          <p:cNvPr id="282628" name="Rectangle 3">
            <a:extLst>
              <a:ext uri="{FF2B5EF4-FFF2-40B4-BE49-F238E27FC236}">
                <a16:creationId xmlns:a16="http://schemas.microsoft.com/office/drawing/2014/main" id="{2F705AD0-89EC-17D2-5FB1-90FF68DD74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a:extLst>
              <a:ext uri="{FF2B5EF4-FFF2-40B4-BE49-F238E27FC236}">
                <a16:creationId xmlns:a16="http://schemas.microsoft.com/office/drawing/2014/main" id="{7C489FE4-AA01-F6C2-2690-3617E4FF8C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53F3133-8B3A-4E67-B968-A55760F0267B}" type="slidenum">
              <a:rPr lang="en-US" altLang="en-US" smtClean="0">
                <a:latin typeface="Arial" panose="020B0604020202020204" pitchFamily="34" charset="0"/>
              </a:rPr>
              <a:pPr/>
              <a:t>180</a:t>
            </a:fld>
            <a:endParaRPr lang="en-US" altLang="en-US">
              <a:latin typeface="Arial" panose="020B0604020202020204" pitchFamily="34" charset="0"/>
            </a:endParaRPr>
          </a:p>
        </p:txBody>
      </p:sp>
      <p:sp>
        <p:nvSpPr>
          <p:cNvPr id="278531" name="Rectangle 2">
            <a:extLst>
              <a:ext uri="{FF2B5EF4-FFF2-40B4-BE49-F238E27FC236}">
                <a16:creationId xmlns:a16="http://schemas.microsoft.com/office/drawing/2014/main" id="{8FAC15CA-CB1A-8E44-BB89-EF972A8D1A05}"/>
              </a:ext>
            </a:extLst>
          </p:cNvPr>
          <p:cNvSpPr>
            <a:spLocks noGrp="1" noRot="1" noChangeAspect="1" noChangeArrowheads="1" noTextEdit="1"/>
          </p:cNvSpPr>
          <p:nvPr>
            <p:ph type="sldImg"/>
          </p:nvPr>
        </p:nvSpPr>
        <p:spPr>
          <a:ln/>
        </p:spPr>
      </p:sp>
      <p:sp>
        <p:nvSpPr>
          <p:cNvPr id="278532" name="Rectangle 3">
            <a:extLst>
              <a:ext uri="{FF2B5EF4-FFF2-40B4-BE49-F238E27FC236}">
                <a16:creationId xmlns:a16="http://schemas.microsoft.com/office/drawing/2014/main" id="{0DC60F8E-B738-6506-5C69-84358E54C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8251776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a:extLst>
              <a:ext uri="{FF2B5EF4-FFF2-40B4-BE49-F238E27FC236}">
                <a16:creationId xmlns:a16="http://schemas.microsoft.com/office/drawing/2014/main" id="{7C489FE4-AA01-F6C2-2690-3617E4FF8C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53F3133-8B3A-4E67-B968-A55760F0267B}" type="slidenum">
              <a:rPr lang="en-US" altLang="en-US" smtClean="0">
                <a:latin typeface="Arial" panose="020B0604020202020204" pitchFamily="34" charset="0"/>
              </a:rPr>
              <a:pPr/>
              <a:t>181</a:t>
            </a:fld>
            <a:endParaRPr lang="en-US" altLang="en-US">
              <a:latin typeface="Arial" panose="020B0604020202020204" pitchFamily="34" charset="0"/>
            </a:endParaRPr>
          </a:p>
        </p:txBody>
      </p:sp>
      <p:sp>
        <p:nvSpPr>
          <p:cNvPr id="278531" name="Rectangle 2">
            <a:extLst>
              <a:ext uri="{FF2B5EF4-FFF2-40B4-BE49-F238E27FC236}">
                <a16:creationId xmlns:a16="http://schemas.microsoft.com/office/drawing/2014/main" id="{8FAC15CA-CB1A-8E44-BB89-EF972A8D1A05}"/>
              </a:ext>
            </a:extLst>
          </p:cNvPr>
          <p:cNvSpPr>
            <a:spLocks noGrp="1" noRot="1" noChangeAspect="1" noChangeArrowheads="1" noTextEdit="1"/>
          </p:cNvSpPr>
          <p:nvPr>
            <p:ph type="sldImg"/>
          </p:nvPr>
        </p:nvSpPr>
        <p:spPr>
          <a:ln/>
        </p:spPr>
      </p:sp>
      <p:sp>
        <p:nvSpPr>
          <p:cNvPr id="278532" name="Rectangle 3">
            <a:extLst>
              <a:ext uri="{FF2B5EF4-FFF2-40B4-BE49-F238E27FC236}">
                <a16:creationId xmlns:a16="http://schemas.microsoft.com/office/drawing/2014/main" id="{0DC60F8E-B738-6506-5C69-84358E54C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871450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a:extLst>
              <a:ext uri="{FF2B5EF4-FFF2-40B4-BE49-F238E27FC236}">
                <a16:creationId xmlns:a16="http://schemas.microsoft.com/office/drawing/2014/main" id="{BC533E8E-58CD-BEB7-31C2-1E3EDB0C30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774FC29-FDB4-4554-9936-6A1D2DFED08C}" type="slidenum">
              <a:rPr lang="en-US" altLang="en-US" smtClean="0">
                <a:latin typeface="Arial" panose="020B0604020202020204" pitchFamily="34" charset="0"/>
              </a:rPr>
              <a:pPr/>
              <a:t>182</a:t>
            </a:fld>
            <a:endParaRPr lang="en-US" altLang="en-US">
              <a:latin typeface="Arial" panose="020B0604020202020204" pitchFamily="34" charset="0"/>
            </a:endParaRPr>
          </a:p>
        </p:txBody>
      </p:sp>
      <p:sp>
        <p:nvSpPr>
          <p:cNvPr id="290819" name="Rectangle 2">
            <a:extLst>
              <a:ext uri="{FF2B5EF4-FFF2-40B4-BE49-F238E27FC236}">
                <a16:creationId xmlns:a16="http://schemas.microsoft.com/office/drawing/2014/main" id="{5A8C72F4-198E-4B27-D3AF-C744CF392E23}"/>
              </a:ext>
            </a:extLst>
          </p:cNvPr>
          <p:cNvSpPr>
            <a:spLocks noGrp="1" noRot="1" noChangeAspect="1" noChangeArrowheads="1" noTextEdit="1"/>
          </p:cNvSpPr>
          <p:nvPr>
            <p:ph type="sldImg"/>
          </p:nvPr>
        </p:nvSpPr>
        <p:spPr>
          <a:ln/>
        </p:spPr>
      </p:sp>
      <p:sp>
        <p:nvSpPr>
          <p:cNvPr id="290820" name="Rectangle 3">
            <a:extLst>
              <a:ext uri="{FF2B5EF4-FFF2-40B4-BE49-F238E27FC236}">
                <a16:creationId xmlns:a16="http://schemas.microsoft.com/office/drawing/2014/main" id="{C77952C1-CA2E-787C-7831-5430D6FD47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a:extLst>
              <a:ext uri="{FF2B5EF4-FFF2-40B4-BE49-F238E27FC236}">
                <a16:creationId xmlns:a16="http://schemas.microsoft.com/office/drawing/2014/main" id="{4B3A95CF-F4CB-5C56-1B11-2C7F23E6C7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33E6FCF-455F-4922-8830-0E3E662F4CA5}" type="slidenum">
              <a:rPr lang="en-US" altLang="en-US" smtClean="0">
                <a:latin typeface="Arial" panose="020B0604020202020204" pitchFamily="34" charset="0"/>
              </a:rPr>
              <a:pPr/>
              <a:t>183</a:t>
            </a:fld>
            <a:endParaRPr lang="en-US" altLang="en-US">
              <a:latin typeface="Arial" panose="020B0604020202020204" pitchFamily="34" charset="0"/>
            </a:endParaRPr>
          </a:p>
        </p:txBody>
      </p:sp>
      <p:sp>
        <p:nvSpPr>
          <p:cNvPr id="292867" name="Rectangle 2">
            <a:extLst>
              <a:ext uri="{FF2B5EF4-FFF2-40B4-BE49-F238E27FC236}">
                <a16:creationId xmlns:a16="http://schemas.microsoft.com/office/drawing/2014/main" id="{9C5B5CB6-8892-DBCC-C8DF-E25265AC9B25}"/>
              </a:ext>
            </a:extLst>
          </p:cNvPr>
          <p:cNvSpPr>
            <a:spLocks noGrp="1" noRot="1" noChangeAspect="1" noChangeArrowheads="1" noTextEdit="1"/>
          </p:cNvSpPr>
          <p:nvPr>
            <p:ph type="sldImg"/>
          </p:nvPr>
        </p:nvSpPr>
        <p:spPr>
          <a:ln/>
        </p:spPr>
      </p:sp>
      <p:sp>
        <p:nvSpPr>
          <p:cNvPr id="292868" name="Rectangle 3">
            <a:extLst>
              <a:ext uri="{FF2B5EF4-FFF2-40B4-BE49-F238E27FC236}">
                <a16:creationId xmlns:a16="http://schemas.microsoft.com/office/drawing/2014/main" id="{3BA4CECA-8C31-DC46-6BD5-7FE55D44F5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a:extLst>
              <a:ext uri="{FF2B5EF4-FFF2-40B4-BE49-F238E27FC236}">
                <a16:creationId xmlns:a16="http://schemas.microsoft.com/office/drawing/2014/main" id="{324F7938-3E80-5891-D6A8-829E0321AB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FE611FB-B746-4183-8D23-2607F6BDC1BF}" type="slidenum">
              <a:rPr lang="en-US" altLang="en-US" smtClean="0">
                <a:latin typeface="Arial" panose="020B0604020202020204" pitchFamily="34" charset="0"/>
              </a:rPr>
              <a:pPr/>
              <a:t>184</a:t>
            </a:fld>
            <a:endParaRPr lang="en-US" altLang="en-US">
              <a:latin typeface="Arial" panose="020B0604020202020204" pitchFamily="34" charset="0"/>
            </a:endParaRPr>
          </a:p>
        </p:txBody>
      </p:sp>
      <p:sp>
        <p:nvSpPr>
          <p:cNvPr id="294915" name="Rectangle 2">
            <a:extLst>
              <a:ext uri="{FF2B5EF4-FFF2-40B4-BE49-F238E27FC236}">
                <a16:creationId xmlns:a16="http://schemas.microsoft.com/office/drawing/2014/main" id="{E879C8FF-2393-F54D-C17D-75CE44EE6647}"/>
              </a:ext>
            </a:extLst>
          </p:cNvPr>
          <p:cNvSpPr>
            <a:spLocks noGrp="1" noRot="1" noChangeAspect="1" noChangeArrowheads="1" noTextEdit="1"/>
          </p:cNvSpPr>
          <p:nvPr>
            <p:ph type="sldImg"/>
          </p:nvPr>
        </p:nvSpPr>
        <p:spPr>
          <a:ln/>
        </p:spPr>
      </p:sp>
      <p:sp>
        <p:nvSpPr>
          <p:cNvPr id="294916" name="Rectangle 3">
            <a:extLst>
              <a:ext uri="{FF2B5EF4-FFF2-40B4-BE49-F238E27FC236}">
                <a16:creationId xmlns:a16="http://schemas.microsoft.com/office/drawing/2014/main" id="{F1C3FC9B-C3C1-E617-B0E0-01B2277EB1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a:extLst>
              <a:ext uri="{FF2B5EF4-FFF2-40B4-BE49-F238E27FC236}">
                <a16:creationId xmlns:a16="http://schemas.microsoft.com/office/drawing/2014/main" id="{BF6529E8-8273-B20D-A90C-0E25D3D70C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DD399E5-1984-4E50-BBE9-E0B45D08496C}" type="slidenum">
              <a:rPr lang="en-US" altLang="en-US" smtClean="0">
                <a:latin typeface="Arial" panose="020B0604020202020204" pitchFamily="34" charset="0"/>
              </a:rPr>
              <a:pPr/>
              <a:t>185</a:t>
            </a:fld>
            <a:endParaRPr lang="en-US" altLang="en-US">
              <a:latin typeface="Arial" panose="020B0604020202020204" pitchFamily="34" charset="0"/>
            </a:endParaRPr>
          </a:p>
        </p:txBody>
      </p:sp>
      <p:sp>
        <p:nvSpPr>
          <p:cNvPr id="296963" name="Rectangle 2">
            <a:extLst>
              <a:ext uri="{FF2B5EF4-FFF2-40B4-BE49-F238E27FC236}">
                <a16:creationId xmlns:a16="http://schemas.microsoft.com/office/drawing/2014/main" id="{CE321A23-6266-1A23-EFFE-A4BD3F9406B5}"/>
              </a:ext>
            </a:extLst>
          </p:cNvPr>
          <p:cNvSpPr>
            <a:spLocks noGrp="1" noRot="1" noChangeAspect="1" noChangeArrowheads="1" noTextEdit="1"/>
          </p:cNvSpPr>
          <p:nvPr>
            <p:ph type="sldImg"/>
          </p:nvPr>
        </p:nvSpPr>
        <p:spPr>
          <a:ln/>
        </p:spPr>
      </p:sp>
      <p:sp>
        <p:nvSpPr>
          <p:cNvPr id="296964" name="Rectangle 3">
            <a:extLst>
              <a:ext uri="{FF2B5EF4-FFF2-40B4-BE49-F238E27FC236}">
                <a16:creationId xmlns:a16="http://schemas.microsoft.com/office/drawing/2014/main" id="{C1DDC71E-2488-EC63-FBE0-EE327CE2FE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a:extLst>
              <a:ext uri="{FF2B5EF4-FFF2-40B4-BE49-F238E27FC236}">
                <a16:creationId xmlns:a16="http://schemas.microsoft.com/office/drawing/2014/main" id="{136D735A-5C9A-1942-3AB7-35622328A1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99F7ED4-4F9D-48F8-8212-764A12C11E1F}" type="slidenum">
              <a:rPr lang="en-US" altLang="en-US" smtClean="0">
                <a:latin typeface="Arial" panose="020B0604020202020204" pitchFamily="34" charset="0"/>
              </a:rPr>
              <a:pPr/>
              <a:t>186</a:t>
            </a:fld>
            <a:endParaRPr lang="en-US" altLang="en-US">
              <a:latin typeface="Arial" panose="020B0604020202020204" pitchFamily="34" charset="0"/>
            </a:endParaRPr>
          </a:p>
        </p:txBody>
      </p:sp>
      <p:sp>
        <p:nvSpPr>
          <p:cNvPr id="299011" name="Rectangle 2">
            <a:extLst>
              <a:ext uri="{FF2B5EF4-FFF2-40B4-BE49-F238E27FC236}">
                <a16:creationId xmlns:a16="http://schemas.microsoft.com/office/drawing/2014/main" id="{A9546F74-0DE7-CE76-59F1-4A3416EB0132}"/>
              </a:ext>
            </a:extLst>
          </p:cNvPr>
          <p:cNvSpPr>
            <a:spLocks noGrp="1" noRot="1" noChangeAspect="1" noChangeArrowheads="1" noTextEdit="1"/>
          </p:cNvSpPr>
          <p:nvPr>
            <p:ph type="sldImg"/>
          </p:nvPr>
        </p:nvSpPr>
        <p:spPr>
          <a:ln/>
        </p:spPr>
      </p:sp>
      <p:sp>
        <p:nvSpPr>
          <p:cNvPr id="299012" name="Rectangle 3">
            <a:extLst>
              <a:ext uri="{FF2B5EF4-FFF2-40B4-BE49-F238E27FC236}">
                <a16:creationId xmlns:a16="http://schemas.microsoft.com/office/drawing/2014/main" id="{D8905705-CF4A-B4E2-E4B3-F9C1AD2B88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a:extLst>
              <a:ext uri="{FF2B5EF4-FFF2-40B4-BE49-F238E27FC236}">
                <a16:creationId xmlns:a16="http://schemas.microsoft.com/office/drawing/2014/main" id="{117D2923-1956-0BA8-314B-D68D27A5E7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33121E7-C87F-4F84-9922-B05C5AFEEC9D}" type="slidenum">
              <a:rPr lang="en-US" altLang="en-US" smtClean="0">
                <a:latin typeface="Arial" panose="020B0604020202020204" pitchFamily="34" charset="0"/>
              </a:rPr>
              <a:pPr/>
              <a:t>187</a:t>
            </a:fld>
            <a:endParaRPr lang="en-US" altLang="en-US">
              <a:latin typeface="Arial" panose="020B0604020202020204" pitchFamily="34" charset="0"/>
            </a:endParaRPr>
          </a:p>
        </p:txBody>
      </p:sp>
      <p:sp>
        <p:nvSpPr>
          <p:cNvPr id="305155" name="Rectangle 2">
            <a:extLst>
              <a:ext uri="{FF2B5EF4-FFF2-40B4-BE49-F238E27FC236}">
                <a16:creationId xmlns:a16="http://schemas.microsoft.com/office/drawing/2014/main" id="{A1CE0A46-80EE-A489-EA3D-B846877C642F}"/>
              </a:ext>
            </a:extLst>
          </p:cNvPr>
          <p:cNvSpPr>
            <a:spLocks noGrp="1" noRot="1" noChangeAspect="1" noChangeArrowheads="1" noTextEdit="1"/>
          </p:cNvSpPr>
          <p:nvPr>
            <p:ph type="sldImg"/>
          </p:nvPr>
        </p:nvSpPr>
        <p:spPr>
          <a:ln/>
        </p:spPr>
      </p:sp>
      <p:sp>
        <p:nvSpPr>
          <p:cNvPr id="305156" name="Rectangle 3">
            <a:extLst>
              <a:ext uri="{FF2B5EF4-FFF2-40B4-BE49-F238E27FC236}">
                <a16:creationId xmlns:a16="http://schemas.microsoft.com/office/drawing/2014/main" id="{2D767890-4614-2B34-314C-A057AB574D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a:extLst>
              <a:ext uri="{FF2B5EF4-FFF2-40B4-BE49-F238E27FC236}">
                <a16:creationId xmlns:a16="http://schemas.microsoft.com/office/drawing/2014/main" id="{35EA0FE5-0028-81C2-B002-8A8D83A23D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06602E3-91A0-445B-907F-DABFB798071C}" type="slidenum">
              <a:rPr lang="en-US" altLang="en-US" smtClean="0">
                <a:latin typeface="Arial" panose="020B0604020202020204" pitchFamily="34" charset="0"/>
              </a:rPr>
              <a:pPr/>
              <a:t>188</a:t>
            </a:fld>
            <a:endParaRPr lang="en-US" altLang="en-US">
              <a:latin typeface="Arial" panose="020B0604020202020204" pitchFamily="34" charset="0"/>
            </a:endParaRPr>
          </a:p>
        </p:txBody>
      </p:sp>
      <p:sp>
        <p:nvSpPr>
          <p:cNvPr id="307203" name="Rectangle 2">
            <a:extLst>
              <a:ext uri="{FF2B5EF4-FFF2-40B4-BE49-F238E27FC236}">
                <a16:creationId xmlns:a16="http://schemas.microsoft.com/office/drawing/2014/main" id="{1E1B578E-ACC7-1440-CD64-DC902699ED4E}"/>
              </a:ext>
            </a:extLst>
          </p:cNvPr>
          <p:cNvSpPr>
            <a:spLocks noGrp="1" noRot="1" noChangeAspect="1" noChangeArrowheads="1" noTextEdit="1"/>
          </p:cNvSpPr>
          <p:nvPr>
            <p:ph type="sldImg"/>
          </p:nvPr>
        </p:nvSpPr>
        <p:spPr>
          <a:ln/>
        </p:spPr>
      </p:sp>
      <p:sp>
        <p:nvSpPr>
          <p:cNvPr id="307204" name="Rectangle 3">
            <a:extLst>
              <a:ext uri="{FF2B5EF4-FFF2-40B4-BE49-F238E27FC236}">
                <a16:creationId xmlns:a16="http://schemas.microsoft.com/office/drawing/2014/main" id="{E2863039-1CA6-B719-37E4-B218694B24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Password: </a:t>
            </a:r>
            <a:r>
              <a:rPr lang="en-US" altLang="en-US" b="1">
                <a:latin typeface="Arial" panose="020B0604020202020204" pitchFamily="34" charset="0"/>
              </a:rPr>
              <a:t>atul1234</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a:extLst>
              <a:ext uri="{FF2B5EF4-FFF2-40B4-BE49-F238E27FC236}">
                <a16:creationId xmlns:a16="http://schemas.microsoft.com/office/drawing/2014/main" id="{B912DE7B-3081-C54B-2CF6-7DB74A5DD9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6283B17-652B-485B-8C3E-96796C637E91}" type="slidenum">
              <a:rPr lang="en-US" altLang="en-US" smtClean="0">
                <a:latin typeface="Arial" panose="020B0604020202020204" pitchFamily="34" charset="0"/>
              </a:rPr>
              <a:pPr/>
              <a:t>189</a:t>
            </a:fld>
            <a:endParaRPr lang="en-US" altLang="en-US">
              <a:latin typeface="Arial" panose="020B0604020202020204" pitchFamily="34" charset="0"/>
            </a:endParaRPr>
          </a:p>
        </p:txBody>
      </p:sp>
      <p:sp>
        <p:nvSpPr>
          <p:cNvPr id="354307" name="Rectangle 2">
            <a:extLst>
              <a:ext uri="{FF2B5EF4-FFF2-40B4-BE49-F238E27FC236}">
                <a16:creationId xmlns:a16="http://schemas.microsoft.com/office/drawing/2014/main" id="{10E48E68-CCA8-F83F-2172-56EA30B5F05A}"/>
              </a:ext>
            </a:extLst>
          </p:cNvPr>
          <p:cNvSpPr>
            <a:spLocks noGrp="1" noRot="1" noChangeAspect="1" noChangeArrowheads="1" noTextEdit="1"/>
          </p:cNvSpPr>
          <p:nvPr>
            <p:ph type="sldImg"/>
          </p:nvPr>
        </p:nvSpPr>
        <p:spPr>
          <a:ln/>
        </p:spPr>
      </p:sp>
      <p:sp>
        <p:nvSpPr>
          <p:cNvPr id="354308" name="Rectangle 3">
            <a:extLst>
              <a:ext uri="{FF2B5EF4-FFF2-40B4-BE49-F238E27FC236}">
                <a16:creationId xmlns:a16="http://schemas.microsoft.com/office/drawing/2014/main" id="{76EC03BC-9115-540E-B667-E91CC5C68F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a:extLst>
              <a:ext uri="{FF2B5EF4-FFF2-40B4-BE49-F238E27FC236}">
                <a16:creationId xmlns:a16="http://schemas.microsoft.com/office/drawing/2014/main" id="{1DC9A06F-E635-ABDE-6E28-9D753BA98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4328144-9E53-4603-9EB8-8EABD20B1676}" type="slidenum">
              <a:rPr lang="en-US" altLang="en-US" smtClean="0">
                <a:latin typeface="Arial" panose="020B0604020202020204" pitchFamily="34" charset="0"/>
              </a:rPr>
              <a:pPr/>
              <a:t>190</a:t>
            </a:fld>
            <a:endParaRPr lang="en-US" altLang="en-US">
              <a:latin typeface="Arial" panose="020B0604020202020204" pitchFamily="34" charset="0"/>
            </a:endParaRPr>
          </a:p>
        </p:txBody>
      </p:sp>
      <p:sp>
        <p:nvSpPr>
          <p:cNvPr id="356355" name="Rectangle 2">
            <a:extLst>
              <a:ext uri="{FF2B5EF4-FFF2-40B4-BE49-F238E27FC236}">
                <a16:creationId xmlns:a16="http://schemas.microsoft.com/office/drawing/2014/main" id="{24A1B391-7438-B87A-F7EA-9F71D06E5539}"/>
              </a:ext>
            </a:extLst>
          </p:cNvPr>
          <p:cNvSpPr>
            <a:spLocks noGrp="1" noRot="1" noChangeAspect="1" noChangeArrowheads="1" noTextEdit="1"/>
          </p:cNvSpPr>
          <p:nvPr>
            <p:ph type="sldImg"/>
          </p:nvPr>
        </p:nvSpPr>
        <p:spPr>
          <a:ln/>
        </p:spPr>
      </p:sp>
      <p:sp>
        <p:nvSpPr>
          <p:cNvPr id="356356" name="Rectangle 3">
            <a:extLst>
              <a:ext uri="{FF2B5EF4-FFF2-40B4-BE49-F238E27FC236}">
                <a16:creationId xmlns:a16="http://schemas.microsoft.com/office/drawing/2014/main" id="{741316D8-DC21-917C-00FF-5456557883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a:extLst>
              <a:ext uri="{FF2B5EF4-FFF2-40B4-BE49-F238E27FC236}">
                <a16:creationId xmlns:a16="http://schemas.microsoft.com/office/drawing/2014/main" id="{DE53A642-9589-BA7F-2CF1-C45130DC9E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744A7C1-05F6-4053-B9A4-DAE1B481D5B1}" type="slidenum">
              <a:rPr lang="en-US" altLang="en-US" smtClean="0">
                <a:latin typeface="Arial" panose="020B0604020202020204" pitchFamily="34" charset="0"/>
              </a:rPr>
              <a:pPr/>
              <a:t>191</a:t>
            </a:fld>
            <a:endParaRPr lang="en-US" altLang="en-US">
              <a:latin typeface="Arial" panose="020B0604020202020204" pitchFamily="34" charset="0"/>
            </a:endParaRPr>
          </a:p>
        </p:txBody>
      </p:sp>
      <p:sp>
        <p:nvSpPr>
          <p:cNvPr id="358403" name="Rectangle 2">
            <a:extLst>
              <a:ext uri="{FF2B5EF4-FFF2-40B4-BE49-F238E27FC236}">
                <a16:creationId xmlns:a16="http://schemas.microsoft.com/office/drawing/2014/main" id="{E6377D00-6ED5-45B3-65E6-A638AB9B3EF6}"/>
              </a:ext>
            </a:extLst>
          </p:cNvPr>
          <p:cNvSpPr>
            <a:spLocks noGrp="1" noRot="1" noChangeAspect="1" noChangeArrowheads="1" noTextEdit="1"/>
          </p:cNvSpPr>
          <p:nvPr>
            <p:ph type="sldImg"/>
          </p:nvPr>
        </p:nvSpPr>
        <p:spPr>
          <a:ln/>
        </p:spPr>
      </p:sp>
      <p:sp>
        <p:nvSpPr>
          <p:cNvPr id="358404" name="Rectangle 3">
            <a:extLst>
              <a:ext uri="{FF2B5EF4-FFF2-40B4-BE49-F238E27FC236}">
                <a16:creationId xmlns:a16="http://schemas.microsoft.com/office/drawing/2014/main" id="{6750AEF5-0FAE-D654-4F1D-C8DD90B7FE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a:extLst>
              <a:ext uri="{FF2B5EF4-FFF2-40B4-BE49-F238E27FC236}">
                <a16:creationId xmlns:a16="http://schemas.microsoft.com/office/drawing/2014/main" id="{CC3BF37E-9224-E241-4DFF-EF1A33894F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F5C372B-1D30-4984-BFCA-408AD5AEE6CA}" type="slidenum">
              <a:rPr lang="en-US" altLang="en-US" smtClean="0">
                <a:latin typeface="Arial" panose="020B0604020202020204" pitchFamily="34" charset="0"/>
              </a:rPr>
              <a:pPr/>
              <a:t>192</a:t>
            </a:fld>
            <a:endParaRPr lang="en-US" altLang="en-US">
              <a:latin typeface="Arial" panose="020B0604020202020204" pitchFamily="34" charset="0"/>
            </a:endParaRPr>
          </a:p>
        </p:txBody>
      </p:sp>
      <p:sp>
        <p:nvSpPr>
          <p:cNvPr id="360451" name="Rectangle 2">
            <a:extLst>
              <a:ext uri="{FF2B5EF4-FFF2-40B4-BE49-F238E27FC236}">
                <a16:creationId xmlns:a16="http://schemas.microsoft.com/office/drawing/2014/main" id="{A7848B79-D4FE-0DFA-4E90-EEF5B64B2152}"/>
              </a:ext>
            </a:extLst>
          </p:cNvPr>
          <p:cNvSpPr>
            <a:spLocks noGrp="1" noRot="1" noChangeAspect="1" noChangeArrowheads="1" noTextEdit="1"/>
          </p:cNvSpPr>
          <p:nvPr>
            <p:ph type="sldImg"/>
          </p:nvPr>
        </p:nvSpPr>
        <p:spPr>
          <a:ln/>
        </p:spPr>
      </p:sp>
      <p:sp>
        <p:nvSpPr>
          <p:cNvPr id="360452" name="Rectangle 3">
            <a:extLst>
              <a:ext uri="{FF2B5EF4-FFF2-40B4-BE49-F238E27FC236}">
                <a16:creationId xmlns:a16="http://schemas.microsoft.com/office/drawing/2014/main" id="{66D44782-34ED-B4CA-73A2-9936C1135F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a:extLst>
              <a:ext uri="{FF2B5EF4-FFF2-40B4-BE49-F238E27FC236}">
                <a16:creationId xmlns:a16="http://schemas.microsoft.com/office/drawing/2014/main" id="{DF0E16ED-F2AD-44D0-DF40-82693BDA5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D46235E-3B51-4CA2-8099-6E2434C98665}" type="slidenum">
              <a:rPr lang="en-US" altLang="en-US" smtClean="0">
                <a:latin typeface="Arial" panose="020B0604020202020204" pitchFamily="34" charset="0"/>
              </a:rPr>
              <a:pPr/>
              <a:t>193</a:t>
            </a:fld>
            <a:endParaRPr lang="en-US" altLang="en-US">
              <a:latin typeface="Arial" panose="020B0604020202020204" pitchFamily="34" charset="0"/>
            </a:endParaRPr>
          </a:p>
        </p:txBody>
      </p:sp>
      <p:sp>
        <p:nvSpPr>
          <p:cNvPr id="362499" name="Rectangle 2">
            <a:extLst>
              <a:ext uri="{FF2B5EF4-FFF2-40B4-BE49-F238E27FC236}">
                <a16:creationId xmlns:a16="http://schemas.microsoft.com/office/drawing/2014/main" id="{8A4874E3-B0E9-D92E-EDB4-30D46C114D3D}"/>
              </a:ext>
            </a:extLst>
          </p:cNvPr>
          <p:cNvSpPr>
            <a:spLocks noGrp="1" noRot="1" noChangeAspect="1" noChangeArrowheads="1" noTextEdit="1"/>
          </p:cNvSpPr>
          <p:nvPr>
            <p:ph type="sldImg"/>
          </p:nvPr>
        </p:nvSpPr>
        <p:spPr>
          <a:ln/>
        </p:spPr>
      </p:sp>
      <p:sp>
        <p:nvSpPr>
          <p:cNvPr id="362500" name="Rectangle 3">
            <a:extLst>
              <a:ext uri="{FF2B5EF4-FFF2-40B4-BE49-F238E27FC236}">
                <a16:creationId xmlns:a16="http://schemas.microsoft.com/office/drawing/2014/main" id="{33D6A3B7-7178-DCCA-6BBC-FAEEFB456B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a:extLst>
              <a:ext uri="{FF2B5EF4-FFF2-40B4-BE49-F238E27FC236}">
                <a16:creationId xmlns:a16="http://schemas.microsoft.com/office/drawing/2014/main" id="{C0165D68-E177-E94D-FA29-5410665096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66C13AB-91C8-4BC6-9ED3-84CA490EAEFE}" type="slidenum">
              <a:rPr lang="en-US" altLang="en-US" smtClean="0">
                <a:latin typeface="Arial" panose="020B0604020202020204" pitchFamily="34" charset="0"/>
              </a:rPr>
              <a:pPr/>
              <a:t>194</a:t>
            </a:fld>
            <a:endParaRPr lang="en-US" altLang="en-US">
              <a:latin typeface="Arial" panose="020B0604020202020204" pitchFamily="34" charset="0"/>
            </a:endParaRPr>
          </a:p>
        </p:txBody>
      </p:sp>
      <p:sp>
        <p:nvSpPr>
          <p:cNvPr id="364547" name="Rectangle 2">
            <a:extLst>
              <a:ext uri="{FF2B5EF4-FFF2-40B4-BE49-F238E27FC236}">
                <a16:creationId xmlns:a16="http://schemas.microsoft.com/office/drawing/2014/main" id="{93811223-AB25-7931-1B23-2A0283E8CB62}"/>
              </a:ext>
            </a:extLst>
          </p:cNvPr>
          <p:cNvSpPr>
            <a:spLocks noGrp="1" noRot="1" noChangeAspect="1" noChangeArrowheads="1" noTextEdit="1"/>
          </p:cNvSpPr>
          <p:nvPr>
            <p:ph type="sldImg"/>
          </p:nvPr>
        </p:nvSpPr>
        <p:spPr>
          <a:ln/>
        </p:spPr>
      </p:sp>
      <p:sp>
        <p:nvSpPr>
          <p:cNvPr id="364548" name="Rectangle 3">
            <a:extLst>
              <a:ext uri="{FF2B5EF4-FFF2-40B4-BE49-F238E27FC236}">
                <a16:creationId xmlns:a16="http://schemas.microsoft.com/office/drawing/2014/main" id="{C30F291C-BD30-CD96-6358-7B096F6402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a:extLst>
              <a:ext uri="{FF2B5EF4-FFF2-40B4-BE49-F238E27FC236}">
                <a16:creationId xmlns:a16="http://schemas.microsoft.com/office/drawing/2014/main" id="{9B1BAC37-EC8D-D230-0D8B-5ADD72DA67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2D43E3E-3D3A-45E2-BD74-DB3394A7AE03}" type="slidenum">
              <a:rPr lang="en-US" altLang="en-US" smtClean="0">
                <a:latin typeface="Arial" panose="020B0604020202020204" pitchFamily="34" charset="0"/>
              </a:rPr>
              <a:pPr/>
              <a:t>195</a:t>
            </a:fld>
            <a:endParaRPr lang="en-US" altLang="en-US">
              <a:latin typeface="Arial" panose="020B0604020202020204" pitchFamily="34" charset="0"/>
            </a:endParaRPr>
          </a:p>
        </p:txBody>
      </p:sp>
      <p:sp>
        <p:nvSpPr>
          <p:cNvPr id="366595" name="Rectangle 2">
            <a:extLst>
              <a:ext uri="{FF2B5EF4-FFF2-40B4-BE49-F238E27FC236}">
                <a16:creationId xmlns:a16="http://schemas.microsoft.com/office/drawing/2014/main" id="{605BB58E-0EF5-0F8F-85AD-0911B4DAE230}"/>
              </a:ext>
            </a:extLst>
          </p:cNvPr>
          <p:cNvSpPr>
            <a:spLocks noGrp="1" noRot="1" noChangeAspect="1" noChangeArrowheads="1" noTextEdit="1"/>
          </p:cNvSpPr>
          <p:nvPr>
            <p:ph type="sldImg"/>
          </p:nvPr>
        </p:nvSpPr>
        <p:spPr>
          <a:ln/>
        </p:spPr>
      </p:sp>
      <p:sp>
        <p:nvSpPr>
          <p:cNvPr id="366596" name="Rectangle 3">
            <a:extLst>
              <a:ext uri="{FF2B5EF4-FFF2-40B4-BE49-F238E27FC236}">
                <a16:creationId xmlns:a16="http://schemas.microsoft.com/office/drawing/2014/main" id="{A2539027-97CF-55A4-F075-A1D28ABB3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a:extLst>
              <a:ext uri="{FF2B5EF4-FFF2-40B4-BE49-F238E27FC236}">
                <a16:creationId xmlns:a16="http://schemas.microsoft.com/office/drawing/2014/main" id="{052EEBD0-084E-3A61-9731-8EC0187B0C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2669410-3401-4642-ABE3-80D243BC4D9F}" type="slidenum">
              <a:rPr lang="en-US" altLang="en-US" smtClean="0">
                <a:latin typeface="Arial" panose="020B0604020202020204" pitchFamily="34" charset="0"/>
              </a:rPr>
              <a:pPr/>
              <a:t>196</a:t>
            </a:fld>
            <a:endParaRPr lang="en-US" altLang="en-US">
              <a:latin typeface="Arial" panose="020B0604020202020204" pitchFamily="34" charset="0"/>
            </a:endParaRPr>
          </a:p>
        </p:txBody>
      </p:sp>
      <p:sp>
        <p:nvSpPr>
          <p:cNvPr id="368643" name="Rectangle 2">
            <a:extLst>
              <a:ext uri="{FF2B5EF4-FFF2-40B4-BE49-F238E27FC236}">
                <a16:creationId xmlns:a16="http://schemas.microsoft.com/office/drawing/2014/main" id="{69846A5C-4248-E587-B67F-F59AF09466AA}"/>
              </a:ext>
            </a:extLst>
          </p:cNvPr>
          <p:cNvSpPr>
            <a:spLocks noGrp="1" noRot="1" noChangeAspect="1" noChangeArrowheads="1" noTextEdit="1"/>
          </p:cNvSpPr>
          <p:nvPr>
            <p:ph type="sldImg"/>
          </p:nvPr>
        </p:nvSpPr>
        <p:spPr>
          <a:ln/>
        </p:spPr>
      </p:sp>
      <p:sp>
        <p:nvSpPr>
          <p:cNvPr id="368644" name="Rectangle 3">
            <a:extLst>
              <a:ext uri="{FF2B5EF4-FFF2-40B4-BE49-F238E27FC236}">
                <a16:creationId xmlns:a16="http://schemas.microsoft.com/office/drawing/2014/main" id="{451C22D4-B55A-85C6-DD6D-5E99C941A3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a:extLst>
              <a:ext uri="{FF2B5EF4-FFF2-40B4-BE49-F238E27FC236}">
                <a16:creationId xmlns:a16="http://schemas.microsoft.com/office/drawing/2014/main" id="{2D523908-F095-CA5D-F674-9748F2F77C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973B1C7-E70E-4A3C-8B65-515D80766533}" type="slidenum">
              <a:rPr lang="en-US" altLang="en-US" smtClean="0">
                <a:latin typeface="Arial" panose="020B0604020202020204" pitchFamily="34" charset="0"/>
              </a:rPr>
              <a:pPr/>
              <a:t>197</a:t>
            </a:fld>
            <a:endParaRPr lang="en-US" altLang="en-US">
              <a:latin typeface="Arial" panose="020B0604020202020204" pitchFamily="34" charset="0"/>
            </a:endParaRPr>
          </a:p>
        </p:txBody>
      </p:sp>
      <p:sp>
        <p:nvSpPr>
          <p:cNvPr id="370691" name="Rectangle 2">
            <a:extLst>
              <a:ext uri="{FF2B5EF4-FFF2-40B4-BE49-F238E27FC236}">
                <a16:creationId xmlns:a16="http://schemas.microsoft.com/office/drawing/2014/main" id="{070B945D-A9BD-94EB-34F9-77341EAD7F8E}"/>
              </a:ext>
            </a:extLst>
          </p:cNvPr>
          <p:cNvSpPr>
            <a:spLocks noGrp="1" noRot="1" noChangeAspect="1" noChangeArrowheads="1" noTextEdit="1"/>
          </p:cNvSpPr>
          <p:nvPr>
            <p:ph type="sldImg"/>
          </p:nvPr>
        </p:nvSpPr>
        <p:spPr>
          <a:ln/>
        </p:spPr>
      </p:sp>
      <p:sp>
        <p:nvSpPr>
          <p:cNvPr id="370692" name="Rectangle 3">
            <a:extLst>
              <a:ext uri="{FF2B5EF4-FFF2-40B4-BE49-F238E27FC236}">
                <a16:creationId xmlns:a16="http://schemas.microsoft.com/office/drawing/2014/main" id="{5A747A20-F2FC-3642-BD5D-6FDB771AC8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a:extLst>
              <a:ext uri="{FF2B5EF4-FFF2-40B4-BE49-F238E27FC236}">
                <a16:creationId xmlns:a16="http://schemas.microsoft.com/office/drawing/2014/main" id="{2C673043-F309-FB16-8DC8-956D5EC96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E6CE074-6EDB-4E4A-A078-110145D564A0}" type="slidenum">
              <a:rPr lang="en-US" altLang="en-US" smtClean="0">
                <a:latin typeface="Arial" panose="020B0604020202020204" pitchFamily="34" charset="0"/>
              </a:rPr>
              <a:pPr/>
              <a:t>198</a:t>
            </a:fld>
            <a:endParaRPr lang="en-US" altLang="en-US">
              <a:latin typeface="Arial" panose="020B0604020202020204" pitchFamily="34" charset="0"/>
            </a:endParaRPr>
          </a:p>
        </p:txBody>
      </p:sp>
      <p:sp>
        <p:nvSpPr>
          <p:cNvPr id="372739" name="Rectangle 2">
            <a:extLst>
              <a:ext uri="{FF2B5EF4-FFF2-40B4-BE49-F238E27FC236}">
                <a16:creationId xmlns:a16="http://schemas.microsoft.com/office/drawing/2014/main" id="{669FB1F5-AC80-896C-DD1E-5DF6CC8BF56D}"/>
              </a:ext>
            </a:extLst>
          </p:cNvPr>
          <p:cNvSpPr>
            <a:spLocks noGrp="1" noRot="1" noChangeAspect="1" noChangeArrowheads="1" noTextEdit="1"/>
          </p:cNvSpPr>
          <p:nvPr>
            <p:ph type="sldImg"/>
          </p:nvPr>
        </p:nvSpPr>
        <p:spPr>
          <a:ln/>
        </p:spPr>
      </p:sp>
      <p:sp>
        <p:nvSpPr>
          <p:cNvPr id="372740" name="Rectangle 3">
            <a:extLst>
              <a:ext uri="{FF2B5EF4-FFF2-40B4-BE49-F238E27FC236}">
                <a16:creationId xmlns:a16="http://schemas.microsoft.com/office/drawing/2014/main" id="{98FF3512-59F0-353D-EE06-22A42CEE29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a:extLst>
              <a:ext uri="{FF2B5EF4-FFF2-40B4-BE49-F238E27FC236}">
                <a16:creationId xmlns:a16="http://schemas.microsoft.com/office/drawing/2014/main" id="{7E7E880D-63A5-A5D0-4D0A-AA4A8E9FD5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B4F0ADD-1D4F-45EB-B891-0BC4C9BAA2EF}" type="slidenum">
              <a:rPr lang="en-US" altLang="en-US" smtClean="0">
                <a:latin typeface="Arial" panose="020B0604020202020204" pitchFamily="34" charset="0"/>
              </a:rPr>
              <a:pPr/>
              <a:t>199</a:t>
            </a:fld>
            <a:endParaRPr lang="en-US" altLang="en-US">
              <a:latin typeface="Arial" panose="020B0604020202020204" pitchFamily="34" charset="0"/>
            </a:endParaRPr>
          </a:p>
        </p:txBody>
      </p:sp>
      <p:sp>
        <p:nvSpPr>
          <p:cNvPr id="374787" name="Rectangle 2">
            <a:extLst>
              <a:ext uri="{FF2B5EF4-FFF2-40B4-BE49-F238E27FC236}">
                <a16:creationId xmlns:a16="http://schemas.microsoft.com/office/drawing/2014/main" id="{F77F603A-D971-986F-BE91-91E31AD9A4AA}"/>
              </a:ext>
            </a:extLst>
          </p:cNvPr>
          <p:cNvSpPr>
            <a:spLocks noGrp="1" noRot="1" noChangeAspect="1" noChangeArrowheads="1" noTextEdit="1"/>
          </p:cNvSpPr>
          <p:nvPr>
            <p:ph type="sldImg"/>
          </p:nvPr>
        </p:nvSpPr>
        <p:spPr>
          <a:ln/>
        </p:spPr>
      </p:sp>
      <p:sp>
        <p:nvSpPr>
          <p:cNvPr id="374788" name="Rectangle 3">
            <a:extLst>
              <a:ext uri="{FF2B5EF4-FFF2-40B4-BE49-F238E27FC236}">
                <a16:creationId xmlns:a16="http://schemas.microsoft.com/office/drawing/2014/main" id="{A1724C88-43CA-8EBB-8124-1CDFE8C3E0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a:extLst>
              <a:ext uri="{FF2B5EF4-FFF2-40B4-BE49-F238E27FC236}">
                <a16:creationId xmlns:a16="http://schemas.microsoft.com/office/drawing/2014/main" id="{E3CD3161-B4AB-4394-3AF1-1C1981C8BC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E6D5AC9-209B-4E92-BCB2-7C30CB28FEAA}" type="slidenum">
              <a:rPr lang="en-US" altLang="en-US" smtClean="0">
                <a:latin typeface="Arial" panose="020B0604020202020204" pitchFamily="34" charset="0"/>
              </a:rPr>
              <a:pPr/>
              <a:t>200</a:t>
            </a:fld>
            <a:endParaRPr lang="en-US" altLang="en-US">
              <a:latin typeface="Arial" panose="020B0604020202020204" pitchFamily="34" charset="0"/>
            </a:endParaRPr>
          </a:p>
        </p:txBody>
      </p:sp>
      <p:sp>
        <p:nvSpPr>
          <p:cNvPr id="376835" name="Rectangle 2">
            <a:extLst>
              <a:ext uri="{FF2B5EF4-FFF2-40B4-BE49-F238E27FC236}">
                <a16:creationId xmlns:a16="http://schemas.microsoft.com/office/drawing/2014/main" id="{8669ADC8-7168-8630-8AAA-1E94E20FA09D}"/>
              </a:ext>
            </a:extLst>
          </p:cNvPr>
          <p:cNvSpPr>
            <a:spLocks noGrp="1" noRot="1" noChangeAspect="1" noChangeArrowheads="1" noTextEdit="1"/>
          </p:cNvSpPr>
          <p:nvPr>
            <p:ph type="sldImg"/>
          </p:nvPr>
        </p:nvSpPr>
        <p:spPr>
          <a:ln/>
        </p:spPr>
      </p:sp>
      <p:sp>
        <p:nvSpPr>
          <p:cNvPr id="376836" name="Rectangle 3">
            <a:extLst>
              <a:ext uri="{FF2B5EF4-FFF2-40B4-BE49-F238E27FC236}">
                <a16:creationId xmlns:a16="http://schemas.microsoft.com/office/drawing/2014/main" id="{DA59A74D-4D68-A0E7-9672-103BEB94EB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a:extLst>
              <a:ext uri="{FF2B5EF4-FFF2-40B4-BE49-F238E27FC236}">
                <a16:creationId xmlns:a16="http://schemas.microsoft.com/office/drawing/2014/main" id="{6C2A63C5-765A-12AD-D872-D6CA95A630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E636BF7-F265-4E34-8A34-7B8EDBEC98C9}" type="slidenum">
              <a:rPr lang="en-US" altLang="en-US" smtClean="0">
                <a:latin typeface="Arial" panose="020B0604020202020204" pitchFamily="34" charset="0"/>
              </a:rPr>
              <a:pPr/>
              <a:t>201</a:t>
            </a:fld>
            <a:endParaRPr lang="en-US" altLang="en-US">
              <a:latin typeface="Arial" panose="020B0604020202020204" pitchFamily="34" charset="0"/>
            </a:endParaRPr>
          </a:p>
        </p:txBody>
      </p:sp>
      <p:sp>
        <p:nvSpPr>
          <p:cNvPr id="378883" name="Rectangle 2">
            <a:extLst>
              <a:ext uri="{FF2B5EF4-FFF2-40B4-BE49-F238E27FC236}">
                <a16:creationId xmlns:a16="http://schemas.microsoft.com/office/drawing/2014/main" id="{2216E957-01A6-3EDC-1BA1-0D3FBB99E02F}"/>
              </a:ext>
            </a:extLst>
          </p:cNvPr>
          <p:cNvSpPr>
            <a:spLocks noGrp="1" noRot="1" noChangeAspect="1" noChangeArrowheads="1" noTextEdit="1"/>
          </p:cNvSpPr>
          <p:nvPr>
            <p:ph type="sldImg"/>
          </p:nvPr>
        </p:nvSpPr>
        <p:spPr>
          <a:ln/>
        </p:spPr>
      </p:sp>
      <p:sp>
        <p:nvSpPr>
          <p:cNvPr id="378884" name="Rectangle 3">
            <a:extLst>
              <a:ext uri="{FF2B5EF4-FFF2-40B4-BE49-F238E27FC236}">
                <a16:creationId xmlns:a16="http://schemas.microsoft.com/office/drawing/2014/main" id="{27604B90-1F38-3BF8-7542-FEB0A8C3DB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a:extLst>
              <a:ext uri="{FF2B5EF4-FFF2-40B4-BE49-F238E27FC236}">
                <a16:creationId xmlns:a16="http://schemas.microsoft.com/office/drawing/2014/main" id="{BA5AC619-86EE-4FF4-5258-C8632192ED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6B93892-F719-4C64-9E8C-289ED3E4CBAD}" type="slidenum">
              <a:rPr lang="en-US" altLang="en-US" smtClean="0">
                <a:latin typeface="Arial" panose="020B0604020202020204" pitchFamily="34" charset="0"/>
              </a:rPr>
              <a:pPr/>
              <a:t>202</a:t>
            </a:fld>
            <a:endParaRPr lang="en-US" altLang="en-US">
              <a:latin typeface="Arial" panose="020B0604020202020204" pitchFamily="34" charset="0"/>
            </a:endParaRPr>
          </a:p>
        </p:txBody>
      </p:sp>
      <p:sp>
        <p:nvSpPr>
          <p:cNvPr id="380931" name="Rectangle 2">
            <a:extLst>
              <a:ext uri="{FF2B5EF4-FFF2-40B4-BE49-F238E27FC236}">
                <a16:creationId xmlns:a16="http://schemas.microsoft.com/office/drawing/2014/main" id="{246736F6-C65D-A7C9-0535-91520BDB4C5E}"/>
              </a:ext>
            </a:extLst>
          </p:cNvPr>
          <p:cNvSpPr>
            <a:spLocks noGrp="1" noRot="1" noChangeAspect="1" noChangeArrowheads="1" noTextEdit="1"/>
          </p:cNvSpPr>
          <p:nvPr>
            <p:ph type="sldImg"/>
          </p:nvPr>
        </p:nvSpPr>
        <p:spPr>
          <a:ln/>
        </p:spPr>
      </p:sp>
      <p:sp>
        <p:nvSpPr>
          <p:cNvPr id="380932" name="Rectangle 3">
            <a:extLst>
              <a:ext uri="{FF2B5EF4-FFF2-40B4-BE49-F238E27FC236}">
                <a16:creationId xmlns:a16="http://schemas.microsoft.com/office/drawing/2014/main" id="{3556111A-CA95-2DD2-5933-0E201E1FA3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a:extLst>
              <a:ext uri="{FF2B5EF4-FFF2-40B4-BE49-F238E27FC236}">
                <a16:creationId xmlns:a16="http://schemas.microsoft.com/office/drawing/2014/main" id="{BF61186C-84B3-7F32-25D0-DE5592C57C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B5E8866-989F-4C6D-ABB2-1B08D7FAA1F4}" type="slidenum">
              <a:rPr lang="en-US" altLang="en-US" smtClean="0">
                <a:latin typeface="Arial" panose="020B0604020202020204" pitchFamily="34" charset="0"/>
              </a:rPr>
              <a:pPr/>
              <a:t>203</a:t>
            </a:fld>
            <a:endParaRPr lang="en-US" altLang="en-US">
              <a:latin typeface="Arial" panose="020B0604020202020204" pitchFamily="34" charset="0"/>
            </a:endParaRPr>
          </a:p>
        </p:txBody>
      </p:sp>
      <p:sp>
        <p:nvSpPr>
          <p:cNvPr id="382979" name="Rectangle 2">
            <a:extLst>
              <a:ext uri="{FF2B5EF4-FFF2-40B4-BE49-F238E27FC236}">
                <a16:creationId xmlns:a16="http://schemas.microsoft.com/office/drawing/2014/main" id="{70DFE119-E6BC-ED1B-8FFD-628BC8501EA8}"/>
              </a:ext>
            </a:extLst>
          </p:cNvPr>
          <p:cNvSpPr>
            <a:spLocks noGrp="1" noRot="1" noChangeAspect="1" noChangeArrowheads="1" noTextEdit="1"/>
          </p:cNvSpPr>
          <p:nvPr>
            <p:ph type="sldImg"/>
          </p:nvPr>
        </p:nvSpPr>
        <p:spPr>
          <a:ln/>
        </p:spPr>
      </p:sp>
      <p:sp>
        <p:nvSpPr>
          <p:cNvPr id="382980" name="Rectangle 3">
            <a:extLst>
              <a:ext uri="{FF2B5EF4-FFF2-40B4-BE49-F238E27FC236}">
                <a16:creationId xmlns:a16="http://schemas.microsoft.com/office/drawing/2014/main" id="{184DC191-9BD9-9497-17AD-5DE21F8F4D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a:extLst>
              <a:ext uri="{FF2B5EF4-FFF2-40B4-BE49-F238E27FC236}">
                <a16:creationId xmlns:a16="http://schemas.microsoft.com/office/drawing/2014/main" id="{8B67B1D5-B5EC-A0CF-B6EE-31EADCF2B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AFF06EE-3D57-491C-8D0A-95DB26EDD02D}" type="slidenum">
              <a:rPr lang="en-US" altLang="en-US" smtClean="0">
                <a:latin typeface="Arial" panose="020B0604020202020204" pitchFamily="34" charset="0"/>
              </a:rPr>
              <a:pPr/>
              <a:t>204</a:t>
            </a:fld>
            <a:endParaRPr lang="en-US" altLang="en-US">
              <a:latin typeface="Arial" panose="020B0604020202020204" pitchFamily="34" charset="0"/>
            </a:endParaRPr>
          </a:p>
        </p:txBody>
      </p:sp>
      <p:sp>
        <p:nvSpPr>
          <p:cNvPr id="385027" name="Rectangle 2">
            <a:extLst>
              <a:ext uri="{FF2B5EF4-FFF2-40B4-BE49-F238E27FC236}">
                <a16:creationId xmlns:a16="http://schemas.microsoft.com/office/drawing/2014/main" id="{85E47C88-48B4-DBAC-BA2D-CAC9113C5E69}"/>
              </a:ext>
            </a:extLst>
          </p:cNvPr>
          <p:cNvSpPr>
            <a:spLocks noGrp="1" noRot="1" noChangeAspect="1" noChangeArrowheads="1" noTextEdit="1"/>
          </p:cNvSpPr>
          <p:nvPr>
            <p:ph type="sldImg"/>
          </p:nvPr>
        </p:nvSpPr>
        <p:spPr>
          <a:ln/>
        </p:spPr>
      </p:sp>
      <p:sp>
        <p:nvSpPr>
          <p:cNvPr id="385028" name="Rectangle 3">
            <a:extLst>
              <a:ext uri="{FF2B5EF4-FFF2-40B4-BE49-F238E27FC236}">
                <a16:creationId xmlns:a16="http://schemas.microsoft.com/office/drawing/2014/main" id="{963A4563-B908-EBA3-330F-7DF740CA9A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a:extLst>
              <a:ext uri="{FF2B5EF4-FFF2-40B4-BE49-F238E27FC236}">
                <a16:creationId xmlns:a16="http://schemas.microsoft.com/office/drawing/2014/main" id="{E972E671-48C1-25D5-EEDB-A18681B2E8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EC16809-9DB7-4CEF-83E4-BD19BE115BFA}" type="slidenum">
              <a:rPr lang="en-US" altLang="en-US" smtClean="0">
                <a:latin typeface="Arial" panose="020B0604020202020204" pitchFamily="34" charset="0"/>
              </a:rPr>
              <a:pPr/>
              <a:t>205</a:t>
            </a:fld>
            <a:endParaRPr lang="en-US" altLang="en-US">
              <a:latin typeface="Arial" panose="020B0604020202020204" pitchFamily="34" charset="0"/>
            </a:endParaRPr>
          </a:p>
        </p:txBody>
      </p:sp>
      <p:sp>
        <p:nvSpPr>
          <p:cNvPr id="387075" name="Rectangle 2">
            <a:extLst>
              <a:ext uri="{FF2B5EF4-FFF2-40B4-BE49-F238E27FC236}">
                <a16:creationId xmlns:a16="http://schemas.microsoft.com/office/drawing/2014/main" id="{213C45B8-3702-227A-5ABA-8C353C1A9C38}"/>
              </a:ext>
            </a:extLst>
          </p:cNvPr>
          <p:cNvSpPr>
            <a:spLocks noGrp="1" noRot="1" noChangeAspect="1" noChangeArrowheads="1" noTextEdit="1"/>
          </p:cNvSpPr>
          <p:nvPr>
            <p:ph type="sldImg"/>
          </p:nvPr>
        </p:nvSpPr>
        <p:spPr>
          <a:ln/>
        </p:spPr>
      </p:sp>
      <p:sp>
        <p:nvSpPr>
          <p:cNvPr id="387076" name="Rectangle 3">
            <a:extLst>
              <a:ext uri="{FF2B5EF4-FFF2-40B4-BE49-F238E27FC236}">
                <a16:creationId xmlns:a16="http://schemas.microsoft.com/office/drawing/2014/main" id="{6DA9059F-9A82-84F9-BDAD-E0772AD76A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a:extLst>
              <a:ext uri="{FF2B5EF4-FFF2-40B4-BE49-F238E27FC236}">
                <a16:creationId xmlns:a16="http://schemas.microsoft.com/office/drawing/2014/main" id="{DAD9C5CA-EA3B-E36B-11E9-C27B074639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015BD5E-A792-47D1-8BE6-14B89BE39B61}" type="slidenum">
              <a:rPr lang="en-US" altLang="en-US" smtClean="0">
                <a:latin typeface="Arial" panose="020B0604020202020204" pitchFamily="34" charset="0"/>
              </a:rPr>
              <a:pPr/>
              <a:t>206</a:t>
            </a:fld>
            <a:endParaRPr lang="en-US" altLang="en-US">
              <a:latin typeface="Arial" panose="020B0604020202020204" pitchFamily="34" charset="0"/>
            </a:endParaRPr>
          </a:p>
        </p:txBody>
      </p:sp>
      <p:sp>
        <p:nvSpPr>
          <p:cNvPr id="389123" name="Rectangle 2">
            <a:extLst>
              <a:ext uri="{FF2B5EF4-FFF2-40B4-BE49-F238E27FC236}">
                <a16:creationId xmlns:a16="http://schemas.microsoft.com/office/drawing/2014/main" id="{4C5DCF56-C1ED-C318-E061-CCF475B090ED}"/>
              </a:ext>
            </a:extLst>
          </p:cNvPr>
          <p:cNvSpPr>
            <a:spLocks noGrp="1" noRot="1" noChangeAspect="1" noChangeArrowheads="1" noTextEdit="1"/>
          </p:cNvSpPr>
          <p:nvPr>
            <p:ph type="sldImg"/>
          </p:nvPr>
        </p:nvSpPr>
        <p:spPr>
          <a:ln/>
        </p:spPr>
      </p:sp>
      <p:sp>
        <p:nvSpPr>
          <p:cNvPr id="389124" name="Rectangle 3">
            <a:extLst>
              <a:ext uri="{FF2B5EF4-FFF2-40B4-BE49-F238E27FC236}">
                <a16:creationId xmlns:a16="http://schemas.microsoft.com/office/drawing/2014/main" id="{430362B4-5F3F-E1C0-52E8-C470DB278B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7">
            <a:extLst>
              <a:ext uri="{FF2B5EF4-FFF2-40B4-BE49-F238E27FC236}">
                <a16:creationId xmlns:a16="http://schemas.microsoft.com/office/drawing/2014/main" id="{9FCAB81C-EA92-F1EB-90BF-2AC45CC972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210957A-AFBF-4419-83E2-CEA51A225E0A}" type="slidenum">
              <a:rPr lang="en-US" altLang="en-US" smtClean="0">
                <a:latin typeface="Arial" panose="020B0604020202020204" pitchFamily="34" charset="0"/>
              </a:rPr>
              <a:pPr/>
              <a:t>207</a:t>
            </a:fld>
            <a:endParaRPr lang="en-US" altLang="en-US">
              <a:latin typeface="Arial" panose="020B0604020202020204" pitchFamily="34" charset="0"/>
            </a:endParaRPr>
          </a:p>
        </p:txBody>
      </p:sp>
      <p:sp>
        <p:nvSpPr>
          <p:cNvPr id="391171" name="Rectangle 2">
            <a:extLst>
              <a:ext uri="{FF2B5EF4-FFF2-40B4-BE49-F238E27FC236}">
                <a16:creationId xmlns:a16="http://schemas.microsoft.com/office/drawing/2014/main" id="{265F4608-04AA-217C-379F-6EB6310C90F6}"/>
              </a:ext>
            </a:extLst>
          </p:cNvPr>
          <p:cNvSpPr>
            <a:spLocks noGrp="1" noRot="1" noChangeAspect="1" noChangeArrowheads="1" noTextEdit="1"/>
          </p:cNvSpPr>
          <p:nvPr>
            <p:ph type="sldImg"/>
          </p:nvPr>
        </p:nvSpPr>
        <p:spPr>
          <a:ln/>
        </p:spPr>
      </p:sp>
      <p:sp>
        <p:nvSpPr>
          <p:cNvPr id="391172" name="Rectangle 3">
            <a:extLst>
              <a:ext uri="{FF2B5EF4-FFF2-40B4-BE49-F238E27FC236}">
                <a16:creationId xmlns:a16="http://schemas.microsoft.com/office/drawing/2014/main" id="{E60F4037-E8D2-CA0A-7B42-41CA35C05D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a:extLst>
              <a:ext uri="{FF2B5EF4-FFF2-40B4-BE49-F238E27FC236}">
                <a16:creationId xmlns:a16="http://schemas.microsoft.com/office/drawing/2014/main" id="{528C5815-6A2D-743F-B13C-1077ECE120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14067D1-BB15-4140-8BBA-D4CDACEF75A7}" type="slidenum">
              <a:rPr lang="en-US" altLang="en-US" smtClean="0">
                <a:latin typeface="Arial" panose="020B0604020202020204" pitchFamily="34" charset="0"/>
              </a:rPr>
              <a:pPr/>
              <a:t>208</a:t>
            </a:fld>
            <a:endParaRPr lang="en-US" altLang="en-US">
              <a:latin typeface="Arial" panose="020B0604020202020204" pitchFamily="34" charset="0"/>
            </a:endParaRPr>
          </a:p>
        </p:txBody>
      </p:sp>
      <p:sp>
        <p:nvSpPr>
          <p:cNvPr id="393219" name="Rectangle 2">
            <a:extLst>
              <a:ext uri="{FF2B5EF4-FFF2-40B4-BE49-F238E27FC236}">
                <a16:creationId xmlns:a16="http://schemas.microsoft.com/office/drawing/2014/main" id="{6095FF10-5BF5-4961-E857-F9AF66008269}"/>
              </a:ext>
            </a:extLst>
          </p:cNvPr>
          <p:cNvSpPr>
            <a:spLocks noGrp="1" noRot="1" noChangeAspect="1" noChangeArrowheads="1" noTextEdit="1"/>
          </p:cNvSpPr>
          <p:nvPr>
            <p:ph type="sldImg"/>
          </p:nvPr>
        </p:nvSpPr>
        <p:spPr>
          <a:ln/>
        </p:spPr>
      </p:sp>
      <p:sp>
        <p:nvSpPr>
          <p:cNvPr id="393220" name="Rectangle 3">
            <a:extLst>
              <a:ext uri="{FF2B5EF4-FFF2-40B4-BE49-F238E27FC236}">
                <a16:creationId xmlns:a16="http://schemas.microsoft.com/office/drawing/2014/main" id="{8B1271A2-BFFB-C10C-1F53-DA172F84F4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a:extLst>
              <a:ext uri="{FF2B5EF4-FFF2-40B4-BE49-F238E27FC236}">
                <a16:creationId xmlns:a16="http://schemas.microsoft.com/office/drawing/2014/main" id="{CC80CB1D-E63D-B280-1F28-86185A4941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6F516E3-A86A-4FF2-BC53-B4914F64CB4C}" type="slidenum">
              <a:rPr lang="en-US" altLang="en-US" smtClean="0">
                <a:latin typeface="Arial" panose="020B0604020202020204" pitchFamily="34" charset="0"/>
              </a:rPr>
              <a:pPr/>
              <a:t>209</a:t>
            </a:fld>
            <a:endParaRPr lang="en-US" altLang="en-US">
              <a:latin typeface="Arial" panose="020B0604020202020204" pitchFamily="34" charset="0"/>
            </a:endParaRPr>
          </a:p>
        </p:txBody>
      </p:sp>
      <p:sp>
        <p:nvSpPr>
          <p:cNvPr id="395267" name="Rectangle 2">
            <a:extLst>
              <a:ext uri="{FF2B5EF4-FFF2-40B4-BE49-F238E27FC236}">
                <a16:creationId xmlns:a16="http://schemas.microsoft.com/office/drawing/2014/main" id="{321C9BA0-9FF2-56DF-5812-9D81C8B571C8}"/>
              </a:ext>
            </a:extLst>
          </p:cNvPr>
          <p:cNvSpPr>
            <a:spLocks noGrp="1" noRot="1" noChangeAspect="1" noChangeArrowheads="1" noTextEdit="1"/>
          </p:cNvSpPr>
          <p:nvPr>
            <p:ph type="sldImg"/>
          </p:nvPr>
        </p:nvSpPr>
        <p:spPr>
          <a:ln/>
        </p:spPr>
      </p:sp>
      <p:sp>
        <p:nvSpPr>
          <p:cNvPr id="395268" name="Rectangle 3">
            <a:extLst>
              <a:ext uri="{FF2B5EF4-FFF2-40B4-BE49-F238E27FC236}">
                <a16:creationId xmlns:a16="http://schemas.microsoft.com/office/drawing/2014/main" id="{10458EA3-8141-64E7-EA24-DA6AAFCC11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7">
            <a:extLst>
              <a:ext uri="{FF2B5EF4-FFF2-40B4-BE49-F238E27FC236}">
                <a16:creationId xmlns:a16="http://schemas.microsoft.com/office/drawing/2014/main" id="{FEBFF8A3-B20F-3D37-D266-1BA19CD5D5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A487578-817E-4487-8441-E69BF7EDF878}" type="slidenum">
              <a:rPr lang="en-US" altLang="en-US" smtClean="0">
                <a:latin typeface="Arial" panose="020B0604020202020204" pitchFamily="34" charset="0"/>
              </a:rPr>
              <a:pPr/>
              <a:t>211</a:t>
            </a:fld>
            <a:endParaRPr lang="en-US" altLang="en-US">
              <a:latin typeface="Arial" panose="020B0604020202020204" pitchFamily="34" charset="0"/>
            </a:endParaRPr>
          </a:p>
        </p:txBody>
      </p:sp>
      <p:sp>
        <p:nvSpPr>
          <p:cNvPr id="402435" name="Rectangle 2">
            <a:extLst>
              <a:ext uri="{FF2B5EF4-FFF2-40B4-BE49-F238E27FC236}">
                <a16:creationId xmlns:a16="http://schemas.microsoft.com/office/drawing/2014/main" id="{552BBA08-179B-5415-D9A2-CD6D169F6EFF}"/>
              </a:ext>
            </a:extLst>
          </p:cNvPr>
          <p:cNvSpPr>
            <a:spLocks noGrp="1" noRot="1" noChangeAspect="1" noChangeArrowheads="1" noTextEdit="1"/>
          </p:cNvSpPr>
          <p:nvPr>
            <p:ph type="sldImg"/>
          </p:nvPr>
        </p:nvSpPr>
        <p:spPr>
          <a:ln/>
        </p:spPr>
      </p:sp>
      <p:sp>
        <p:nvSpPr>
          <p:cNvPr id="402436" name="Rectangle 3">
            <a:extLst>
              <a:ext uri="{FF2B5EF4-FFF2-40B4-BE49-F238E27FC236}">
                <a16:creationId xmlns:a16="http://schemas.microsoft.com/office/drawing/2014/main" id="{46F60553-C1A5-D124-FB77-2AAC717837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a:extLst>
              <a:ext uri="{FF2B5EF4-FFF2-40B4-BE49-F238E27FC236}">
                <a16:creationId xmlns:a16="http://schemas.microsoft.com/office/drawing/2014/main" id="{CCBADF55-9DC1-DA33-7DA7-F377E2A498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4E7AEC3-0877-4424-82A4-532EFE4DB0D8}" type="slidenum">
              <a:rPr lang="en-US" altLang="en-US" smtClean="0">
                <a:latin typeface="Arial" panose="020B0604020202020204" pitchFamily="34" charset="0"/>
              </a:rPr>
              <a:pPr/>
              <a:t>212</a:t>
            </a:fld>
            <a:endParaRPr lang="en-US" altLang="en-US">
              <a:latin typeface="Arial" panose="020B0604020202020204" pitchFamily="34" charset="0"/>
            </a:endParaRPr>
          </a:p>
        </p:txBody>
      </p:sp>
      <p:sp>
        <p:nvSpPr>
          <p:cNvPr id="337923" name="Rectangle 2">
            <a:extLst>
              <a:ext uri="{FF2B5EF4-FFF2-40B4-BE49-F238E27FC236}">
                <a16:creationId xmlns:a16="http://schemas.microsoft.com/office/drawing/2014/main" id="{E9B413BB-7E6D-4936-5BA5-6B2D721F036E}"/>
              </a:ext>
            </a:extLst>
          </p:cNvPr>
          <p:cNvSpPr>
            <a:spLocks noGrp="1" noRot="1" noChangeAspect="1" noChangeArrowheads="1" noTextEdit="1"/>
          </p:cNvSpPr>
          <p:nvPr>
            <p:ph type="sldImg"/>
          </p:nvPr>
        </p:nvSpPr>
        <p:spPr>
          <a:ln/>
        </p:spPr>
      </p:sp>
      <p:sp>
        <p:nvSpPr>
          <p:cNvPr id="337924" name="Rectangle 3">
            <a:extLst>
              <a:ext uri="{FF2B5EF4-FFF2-40B4-BE49-F238E27FC236}">
                <a16:creationId xmlns:a16="http://schemas.microsoft.com/office/drawing/2014/main" id="{CD8DCEED-0FF4-F9C1-FCCA-FB2875CAA1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5628438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a:extLst>
              <a:ext uri="{FF2B5EF4-FFF2-40B4-BE49-F238E27FC236}">
                <a16:creationId xmlns:a16="http://schemas.microsoft.com/office/drawing/2014/main" id="{CCBADF55-9DC1-DA33-7DA7-F377E2A498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4E7AEC3-0877-4424-82A4-532EFE4DB0D8}" type="slidenum">
              <a:rPr lang="en-US" altLang="en-US" smtClean="0">
                <a:latin typeface="Arial" panose="020B0604020202020204" pitchFamily="34" charset="0"/>
              </a:rPr>
              <a:pPr/>
              <a:t>213</a:t>
            </a:fld>
            <a:endParaRPr lang="en-US" altLang="en-US">
              <a:latin typeface="Arial" panose="020B0604020202020204" pitchFamily="34" charset="0"/>
            </a:endParaRPr>
          </a:p>
        </p:txBody>
      </p:sp>
      <p:sp>
        <p:nvSpPr>
          <p:cNvPr id="337923" name="Rectangle 2">
            <a:extLst>
              <a:ext uri="{FF2B5EF4-FFF2-40B4-BE49-F238E27FC236}">
                <a16:creationId xmlns:a16="http://schemas.microsoft.com/office/drawing/2014/main" id="{E9B413BB-7E6D-4936-5BA5-6B2D721F036E}"/>
              </a:ext>
            </a:extLst>
          </p:cNvPr>
          <p:cNvSpPr>
            <a:spLocks noGrp="1" noRot="1" noChangeAspect="1" noChangeArrowheads="1" noTextEdit="1"/>
          </p:cNvSpPr>
          <p:nvPr>
            <p:ph type="sldImg"/>
          </p:nvPr>
        </p:nvSpPr>
        <p:spPr>
          <a:ln/>
        </p:spPr>
      </p:sp>
      <p:sp>
        <p:nvSpPr>
          <p:cNvPr id="337924" name="Rectangle 3">
            <a:extLst>
              <a:ext uri="{FF2B5EF4-FFF2-40B4-BE49-F238E27FC236}">
                <a16:creationId xmlns:a16="http://schemas.microsoft.com/office/drawing/2014/main" id="{CD8DCEED-0FF4-F9C1-FCCA-FB2875CAA1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2772726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a:extLst>
              <a:ext uri="{FF2B5EF4-FFF2-40B4-BE49-F238E27FC236}">
                <a16:creationId xmlns:a16="http://schemas.microsoft.com/office/drawing/2014/main" id="{6360FA60-97E9-6726-A2E0-D657083743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C0CC7A0-6193-4332-8EDC-F7F812FF1BA5}" type="slidenum">
              <a:rPr lang="en-US" altLang="en-US" smtClean="0">
                <a:latin typeface="Arial" panose="020B0604020202020204" pitchFamily="34" charset="0"/>
              </a:rPr>
              <a:pPr/>
              <a:t>242</a:t>
            </a:fld>
            <a:endParaRPr lang="en-US" altLang="en-US">
              <a:latin typeface="Arial" panose="020B0604020202020204" pitchFamily="34" charset="0"/>
            </a:endParaRPr>
          </a:p>
        </p:txBody>
      </p:sp>
      <p:sp>
        <p:nvSpPr>
          <p:cNvPr id="464899" name="Rectangle 2">
            <a:extLst>
              <a:ext uri="{FF2B5EF4-FFF2-40B4-BE49-F238E27FC236}">
                <a16:creationId xmlns:a16="http://schemas.microsoft.com/office/drawing/2014/main" id="{66330B0B-D689-BA4C-E7A9-B60072AC2602}"/>
              </a:ext>
            </a:extLst>
          </p:cNvPr>
          <p:cNvSpPr>
            <a:spLocks noGrp="1" noRot="1" noChangeAspect="1" noChangeArrowheads="1" noTextEdit="1"/>
          </p:cNvSpPr>
          <p:nvPr>
            <p:ph type="sldImg"/>
          </p:nvPr>
        </p:nvSpPr>
        <p:spPr>
          <a:ln/>
        </p:spPr>
      </p:sp>
      <p:sp>
        <p:nvSpPr>
          <p:cNvPr id="464900" name="Rectangle 3">
            <a:extLst>
              <a:ext uri="{FF2B5EF4-FFF2-40B4-BE49-F238E27FC236}">
                <a16:creationId xmlns:a16="http://schemas.microsoft.com/office/drawing/2014/main" id="{CB3A6A2F-4380-077F-7F22-C05E32419F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a:extLst>
              <a:ext uri="{FF2B5EF4-FFF2-40B4-BE49-F238E27FC236}">
                <a16:creationId xmlns:a16="http://schemas.microsoft.com/office/drawing/2014/main" id="{C1DF2A62-30E6-59A3-1C19-B38B5577FB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F0C6F98-CE7C-4AEB-A89B-7E2CFC96CC08}" type="slidenum">
              <a:rPr lang="en-US" altLang="en-US" smtClean="0">
                <a:latin typeface="Arial" panose="020B0604020202020204" pitchFamily="34" charset="0"/>
              </a:rPr>
              <a:pPr/>
              <a:t>243</a:t>
            </a:fld>
            <a:endParaRPr lang="en-US" altLang="en-US">
              <a:latin typeface="Arial" panose="020B0604020202020204" pitchFamily="34" charset="0"/>
            </a:endParaRPr>
          </a:p>
        </p:txBody>
      </p:sp>
      <p:sp>
        <p:nvSpPr>
          <p:cNvPr id="466947" name="Rectangle 2">
            <a:extLst>
              <a:ext uri="{FF2B5EF4-FFF2-40B4-BE49-F238E27FC236}">
                <a16:creationId xmlns:a16="http://schemas.microsoft.com/office/drawing/2014/main" id="{7B807AC0-42AD-F19F-A560-DAD410636742}"/>
              </a:ext>
            </a:extLst>
          </p:cNvPr>
          <p:cNvSpPr>
            <a:spLocks noGrp="1" noRot="1" noChangeAspect="1" noChangeArrowheads="1" noTextEdit="1"/>
          </p:cNvSpPr>
          <p:nvPr>
            <p:ph type="sldImg"/>
          </p:nvPr>
        </p:nvSpPr>
        <p:spPr>
          <a:ln/>
        </p:spPr>
      </p:sp>
      <p:sp>
        <p:nvSpPr>
          <p:cNvPr id="466948" name="Rectangle 3">
            <a:extLst>
              <a:ext uri="{FF2B5EF4-FFF2-40B4-BE49-F238E27FC236}">
                <a16:creationId xmlns:a16="http://schemas.microsoft.com/office/drawing/2014/main" id="{2BBDEE38-4991-E7A3-314C-11DD331BB4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7000872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a:extLst>
              <a:ext uri="{FF2B5EF4-FFF2-40B4-BE49-F238E27FC236}">
                <a16:creationId xmlns:a16="http://schemas.microsoft.com/office/drawing/2014/main" id="{DF2A5CFD-7150-E2C8-C99C-C1CEEC7577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0FC3595-B605-4CDB-A1A4-B24DB7583F94}" type="slidenum">
              <a:rPr lang="en-US" altLang="en-US" smtClean="0">
                <a:latin typeface="Arial" panose="020B0604020202020204" pitchFamily="34" charset="0"/>
              </a:rPr>
              <a:pPr/>
              <a:t>244</a:t>
            </a:fld>
            <a:endParaRPr lang="en-US" altLang="en-US">
              <a:latin typeface="Arial" panose="020B0604020202020204" pitchFamily="34" charset="0"/>
            </a:endParaRPr>
          </a:p>
        </p:txBody>
      </p:sp>
      <p:sp>
        <p:nvSpPr>
          <p:cNvPr id="468995" name="Rectangle 2">
            <a:extLst>
              <a:ext uri="{FF2B5EF4-FFF2-40B4-BE49-F238E27FC236}">
                <a16:creationId xmlns:a16="http://schemas.microsoft.com/office/drawing/2014/main" id="{6D52320F-1C2A-84CA-E8E7-B0200E032A51}"/>
              </a:ext>
            </a:extLst>
          </p:cNvPr>
          <p:cNvSpPr>
            <a:spLocks noGrp="1" noRot="1" noChangeAspect="1" noChangeArrowheads="1" noTextEdit="1"/>
          </p:cNvSpPr>
          <p:nvPr>
            <p:ph type="sldImg"/>
          </p:nvPr>
        </p:nvSpPr>
        <p:spPr>
          <a:ln/>
        </p:spPr>
      </p:sp>
      <p:sp>
        <p:nvSpPr>
          <p:cNvPr id="468996" name="Rectangle 3">
            <a:extLst>
              <a:ext uri="{FF2B5EF4-FFF2-40B4-BE49-F238E27FC236}">
                <a16:creationId xmlns:a16="http://schemas.microsoft.com/office/drawing/2014/main" id="{5B4DA526-F757-DC1A-6648-AAD685FF36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41603661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a:extLst>
              <a:ext uri="{FF2B5EF4-FFF2-40B4-BE49-F238E27FC236}">
                <a16:creationId xmlns:a16="http://schemas.microsoft.com/office/drawing/2014/main" id="{92D80EC3-253A-808F-6EBB-BE5EDD7BFB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621BF29-466D-4A9A-882B-B27144551D16}" type="slidenum">
              <a:rPr lang="en-US" altLang="en-US" smtClean="0">
                <a:latin typeface="Arial" panose="020B0604020202020204" pitchFamily="34" charset="0"/>
              </a:rPr>
              <a:pPr/>
              <a:t>245</a:t>
            </a:fld>
            <a:endParaRPr lang="en-US" altLang="en-US">
              <a:latin typeface="Arial" panose="020B0604020202020204" pitchFamily="34" charset="0"/>
            </a:endParaRPr>
          </a:p>
        </p:txBody>
      </p:sp>
      <p:sp>
        <p:nvSpPr>
          <p:cNvPr id="471043" name="Rectangle 2">
            <a:extLst>
              <a:ext uri="{FF2B5EF4-FFF2-40B4-BE49-F238E27FC236}">
                <a16:creationId xmlns:a16="http://schemas.microsoft.com/office/drawing/2014/main" id="{7CA2F413-9434-C2AA-A641-3F0C937A908A}"/>
              </a:ext>
            </a:extLst>
          </p:cNvPr>
          <p:cNvSpPr>
            <a:spLocks noGrp="1" noRot="1" noChangeAspect="1" noChangeArrowheads="1" noTextEdit="1"/>
          </p:cNvSpPr>
          <p:nvPr>
            <p:ph type="sldImg"/>
          </p:nvPr>
        </p:nvSpPr>
        <p:spPr>
          <a:ln/>
        </p:spPr>
      </p:sp>
      <p:sp>
        <p:nvSpPr>
          <p:cNvPr id="471044" name="Rectangle 3">
            <a:extLst>
              <a:ext uri="{FF2B5EF4-FFF2-40B4-BE49-F238E27FC236}">
                <a16:creationId xmlns:a16="http://schemas.microsoft.com/office/drawing/2014/main" id="{E8AD36ED-4B6B-48CD-D0C8-50D9EE2387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305506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a:extLst>
              <a:ext uri="{FF2B5EF4-FFF2-40B4-BE49-F238E27FC236}">
                <a16:creationId xmlns:a16="http://schemas.microsoft.com/office/drawing/2014/main" id="{5EBD5707-2B16-23EE-51A9-C2BB2F73A1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DDBBBBD-7C9D-4509-B7E7-C97C752E9B17}" type="slidenum">
              <a:rPr lang="en-US" altLang="en-US" smtClean="0">
                <a:latin typeface="Arial" panose="020B0604020202020204" pitchFamily="34" charset="0"/>
              </a:rPr>
              <a:pPr/>
              <a:t>249</a:t>
            </a:fld>
            <a:endParaRPr lang="en-US" altLang="en-US">
              <a:latin typeface="Arial" panose="020B0604020202020204" pitchFamily="34" charset="0"/>
            </a:endParaRPr>
          </a:p>
        </p:txBody>
      </p:sp>
      <p:sp>
        <p:nvSpPr>
          <p:cNvPr id="473091" name="Rectangle 2">
            <a:extLst>
              <a:ext uri="{FF2B5EF4-FFF2-40B4-BE49-F238E27FC236}">
                <a16:creationId xmlns:a16="http://schemas.microsoft.com/office/drawing/2014/main" id="{9EA617C0-6873-3661-4FC5-5DE7ACA9D943}"/>
              </a:ext>
            </a:extLst>
          </p:cNvPr>
          <p:cNvSpPr>
            <a:spLocks noGrp="1" noRot="1" noChangeAspect="1" noChangeArrowheads="1" noTextEdit="1"/>
          </p:cNvSpPr>
          <p:nvPr>
            <p:ph type="sldImg"/>
          </p:nvPr>
        </p:nvSpPr>
        <p:spPr>
          <a:ln/>
        </p:spPr>
      </p:sp>
      <p:sp>
        <p:nvSpPr>
          <p:cNvPr id="473092" name="Rectangle 3">
            <a:extLst>
              <a:ext uri="{FF2B5EF4-FFF2-40B4-BE49-F238E27FC236}">
                <a16:creationId xmlns:a16="http://schemas.microsoft.com/office/drawing/2014/main" id="{4D6CC1DA-E275-0BAB-7EED-E2C7018BD6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a:extLst>
              <a:ext uri="{FF2B5EF4-FFF2-40B4-BE49-F238E27FC236}">
                <a16:creationId xmlns:a16="http://schemas.microsoft.com/office/drawing/2014/main" id="{31208BE2-3120-8A6E-C91C-EA954E6FE7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E4C0FBC-9843-4E62-9009-570C6A0CF259}" type="slidenum">
              <a:rPr lang="en-US" altLang="en-US" smtClean="0">
                <a:latin typeface="Arial" panose="020B0604020202020204" pitchFamily="34" charset="0"/>
              </a:rPr>
              <a:pPr/>
              <a:t>250</a:t>
            </a:fld>
            <a:endParaRPr lang="en-US" altLang="en-US">
              <a:latin typeface="Arial" panose="020B0604020202020204" pitchFamily="34" charset="0"/>
            </a:endParaRPr>
          </a:p>
        </p:txBody>
      </p:sp>
      <p:sp>
        <p:nvSpPr>
          <p:cNvPr id="475139" name="Rectangle 2">
            <a:extLst>
              <a:ext uri="{FF2B5EF4-FFF2-40B4-BE49-F238E27FC236}">
                <a16:creationId xmlns:a16="http://schemas.microsoft.com/office/drawing/2014/main" id="{D84BAC53-BE46-FDF7-8889-8CA4F0389218}"/>
              </a:ext>
            </a:extLst>
          </p:cNvPr>
          <p:cNvSpPr>
            <a:spLocks noGrp="1" noRot="1" noChangeAspect="1" noChangeArrowheads="1" noTextEdit="1"/>
          </p:cNvSpPr>
          <p:nvPr>
            <p:ph type="sldImg"/>
          </p:nvPr>
        </p:nvSpPr>
        <p:spPr>
          <a:ln/>
        </p:spPr>
      </p:sp>
      <p:sp>
        <p:nvSpPr>
          <p:cNvPr id="475140" name="Rectangle 3">
            <a:extLst>
              <a:ext uri="{FF2B5EF4-FFF2-40B4-BE49-F238E27FC236}">
                <a16:creationId xmlns:a16="http://schemas.microsoft.com/office/drawing/2014/main" id="{D1131718-4B9A-E667-7A1A-6A9E64506E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a:extLst>
              <a:ext uri="{FF2B5EF4-FFF2-40B4-BE49-F238E27FC236}">
                <a16:creationId xmlns:a16="http://schemas.microsoft.com/office/drawing/2014/main" id="{B5EACE5C-7E0D-7DCC-02EC-760BBFCBB4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1EA8C12-3EC3-41D3-928A-F60103510C93}" type="slidenum">
              <a:rPr lang="en-US" altLang="en-US" smtClean="0">
                <a:latin typeface="Arial" panose="020B0604020202020204" pitchFamily="34" charset="0"/>
              </a:rPr>
              <a:pPr/>
              <a:t>251</a:t>
            </a:fld>
            <a:endParaRPr lang="en-US" altLang="en-US">
              <a:latin typeface="Arial" panose="020B0604020202020204" pitchFamily="34" charset="0"/>
            </a:endParaRPr>
          </a:p>
        </p:txBody>
      </p:sp>
      <p:sp>
        <p:nvSpPr>
          <p:cNvPr id="477187" name="Rectangle 2">
            <a:extLst>
              <a:ext uri="{FF2B5EF4-FFF2-40B4-BE49-F238E27FC236}">
                <a16:creationId xmlns:a16="http://schemas.microsoft.com/office/drawing/2014/main" id="{5E0C53D5-65B0-F530-6F0A-F80BC42A93AF}"/>
              </a:ext>
            </a:extLst>
          </p:cNvPr>
          <p:cNvSpPr>
            <a:spLocks noGrp="1" noRot="1" noChangeAspect="1" noChangeArrowheads="1" noTextEdit="1"/>
          </p:cNvSpPr>
          <p:nvPr>
            <p:ph type="sldImg"/>
          </p:nvPr>
        </p:nvSpPr>
        <p:spPr>
          <a:ln/>
        </p:spPr>
      </p:sp>
      <p:sp>
        <p:nvSpPr>
          <p:cNvPr id="477188" name="Rectangle 3">
            <a:extLst>
              <a:ext uri="{FF2B5EF4-FFF2-40B4-BE49-F238E27FC236}">
                <a16:creationId xmlns:a16="http://schemas.microsoft.com/office/drawing/2014/main" id="{9207BAF0-249D-4F4B-7EC4-7AB94BD509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a:extLst>
              <a:ext uri="{FF2B5EF4-FFF2-40B4-BE49-F238E27FC236}">
                <a16:creationId xmlns:a16="http://schemas.microsoft.com/office/drawing/2014/main" id="{AB20DA75-E7F7-443F-8A5E-68048CD20A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6DCD9A5-7E4F-41F1-87D2-2B69A1EAF2C0}" type="slidenum">
              <a:rPr lang="en-US" altLang="en-US" smtClean="0">
                <a:latin typeface="Arial" panose="020B0604020202020204" pitchFamily="34" charset="0"/>
              </a:rPr>
              <a:pPr/>
              <a:t>253</a:t>
            </a:fld>
            <a:endParaRPr lang="en-US" altLang="en-US">
              <a:latin typeface="Arial" panose="020B0604020202020204" pitchFamily="34" charset="0"/>
            </a:endParaRPr>
          </a:p>
        </p:txBody>
      </p:sp>
      <p:sp>
        <p:nvSpPr>
          <p:cNvPr id="479235" name="Rectangle 2">
            <a:extLst>
              <a:ext uri="{FF2B5EF4-FFF2-40B4-BE49-F238E27FC236}">
                <a16:creationId xmlns:a16="http://schemas.microsoft.com/office/drawing/2014/main" id="{13736B17-A378-E8CE-1E69-9B4A6804E9E1}"/>
              </a:ext>
            </a:extLst>
          </p:cNvPr>
          <p:cNvSpPr>
            <a:spLocks noGrp="1" noRot="1" noChangeAspect="1" noChangeArrowheads="1" noTextEdit="1"/>
          </p:cNvSpPr>
          <p:nvPr>
            <p:ph type="sldImg"/>
          </p:nvPr>
        </p:nvSpPr>
        <p:spPr>
          <a:ln/>
        </p:spPr>
      </p:sp>
      <p:sp>
        <p:nvSpPr>
          <p:cNvPr id="479236" name="Rectangle 3">
            <a:extLst>
              <a:ext uri="{FF2B5EF4-FFF2-40B4-BE49-F238E27FC236}">
                <a16:creationId xmlns:a16="http://schemas.microsoft.com/office/drawing/2014/main" id="{C728AB3B-66EC-E0A3-9651-08E18D6729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a:extLst>
              <a:ext uri="{FF2B5EF4-FFF2-40B4-BE49-F238E27FC236}">
                <a16:creationId xmlns:a16="http://schemas.microsoft.com/office/drawing/2014/main" id="{4409A0AB-AE75-735C-940F-50822BF6E7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5C33767-9AE3-44F7-AECF-281F3F22421F}" type="slidenum">
              <a:rPr lang="en-US" altLang="en-US" smtClean="0">
                <a:latin typeface="Arial" panose="020B0604020202020204" pitchFamily="34" charset="0"/>
              </a:rPr>
              <a:pPr/>
              <a:t>254</a:t>
            </a:fld>
            <a:endParaRPr lang="en-US" altLang="en-US">
              <a:latin typeface="Arial" panose="020B0604020202020204" pitchFamily="34" charset="0"/>
            </a:endParaRPr>
          </a:p>
        </p:txBody>
      </p:sp>
      <p:sp>
        <p:nvSpPr>
          <p:cNvPr id="481283" name="Rectangle 2">
            <a:extLst>
              <a:ext uri="{FF2B5EF4-FFF2-40B4-BE49-F238E27FC236}">
                <a16:creationId xmlns:a16="http://schemas.microsoft.com/office/drawing/2014/main" id="{6B0BD2F8-0218-EA3F-D173-742ED77693DD}"/>
              </a:ext>
            </a:extLst>
          </p:cNvPr>
          <p:cNvSpPr>
            <a:spLocks noGrp="1" noRot="1" noChangeAspect="1" noChangeArrowheads="1" noTextEdit="1"/>
          </p:cNvSpPr>
          <p:nvPr>
            <p:ph type="sldImg"/>
          </p:nvPr>
        </p:nvSpPr>
        <p:spPr>
          <a:ln/>
        </p:spPr>
      </p:sp>
      <p:sp>
        <p:nvSpPr>
          <p:cNvPr id="481284" name="Rectangle 3">
            <a:extLst>
              <a:ext uri="{FF2B5EF4-FFF2-40B4-BE49-F238E27FC236}">
                <a16:creationId xmlns:a16="http://schemas.microsoft.com/office/drawing/2014/main" id="{D911754E-D6FC-E260-D4B6-7DBB9DE38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a:extLst>
              <a:ext uri="{FF2B5EF4-FFF2-40B4-BE49-F238E27FC236}">
                <a16:creationId xmlns:a16="http://schemas.microsoft.com/office/drawing/2014/main" id="{74C81E27-45EF-2CD7-4346-559D8BF08E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8CC1C9A-3330-48F8-91AA-52F8AF364AA2}" type="slidenum">
              <a:rPr lang="en-US" altLang="en-US" smtClean="0">
                <a:latin typeface="Arial" panose="020B0604020202020204" pitchFamily="34" charset="0"/>
              </a:rPr>
              <a:pPr/>
              <a:t>255</a:t>
            </a:fld>
            <a:endParaRPr lang="en-US" altLang="en-US">
              <a:latin typeface="Arial" panose="020B0604020202020204" pitchFamily="34" charset="0"/>
            </a:endParaRPr>
          </a:p>
        </p:txBody>
      </p:sp>
      <p:sp>
        <p:nvSpPr>
          <p:cNvPr id="483331" name="Rectangle 2">
            <a:extLst>
              <a:ext uri="{FF2B5EF4-FFF2-40B4-BE49-F238E27FC236}">
                <a16:creationId xmlns:a16="http://schemas.microsoft.com/office/drawing/2014/main" id="{F3E8173A-8819-064C-76E9-930CDF41262F}"/>
              </a:ext>
            </a:extLst>
          </p:cNvPr>
          <p:cNvSpPr>
            <a:spLocks noGrp="1" noRot="1" noChangeAspect="1" noChangeArrowheads="1" noTextEdit="1"/>
          </p:cNvSpPr>
          <p:nvPr>
            <p:ph type="sldImg"/>
          </p:nvPr>
        </p:nvSpPr>
        <p:spPr>
          <a:ln/>
        </p:spPr>
      </p:sp>
      <p:sp>
        <p:nvSpPr>
          <p:cNvPr id="483332" name="Rectangle 3">
            <a:extLst>
              <a:ext uri="{FF2B5EF4-FFF2-40B4-BE49-F238E27FC236}">
                <a16:creationId xmlns:a16="http://schemas.microsoft.com/office/drawing/2014/main" id="{B91939C1-0D6B-B4AC-0482-2263AFF206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7">
            <a:extLst>
              <a:ext uri="{FF2B5EF4-FFF2-40B4-BE49-F238E27FC236}">
                <a16:creationId xmlns:a16="http://schemas.microsoft.com/office/drawing/2014/main" id="{5C2F5A11-DEA9-24FE-0F0F-00E56CC281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81280AA-885D-43DD-A2E1-8A905D9DF401}" type="slidenum">
              <a:rPr lang="en-US" altLang="en-US" smtClean="0">
                <a:latin typeface="Arial" panose="020B0604020202020204" pitchFamily="34" charset="0"/>
              </a:rPr>
              <a:pPr/>
              <a:t>256</a:t>
            </a:fld>
            <a:endParaRPr lang="en-US" altLang="en-US">
              <a:latin typeface="Arial" panose="020B0604020202020204" pitchFamily="34" charset="0"/>
            </a:endParaRPr>
          </a:p>
        </p:txBody>
      </p:sp>
      <p:sp>
        <p:nvSpPr>
          <p:cNvPr id="485379" name="Rectangle 2">
            <a:extLst>
              <a:ext uri="{FF2B5EF4-FFF2-40B4-BE49-F238E27FC236}">
                <a16:creationId xmlns:a16="http://schemas.microsoft.com/office/drawing/2014/main" id="{793B2A36-15E5-3E06-C9D9-327F92955AFE}"/>
              </a:ext>
            </a:extLst>
          </p:cNvPr>
          <p:cNvSpPr>
            <a:spLocks noGrp="1" noRot="1" noChangeAspect="1" noChangeArrowheads="1" noTextEdit="1"/>
          </p:cNvSpPr>
          <p:nvPr>
            <p:ph type="sldImg"/>
          </p:nvPr>
        </p:nvSpPr>
        <p:spPr>
          <a:ln/>
        </p:spPr>
      </p:sp>
      <p:sp>
        <p:nvSpPr>
          <p:cNvPr id="485380" name="Rectangle 3">
            <a:extLst>
              <a:ext uri="{FF2B5EF4-FFF2-40B4-BE49-F238E27FC236}">
                <a16:creationId xmlns:a16="http://schemas.microsoft.com/office/drawing/2014/main" id="{7BC4D600-15FF-CC1D-A6A7-3949614408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7">
            <a:extLst>
              <a:ext uri="{FF2B5EF4-FFF2-40B4-BE49-F238E27FC236}">
                <a16:creationId xmlns:a16="http://schemas.microsoft.com/office/drawing/2014/main" id="{68D09923-5880-5009-5815-6E45269F98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42DAC73-0B89-40C1-B87C-9813D61BF8B1}" type="slidenum">
              <a:rPr lang="en-US" altLang="en-US" smtClean="0">
                <a:latin typeface="Arial" panose="020B0604020202020204" pitchFamily="34" charset="0"/>
              </a:rPr>
              <a:pPr/>
              <a:t>257</a:t>
            </a:fld>
            <a:endParaRPr lang="en-US" altLang="en-US">
              <a:latin typeface="Arial" panose="020B0604020202020204" pitchFamily="34" charset="0"/>
            </a:endParaRPr>
          </a:p>
        </p:txBody>
      </p:sp>
      <p:sp>
        <p:nvSpPr>
          <p:cNvPr id="487427" name="Rectangle 2">
            <a:extLst>
              <a:ext uri="{FF2B5EF4-FFF2-40B4-BE49-F238E27FC236}">
                <a16:creationId xmlns:a16="http://schemas.microsoft.com/office/drawing/2014/main" id="{020BF804-1799-7E4E-A7A2-3FD59C252C20}"/>
              </a:ext>
            </a:extLst>
          </p:cNvPr>
          <p:cNvSpPr>
            <a:spLocks noGrp="1" noRot="1" noChangeAspect="1" noChangeArrowheads="1" noTextEdit="1"/>
          </p:cNvSpPr>
          <p:nvPr>
            <p:ph type="sldImg"/>
          </p:nvPr>
        </p:nvSpPr>
        <p:spPr>
          <a:ln/>
        </p:spPr>
      </p:sp>
      <p:sp>
        <p:nvSpPr>
          <p:cNvPr id="487428" name="Rectangle 3">
            <a:extLst>
              <a:ext uri="{FF2B5EF4-FFF2-40B4-BE49-F238E27FC236}">
                <a16:creationId xmlns:a16="http://schemas.microsoft.com/office/drawing/2014/main" id="{C2A9E1D7-A16D-1F33-6DC3-7830268914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7">
            <a:extLst>
              <a:ext uri="{FF2B5EF4-FFF2-40B4-BE49-F238E27FC236}">
                <a16:creationId xmlns:a16="http://schemas.microsoft.com/office/drawing/2014/main" id="{123A8A0F-E50E-E821-A379-AF33F9EDF8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24FBF77-8DC5-4C61-89BD-B568BEB2863E}" type="slidenum">
              <a:rPr lang="en-US" altLang="en-US" smtClean="0">
                <a:latin typeface="Arial" panose="020B0604020202020204" pitchFamily="34" charset="0"/>
              </a:rPr>
              <a:pPr/>
              <a:t>258</a:t>
            </a:fld>
            <a:endParaRPr lang="en-US" altLang="en-US">
              <a:latin typeface="Arial" panose="020B0604020202020204" pitchFamily="34" charset="0"/>
            </a:endParaRPr>
          </a:p>
        </p:txBody>
      </p:sp>
      <p:sp>
        <p:nvSpPr>
          <p:cNvPr id="489475" name="Rectangle 2">
            <a:extLst>
              <a:ext uri="{FF2B5EF4-FFF2-40B4-BE49-F238E27FC236}">
                <a16:creationId xmlns:a16="http://schemas.microsoft.com/office/drawing/2014/main" id="{4BE259EA-84A3-5C06-759B-FE38B97F7155}"/>
              </a:ext>
            </a:extLst>
          </p:cNvPr>
          <p:cNvSpPr>
            <a:spLocks noGrp="1" noRot="1" noChangeAspect="1" noChangeArrowheads="1" noTextEdit="1"/>
          </p:cNvSpPr>
          <p:nvPr>
            <p:ph type="sldImg"/>
          </p:nvPr>
        </p:nvSpPr>
        <p:spPr>
          <a:ln/>
        </p:spPr>
      </p:sp>
      <p:sp>
        <p:nvSpPr>
          <p:cNvPr id="489476" name="Rectangle 3">
            <a:extLst>
              <a:ext uri="{FF2B5EF4-FFF2-40B4-BE49-F238E27FC236}">
                <a16:creationId xmlns:a16="http://schemas.microsoft.com/office/drawing/2014/main" id="{1B371C4F-641B-5F82-06F4-0EE7C8751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7">
            <a:extLst>
              <a:ext uri="{FF2B5EF4-FFF2-40B4-BE49-F238E27FC236}">
                <a16:creationId xmlns:a16="http://schemas.microsoft.com/office/drawing/2014/main" id="{2106B4F3-929D-259B-EFEA-0D1DF40B07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F8E921D-0966-41EF-81B8-67B27694C8C2}" type="slidenum">
              <a:rPr lang="en-US" altLang="en-US" smtClean="0">
                <a:latin typeface="Arial" panose="020B0604020202020204" pitchFamily="34" charset="0"/>
              </a:rPr>
              <a:pPr/>
              <a:t>259</a:t>
            </a:fld>
            <a:endParaRPr lang="en-US" altLang="en-US">
              <a:latin typeface="Arial" panose="020B0604020202020204" pitchFamily="34" charset="0"/>
            </a:endParaRPr>
          </a:p>
        </p:txBody>
      </p:sp>
      <p:sp>
        <p:nvSpPr>
          <p:cNvPr id="491523" name="Rectangle 2">
            <a:extLst>
              <a:ext uri="{FF2B5EF4-FFF2-40B4-BE49-F238E27FC236}">
                <a16:creationId xmlns:a16="http://schemas.microsoft.com/office/drawing/2014/main" id="{49275D9B-910E-4FCE-D662-C4DBC406B721}"/>
              </a:ext>
            </a:extLst>
          </p:cNvPr>
          <p:cNvSpPr>
            <a:spLocks noGrp="1" noRot="1" noChangeAspect="1" noChangeArrowheads="1" noTextEdit="1"/>
          </p:cNvSpPr>
          <p:nvPr>
            <p:ph type="sldImg"/>
          </p:nvPr>
        </p:nvSpPr>
        <p:spPr>
          <a:ln/>
        </p:spPr>
      </p:sp>
      <p:sp>
        <p:nvSpPr>
          <p:cNvPr id="491524" name="Rectangle 3">
            <a:extLst>
              <a:ext uri="{FF2B5EF4-FFF2-40B4-BE49-F238E27FC236}">
                <a16:creationId xmlns:a16="http://schemas.microsoft.com/office/drawing/2014/main" id="{FF0B9786-3917-03C7-A990-5A0B685BA7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a:extLst>
              <a:ext uri="{FF2B5EF4-FFF2-40B4-BE49-F238E27FC236}">
                <a16:creationId xmlns:a16="http://schemas.microsoft.com/office/drawing/2014/main" id="{54E7C2FF-6F7F-3C84-CA5A-4F9DE3A709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0FE9B93-A8F0-44CB-A43C-CA1CDAE28812}" type="slidenum">
              <a:rPr lang="en-US" altLang="en-US" smtClean="0">
                <a:latin typeface="Arial" panose="020B0604020202020204" pitchFamily="34" charset="0"/>
              </a:rPr>
              <a:pPr/>
              <a:t>260</a:t>
            </a:fld>
            <a:endParaRPr lang="en-US" altLang="en-US">
              <a:latin typeface="Arial" panose="020B0604020202020204" pitchFamily="34" charset="0"/>
            </a:endParaRPr>
          </a:p>
        </p:txBody>
      </p:sp>
      <p:sp>
        <p:nvSpPr>
          <p:cNvPr id="493571" name="Rectangle 2">
            <a:extLst>
              <a:ext uri="{FF2B5EF4-FFF2-40B4-BE49-F238E27FC236}">
                <a16:creationId xmlns:a16="http://schemas.microsoft.com/office/drawing/2014/main" id="{1F9F5821-B83E-5A2D-356E-05329B63782A}"/>
              </a:ext>
            </a:extLst>
          </p:cNvPr>
          <p:cNvSpPr>
            <a:spLocks noGrp="1" noRot="1" noChangeAspect="1" noChangeArrowheads="1" noTextEdit="1"/>
          </p:cNvSpPr>
          <p:nvPr>
            <p:ph type="sldImg"/>
          </p:nvPr>
        </p:nvSpPr>
        <p:spPr>
          <a:ln/>
        </p:spPr>
      </p:sp>
      <p:sp>
        <p:nvSpPr>
          <p:cNvPr id="493572" name="Rectangle 3">
            <a:extLst>
              <a:ext uri="{FF2B5EF4-FFF2-40B4-BE49-F238E27FC236}">
                <a16:creationId xmlns:a16="http://schemas.microsoft.com/office/drawing/2014/main" id="{6BCF637D-2548-FD79-61C2-B2EF081CAB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a:extLst>
              <a:ext uri="{FF2B5EF4-FFF2-40B4-BE49-F238E27FC236}">
                <a16:creationId xmlns:a16="http://schemas.microsoft.com/office/drawing/2014/main" id="{FC0ABAAF-A338-E0E6-E0F1-0D01835177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CA8893A-BA0E-47B3-B83E-D13626BBCB5B}" type="slidenum">
              <a:rPr lang="en-US" altLang="en-US" smtClean="0">
                <a:latin typeface="Arial" panose="020B0604020202020204" pitchFamily="34" charset="0"/>
              </a:rPr>
              <a:pPr/>
              <a:t>261</a:t>
            </a:fld>
            <a:endParaRPr lang="en-US" altLang="en-US">
              <a:latin typeface="Arial" panose="020B0604020202020204" pitchFamily="34" charset="0"/>
            </a:endParaRPr>
          </a:p>
        </p:txBody>
      </p:sp>
      <p:sp>
        <p:nvSpPr>
          <p:cNvPr id="495619" name="Rectangle 2">
            <a:extLst>
              <a:ext uri="{FF2B5EF4-FFF2-40B4-BE49-F238E27FC236}">
                <a16:creationId xmlns:a16="http://schemas.microsoft.com/office/drawing/2014/main" id="{6049B558-C1F4-30EA-79C2-D3787DFB7168}"/>
              </a:ext>
            </a:extLst>
          </p:cNvPr>
          <p:cNvSpPr>
            <a:spLocks noGrp="1" noRot="1" noChangeAspect="1" noChangeArrowheads="1" noTextEdit="1"/>
          </p:cNvSpPr>
          <p:nvPr>
            <p:ph type="sldImg"/>
          </p:nvPr>
        </p:nvSpPr>
        <p:spPr>
          <a:ln/>
        </p:spPr>
      </p:sp>
      <p:sp>
        <p:nvSpPr>
          <p:cNvPr id="495620" name="Rectangle 3">
            <a:extLst>
              <a:ext uri="{FF2B5EF4-FFF2-40B4-BE49-F238E27FC236}">
                <a16:creationId xmlns:a16="http://schemas.microsoft.com/office/drawing/2014/main" id="{5443D08C-44E9-8D5B-A93B-83F1BE2CB2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a:extLst>
              <a:ext uri="{FF2B5EF4-FFF2-40B4-BE49-F238E27FC236}">
                <a16:creationId xmlns:a16="http://schemas.microsoft.com/office/drawing/2014/main" id="{F8EFE0B6-752E-5F47-971E-7DED4456DC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BB9EF2E-AB19-48C4-96D7-E052780C14BB}" type="slidenum">
              <a:rPr lang="en-US" altLang="en-US" smtClean="0">
                <a:latin typeface="Arial" panose="020B0604020202020204" pitchFamily="34" charset="0"/>
              </a:rPr>
              <a:pPr/>
              <a:t>262</a:t>
            </a:fld>
            <a:endParaRPr lang="en-US" altLang="en-US">
              <a:latin typeface="Arial" panose="020B0604020202020204" pitchFamily="34" charset="0"/>
            </a:endParaRPr>
          </a:p>
        </p:txBody>
      </p:sp>
      <p:sp>
        <p:nvSpPr>
          <p:cNvPr id="497667" name="Rectangle 2">
            <a:extLst>
              <a:ext uri="{FF2B5EF4-FFF2-40B4-BE49-F238E27FC236}">
                <a16:creationId xmlns:a16="http://schemas.microsoft.com/office/drawing/2014/main" id="{C1EB55D8-A51B-0D11-CD35-4EEB86FE9339}"/>
              </a:ext>
            </a:extLst>
          </p:cNvPr>
          <p:cNvSpPr>
            <a:spLocks noGrp="1" noRot="1" noChangeAspect="1" noChangeArrowheads="1" noTextEdit="1"/>
          </p:cNvSpPr>
          <p:nvPr>
            <p:ph type="sldImg"/>
          </p:nvPr>
        </p:nvSpPr>
        <p:spPr>
          <a:ln/>
        </p:spPr>
      </p:sp>
      <p:sp>
        <p:nvSpPr>
          <p:cNvPr id="497668" name="Rectangle 3">
            <a:extLst>
              <a:ext uri="{FF2B5EF4-FFF2-40B4-BE49-F238E27FC236}">
                <a16:creationId xmlns:a16="http://schemas.microsoft.com/office/drawing/2014/main" id="{4AE1A930-AEFF-CBFA-05AA-DE89920581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a:extLst>
              <a:ext uri="{FF2B5EF4-FFF2-40B4-BE49-F238E27FC236}">
                <a16:creationId xmlns:a16="http://schemas.microsoft.com/office/drawing/2014/main" id="{43CFF35C-4872-DB24-43D3-7F62EA6FD7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9699F23-D866-4A41-9B37-70AA51110DBA}" type="slidenum">
              <a:rPr lang="en-US" altLang="en-US" smtClean="0">
                <a:latin typeface="Arial" panose="020B0604020202020204" pitchFamily="34" charset="0"/>
              </a:rPr>
              <a:pPr/>
              <a:t>263</a:t>
            </a:fld>
            <a:endParaRPr lang="en-US" altLang="en-US">
              <a:latin typeface="Arial" panose="020B0604020202020204" pitchFamily="34" charset="0"/>
            </a:endParaRPr>
          </a:p>
        </p:txBody>
      </p:sp>
      <p:sp>
        <p:nvSpPr>
          <p:cNvPr id="499715" name="Rectangle 2">
            <a:extLst>
              <a:ext uri="{FF2B5EF4-FFF2-40B4-BE49-F238E27FC236}">
                <a16:creationId xmlns:a16="http://schemas.microsoft.com/office/drawing/2014/main" id="{BB3CE4F7-2DB1-E184-6607-D5B24BBBF1F7}"/>
              </a:ext>
            </a:extLst>
          </p:cNvPr>
          <p:cNvSpPr>
            <a:spLocks noGrp="1" noRot="1" noChangeAspect="1" noChangeArrowheads="1" noTextEdit="1"/>
          </p:cNvSpPr>
          <p:nvPr>
            <p:ph type="sldImg"/>
          </p:nvPr>
        </p:nvSpPr>
        <p:spPr>
          <a:ln/>
        </p:spPr>
      </p:sp>
      <p:sp>
        <p:nvSpPr>
          <p:cNvPr id="499716" name="Rectangle 3">
            <a:extLst>
              <a:ext uri="{FF2B5EF4-FFF2-40B4-BE49-F238E27FC236}">
                <a16:creationId xmlns:a16="http://schemas.microsoft.com/office/drawing/2014/main" id="{6290FA15-950E-34BD-34D3-35C787F06B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7">
            <a:extLst>
              <a:ext uri="{FF2B5EF4-FFF2-40B4-BE49-F238E27FC236}">
                <a16:creationId xmlns:a16="http://schemas.microsoft.com/office/drawing/2014/main" id="{BAF535EC-17E4-7CAE-72A5-9BBFEC8106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6555CD8-4CC5-4465-9BF8-1224D0C9C9CC}" type="slidenum">
              <a:rPr lang="en-US" altLang="en-US" smtClean="0">
                <a:latin typeface="Arial" panose="020B0604020202020204" pitchFamily="34" charset="0"/>
              </a:rPr>
              <a:pPr/>
              <a:t>264</a:t>
            </a:fld>
            <a:endParaRPr lang="en-US" altLang="en-US">
              <a:latin typeface="Arial" panose="020B0604020202020204" pitchFamily="34" charset="0"/>
            </a:endParaRPr>
          </a:p>
        </p:txBody>
      </p:sp>
      <p:sp>
        <p:nvSpPr>
          <p:cNvPr id="576515" name="Rectangle 2">
            <a:extLst>
              <a:ext uri="{FF2B5EF4-FFF2-40B4-BE49-F238E27FC236}">
                <a16:creationId xmlns:a16="http://schemas.microsoft.com/office/drawing/2014/main" id="{1834664D-6E14-2C6F-210E-EC0D0F227D9C}"/>
              </a:ext>
            </a:extLst>
          </p:cNvPr>
          <p:cNvSpPr>
            <a:spLocks noGrp="1" noRot="1" noChangeAspect="1" noChangeArrowheads="1" noTextEdit="1"/>
          </p:cNvSpPr>
          <p:nvPr>
            <p:ph type="sldImg"/>
          </p:nvPr>
        </p:nvSpPr>
        <p:spPr>
          <a:ln/>
        </p:spPr>
      </p:sp>
      <p:sp>
        <p:nvSpPr>
          <p:cNvPr id="576516" name="Rectangle 3">
            <a:extLst>
              <a:ext uri="{FF2B5EF4-FFF2-40B4-BE49-F238E27FC236}">
                <a16:creationId xmlns:a16="http://schemas.microsoft.com/office/drawing/2014/main" id="{4814AF75-4A0B-EEF3-B6BA-73505B1709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7">
            <a:extLst>
              <a:ext uri="{FF2B5EF4-FFF2-40B4-BE49-F238E27FC236}">
                <a16:creationId xmlns:a16="http://schemas.microsoft.com/office/drawing/2014/main" id="{2D2742E2-7C59-40D9-FDE9-0E0FD429CF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11AEAFD-0659-4551-9073-9933B6FF93D7}" type="slidenum">
              <a:rPr lang="en-US" altLang="en-US" smtClean="0">
                <a:latin typeface="Arial" panose="020B0604020202020204" pitchFamily="34" charset="0"/>
              </a:rPr>
              <a:pPr/>
              <a:t>265</a:t>
            </a:fld>
            <a:endParaRPr lang="en-US" altLang="en-US">
              <a:latin typeface="Arial" panose="020B0604020202020204" pitchFamily="34" charset="0"/>
            </a:endParaRPr>
          </a:p>
        </p:txBody>
      </p:sp>
      <p:sp>
        <p:nvSpPr>
          <p:cNvPr id="599043" name="Rectangle 2">
            <a:extLst>
              <a:ext uri="{FF2B5EF4-FFF2-40B4-BE49-F238E27FC236}">
                <a16:creationId xmlns:a16="http://schemas.microsoft.com/office/drawing/2014/main" id="{952EE4BC-8E42-A98A-DD17-2AE2F1E689FA}"/>
              </a:ext>
            </a:extLst>
          </p:cNvPr>
          <p:cNvSpPr>
            <a:spLocks noGrp="1" noRot="1" noChangeAspect="1" noChangeArrowheads="1" noTextEdit="1"/>
          </p:cNvSpPr>
          <p:nvPr>
            <p:ph type="sldImg"/>
          </p:nvPr>
        </p:nvSpPr>
        <p:spPr>
          <a:ln/>
        </p:spPr>
      </p:sp>
      <p:sp>
        <p:nvSpPr>
          <p:cNvPr id="599044" name="Rectangle 3">
            <a:extLst>
              <a:ext uri="{FF2B5EF4-FFF2-40B4-BE49-F238E27FC236}">
                <a16:creationId xmlns:a16="http://schemas.microsoft.com/office/drawing/2014/main" id="{481AAB9B-ED72-31C6-41DC-E68ACD1F34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7">
            <a:extLst>
              <a:ext uri="{FF2B5EF4-FFF2-40B4-BE49-F238E27FC236}">
                <a16:creationId xmlns:a16="http://schemas.microsoft.com/office/drawing/2014/main" id="{E2129979-14F0-3BD3-61C5-1B8740D2B3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33BA98FD-2B61-44FA-A8FC-AB79059BE929}" type="slidenum">
              <a:rPr lang="en-US" altLang="en-US" smtClean="0">
                <a:latin typeface="Arial" panose="020B0604020202020204" pitchFamily="34" charset="0"/>
              </a:rPr>
              <a:pPr/>
              <a:t>266</a:t>
            </a:fld>
            <a:endParaRPr lang="en-US" altLang="en-US">
              <a:latin typeface="Arial" panose="020B0604020202020204" pitchFamily="34" charset="0"/>
            </a:endParaRPr>
          </a:p>
        </p:txBody>
      </p:sp>
      <p:sp>
        <p:nvSpPr>
          <p:cNvPr id="601091" name="Rectangle 2">
            <a:extLst>
              <a:ext uri="{FF2B5EF4-FFF2-40B4-BE49-F238E27FC236}">
                <a16:creationId xmlns:a16="http://schemas.microsoft.com/office/drawing/2014/main" id="{6D759877-F19A-2459-22F0-97B9FB39E9B3}"/>
              </a:ext>
            </a:extLst>
          </p:cNvPr>
          <p:cNvSpPr>
            <a:spLocks noGrp="1" noRot="1" noChangeAspect="1" noChangeArrowheads="1" noTextEdit="1"/>
          </p:cNvSpPr>
          <p:nvPr>
            <p:ph type="sldImg"/>
          </p:nvPr>
        </p:nvSpPr>
        <p:spPr>
          <a:ln/>
        </p:spPr>
      </p:sp>
      <p:sp>
        <p:nvSpPr>
          <p:cNvPr id="601092" name="Rectangle 3">
            <a:extLst>
              <a:ext uri="{FF2B5EF4-FFF2-40B4-BE49-F238E27FC236}">
                <a16:creationId xmlns:a16="http://schemas.microsoft.com/office/drawing/2014/main" id="{399B79B4-5471-A6C4-D290-2BEFB466BE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7">
            <a:extLst>
              <a:ext uri="{FF2B5EF4-FFF2-40B4-BE49-F238E27FC236}">
                <a16:creationId xmlns:a16="http://schemas.microsoft.com/office/drawing/2014/main" id="{5C010120-569C-47BB-3E7F-AA42107D69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1336829-9713-4894-B55A-80A35AFF24F7}" type="slidenum">
              <a:rPr lang="en-US" altLang="en-US" smtClean="0">
                <a:latin typeface="Arial" panose="020B0604020202020204" pitchFamily="34" charset="0"/>
              </a:rPr>
              <a:pPr/>
              <a:t>267</a:t>
            </a:fld>
            <a:endParaRPr lang="en-US" altLang="en-US">
              <a:latin typeface="Arial" panose="020B0604020202020204" pitchFamily="34" charset="0"/>
            </a:endParaRPr>
          </a:p>
        </p:txBody>
      </p:sp>
      <p:sp>
        <p:nvSpPr>
          <p:cNvPr id="603139" name="Rectangle 2">
            <a:extLst>
              <a:ext uri="{FF2B5EF4-FFF2-40B4-BE49-F238E27FC236}">
                <a16:creationId xmlns:a16="http://schemas.microsoft.com/office/drawing/2014/main" id="{CBF75E50-325F-A7F3-E421-85039B1BB9FB}"/>
              </a:ext>
            </a:extLst>
          </p:cNvPr>
          <p:cNvSpPr>
            <a:spLocks noGrp="1" noRot="1" noChangeAspect="1" noChangeArrowheads="1" noTextEdit="1"/>
          </p:cNvSpPr>
          <p:nvPr>
            <p:ph type="sldImg"/>
          </p:nvPr>
        </p:nvSpPr>
        <p:spPr>
          <a:ln/>
        </p:spPr>
      </p:sp>
      <p:sp>
        <p:nvSpPr>
          <p:cNvPr id="603140" name="Rectangle 3">
            <a:extLst>
              <a:ext uri="{FF2B5EF4-FFF2-40B4-BE49-F238E27FC236}">
                <a16:creationId xmlns:a16="http://schemas.microsoft.com/office/drawing/2014/main" id="{DFB864D2-B857-0138-0498-14773AEE05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7">
            <a:extLst>
              <a:ext uri="{FF2B5EF4-FFF2-40B4-BE49-F238E27FC236}">
                <a16:creationId xmlns:a16="http://schemas.microsoft.com/office/drawing/2014/main" id="{1D2EBA46-B076-1802-5611-611DD1BD14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33E179C-C5B5-4E05-A1DD-15FCA7EC91D8}" type="slidenum">
              <a:rPr lang="en-US" altLang="en-US" smtClean="0">
                <a:latin typeface="Arial" panose="020B0604020202020204" pitchFamily="34" charset="0"/>
              </a:rPr>
              <a:pPr/>
              <a:t>268</a:t>
            </a:fld>
            <a:endParaRPr lang="en-US" altLang="en-US">
              <a:latin typeface="Arial" panose="020B0604020202020204" pitchFamily="34" charset="0"/>
            </a:endParaRPr>
          </a:p>
        </p:txBody>
      </p:sp>
      <p:sp>
        <p:nvSpPr>
          <p:cNvPr id="605187" name="Rectangle 2">
            <a:extLst>
              <a:ext uri="{FF2B5EF4-FFF2-40B4-BE49-F238E27FC236}">
                <a16:creationId xmlns:a16="http://schemas.microsoft.com/office/drawing/2014/main" id="{DB9CF4A4-BE7D-330D-3A8E-8D0F33CD9AEB}"/>
              </a:ext>
            </a:extLst>
          </p:cNvPr>
          <p:cNvSpPr>
            <a:spLocks noGrp="1" noRot="1" noChangeAspect="1" noChangeArrowheads="1" noTextEdit="1"/>
          </p:cNvSpPr>
          <p:nvPr>
            <p:ph type="sldImg"/>
          </p:nvPr>
        </p:nvSpPr>
        <p:spPr>
          <a:ln/>
        </p:spPr>
      </p:sp>
      <p:sp>
        <p:nvSpPr>
          <p:cNvPr id="605188" name="Rectangle 3">
            <a:extLst>
              <a:ext uri="{FF2B5EF4-FFF2-40B4-BE49-F238E27FC236}">
                <a16:creationId xmlns:a16="http://schemas.microsoft.com/office/drawing/2014/main" id="{E2F8CA5D-DE64-E3B5-9001-AF5DB8C8A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7">
            <a:extLst>
              <a:ext uri="{FF2B5EF4-FFF2-40B4-BE49-F238E27FC236}">
                <a16:creationId xmlns:a16="http://schemas.microsoft.com/office/drawing/2014/main" id="{9CE89F9C-C40F-0F52-1B2B-3BC9ED31C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ACE260E-11F2-4DE9-84A7-3402B83AB158}" type="slidenum">
              <a:rPr lang="en-US" altLang="en-US" smtClean="0">
                <a:latin typeface="Arial" panose="020B0604020202020204" pitchFamily="34" charset="0"/>
              </a:rPr>
              <a:pPr/>
              <a:t>269</a:t>
            </a:fld>
            <a:endParaRPr lang="en-US" altLang="en-US">
              <a:latin typeface="Arial" panose="020B0604020202020204" pitchFamily="34" charset="0"/>
            </a:endParaRPr>
          </a:p>
        </p:txBody>
      </p:sp>
      <p:sp>
        <p:nvSpPr>
          <p:cNvPr id="607235" name="Rectangle 2">
            <a:extLst>
              <a:ext uri="{FF2B5EF4-FFF2-40B4-BE49-F238E27FC236}">
                <a16:creationId xmlns:a16="http://schemas.microsoft.com/office/drawing/2014/main" id="{6547915A-86FA-61AA-4D82-BA6DA0749C03}"/>
              </a:ext>
            </a:extLst>
          </p:cNvPr>
          <p:cNvSpPr>
            <a:spLocks noGrp="1" noRot="1" noChangeAspect="1" noChangeArrowheads="1" noTextEdit="1"/>
          </p:cNvSpPr>
          <p:nvPr>
            <p:ph type="sldImg"/>
          </p:nvPr>
        </p:nvSpPr>
        <p:spPr>
          <a:ln/>
        </p:spPr>
      </p:sp>
      <p:sp>
        <p:nvSpPr>
          <p:cNvPr id="607236" name="Rectangle 3">
            <a:extLst>
              <a:ext uri="{FF2B5EF4-FFF2-40B4-BE49-F238E27FC236}">
                <a16:creationId xmlns:a16="http://schemas.microsoft.com/office/drawing/2014/main" id="{E8A0CCD3-E467-9C85-E9D8-4FFAE99D9C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7">
            <a:extLst>
              <a:ext uri="{FF2B5EF4-FFF2-40B4-BE49-F238E27FC236}">
                <a16:creationId xmlns:a16="http://schemas.microsoft.com/office/drawing/2014/main" id="{D02BA561-879F-4C36-5AFC-CA1A5068F2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84BBE9F-F8A5-4B2D-B69A-2F3FE370E3E7}" type="slidenum">
              <a:rPr lang="en-US" altLang="en-US" smtClean="0">
                <a:latin typeface="Arial" panose="020B0604020202020204" pitchFamily="34" charset="0"/>
              </a:rPr>
              <a:pPr/>
              <a:t>270</a:t>
            </a:fld>
            <a:endParaRPr lang="en-US" altLang="en-US">
              <a:latin typeface="Arial" panose="020B0604020202020204" pitchFamily="34" charset="0"/>
            </a:endParaRPr>
          </a:p>
        </p:txBody>
      </p:sp>
      <p:sp>
        <p:nvSpPr>
          <p:cNvPr id="609283" name="Rectangle 2">
            <a:extLst>
              <a:ext uri="{FF2B5EF4-FFF2-40B4-BE49-F238E27FC236}">
                <a16:creationId xmlns:a16="http://schemas.microsoft.com/office/drawing/2014/main" id="{5D0FAAF4-A18C-1527-2CBA-8D1D09579A52}"/>
              </a:ext>
            </a:extLst>
          </p:cNvPr>
          <p:cNvSpPr>
            <a:spLocks noGrp="1" noRot="1" noChangeAspect="1" noChangeArrowheads="1" noTextEdit="1"/>
          </p:cNvSpPr>
          <p:nvPr>
            <p:ph type="sldImg"/>
          </p:nvPr>
        </p:nvSpPr>
        <p:spPr>
          <a:ln/>
        </p:spPr>
      </p:sp>
      <p:sp>
        <p:nvSpPr>
          <p:cNvPr id="609284" name="Rectangle 3">
            <a:extLst>
              <a:ext uri="{FF2B5EF4-FFF2-40B4-BE49-F238E27FC236}">
                <a16:creationId xmlns:a16="http://schemas.microsoft.com/office/drawing/2014/main" id="{9EC6D869-2020-8571-8E8B-444DA5B891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7">
            <a:extLst>
              <a:ext uri="{FF2B5EF4-FFF2-40B4-BE49-F238E27FC236}">
                <a16:creationId xmlns:a16="http://schemas.microsoft.com/office/drawing/2014/main" id="{18A8B364-0BBF-7838-283D-26523E0B72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C182439-BCAC-407C-9F88-189DE8014134}" type="slidenum">
              <a:rPr lang="en-US" altLang="en-US" smtClean="0">
                <a:latin typeface="Arial" panose="020B0604020202020204" pitchFamily="34" charset="0"/>
              </a:rPr>
              <a:pPr/>
              <a:t>271</a:t>
            </a:fld>
            <a:endParaRPr lang="en-US" altLang="en-US">
              <a:latin typeface="Arial" panose="020B0604020202020204" pitchFamily="34" charset="0"/>
            </a:endParaRPr>
          </a:p>
        </p:txBody>
      </p:sp>
      <p:sp>
        <p:nvSpPr>
          <p:cNvPr id="611331" name="Rectangle 2">
            <a:extLst>
              <a:ext uri="{FF2B5EF4-FFF2-40B4-BE49-F238E27FC236}">
                <a16:creationId xmlns:a16="http://schemas.microsoft.com/office/drawing/2014/main" id="{4BFCC595-2726-AEED-5441-44D23BE58B1C}"/>
              </a:ext>
            </a:extLst>
          </p:cNvPr>
          <p:cNvSpPr>
            <a:spLocks noGrp="1" noRot="1" noChangeAspect="1" noChangeArrowheads="1" noTextEdit="1"/>
          </p:cNvSpPr>
          <p:nvPr>
            <p:ph type="sldImg"/>
          </p:nvPr>
        </p:nvSpPr>
        <p:spPr>
          <a:ln/>
        </p:spPr>
      </p:sp>
      <p:sp>
        <p:nvSpPr>
          <p:cNvPr id="611332" name="Rectangle 3">
            <a:extLst>
              <a:ext uri="{FF2B5EF4-FFF2-40B4-BE49-F238E27FC236}">
                <a16:creationId xmlns:a16="http://schemas.microsoft.com/office/drawing/2014/main" id="{97D54E3E-E194-BF5C-457B-2183BA023B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7">
            <a:extLst>
              <a:ext uri="{FF2B5EF4-FFF2-40B4-BE49-F238E27FC236}">
                <a16:creationId xmlns:a16="http://schemas.microsoft.com/office/drawing/2014/main" id="{12758F18-ED1D-9096-D7BD-7737D5E2C5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7A964E1-85EC-4AE8-9F10-028239466DD4}" type="slidenum">
              <a:rPr lang="en-US" altLang="en-US" smtClean="0">
                <a:latin typeface="Arial" panose="020B0604020202020204" pitchFamily="34" charset="0"/>
              </a:rPr>
              <a:pPr/>
              <a:t>272</a:t>
            </a:fld>
            <a:endParaRPr lang="en-US" altLang="en-US">
              <a:latin typeface="Arial" panose="020B0604020202020204" pitchFamily="34" charset="0"/>
            </a:endParaRPr>
          </a:p>
        </p:txBody>
      </p:sp>
      <p:sp>
        <p:nvSpPr>
          <p:cNvPr id="613379" name="Rectangle 2">
            <a:extLst>
              <a:ext uri="{FF2B5EF4-FFF2-40B4-BE49-F238E27FC236}">
                <a16:creationId xmlns:a16="http://schemas.microsoft.com/office/drawing/2014/main" id="{B0AB6146-9CB0-9F77-C3BD-1C015696168E}"/>
              </a:ext>
            </a:extLst>
          </p:cNvPr>
          <p:cNvSpPr>
            <a:spLocks noGrp="1" noRot="1" noChangeAspect="1" noChangeArrowheads="1" noTextEdit="1"/>
          </p:cNvSpPr>
          <p:nvPr>
            <p:ph type="sldImg"/>
          </p:nvPr>
        </p:nvSpPr>
        <p:spPr>
          <a:ln/>
        </p:spPr>
      </p:sp>
      <p:sp>
        <p:nvSpPr>
          <p:cNvPr id="613380" name="Rectangle 3">
            <a:extLst>
              <a:ext uri="{FF2B5EF4-FFF2-40B4-BE49-F238E27FC236}">
                <a16:creationId xmlns:a16="http://schemas.microsoft.com/office/drawing/2014/main" id="{270A8BFB-DA5F-DAA0-D819-40B78FAC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7">
            <a:extLst>
              <a:ext uri="{FF2B5EF4-FFF2-40B4-BE49-F238E27FC236}">
                <a16:creationId xmlns:a16="http://schemas.microsoft.com/office/drawing/2014/main" id="{F8D1A40D-6F3D-4CE1-33E2-23EA0D8E56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420DE87-243F-4B4A-AF4B-F7010728FF9E}" type="slidenum">
              <a:rPr lang="en-US" altLang="en-US" smtClean="0">
                <a:latin typeface="Arial" panose="020B0604020202020204" pitchFamily="34" charset="0"/>
              </a:rPr>
              <a:pPr/>
              <a:t>273</a:t>
            </a:fld>
            <a:endParaRPr lang="en-US" altLang="en-US">
              <a:latin typeface="Arial" panose="020B0604020202020204" pitchFamily="34" charset="0"/>
            </a:endParaRPr>
          </a:p>
        </p:txBody>
      </p:sp>
      <p:sp>
        <p:nvSpPr>
          <p:cNvPr id="615427" name="Rectangle 2">
            <a:extLst>
              <a:ext uri="{FF2B5EF4-FFF2-40B4-BE49-F238E27FC236}">
                <a16:creationId xmlns:a16="http://schemas.microsoft.com/office/drawing/2014/main" id="{14EE8812-AACF-53F8-2742-918ED3CD6DE4}"/>
              </a:ext>
            </a:extLst>
          </p:cNvPr>
          <p:cNvSpPr>
            <a:spLocks noGrp="1" noRot="1" noChangeAspect="1" noChangeArrowheads="1" noTextEdit="1"/>
          </p:cNvSpPr>
          <p:nvPr>
            <p:ph type="sldImg"/>
          </p:nvPr>
        </p:nvSpPr>
        <p:spPr>
          <a:ln/>
        </p:spPr>
      </p:sp>
      <p:sp>
        <p:nvSpPr>
          <p:cNvPr id="615428" name="Rectangle 3">
            <a:extLst>
              <a:ext uri="{FF2B5EF4-FFF2-40B4-BE49-F238E27FC236}">
                <a16:creationId xmlns:a16="http://schemas.microsoft.com/office/drawing/2014/main" id="{2E1273CA-3279-BDC2-8E0C-724A7E9685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7">
            <a:extLst>
              <a:ext uri="{FF2B5EF4-FFF2-40B4-BE49-F238E27FC236}">
                <a16:creationId xmlns:a16="http://schemas.microsoft.com/office/drawing/2014/main" id="{D9C0A39D-E175-0987-E23D-DE82825D5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FCEBF50-F70C-40AB-B68C-EC9E0935ACED}" type="slidenum">
              <a:rPr lang="en-US" altLang="en-US" smtClean="0">
                <a:latin typeface="Arial" panose="020B0604020202020204" pitchFamily="34" charset="0"/>
              </a:rPr>
              <a:pPr/>
              <a:t>274</a:t>
            </a:fld>
            <a:endParaRPr lang="en-US" altLang="en-US">
              <a:latin typeface="Arial" panose="020B0604020202020204" pitchFamily="34" charset="0"/>
            </a:endParaRPr>
          </a:p>
        </p:txBody>
      </p:sp>
      <p:sp>
        <p:nvSpPr>
          <p:cNvPr id="592899" name="Rectangle 2">
            <a:extLst>
              <a:ext uri="{FF2B5EF4-FFF2-40B4-BE49-F238E27FC236}">
                <a16:creationId xmlns:a16="http://schemas.microsoft.com/office/drawing/2014/main" id="{F6DAF6B4-A526-0747-DEE1-BFF8715FBC25}"/>
              </a:ext>
            </a:extLst>
          </p:cNvPr>
          <p:cNvSpPr>
            <a:spLocks noGrp="1" noRot="1" noChangeAspect="1" noChangeArrowheads="1" noTextEdit="1"/>
          </p:cNvSpPr>
          <p:nvPr>
            <p:ph type="sldImg"/>
          </p:nvPr>
        </p:nvSpPr>
        <p:spPr>
          <a:ln/>
        </p:spPr>
      </p:sp>
      <p:sp>
        <p:nvSpPr>
          <p:cNvPr id="592900" name="Rectangle 3">
            <a:extLst>
              <a:ext uri="{FF2B5EF4-FFF2-40B4-BE49-F238E27FC236}">
                <a16:creationId xmlns:a16="http://schemas.microsoft.com/office/drawing/2014/main" id="{A15393D5-AF71-79AF-EB0E-617DA2D31B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82772610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7">
            <a:extLst>
              <a:ext uri="{FF2B5EF4-FFF2-40B4-BE49-F238E27FC236}">
                <a16:creationId xmlns:a16="http://schemas.microsoft.com/office/drawing/2014/main" id="{5A9B0A13-FD1B-A1A1-18BE-5C0E3753D5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0DA7F4E-7120-4FCF-BB23-50B511C3FA90}" type="slidenum">
              <a:rPr lang="en-US" altLang="en-US" smtClean="0">
                <a:latin typeface="Arial" panose="020B0604020202020204" pitchFamily="34" charset="0"/>
              </a:rPr>
              <a:pPr/>
              <a:t>275</a:t>
            </a:fld>
            <a:endParaRPr lang="en-US" altLang="en-US">
              <a:latin typeface="Arial" panose="020B0604020202020204" pitchFamily="34" charset="0"/>
            </a:endParaRPr>
          </a:p>
        </p:txBody>
      </p:sp>
      <p:sp>
        <p:nvSpPr>
          <p:cNvPr id="594947" name="Rectangle 2">
            <a:extLst>
              <a:ext uri="{FF2B5EF4-FFF2-40B4-BE49-F238E27FC236}">
                <a16:creationId xmlns:a16="http://schemas.microsoft.com/office/drawing/2014/main" id="{55630593-66EC-B9C1-8F01-7E21E602FDDC}"/>
              </a:ext>
            </a:extLst>
          </p:cNvPr>
          <p:cNvSpPr>
            <a:spLocks noGrp="1" noRot="1" noChangeAspect="1" noChangeArrowheads="1" noTextEdit="1"/>
          </p:cNvSpPr>
          <p:nvPr>
            <p:ph type="sldImg"/>
          </p:nvPr>
        </p:nvSpPr>
        <p:spPr>
          <a:ln/>
        </p:spPr>
      </p:sp>
      <p:sp>
        <p:nvSpPr>
          <p:cNvPr id="594948" name="Rectangle 3">
            <a:extLst>
              <a:ext uri="{FF2B5EF4-FFF2-40B4-BE49-F238E27FC236}">
                <a16:creationId xmlns:a16="http://schemas.microsoft.com/office/drawing/2014/main" id="{F1899E58-B765-7265-E3DD-1FC7D8C799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12964542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7">
            <a:extLst>
              <a:ext uri="{FF2B5EF4-FFF2-40B4-BE49-F238E27FC236}">
                <a16:creationId xmlns:a16="http://schemas.microsoft.com/office/drawing/2014/main" id="{B45DE0BC-325D-A9BC-5B25-399E1F1F5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24650E6-8480-41ED-AB38-699B500E3229}" type="slidenum">
              <a:rPr lang="en-US" altLang="en-US" smtClean="0">
                <a:latin typeface="Arial" panose="020B0604020202020204" pitchFamily="34" charset="0"/>
              </a:rPr>
              <a:pPr/>
              <a:t>276</a:t>
            </a:fld>
            <a:endParaRPr lang="en-US" altLang="en-US">
              <a:latin typeface="Arial" panose="020B0604020202020204" pitchFamily="34" charset="0"/>
            </a:endParaRPr>
          </a:p>
        </p:txBody>
      </p:sp>
      <p:sp>
        <p:nvSpPr>
          <p:cNvPr id="596995" name="Rectangle 2">
            <a:extLst>
              <a:ext uri="{FF2B5EF4-FFF2-40B4-BE49-F238E27FC236}">
                <a16:creationId xmlns:a16="http://schemas.microsoft.com/office/drawing/2014/main" id="{8A7FD665-5E8F-32A9-FACC-F4DE44E99EFF}"/>
              </a:ext>
            </a:extLst>
          </p:cNvPr>
          <p:cNvSpPr>
            <a:spLocks noGrp="1" noRot="1" noChangeAspect="1" noChangeArrowheads="1" noTextEdit="1"/>
          </p:cNvSpPr>
          <p:nvPr>
            <p:ph type="sldImg"/>
          </p:nvPr>
        </p:nvSpPr>
        <p:spPr>
          <a:ln/>
        </p:spPr>
      </p:sp>
      <p:sp>
        <p:nvSpPr>
          <p:cNvPr id="596996" name="Rectangle 3">
            <a:extLst>
              <a:ext uri="{FF2B5EF4-FFF2-40B4-BE49-F238E27FC236}">
                <a16:creationId xmlns:a16="http://schemas.microsoft.com/office/drawing/2014/main" id="{50223B5A-1B4B-5A0F-2080-19E7758E6E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4292426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7">
            <a:extLst>
              <a:ext uri="{FF2B5EF4-FFF2-40B4-BE49-F238E27FC236}">
                <a16:creationId xmlns:a16="http://schemas.microsoft.com/office/drawing/2014/main" id="{0E2BC80F-201C-588B-1542-CB299DDF4F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7EEA52E5-1573-4633-B82B-16D22FC44A13}" type="slidenum">
              <a:rPr lang="en-US" altLang="en-US" smtClean="0">
                <a:latin typeface="Arial" panose="020B0604020202020204" pitchFamily="34" charset="0"/>
              </a:rPr>
              <a:pPr/>
              <a:t>277</a:t>
            </a:fld>
            <a:endParaRPr lang="en-US" altLang="en-US">
              <a:latin typeface="Arial" panose="020B0604020202020204" pitchFamily="34" charset="0"/>
            </a:endParaRPr>
          </a:p>
        </p:txBody>
      </p:sp>
      <p:sp>
        <p:nvSpPr>
          <p:cNvPr id="617475" name="Rectangle 2">
            <a:extLst>
              <a:ext uri="{FF2B5EF4-FFF2-40B4-BE49-F238E27FC236}">
                <a16:creationId xmlns:a16="http://schemas.microsoft.com/office/drawing/2014/main" id="{3EB39190-F00B-678F-3481-511298A6206C}"/>
              </a:ext>
            </a:extLst>
          </p:cNvPr>
          <p:cNvSpPr>
            <a:spLocks noGrp="1" noRot="1" noChangeAspect="1" noChangeArrowheads="1" noTextEdit="1"/>
          </p:cNvSpPr>
          <p:nvPr>
            <p:ph type="sldImg"/>
          </p:nvPr>
        </p:nvSpPr>
        <p:spPr>
          <a:ln/>
        </p:spPr>
      </p:sp>
      <p:sp>
        <p:nvSpPr>
          <p:cNvPr id="617476" name="Rectangle 3">
            <a:extLst>
              <a:ext uri="{FF2B5EF4-FFF2-40B4-BE49-F238E27FC236}">
                <a16:creationId xmlns:a16="http://schemas.microsoft.com/office/drawing/2014/main" id="{93997B43-AFF4-852E-7690-C57ADDC63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7">
            <a:extLst>
              <a:ext uri="{FF2B5EF4-FFF2-40B4-BE49-F238E27FC236}">
                <a16:creationId xmlns:a16="http://schemas.microsoft.com/office/drawing/2014/main" id="{4A10DDE4-B6BA-3FD0-41CE-94C9F7F9C4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AF63984-2BF8-4D26-96D9-CF2A1592AAB5}" type="slidenum">
              <a:rPr lang="en-US" altLang="en-US" smtClean="0">
                <a:latin typeface="Arial" panose="020B0604020202020204" pitchFamily="34" charset="0"/>
              </a:rPr>
              <a:pPr/>
              <a:t>278</a:t>
            </a:fld>
            <a:endParaRPr lang="en-US" altLang="en-US">
              <a:latin typeface="Arial" panose="020B0604020202020204" pitchFamily="34" charset="0"/>
            </a:endParaRPr>
          </a:p>
        </p:txBody>
      </p:sp>
      <p:sp>
        <p:nvSpPr>
          <p:cNvPr id="619523" name="Rectangle 2">
            <a:extLst>
              <a:ext uri="{FF2B5EF4-FFF2-40B4-BE49-F238E27FC236}">
                <a16:creationId xmlns:a16="http://schemas.microsoft.com/office/drawing/2014/main" id="{74D35F25-B3A1-B694-69B9-A930F5BE43B0}"/>
              </a:ext>
            </a:extLst>
          </p:cNvPr>
          <p:cNvSpPr>
            <a:spLocks noGrp="1" noRot="1" noChangeAspect="1" noChangeArrowheads="1" noTextEdit="1"/>
          </p:cNvSpPr>
          <p:nvPr>
            <p:ph type="sldImg"/>
          </p:nvPr>
        </p:nvSpPr>
        <p:spPr>
          <a:ln/>
        </p:spPr>
      </p:sp>
      <p:sp>
        <p:nvSpPr>
          <p:cNvPr id="619524" name="Rectangle 3">
            <a:extLst>
              <a:ext uri="{FF2B5EF4-FFF2-40B4-BE49-F238E27FC236}">
                <a16:creationId xmlns:a16="http://schemas.microsoft.com/office/drawing/2014/main" id="{446ACA89-8A27-1221-BE2E-41816EB1D0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7">
            <a:extLst>
              <a:ext uri="{FF2B5EF4-FFF2-40B4-BE49-F238E27FC236}">
                <a16:creationId xmlns:a16="http://schemas.microsoft.com/office/drawing/2014/main" id="{3F06AD7E-7097-67F1-AEFB-D7FC86650D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182347C-138C-494D-9C39-AF000E42A851}" type="slidenum">
              <a:rPr lang="en-US" altLang="en-US" smtClean="0">
                <a:latin typeface="Arial" panose="020B0604020202020204" pitchFamily="34" charset="0"/>
              </a:rPr>
              <a:pPr/>
              <a:t>279</a:t>
            </a:fld>
            <a:endParaRPr lang="en-US" altLang="en-US">
              <a:latin typeface="Arial" panose="020B0604020202020204" pitchFamily="34" charset="0"/>
            </a:endParaRPr>
          </a:p>
        </p:txBody>
      </p:sp>
      <p:sp>
        <p:nvSpPr>
          <p:cNvPr id="621571" name="Rectangle 2">
            <a:extLst>
              <a:ext uri="{FF2B5EF4-FFF2-40B4-BE49-F238E27FC236}">
                <a16:creationId xmlns:a16="http://schemas.microsoft.com/office/drawing/2014/main" id="{A9688872-54C5-C248-CEDA-9187B1382EE7}"/>
              </a:ext>
            </a:extLst>
          </p:cNvPr>
          <p:cNvSpPr>
            <a:spLocks noGrp="1" noRot="1" noChangeAspect="1" noChangeArrowheads="1" noTextEdit="1"/>
          </p:cNvSpPr>
          <p:nvPr>
            <p:ph type="sldImg"/>
          </p:nvPr>
        </p:nvSpPr>
        <p:spPr>
          <a:ln/>
        </p:spPr>
      </p:sp>
      <p:sp>
        <p:nvSpPr>
          <p:cNvPr id="621572" name="Rectangle 3">
            <a:extLst>
              <a:ext uri="{FF2B5EF4-FFF2-40B4-BE49-F238E27FC236}">
                <a16:creationId xmlns:a16="http://schemas.microsoft.com/office/drawing/2014/main" id="{ACFAABDD-5FCB-EE2C-9EDF-A15B9AE319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7">
            <a:extLst>
              <a:ext uri="{FF2B5EF4-FFF2-40B4-BE49-F238E27FC236}">
                <a16:creationId xmlns:a16="http://schemas.microsoft.com/office/drawing/2014/main" id="{4473D2A8-BFF9-BB1E-96B1-20C537C96B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anose="020B0604030504040204" pitchFamily="34" charset="0"/>
              </a:defRPr>
            </a:lvl1pPr>
            <a:lvl2pPr marL="742950" indent="-285750" defTabSz="931863">
              <a:defRPr>
                <a:solidFill>
                  <a:schemeClr val="tx1"/>
                </a:solidFill>
                <a:latin typeface="Tahoma" panose="020B0604030504040204" pitchFamily="34" charset="0"/>
              </a:defRPr>
            </a:lvl2pPr>
            <a:lvl3pPr marL="1143000" indent="-228600" defTabSz="931863">
              <a:defRPr>
                <a:solidFill>
                  <a:schemeClr val="tx1"/>
                </a:solidFill>
                <a:latin typeface="Tahoma" panose="020B0604030504040204" pitchFamily="34" charset="0"/>
              </a:defRPr>
            </a:lvl3pPr>
            <a:lvl4pPr marL="1600200" indent="-228600" defTabSz="931863">
              <a:defRPr>
                <a:solidFill>
                  <a:schemeClr val="tx1"/>
                </a:solidFill>
                <a:latin typeface="Tahoma" panose="020B0604030504040204" pitchFamily="34" charset="0"/>
              </a:defRPr>
            </a:lvl4pPr>
            <a:lvl5pPr marL="2057400" indent="-228600" defTabSz="931863">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6661505-1C59-44EE-92AB-D31FC23383FB}" type="slidenum">
              <a:rPr lang="en-US" altLang="en-US" smtClean="0">
                <a:latin typeface="Arial" panose="020B0604020202020204" pitchFamily="34" charset="0"/>
              </a:rPr>
              <a:pPr/>
              <a:t>280</a:t>
            </a:fld>
            <a:endParaRPr lang="en-US" altLang="en-US">
              <a:latin typeface="Arial" panose="020B0604020202020204" pitchFamily="34" charset="0"/>
            </a:endParaRPr>
          </a:p>
        </p:txBody>
      </p:sp>
      <p:sp>
        <p:nvSpPr>
          <p:cNvPr id="623619" name="Rectangle 2">
            <a:extLst>
              <a:ext uri="{FF2B5EF4-FFF2-40B4-BE49-F238E27FC236}">
                <a16:creationId xmlns:a16="http://schemas.microsoft.com/office/drawing/2014/main" id="{522B9E25-33A9-8CA8-E51F-51BC0E8031BB}"/>
              </a:ext>
            </a:extLst>
          </p:cNvPr>
          <p:cNvSpPr>
            <a:spLocks noGrp="1" noRot="1" noChangeAspect="1" noChangeArrowheads="1" noTextEdit="1"/>
          </p:cNvSpPr>
          <p:nvPr>
            <p:ph type="sldImg"/>
          </p:nvPr>
        </p:nvSpPr>
        <p:spPr>
          <a:ln/>
        </p:spPr>
      </p:sp>
      <p:sp>
        <p:nvSpPr>
          <p:cNvPr id="623620" name="Rectangle 3">
            <a:extLst>
              <a:ext uri="{FF2B5EF4-FFF2-40B4-BE49-F238E27FC236}">
                <a16:creationId xmlns:a16="http://schemas.microsoft.com/office/drawing/2014/main" id="{6C38C60D-97DD-83C8-0398-DDAA9C3901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CF61-2648-F3B7-122B-324F5724EE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8DECAF-3689-026A-721D-57A317D8F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F3007A-24B1-CFA2-CB2D-496B36C08C10}"/>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6EB05C94-09CC-0E61-A92D-49A9FF1985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A023E2-18EB-DDCA-67C5-6386762B9F8D}"/>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1230184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E86A-2482-4C80-2701-AB44C6C0B0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A1CAB9-964D-D08F-37FD-B6033373E1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936F65-041C-F5F9-28A4-B30DBC63378E}"/>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B5F5B0E5-DD9E-7C53-F473-B47987EA4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8B817-73E5-70F3-F266-846F30595213}"/>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163686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A6D9-AED0-33CA-CE9F-1A5358763F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5F7FF8-0CD4-D631-8EDB-01DBB68968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1CE1A2-6D00-A589-26D4-7A862F27F985}"/>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72821EBD-79A7-E476-1CE8-3F626E823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876C11-77B7-6EE5-D180-E0A2D575A56D}"/>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135636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24D1-DA15-8F4D-5730-C3D1E54921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70C705-B67D-627D-35D3-14839D658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990569-FC26-D207-98DF-D5E8F4F394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77B9E4-0A4D-F532-B964-35F926E957F0}"/>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6" name="Footer Placeholder 5">
            <a:extLst>
              <a:ext uri="{FF2B5EF4-FFF2-40B4-BE49-F238E27FC236}">
                <a16:creationId xmlns:a16="http://schemas.microsoft.com/office/drawing/2014/main" id="{D64B910F-5FA6-C718-E6BE-E747BE4797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76066-2147-5966-D361-E62315826852}"/>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80381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26D09-13B6-E778-6D64-9176E28FBC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6B5DC6-A09A-CE7F-D615-474930B0B6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C2AF0A-0F32-5F75-A8FC-E8C87D07BE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22294C-9048-26BD-BC8F-755589097B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FC313D-558A-5437-F49E-03A261EB68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349446-7D66-E624-5392-49C3C09E9D48}"/>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8" name="Footer Placeholder 7">
            <a:extLst>
              <a:ext uri="{FF2B5EF4-FFF2-40B4-BE49-F238E27FC236}">
                <a16:creationId xmlns:a16="http://schemas.microsoft.com/office/drawing/2014/main" id="{8F929FBB-4216-8B3C-24FE-09FA47985D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256640-33C7-AEF1-147B-4BC737934803}"/>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3999912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5DC7B-AB2A-AAC3-FB01-3BD653196E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4192F3-9863-2711-D755-AA1515D62D51}"/>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4" name="Footer Placeholder 3">
            <a:extLst>
              <a:ext uri="{FF2B5EF4-FFF2-40B4-BE49-F238E27FC236}">
                <a16:creationId xmlns:a16="http://schemas.microsoft.com/office/drawing/2014/main" id="{58213CF8-2263-578B-6A50-9D136E94D2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ED554F-F432-B950-B8A8-A26E60B1D53C}"/>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4006089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844D09-9145-0FA9-43F3-D208BDD2B8D2}"/>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3" name="Footer Placeholder 2">
            <a:extLst>
              <a:ext uri="{FF2B5EF4-FFF2-40B4-BE49-F238E27FC236}">
                <a16:creationId xmlns:a16="http://schemas.microsoft.com/office/drawing/2014/main" id="{3A46E37D-5856-561B-62AC-A2B9EEB5516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F9190F-F7E5-1385-1B8F-804B32629717}"/>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3650747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4D75-F2E1-0A75-24F9-C5D8D5FE0D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8819C5-B965-8F58-F9B7-DDE9FF0277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C7FB71-500C-8C4F-28A1-FA158264C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089D2-941B-DBEF-F113-69882195A894}"/>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6" name="Footer Placeholder 5">
            <a:extLst>
              <a:ext uri="{FF2B5EF4-FFF2-40B4-BE49-F238E27FC236}">
                <a16:creationId xmlns:a16="http://schemas.microsoft.com/office/drawing/2014/main" id="{07A6220A-61C2-ACEF-2CE8-51C98C65C1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5B79F6-350C-29BE-B34B-3779C0B141D4}"/>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4206911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D3DA-3F0D-1DD4-ABC2-995EBEA841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EF04FE-01ED-861C-B1F6-34B3F56C5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F435E6-9590-EEEA-1568-06D789D3E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94D07F-9C7B-0655-ED6D-6A94854D4DFF}"/>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6" name="Footer Placeholder 5">
            <a:extLst>
              <a:ext uri="{FF2B5EF4-FFF2-40B4-BE49-F238E27FC236}">
                <a16:creationId xmlns:a16="http://schemas.microsoft.com/office/drawing/2014/main" id="{1634BA3C-5067-AF94-7A82-40DBC2B0FA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5BF573-FF7A-A020-11BC-E2CDAC0EB980}"/>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587509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CE4B8-127B-E373-ABED-4942F49D8A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F973D-F1D6-2CF5-59DC-63E72DE791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A57A5-1572-E3F2-B201-02F41004599C}"/>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3E4E33D7-4781-7216-E449-44C77F33F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24A485-759F-4EB2-728E-7574342B686C}"/>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3884124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0F0E9-6992-966B-6911-B97E85C58B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139CA6-ABA6-2EFA-FF22-C35A68F778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D6367-C1A1-FFA0-F525-10905C703B3F}"/>
              </a:ext>
            </a:extLst>
          </p:cNvPr>
          <p:cNvSpPr>
            <a:spLocks noGrp="1"/>
          </p:cNvSpPr>
          <p:nvPr>
            <p:ph type="dt" sz="half" idx="10"/>
          </p:nvPr>
        </p:nvSpPr>
        <p:spPr/>
        <p:txBody>
          <a:body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1AC8872F-70F2-5C43-B5A0-E8B08FEF67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C81126-EF0E-88F6-D8FC-D8E73BC4D4DD}"/>
              </a:ext>
            </a:extLst>
          </p:cNvPr>
          <p:cNvSpPr>
            <a:spLocks noGrp="1"/>
          </p:cNvSpPr>
          <p:nvPr>
            <p:ph type="sldNum" sz="quarter" idx="12"/>
          </p:nvPr>
        </p:nvSpPr>
        <p:spPr/>
        <p:txBody>
          <a:bodyPr/>
          <a:lstStyle/>
          <a:p>
            <a:fld id="{28F21010-4157-4DEE-8141-AD15B4F3BB53}" type="slidenum">
              <a:rPr lang="en-IN" smtClean="0"/>
              <a:t>‹#›</a:t>
            </a:fld>
            <a:endParaRPr lang="en-IN"/>
          </a:p>
        </p:txBody>
      </p:sp>
    </p:spTree>
    <p:extLst>
      <p:ext uri="{BB962C8B-B14F-4D97-AF65-F5344CB8AC3E}">
        <p14:creationId xmlns:p14="http://schemas.microsoft.com/office/powerpoint/2010/main" val="344989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endParaRPr lang="en-IN"/>
          </a:p>
        </p:txBody>
      </p:sp>
      <p:sp>
        <p:nvSpPr>
          <p:cNvPr id="3" name="Table Placeholder 2"/>
          <p:cNvSpPr>
            <a:spLocks noGrp="1"/>
          </p:cNvSpPr>
          <p:nvPr>
            <p:ph type="tbl" idx="1"/>
          </p:nvPr>
        </p:nvSpPr>
        <p:spPr>
          <a:xfrm>
            <a:off x="1576917" y="2017713"/>
            <a:ext cx="10363200" cy="4114800"/>
          </a:xfrm>
        </p:spPr>
        <p:txBody>
          <a:bodyPr/>
          <a:lstStyle/>
          <a:p>
            <a:pPr lvl="0"/>
            <a:endParaRPr lang="en-IN" noProof="0"/>
          </a:p>
        </p:txBody>
      </p:sp>
      <p:sp>
        <p:nvSpPr>
          <p:cNvPr id="4" name="Rectangle 1035">
            <a:extLst>
              <a:ext uri="{FF2B5EF4-FFF2-40B4-BE49-F238E27FC236}">
                <a16:creationId xmlns:a16="http://schemas.microsoft.com/office/drawing/2014/main" id="{07F177F0-A66D-97C7-65F2-19F289F40A6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36">
            <a:extLst>
              <a:ext uri="{FF2B5EF4-FFF2-40B4-BE49-F238E27FC236}">
                <a16:creationId xmlns:a16="http://schemas.microsoft.com/office/drawing/2014/main" id="{5E2895E0-D536-4CDF-CEDE-0B8C2152394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37">
            <a:extLst>
              <a:ext uri="{FF2B5EF4-FFF2-40B4-BE49-F238E27FC236}">
                <a16:creationId xmlns:a16="http://schemas.microsoft.com/office/drawing/2014/main" id="{D2BFFEF4-4CBF-3DAD-D3D7-C51601EE6635}"/>
              </a:ext>
            </a:extLst>
          </p:cNvPr>
          <p:cNvSpPr>
            <a:spLocks noGrp="1" noChangeArrowheads="1"/>
          </p:cNvSpPr>
          <p:nvPr>
            <p:ph type="sldNum" sz="quarter" idx="12"/>
          </p:nvPr>
        </p:nvSpPr>
        <p:spPr>
          <a:ln/>
        </p:spPr>
        <p:txBody>
          <a:bodyPr/>
          <a:lstStyle>
            <a:lvl1pPr>
              <a:defRPr/>
            </a:lvl1pPr>
          </a:lstStyle>
          <a:p>
            <a:pPr>
              <a:defRPr/>
            </a:pPr>
            <a:fld id="{6347C1FC-CF86-4704-924D-08A53EFB0F7A}" type="slidenum">
              <a:rPr lang="en-US" altLang="en-US"/>
              <a:pPr>
                <a:defRPr/>
              </a:pPr>
              <a:t>‹#›</a:t>
            </a:fld>
            <a:endParaRPr lang="en-US" altLang="en-US"/>
          </a:p>
        </p:txBody>
      </p:sp>
    </p:spTree>
    <p:extLst>
      <p:ext uri="{BB962C8B-B14F-4D97-AF65-F5344CB8AC3E}">
        <p14:creationId xmlns:p14="http://schemas.microsoft.com/office/powerpoint/2010/main" val="4177095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endParaRPr lang="en-IN"/>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035">
            <a:extLst>
              <a:ext uri="{FF2B5EF4-FFF2-40B4-BE49-F238E27FC236}">
                <a16:creationId xmlns:a16="http://schemas.microsoft.com/office/drawing/2014/main" id="{D84C5DE4-0795-64A6-D3A6-8E955A04001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36">
            <a:extLst>
              <a:ext uri="{FF2B5EF4-FFF2-40B4-BE49-F238E27FC236}">
                <a16:creationId xmlns:a16="http://schemas.microsoft.com/office/drawing/2014/main" id="{A9B087F7-762B-46B2-7F5E-06B66732D5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37">
            <a:extLst>
              <a:ext uri="{FF2B5EF4-FFF2-40B4-BE49-F238E27FC236}">
                <a16:creationId xmlns:a16="http://schemas.microsoft.com/office/drawing/2014/main" id="{6600D0F3-84F0-3993-EC06-C3395F12DF02}"/>
              </a:ext>
            </a:extLst>
          </p:cNvPr>
          <p:cNvSpPr>
            <a:spLocks noGrp="1" noChangeArrowheads="1"/>
          </p:cNvSpPr>
          <p:nvPr>
            <p:ph type="sldNum" sz="quarter" idx="12"/>
          </p:nvPr>
        </p:nvSpPr>
        <p:spPr>
          <a:ln/>
        </p:spPr>
        <p:txBody>
          <a:bodyPr/>
          <a:lstStyle>
            <a:lvl1pPr>
              <a:defRPr/>
            </a:lvl1pPr>
          </a:lstStyle>
          <a:p>
            <a:pPr>
              <a:defRPr/>
            </a:pPr>
            <a:fld id="{56D1883C-AC67-41E0-85EF-74E080CD4764}" type="slidenum">
              <a:rPr lang="en-US" altLang="en-US"/>
              <a:pPr>
                <a:defRPr/>
              </a:pPr>
              <a:t>‹#›</a:t>
            </a:fld>
            <a:endParaRPr lang="en-US" altLang="en-US"/>
          </a:p>
        </p:txBody>
      </p:sp>
    </p:spTree>
    <p:extLst>
      <p:ext uri="{BB962C8B-B14F-4D97-AF65-F5344CB8AC3E}">
        <p14:creationId xmlns:p14="http://schemas.microsoft.com/office/powerpoint/2010/main" val="1192547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C67775-C70A-D82C-C716-8AED36544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6EC31C-524A-3AC5-1476-88B7A7FE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A1FCF7-C305-F44E-057F-645C4B8DE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3B315A-74CA-4F99-BD89-6BDD50805877}" type="datetimeFigureOut">
              <a:rPr lang="en-IN" smtClean="0"/>
              <a:t>20-01-2024</a:t>
            </a:fld>
            <a:endParaRPr lang="en-IN"/>
          </a:p>
        </p:txBody>
      </p:sp>
      <p:sp>
        <p:nvSpPr>
          <p:cNvPr id="5" name="Footer Placeholder 4">
            <a:extLst>
              <a:ext uri="{FF2B5EF4-FFF2-40B4-BE49-F238E27FC236}">
                <a16:creationId xmlns:a16="http://schemas.microsoft.com/office/drawing/2014/main" id="{D2A0A5DB-694C-5638-B71F-B01623C317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7F9F68-3866-21B0-0FCD-6AA6470536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21010-4157-4DEE-8141-AD15B4F3BB53}" type="slidenum">
              <a:rPr lang="en-IN" smtClean="0"/>
              <a:t>‹#›</a:t>
            </a:fld>
            <a:endParaRPr lang="en-IN"/>
          </a:p>
        </p:txBody>
      </p:sp>
    </p:spTree>
    <p:extLst>
      <p:ext uri="{BB962C8B-B14F-4D97-AF65-F5344CB8AC3E}">
        <p14:creationId xmlns:p14="http://schemas.microsoft.com/office/powerpoint/2010/main" val="1726051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simonsingh.net/The_Black_Chamber/caesar.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simonsingh.net/The_Black_Chamber/monoalphabetic.html"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simonsingh.net/The_Black_Chamber/homophonic_cipher.html#:~:text=The%20Homophonic%20Substitution%20Cipher%20involves,8%20symbols%20to%20represent%20it"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simonsingh.net/The_Black_Chamber/v_square.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www.simonsingh.net/The_Black_Chamber/playfair_cipher.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simonsingh.net/The_Black_Chamber/railfencecipher.html"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9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9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9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9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94.xml.rels><?xml version="1.0" encoding="UTF-8" standalone="yes"?>
<Relationships xmlns="http://schemas.openxmlformats.org/package/2006/relationships"><Relationship Id="rId2" Type="http://schemas.openxmlformats.org/officeDocument/2006/relationships/hyperlink" Target="https://paginas.fe.up.pt/~ei10109/ca/des-tool.html"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44.xml"/><Relationship Id="rId1" Type="http://schemas.openxmlformats.org/officeDocument/2006/relationships/slideLayout" Target="../slideLayouts/slideLayout6.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0.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a:extLst>
              <a:ext uri="{FF2B5EF4-FFF2-40B4-BE49-F238E27FC236}">
                <a16:creationId xmlns:a16="http://schemas.microsoft.com/office/drawing/2014/main" id="{FE5DB0B3-5ED1-88D9-74FB-A8C365F89F2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86BC37B-6D4E-45CC-B94E-E8D3855192F2}" type="slidenum">
              <a:rPr lang="en-US" altLang="en-US" sz="1400">
                <a:solidFill>
                  <a:schemeClr val="bg2"/>
                </a:solidFill>
              </a:rPr>
              <a:pPr>
                <a:spcBef>
                  <a:spcPct val="0"/>
                </a:spcBef>
                <a:buClrTx/>
                <a:buSzTx/>
                <a:buFontTx/>
                <a:buNone/>
              </a:pPr>
              <a:t>1</a:t>
            </a:fld>
            <a:endParaRPr lang="en-US" altLang="en-US" sz="1400">
              <a:solidFill>
                <a:schemeClr val="bg2"/>
              </a:solidFill>
            </a:endParaRPr>
          </a:p>
        </p:txBody>
      </p:sp>
      <p:sp>
        <p:nvSpPr>
          <p:cNvPr id="5123" name="Rectangle 2">
            <a:extLst>
              <a:ext uri="{FF2B5EF4-FFF2-40B4-BE49-F238E27FC236}">
                <a16:creationId xmlns:a16="http://schemas.microsoft.com/office/drawing/2014/main" id="{E14BB7FC-81DB-1122-49BD-6E72E5D628A1}"/>
              </a:ext>
            </a:extLst>
          </p:cNvPr>
          <p:cNvSpPr>
            <a:spLocks noGrp="1" noChangeArrowheads="1"/>
          </p:cNvSpPr>
          <p:nvPr>
            <p:ph type="ctrTitle"/>
          </p:nvPr>
        </p:nvSpPr>
        <p:spPr>
          <a:xfrm>
            <a:off x="1600200" y="250825"/>
            <a:ext cx="9144000" cy="2387600"/>
          </a:xfrm>
        </p:spPr>
        <p:txBody>
          <a:bodyPr/>
          <a:lstStyle/>
          <a:p>
            <a:pPr eaLnBrk="1" hangingPunct="1"/>
            <a:r>
              <a:rPr lang="en-US" altLang="en-US" dirty="0"/>
              <a:t>Public Key Infrastructure (PKI)</a:t>
            </a:r>
          </a:p>
        </p:txBody>
      </p:sp>
      <p:sp>
        <p:nvSpPr>
          <p:cNvPr id="5124" name="Rectangle 3">
            <a:extLst>
              <a:ext uri="{FF2B5EF4-FFF2-40B4-BE49-F238E27FC236}">
                <a16:creationId xmlns:a16="http://schemas.microsoft.com/office/drawing/2014/main" id="{9E111F3F-81BE-5BD7-3CA5-92B14CA5801A}"/>
              </a:ext>
            </a:extLst>
          </p:cNvPr>
          <p:cNvSpPr>
            <a:spLocks noGrp="1" noChangeArrowheads="1"/>
          </p:cNvSpPr>
          <p:nvPr>
            <p:ph type="subTitle" idx="1"/>
          </p:nvPr>
        </p:nvSpPr>
        <p:spPr>
          <a:xfrm>
            <a:off x="2362200" y="3886200"/>
            <a:ext cx="7620000" cy="2362200"/>
          </a:xfrm>
        </p:spPr>
        <p:txBody>
          <a:bodyPr/>
          <a:lstStyle/>
          <a:p>
            <a:pPr eaLnBrk="1" hangingPunct="1">
              <a:lnSpc>
                <a:spcPct val="80000"/>
              </a:lnSpc>
            </a:pPr>
            <a:endParaRPr lang="en-US" altLang="en-US" sz="2800" dirty="0">
              <a:solidFill>
                <a:schemeClr val="hlink"/>
              </a:solidFill>
            </a:endParaRPr>
          </a:p>
        </p:txBody>
      </p:sp>
      <p:pic>
        <p:nvPicPr>
          <p:cNvPr id="1026" name="Picture 2" descr="About PKI | Asia PKI Consortium">
            <a:extLst>
              <a:ext uri="{FF2B5EF4-FFF2-40B4-BE49-F238E27FC236}">
                <a16:creationId xmlns:a16="http://schemas.microsoft.com/office/drawing/2014/main" id="{CBEA8391-54FE-AB03-646B-05B4FD66A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53" y="2716497"/>
            <a:ext cx="4161890" cy="37040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16">
            <a:extLst>
              <a:ext uri="{FF2B5EF4-FFF2-40B4-BE49-F238E27FC236}">
                <a16:creationId xmlns:a16="http://schemas.microsoft.com/office/drawing/2014/main" id="{B3835815-E08B-8950-71E1-D5A9BF18E6D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9481782-6C7A-4ADA-8768-92234D36EB74}" type="slidenum">
              <a:rPr lang="en-US" altLang="en-US" sz="1400">
                <a:solidFill>
                  <a:schemeClr val="bg2"/>
                </a:solidFill>
              </a:rPr>
              <a:pPr>
                <a:spcBef>
                  <a:spcPct val="0"/>
                </a:spcBef>
                <a:buClrTx/>
                <a:buSzTx/>
                <a:buFontTx/>
                <a:buNone/>
              </a:pPr>
              <a:t>2</a:t>
            </a:fld>
            <a:endParaRPr lang="en-US" altLang="en-US" sz="1400">
              <a:solidFill>
                <a:schemeClr val="bg2"/>
              </a:solidFill>
            </a:endParaRPr>
          </a:p>
        </p:txBody>
      </p:sp>
      <p:sp>
        <p:nvSpPr>
          <p:cNvPr id="80898" name="Rectangle 2">
            <a:extLst>
              <a:ext uri="{FF2B5EF4-FFF2-40B4-BE49-F238E27FC236}">
                <a16:creationId xmlns:a16="http://schemas.microsoft.com/office/drawing/2014/main" id="{2A25F8A9-1387-A15B-9DFD-399078E2935F}"/>
              </a:ext>
            </a:extLst>
          </p:cNvPr>
          <p:cNvSpPr>
            <a:spLocks noGrp="1" noChangeArrowheads="1"/>
          </p:cNvSpPr>
          <p:nvPr>
            <p:ph type="ctrTitle"/>
          </p:nvPr>
        </p:nvSpPr>
        <p:spPr/>
        <p:txBody>
          <a:bodyPr/>
          <a:lstStyle/>
          <a:p>
            <a:pPr eaLnBrk="1" hangingPunct="1"/>
            <a:r>
              <a:rPr lang="en-US" altLang="en-US"/>
              <a:t>Benjamin Franklin once said …</a:t>
            </a:r>
          </a:p>
        </p:txBody>
      </p:sp>
      <p:sp>
        <p:nvSpPr>
          <p:cNvPr id="80899" name="Rectangle 3">
            <a:extLst>
              <a:ext uri="{FF2B5EF4-FFF2-40B4-BE49-F238E27FC236}">
                <a16:creationId xmlns:a16="http://schemas.microsoft.com/office/drawing/2014/main" id="{2DCAD40B-5E85-998B-054E-1D106C1AD080}"/>
              </a:ext>
            </a:extLst>
          </p:cNvPr>
          <p:cNvSpPr>
            <a:spLocks noGrp="1" noChangeArrowheads="1"/>
          </p:cNvSpPr>
          <p:nvPr>
            <p:ph type="subTitle" idx="1"/>
          </p:nvPr>
        </p:nvSpPr>
        <p:spPr>
          <a:xfrm>
            <a:off x="2895600" y="3886200"/>
            <a:ext cx="6400800" cy="762000"/>
          </a:xfrm>
        </p:spPr>
        <p:txBody>
          <a:bodyPr/>
          <a:lstStyle/>
          <a:p>
            <a:pPr eaLnBrk="1" hangingPunct="1"/>
            <a:r>
              <a:rPr lang="en-US" altLang="en-US"/>
              <a:t>Three people can keep a secret …</a:t>
            </a:r>
          </a:p>
          <a:p>
            <a:pPr eaLnBrk="1" hangingPunct="1"/>
            <a:endParaRPr lang="en-US" altLang="en-US"/>
          </a:p>
        </p:txBody>
      </p:sp>
      <p:sp>
        <p:nvSpPr>
          <p:cNvPr id="80900" name="Rectangle 4">
            <a:extLst>
              <a:ext uri="{FF2B5EF4-FFF2-40B4-BE49-F238E27FC236}">
                <a16:creationId xmlns:a16="http://schemas.microsoft.com/office/drawing/2014/main" id="{46EFDFF2-3675-BD86-5F3D-4C64EB72023E}"/>
              </a:ext>
            </a:extLst>
          </p:cNvPr>
          <p:cNvSpPr>
            <a:spLocks noChangeArrowheads="1"/>
          </p:cNvSpPr>
          <p:nvPr/>
        </p:nvSpPr>
        <p:spPr bwMode="auto">
          <a:xfrm>
            <a:off x="2819400" y="4648200"/>
            <a:ext cx="6400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Font typeface="Wingdings" panose="05000000000000000000" pitchFamily="2" charset="2"/>
              <a:buNone/>
            </a:pPr>
            <a:r>
              <a:rPr lang="en-US" altLang="en-US">
                <a:solidFill>
                  <a:srgbClr val="993366"/>
                </a:solidFill>
              </a:rPr>
              <a:t>… if two of them are dead!</a:t>
            </a:r>
          </a:p>
          <a:p>
            <a:pPr algn="ctr" eaLnBrk="1" hangingPunct="1">
              <a:buFont typeface="Wingdings" panose="05000000000000000000" pitchFamily="2" charset="2"/>
              <a:buNone/>
            </a:pPr>
            <a:endParaRPr lang="en-US" altLang="en-US">
              <a:solidFill>
                <a:srgbClr val="9933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 calcmode="lin" valueType="num">
                                      <p:cBhvr additive="base">
                                        <p:cTn id="7" dur="500" fill="hold"/>
                                        <p:tgtEl>
                                          <p:spTgt spid="80898"/>
                                        </p:tgtEl>
                                        <p:attrNameLst>
                                          <p:attrName>ppt_x</p:attrName>
                                        </p:attrNameLst>
                                      </p:cBhvr>
                                      <p:tavLst>
                                        <p:tav tm="0">
                                          <p:val>
                                            <p:strVal val="0-#ppt_w/2"/>
                                          </p:val>
                                        </p:tav>
                                        <p:tav tm="100000">
                                          <p:val>
                                            <p:strVal val="#ppt_x"/>
                                          </p:val>
                                        </p:tav>
                                      </p:tavLst>
                                    </p:anim>
                                    <p:anim calcmode="lin" valueType="num">
                                      <p:cBhvr additive="base">
                                        <p:cTn id="8" dur="500" fill="hold"/>
                                        <p:tgtEl>
                                          <p:spTgt spid="808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899">
                                            <p:txEl>
                                              <p:pRg st="0" end="0"/>
                                            </p:txEl>
                                          </p:spTgt>
                                        </p:tgtEl>
                                        <p:attrNameLst>
                                          <p:attrName>style.visibility</p:attrName>
                                        </p:attrNameLst>
                                      </p:cBhvr>
                                      <p:to>
                                        <p:strVal val="visible"/>
                                      </p:to>
                                    </p:set>
                                    <p:anim calcmode="lin" valueType="num">
                                      <p:cBhvr additive="base">
                                        <p:cTn id="13" dur="500" fill="hold"/>
                                        <p:tgtEl>
                                          <p:spTgt spid="8089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iterate type="wd">
                                    <p:tmPct val="100000"/>
                                  </p:iterate>
                                  <p:childTnLst>
                                    <p:set>
                                      <p:cBhvr>
                                        <p:cTn id="18" dur="1" fill="hold">
                                          <p:stCondLst>
                                            <p:cond delay="0"/>
                                          </p:stCondLst>
                                        </p:cTn>
                                        <p:tgtEl>
                                          <p:spTgt spid="80900"/>
                                        </p:tgtEl>
                                        <p:attrNameLst>
                                          <p:attrName>style.visibility</p:attrName>
                                        </p:attrNameLst>
                                      </p:cBhvr>
                                      <p:to>
                                        <p:strVal val="visible"/>
                                      </p:to>
                                    </p:set>
                                    <p:anim calcmode="lin" valueType="num">
                                      <p:cBhvr>
                                        <p:cTn id="19" dur="300" fill="hold"/>
                                        <p:tgtEl>
                                          <p:spTgt spid="80900"/>
                                        </p:tgtEl>
                                        <p:attrNameLst>
                                          <p:attrName>ppt_w</p:attrName>
                                        </p:attrNameLst>
                                      </p:cBhvr>
                                      <p:tavLst>
                                        <p:tav tm="0">
                                          <p:val>
                                            <p:fltVal val="0"/>
                                          </p:val>
                                        </p:tav>
                                        <p:tav tm="100000">
                                          <p:val>
                                            <p:strVal val="#ppt_w"/>
                                          </p:val>
                                        </p:tav>
                                      </p:tavLst>
                                    </p:anim>
                                    <p:anim calcmode="lin" valueType="num">
                                      <p:cBhvr>
                                        <p:cTn id="20" dur="300" fill="hold"/>
                                        <p:tgtEl>
                                          <p:spTgt spid="809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utoUpdateAnimBg="0"/>
      <p:bldP spid="80899" grpId="0" build="p" autoUpdateAnimBg="0"/>
      <p:bldP spid="8090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7A165BB4-BC33-8FF0-7C53-793CC9FFA3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F538DBB-FC6D-4310-A66C-934C55A6ED00}" type="slidenum">
              <a:rPr lang="en-US" altLang="en-US" sz="1400"/>
              <a:pPr>
                <a:spcBef>
                  <a:spcPct val="0"/>
                </a:spcBef>
                <a:buClrTx/>
                <a:buSzTx/>
                <a:buFontTx/>
                <a:buNone/>
              </a:pPr>
              <a:t>3</a:t>
            </a:fld>
            <a:endParaRPr lang="en-US" altLang="en-US" sz="1400"/>
          </a:p>
        </p:txBody>
      </p:sp>
      <p:sp>
        <p:nvSpPr>
          <p:cNvPr id="9219" name="Rectangle 2">
            <a:extLst>
              <a:ext uri="{FF2B5EF4-FFF2-40B4-BE49-F238E27FC236}">
                <a16:creationId xmlns:a16="http://schemas.microsoft.com/office/drawing/2014/main" id="{43A2D51B-794E-2EB3-5BAE-A60A7B77267C}"/>
              </a:ext>
            </a:extLst>
          </p:cNvPr>
          <p:cNvSpPr>
            <a:spLocks noGrp="1" noChangeArrowheads="1"/>
          </p:cNvSpPr>
          <p:nvPr>
            <p:ph type="title"/>
          </p:nvPr>
        </p:nvSpPr>
        <p:spPr/>
        <p:txBody>
          <a:bodyPr/>
          <a:lstStyle/>
          <a:p>
            <a:pPr eaLnBrk="1" hangingPunct="1"/>
            <a:r>
              <a:rPr lang="en-US" altLang="en-US"/>
              <a:t>Security is Not Easy to Achieve</a:t>
            </a:r>
          </a:p>
        </p:txBody>
      </p:sp>
      <p:sp>
        <p:nvSpPr>
          <p:cNvPr id="9220" name="Rectangle 3">
            <a:extLst>
              <a:ext uri="{FF2B5EF4-FFF2-40B4-BE49-F238E27FC236}">
                <a16:creationId xmlns:a16="http://schemas.microsoft.com/office/drawing/2014/main" id="{8D2A40DC-09F4-19CB-7E6A-4D793139B7ED}"/>
              </a:ext>
            </a:extLst>
          </p:cNvPr>
          <p:cNvSpPr>
            <a:spLocks noGrp="1" noChangeArrowheads="1"/>
          </p:cNvSpPr>
          <p:nvPr>
            <p:ph type="body" idx="1"/>
          </p:nvPr>
        </p:nvSpPr>
        <p:spPr/>
        <p:txBody>
          <a:bodyPr/>
          <a:lstStyle/>
          <a:p>
            <a:pPr eaLnBrk="1" hangingPunct="1"/>
            <a:r>
              <a:rPr lang="en-US" altLang="en-US"/>
              <a:t>Human tendency </a:t>
            </a:r>
          </a:p>
          <a:p>
            <a:pPr eaLnBrk="1" hangingPunct="1"/>
            <a:endParaRPr lang="en-US" altLang="en-US"/>
          </a:p>
          <a:p>
            <a:pPr eaLnBrk="1" hangingPunct="1"/>
            <a:r>
              <a:rPr lang="en-US" altLang="en-US"/>
              <a:t>Problems of storage and communication</a:t>
            </a:r>
          </a:p>
          <a:p>
            <a:pPr eaLnBrk="1" hangingPunct="1"/>
            <a:endParaRPr lang="en-US" altLang="en-US"/>
          </a:p>
          <a:p>
            <a:pPr eaLnBrk="1" hangingPunct="1"/>
            <a:r>
              <a:rPr lang="en-US" altLang="en-US"/>
              <a:t>Trust in all the parties</a:t>
            </a:r>
          </a:p>
          <a:p>
            <a:pPr eaLnBrk="1" hangingPunct="1"/>
            <a:endParaRPr lang="en-US"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AADC-CF25-C723-0FDD-1ADD0BFF4F47}"/>
              </a:ext>
            </a:extLst>
          </p:cNvPr>
          <p:cNvSpPr>
            <a:spLocks noGrp="1"/>
          </p:cNvSpPr>
          <p:nvPr>
            <p:ph type="title"/>
          </p:nvPr>
        </p:nvSpPr>
        <p:spPr/>
        <p:txBody>
          <a:bodyPr/>
          <a:lstStyle/>
          <a:p>
            <a:r>
              <a:rPr lang="en-IN" dirty="0"/>
              <a:t>Information security basics</a:t>
            </a:r>
          </a:p>
        </p:txBody>
      </p:sp>
      <p:sp>
        <p:nvSpPr>
          <p:cNvPr id="3" name="Subtitle 2">
            <a:extLst>
              <a:ext uri="{FF2B5EF4-FFF2-40B4-BE49-F238E27FC236}">
                <a16:creationId xmlns:a16="http://schemas.microsoft.com/office/drawing/2014/main" id="{5984D500-EE4B-E3B5-57B7-26B4E0F1E65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6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D1DA-76E7-41C4-6C3D-823B6EF50C87}"/>
              </a:ext>
            </a:extLst>
          </p:cNvPr>
          <p:cNvSpPr>
            <a:spLocks noGrp="1"/>
          </p:cNvSpPr>
          <p:nvPr>
            <p:ph type="title"/>
          </p:nvPr>
        </p:nvSpPr>
        <p:spPr/>
        <p:txBody>
          <a:bodyPr/>
          <a:lstStyle/>
          <a:p>
            <a:r>
              <a:rPr lang="en-IN" dirty="0"/>
              <a:t>Some incidents …</a:t>
            </a:r>
          </a:p>
        </p:txBody>
      </p:sp>
      <p:sp>
        <p:nvSpPr>
          <p:cNvPr id="3" name="Content Placeholder 2">
            <a:extLst>
              <a:ext uri="{FF2B5EF4-FFF2-40B4-BE49-F238E27FC236}">
                <a16:creationId xmlns:a16="http://schemas.microsoft.com/office/drawing/2014/main" id="{9E1C045B-C143-45E5-1DBD-09C56C33F4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9AA1A1C-850D-90B4-6AF9-B6D753E66FAA}"/>
              </a:ext>
            </a:extLst>
          </p:cNvPr>
          <p:cNvPicPr>
            <a:picLocks noChangeAspect="1"/>
          </p:cNvPicPr>
          <p:nvPr/>
        </p:nvPicPr>
        <p:blipFill>
          <a:blip r:embed="rId2"/>
          <a:stretch>
            <a:fillRect/>
          </a:stretch>
        </p:blipFill>
        <p:spPr>
          <a:xfrm>
            <a:off x="1353809" y="3048856"/>
            <a:ext cx="9484382" cy="1451224"/>
          </a:xfrm>
          <a:prstGeom prst="rect">
            <a:avLst/>
          </a:prstGeom>
        </p:spPr>
      </p:pic>
    </p:spTree>
    <p:extLst>
      <p:ext uri="{BB962C8B-B14F-4D97-AF65-F5344CB8AC3E}">
        <p14:creationId xmlns:p14="http://schemas.microsoft.com/office/powerpoint/2010/main" val="2677560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D1DA-76E7-41C4-6C3D-823B6EF50C87}"/>
              </a:ext>
            </a:extLst>
          </p:cNvPr>
          <p:cNvSpPr>
            <a:spLocks noGrp="1"/>
          </p:cNvSpPr>
          <p:nvPr>
            <p:ph type="title"/>
          </p:nvPr>
        </p:nvSpPr>
        <p:spPr/>
        <p:txBody>
          <a:bodyPr/>
          <a:lstStyle/>
          <a:p>
            <a:r>
              <a:rPr lang="en-IN" dirty="0"/>
              <a:t>Some incidents …</a:t>
            </a:r>
          </a:p>
        </p:txBody>
      </p:sp>
      <p:sp>
        <p:nvSpPr>
          <p:cNvPr id="3" name="Content Placeholder 2">
            <a:extLst>
              <a:ext uri="{FF2B5EF4-FFF2-40B4-BE49-F238E27FC236}">
                <a16:creationId xmlns:a16="http://schemas.microsoft.com/office/drawing/2014/main" id="{9E1C045B-C143-45E5-1DBD-09C56C33F4C6}"/>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E9B4E6B3-417E-38C6-C62A-ECA68E3878BB}"/>
              </a:ext>
            </a:extLst>
          </p:cNvPr>
          <p:cNvPicPr>
            <a:picLocks noChangeAspect="1"/>
          </p:cNvPicPr>
          <p:nvPr/>
        </p:nvPicPr>
        <p:blipFill>
          <a:blip r:embed="rId2"/>
          <a:stretch>
            <a:fillRect/>
          </a:stretch>
        </p:blipFill>
        <p:spPr>
          <a:xfrm>
            <a:off x="1185781" y="2661007"/>
            <a:ext cx="9831715" cy="1140431"/>
          </a:xfrm>
          <a:prstGeom prst="rect">
            <a:avLst/>
          </a:prstGeom>
        </p:spPr>
      </p:pic>
      <p:pic>
        <p:nvPicPr>
          <p:cNvPr id="8" name="Picture 7">
            <a:extLst>
              <a:ext uri="{FF2B5EF4-FFF2-40B4-BE49-F238E27FC236}">
                <a16:creationId xmlns:a16="http://schemas.microsoft.com/office/drawing/2014/main" id="{DC8BC46C-60A9-B0AB-7789-4847A4C350B3}"/>
              </a:ext>
            </a:extLst>
          </p:cNvPr>
          <p:cNvPicPr>
            <a:picLocks noChangeAspect="1"/>
          </p:cNvPicPr>
          <p:nvPr/>
        </p:nvPicPr>
        <p:blipFill>
          <a:blip r:embed="rId3"/>
          <a:stretch>
            <a:fillRect/>
          </a:stretch>
        </p:blipFill>
        <p:spPr>
          <a:xfrm>
            <a:off x="1359385" y="3798254"/>
            <a:ext cx="9774044" cy="1256838"/>
          </a:xfrm>
          <a:prstGeom prst="rect">
            <a:avLst/>
          </a:prstGeom>
        </p:spPr>
      </p:pic>
    </p:spTree>
    <p:extLst>
      <p:ext uri="{BB962C8B-B14F-4D97-AF65-F5344CB8AC3E}">
        <p14:creationId xmlns:p14="http://schemas.microsoft.com/office/powerpoint/2010/main" val="3939351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D1DA-76E7-41C4-6C3D-823B6EF50C87}"/>
              </a:ext>
            </a:extLst>
          </p:cNvPr>
          <p:cNvSpPr>
            <a:spLocks noGrp="1"/>
          </p:cNvSpPr>
          <p:nvPr>
            <p:ph type="title"/>
          </p:nvPr>
        </p:nvSpPr>
        <p:spPr/>
        <p:txBody>
          <a:bodyPr/>
          <a:lstStyle/>
          <a:p>
            <a:r>
              <a:rPr lang="en-IN" dirty="0"/>
              <a:t>Some incidents …</a:t>
            </a:r>
          </a:p>
        </p:txBody>
      </p:sp>
      <p:sp>
        <p:nvSpPr>
          <p:cNvPr id="3" name="Content Placeholder 2">
            <a:extLst>
              <a:ext uri="{FF2B5EF4-FFF2-40B4-BE49-F238E27FC236}">
                <a16:creationId xmlns:a16="http://schemas.microsoft.com/office/drawing/2014/main" id="{9E1C045B-C143-45E5-1DBD-09C56C33F4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9F63042-0C69-71FA-87D6-339D868CEF66}"/>
              </a:ext>
            </a:extLst>
          </p:cNvPr>
          <p:cNvPicPr>
            <a:picLocks noChangeAspect="1"/>
          </p:cNvPicPr>
          <p:nvPr/>
        </p:nvPicPr>
        <p:blipFill>
          <a:blip r:embed="rId2"/>
          <a:stretch>
            <a:fillRect/>
          </a:stretch>
        </p:blipFill>
        <p:spPr>
          <a:xfrm>
            <a:off x="1066799" y="2907840"/>
            <a:ext cx="10058401" cy="1547446"/>
          </a:xfrm>
          <a:prstGeom prst="rect">
            <a:avLst/>
          </a:prstGeom>
        </p:spPr>
      </p:pic>
    </p:spTree>
    <p:extLst>
      <p:ext uri="{BB962C8B-B14F-4D97-AF65-F5344CB8AC3E}">
        <p14:creationId xmlns:p14="http://schemas.microsoft.com/office/powerpoint/2010/main" val="1966273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D1DA-76E7-41C4-6C3D-823B6EF50C87}"/>
              </a:ext>
            </a:extLst>
          </p:cNvPr>
          <p:cNvSpPr>
            <a:spLocks noGrp="1"/>
          </p:cNvSpPr>
          <p:nvPr>
            <p:ph type="title"/>
          </p:nvPr>
        </p:nvSpPr>
        <p:spPr/>
        <p:txBody>
          <a:bodyPr/>
          <a:lstStyle/>
          <a:p>
            <a:r>
              <a:rPr lang="en-IN" dirty="0"/>
              <a:t>Some incidents …</a:t>
            </a:r>
          </a:p>
        </p:txBody>
      </p:sp>
      <p:sp>
        <p:nvSpPr>
          <p:cNvPr id="3" name="Content Placeholder 2">
            <a:extLst>
              <a:ext uri="{FF2B5EF4-FFF2-40B4-BE49-F238E27FC236}">
                <a16:creationId xmlns:a16="http://schemas.microsoft.com/office/drawing/2014/main" id="{9E1C045B-C143-45E5-1DBD-09C56C33F4C6}"/>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3422E1D9-72DD-47F7-0992-A70524550390}"/>
              </a:ext>
            </a:extLst>
          </p:cNvPr>
          <p:cNvPicPr>
            <a:picLocks noChangeAspect="1"/>
          </p:cNvPicPr>
          <p:nvPr/>
        </p:nvPicPr>
        <p:blipFill>
          <a:blip r:embed="rId2"/>
          <a:stretch>
            <a:fillRect/>
          </a:stretch>
        </p:blipFill>
        <p:spPr>
          <a:xfrm>
            <a:off x="1319356" y="2570992"/>
            <a:ext cx="9802796" cy="2812666"/>
          </a:xfrm>
          <a:prstGeom prst="rect">
            <a:avLst/>
          </a:prstGeom>
        </p:spPr>
      </p:pic>
    </p:spTree>
    <p:extLst>
      <p:ext uri="{BB962C8B-B14F-4D97-AF65-F5344CB8AC3E}">
        <p14:creationId xmlns:p14="http://schemas.microsoft.com/office/powerpoint/2010/main" val="3094178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D1DA-76E7-41C4-6C3D-823B6EF50C87}"/>
              </a:ext>
            </a:extLst>
          </p:cNvPr>
          <p:cNvSpPr>
            <a:spLocks noGrp="1"/>
          </p:cNvSpPr>
          <p:nvPr>
            <p:ph type="title"/>
          </p:nvPr>
        </p:nvSpPr>
        <p:spPr/>
        <p:txBody>
          <a:bodyPr/>
          <a:lstStyle/>
          <a:p>
            <a:r>
              <a:rPr lang="en-IN" dirty="0"/>
              <a:t>Some incidents …</a:t>
            </a:r>
          </a:p>
        </p:txBody>
      </p:sp>
      <p:sp>
        <p:nvSpPr>
          <p:cNvPr id="3" name="Content Placeholder 2">
            <a:extLst>
              <a:ext uri="{FF2B5EF4-FFF2-40B4-BE49-F238E27FC236}">
                <a16:creationId xmlns:a16="http://schemas.microsoft.com/office/drawing/2014/main" id="{9E1C045B-C143-45E5-1DBD-09C56C33F4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CA20201-C0CA-35A3-B340-5E29ADCC1257}"/>
              </a:ext>
            </a:extLst>
          </p:cNvPr>
          <p:cNvPicPr>
            <a:picLocks noChangeAspect="1"/>
          </p:cNvPicPr>
          <p:nvPr/>
        </p:nvPicPr>
        <p:blipFill>
          <a:blip r:embed="rId2"/>
          <a:stretch>
            <a:fillRect/>
          </a:stretch>
        </p:blipFill>
        <p:spPr>
          <a:xfrm>
            <a:off x="1033847" y="3143893"/>
            <a:ext cx="10124306" cy="1294544"/>
          </a:xfrm>
          <a:prstGeom prst="rect">
            <a:avLst/>
          </a:prstGeom>
        </p:spPr>
      </p:pic>
    </p:spTree>
    <p:extLst>
      <p:ext uri="{BB962C8B-B14F-4D97-AF65-F5344CB8AC3E}">
        <p14:creationId xmlns:p14="http://schemas.microsoft.com/office/powerpoint/2010/main" val="2188575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CIA Triad of security</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lstStyle/>
          <a:p>
            <a:endParaRPr lang="en-IN"/>
          </a:p>
        </p:txBody>
      </p:sp>
      <p:pic>
        <p:nvPicPr>
          <p:cNvPr id="1026" name="Picture 2" descr="What are the 3 principles of Information Security? — SecurityMadeSimple">
            <a:extLst>
              <a:ext uri="{FF2B5EF4-FFF2-40B4-BE49-F238E27FC236}">
                <a16:creationId xmlns:a16="http://schemas.microsoft.com/office/drawing/2014/main" id="{A2B3B65D-6D32-8926-3DB9-8FF138B5E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004" y="2244697"/>
            <a:ext cx="4222679" cy="4222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4374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Low, moderate, and high impacts</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4BDD8C5-8F2C-C333-873F-765A42571BA0}"/>
              </a:ext>
            </a:extLst>
          </p:cNvPr>
          <p:cNvPicPr>
            <a:picLocks noChangeAspect="1"/>
          </p:cNvPicPr>
          <p:nvPr/>
        </p:nvPicPr>
        <p:blipFill>
          <a:blip r:embed="rId2"/>
          <a:stretch>
            <a:fillRect/>
          </a:stretch>
        </p:blipFill>
        <p:spPr>
          <a:xfrm>
            <a:off x="1263178" y="2763749"/>
            <a:ext cx="9673812" cy="2774021"/>
          </a:xfrm>
          <a:prstGeom prst="rect">
            <a:avLst/>
          </a:prstGeom>
        </p:spPr>
      </p:pic>
    </p:spTree>
    <p:extLst>
      <p:ext uri="{BB962C8B-B14F-4D97-AF65-F5344CB8AC3E}">
        <p14:creationId xmlns:p14="http://schemas.microsoft.com/office/powerpoint/2010/main" val="499588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Low, moderate, and high impacts</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05606749-EABD-D341-AAC0-CD4FC8EB0EFE}"/>
              </a:ext>
            </a:extLst>
          </p:cNvPr>
          <p:cNvPicPr>
            <a:picLocks noChangeAspect="1"/>
          </p:cNvPicPr>
          <p:nvPr/>
        </p:nvPicPr>
        <p:blipFill>
          <a:blip r:embed="rId2"/>
          <a:stretch>
            <a:fillRect/>
          </a:stretch>
        </p:blipFill>
        <p:spPr>
          <a:xfrm>
            <a:off x="1142702" y="2547991"/>
            <a:ext cx="9923625" cy="3287730"/>
          </a:xfrm>
          <a:prstGeom prst="rect">
            <a:avLst/>
          </a:prstGeom>
        </p:spPr>
      </p:pic>
    </p:spTree>
    <p:extLst>
      <p:ext uri="{BB962C8B-B14F-4D97-AF65-F5344CB8AC3E}">
        <p14:creationId xmlns:p14="http://schemas.microsoft.com/office/powerpoint/2010/main" val="32941311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low, moderate, and high impacts</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D5B6B3B-C65D-179B-3E9A-31AF7535C632}"/>
              </a:ext>
            </a:extLst>
          </p:cNvPr>
          <p:cNvPicPr>
            <a:picLocks noChangeAspect="1"/>
          </p:cNvPicPr>
          <p:nvPr/>
        </p:nvPicPr>
        <p:blipFill>
          <a:blip r:embed="rId2"/>
          <a:stretch>
            <a:fillRect/>
          </a:stretch>
        </p:blipFill>
        <p:spPr>
          <a:xfrm>
            <a:off x="1146081" y="2619910"/>
            <a:ext cx="9834891" cy="2958957"/>
          </a:xfrm>
          <a:prstGeom prst="rect">
            <a:avLst/>
          </a:prstGeom>
        </p:spPr>
      </p:pic>
    </p:spTree>
    <p:extLst>
      <p:ext uri="{BB962C8B-B14F-4D97-AF65-F5344CB8AC3E}">
        <p14:creationId xmlns:p14="http://schemas.microsoft.com/office/powerpoint/2010/main" val="37498491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Why is security not easy?</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normAutofit fontScale="92500"/>
          </a:bodyPr>
          <a:lstStyle/>
          <a:p>
            <a:r>
              <a:rPr lang="en-IN" dirty="0"/>
              <a:t>Appears to be simple to a novice: just one-word requirements such as confidentiality, availability, authentication … But the mechanisms are quite complex</a:t>
            </a:r>
          </a:p>
          <a:p>
            <a:r>
              <a:rPr lang="en-IN" dirty="0"/>
              <a:t>Attackers look for weakness, so the design must consider possible attacks</a:t>
            </a:r>
          </a:p>
          <a:p>
            <a:r>
              <a:rPr lang="en-IN" dirty="0"/>
              <a:t>Having designed the security mechanisms, we need to decide when and where to use them</a:t>
            </a:r>
          </a:p>
          <a:p>
            <a:r>
              <a:rPr lang="en-IN" dirty="0"/>
              <a:t>Cooperation of participants and mechanisms can be difficult to achieve</a:t>
            </a:r>
          </a:p>
          <a:p>
            <a:pPr lvl="1"/>
            <a:r>
              <a:rPr lang="en-IN" dirty="0"/>
              <a:t>People may need to hold secrets such as passwords</a:t>
            </a:r>
          </a:p>
          <a:p>
            <a:pPr lvl="1"/>
            <a:r>
              <a:rPr lang="en-IN" dirty="0"/>
              <a:t>Time-outs may be implemented, but the applications using the mechanisms may take a long time</a:t>
            </a:r>
          </a:p>
        </p:txBody>
      </p:sp>
    </p:spTree>
    <p:extLst>
      <p:ext uri="{BB962C8B-B14F-4D97-AF65-F5344CB8AC3E}">
        <p14:creationId xmlns:p14="http://schemas.microsoft.com/office/powerpoint/2010/main" val="29287496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Why is security not easy?</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normAutofit/>
          </a:bodyPr>
          <a:lstStyle/>
          <a:p>
            <a:r>
              <a:rPr lang="en-IN" dirty="0"/>
              <a:t>It is a battle of wits between the security enforcer and attacker</a:t>
            </a:r>
          </a:p>
          <a:p>
            <a:pPr lvl="1"/>
            <a:r>
              <a:rPr lang="en-IN" dirty="0"/>
              <a:t>The enforcer has to think of all the possible attacks, the attacker has to just find one weakness!</a:t>
            </a:r>
          </a:p>
          <a:p>
            <a:r>
              <a:rPr lang="en-IN" dirty="0"/>
              <a:t>People generally do not give importance to security until a failure or security incident happens</a:t>
            </a:r>
          </a:p>
          <a:p>
            <a:r>
              <a:rPr lang="en-IN" dirty="0"/>
              <a:t>Security requires regular or even continuous monitoring</a:t>
            </a:r>
          </a:p>
          <a:p>
            <a:r>
              <a:rPr lang="en-IN" dirty="0"/>
              <a:t>Security is often an afterthought – it is not an automatic part of the information system design</a:t>
            </a:r>
          </a:p>
          <a:p>
            <a:r>
              <a:rPr lang="en-IN" dirty="0"/>
              <a:t>Many users perceive security as an obstruction to their work</a:t>
            </a:r>
          </a:p>
        </p:txBody>
      </p:sp>
    </p:spTree>
    <p:extLst>
      <p:ext uri="{BB962C8B-B14F-4D97-AF65-F5344CB8AC3E}">
        <p14:creationId xmlns:p14="http://schemas.microsoft.com/office/powerpoint/2010/main" val="27909802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8A64-504B-08A1-B3F0-99CD3F98E8A3}"/>
              </a:ext>
            </a:extLst>
          </p:cNvPr>
          <p:cNvSpPr>
            <a:spLocks noGrp="1"/>
          </p:cNvSpPr>
          <p:nvPr>
            <p:ph type="title"/>
          </p:nvPr>
        </p:nvSpPr>
        <p:spPr/>
        <p:txBody>
          <a:bodyPr/>
          <a:lstStyle/>
          <a:p>
            <a:r>
              <a:rPr lang="en-IN" dirty="0"/>
              <a:t>Security attacks – first view</a:t>
            </a:r>
          </a:p>
        </p:txBody>
      </p:sp>
      <p:sp>
        <p:nvSpPr>
          <p:cNvPr id="3" name="Content Placeholder 2">
            <a:extLst>
              <a:ext uri="{FF2B5EF4-FFF2-40B4-BE49-F238E27FC236}">
                <a16:creationId xmlns:a16="http://schemas.microsoft.com/office/drawing/2014/main" id="{510EEFB0-8F45-B2B5-E085-CBE0AF7D8BA7}"/>
              </a:ext>
            </a:extLst>
          </p:cNvPr>
          <p:cNvSpPr>
            <a:spLocks noGrp="1"/>
          </p:cNvSpPr>
          <p:nvPr>
            <p:ph idx="1"/>
          </p:nvPr>
        </p:nvSpPr>
        <p:spPr/>
        <p:txBody>
          <a:bodyPr>
            <a:normAutofit/>
          </a:bodyPr>
          <a:lstStyle/>
          <a:p>
            <a:endParaRPr lang="en-IN" dirty="0"/>
          </a:p>
        </p:txBody>
      </p:sp>
      <p:pic>
        <p:nvPicPr>
          <p:cNvPr id="5" name="Picture 4">
            <a:extLst>
              <a:ext uri="{FF2B5EF4-FFF2-40B4-BE49-F238E27FC236}">
                <a16:creationId xmlns:a16="http://schemas.microsoft.com/office/drawing/2014/main" id="{BD303F35-8591-0150-6E81-857764E66F59}"/>
              </a:ext>
            </a:extLst>
          </p:cNvPr>
          <p:cNvPicPr>
            <a:picLocks noChangeAspect="1"/>
          </p:cNvPicPr>
          <p:nvPr/>
        </p:nvPicPr>
        <p:blipFill>
          <a:blip r:embed="rId2"/>
          <a:stretch>
            <a:fillRect/>
          </a:stretch>
        </p:blipFill>
        <p:spPr>
          <a:xfrm>
            <a:off x="2371533" y="1883687"/>
            <a:ext cx="7448933" cy="4489681"/>
          </a:xfrm>
          <a:prstGeom prst="rect">
            <a:avLst/>
          </a:prstGeom>
        </p:spPr>
      </p:pic>
    </p:spTree>
    <p:extLst>
      <p:ext uri="{BB962C8B-B14F-4D97-AF65-F5344CB8AC3E}">
        <p14:creationId xmlns:p14="http://schemas.microsoft.com/office/powerpoint/2010/main" val="3968331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Snooping</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174752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Unauthorized access to data or interception of data</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A file sent over the internet containing confidential information is intercepted and read by an unauthorized person</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Encipherment of messages</a:t>
                      </a:r>
                    </a:p>
                  </a:txBody>
                  <a:tcPr/>
                </a:tc>
                <a:extLst>
                  <a:ext uri="{0D108BD9-81ED-4DB2-BD59-A6C34878D82A}">
                    <a16:rowId xmlns:a16="http://schemas.microsoft.com/office/drawing/2014/main" val="1058380832"/>
                  </a:ext>
                </a:extLst>
              </a:tr>
            </a:tbl>
          </a:graphicData>
        </a:graphic>
      </p:graphicFrame>
      <p:pic>
        <p:nvPicPr>
          <p:cNvPr id="2052" name="Picture 4" descr="Snooping in the name of security">
            <a:extLst>
              <a:ext uri="{FF2B5EF4-FFF2-40B4-BE49-F238E27FC236}">
                <a16:creationId xmlns:a16="http://schemas.microsoft.com/office/drawing/2014/main" id="{3F7C1D36-109A-743A-622D-FD8EA2D96096}"/>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390284" y="512064"/>
            <a:ext cx="2145792" cy="160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4210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Traffic analysis</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174752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Monitor traffic to derive some insights by intercepting it</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Emails are intercepted and the email addresses are noted to find out the pattern of communication</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Combinational techniques</a:t>
                      </a:r>
                    </a:p>
                  </a:txBody>
                  <a:tcPr/>
                </a:tc>
                <a:extLst>
                  <a:ext uri="{0D108BD9-81ED-4DB2-BD59-A6C34878D82A}">
                    <a16:rowId xmlns:a16="http://schemas.microsoft.com/office/drawing/2014/main" val="1058380832"/>
                  </a:ext>
                </a:extLst>
              </a:tr>
            </a:tbl>
          </a:graphicData>
        </a:graphic>
      </p:graphicFrame>
      <p:pic>
        <p:nvPicPr>
          <p:cNvPr id="3074" name="Picture 2" descr="Internet attacks: Traffic analysis - YouTube">
            <a:extLst>
              <a:ext uri="{FF2B5EF4-FFF2-40B4-BE49-F238E27FC236}">
                <a16:creationId xmlns:a16="http://schemas.microsoft.com/office/drawing/2014/main" id="{D28BB806-786F-49F4-CA51-2D2515C5A10D}"/>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536371" y="371694"/>
            <a:ext cx="2861058" cy="1609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3993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Modification</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229108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After accessing or intercepting the messages, the attacker can modify the information</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An account holder sends a message to the bank, but the attacker intercepts and modifies the message and then forwards it to the bank, or simply deletes it</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Encipherment, Digital signatures</a:t>
                      </a:r>
                    </a:p>
                  </a:txBody>
                  <a:tcPr/>
                </a:tc>
                <a:extLst>
                  <a:ext uri="{0D108BD9-81ED-4DB2-BD59-A6C34878D82A}">
                    <a16:rowId xmlns:a16="http://schemas.microsoft.com/office/drawing/2014/main" val="1058380832"/>
                  </a:ext>
                </a:extLst>
              </a:tr>
            </a:tbl>
          </a:graphicData>
        </a:graphic>
      </p:graphicFrame>
      <p:pic>
        <p:nvPicPr>
          <p:cNvPr id="4098" name="Picture 2" descr="What is an Active Attack? - Definition from WhatIs.com">
            <a:extLst>
              <a:ext uri="{FF2B5EF4-FFF2-40B4-BE49-F238E27FC236}">
                <a16:creationId xmlns:a16="http://schemas.microsoft.com/office/drawing/2014/main" id="{50808EFB-6642-FD8F-D607-FE57CA7A1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9003" y="333368"/>
            <a:ext cx="3354039" cy="1980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5786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Masquerading</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229616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Also called as </a:t>
                      </a:r>
                      <a:r>
                        <a:rPr lang="en-IN" b="1" dirty="0"/>
                        <a:t>spoofing</a:t>
                      </a:r>
                      <a:r>
                        <a:rPr lang="en-IN" dirty="0"/>
                        <a:t> – The attacker impersonates someone else</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An attacker steals the user id and password of an account holder and poses as the account holder. Sometimes, the attacker may pose as the bank to the account holder to obtain secret information from the account holder.</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Mutual authentication</a:t>
                      </a:r>
                    </a:p>
                  </a:txBody>
                  <a:tcPr/>
                </a:tc>
                <a:extLst>
                  <a:ext uri="{0D108BD9-81ED-4DB2-BD59-A6C34878D82A}">
                    <a16:rowId xmlns:a16="http://schemas.microsoft.com/office/drawing/2014/main" val="1058380832"/>
                  </a:ext>
                </a:extLst>
              </a:tr>
            </a:tbl>
          </a:graphicData>
        </a:graphic>
      </p:graphicFrame>
      <p:pic>
        <p:nvPicPr>
          <p:cNvPr id="5122" name="Picture 2" descr="What is IP spoofing? | Cloudflare">
            <a:extLst>
              <a:ext uri="{FF2B5EF4-FFF2-40B4-BE49-F238E27FC236}">
                <a16:creationId xmlns:a16="http://schemas.microsoft.com/office/drawing/2014/main" id="{B85E1015-A84E-A301-66D8-61E46A3191F5}"/>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5657362" y="512064"/>
            <a:ext cx="3534390" cy="160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10973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Replaying</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extLst>
              <p:ext uri="{D42A27DB-BD31-4B8C-83A1-F6EECF244321}">
                <p14:modId xmlns:p14="http://schemas.microsoft.com/office/powerpoint/2010/main" val="3805464548"/>
              </p:ext>
            </p:extLst>
          </p:nvPr>
        </p:nvGraphicFramePr>
        <p:xfrm>
          <a:off x="1063752" y="2532807"/>
          <a:ext cx="8128000" cy="202184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The attacker replays a message.</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While a legitimate user logs into the system, the attacker copies the message (User id and Hash of the password). When the user logs out, the attacker replays this message to login.</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Timestamping</a:t>
                      </a:r>
                    </a:p>
                  </a:txBody>
                  <a:tcPr/>
                </a:tc>
                <a:extLst>
                  <a:ext uri="{0D108BD9-81ED-4DB2-BD59-A6C34878D82A}">
                    <a16:rowId xmlns:a16="http://schemas.microsoft.com/office/drawing/2014/main" val="1058380832"/>
                  </a:ext>
                </a:extLst>
              </a:tr>
            </a:tbl>
          </a:graphicData>
        </a:graphic>
      </p:graphicFrame>
      <p:pic>
        <p:nvPicPr>
          <p:cNvPr id="6146" name="Picture 2" descr="Replay attack - Wikipedia">
            <a:extLst>
              <a:ext uri="{FF2B5EF4-FFF2-40B4-BE49-F238E27FC236}">
                <a16:creationId xmlns:a16="http://schemas.microsoft.com/office/drawing/2014/main" id="{1945AD6E-6798-477C-7616-D36DA574B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0553" y="484632"/>
            <a:ext cx="285750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5496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Repudiation</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229108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Different from the other attacks, since it is performed by one of the two parties. The attacking party denies having sent a message, or claims that its contents were different.</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An account holder asks the bank to transfer Rs 1 lakh to someone else’s account; but later claims that she never sent such a message.</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Digital signature</a:t>
                      </a:r>
                    </a:p>
                  </a:txBody>
                  <a:tcPr/>
                </a:tc>
                <a:extLst>
                  <a:ext uri="{0D108BD9-81ED-4DB2-BD59-A6C34878D82A}">
                    <a16:rowId xmlns:a16="http://schemas.microsoft.com/office/drawing/2014/main" val="1058380832"/>
                  </a:ext>
                </a:extLst>
              </a:tr>
            </a:tbl>
          </a:graphicData>
        </a:graphic>
      </p:graphicFrame>
      <p:pic>
        <p:nvPicPr>
          <p:cNvPr id="7170" name="Picture 2" descr="What is repudiation in cyber security? - Quora">
            <a:extLst>
              <a:ext uri="{FF2B5EF4-FFF2-40B4-BE49-F238E27FC236}">
                <a16:creationId xmlns:a16="http://schemas.microsoft.com/office/drawing/2014/main" id="{8EEF0EB1-1E02-E410-B8B0-B83DC8CD0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5252" y="230433"/>
            <a:ext cx="3069832" cy="2302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9682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Denial of service (DOS)</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graphicFrame>
        <p:nvGraphicFramePr>
          <p:cNvPr id="4" name="Table 4">
            <a:extLst>
              <a:ext uri="{FF2B5EF4-FFF2-40B4-BE49-F238E27FC236}">
                <a16:creationId xmlns:a16="http://schemas.microsoft.com/office/drawing/2014/main" id="{BB78513C-BE9B-95BB-50F3-3E55E02EE158}"/>
              </a:ext>
            </a:extLst>
          </p:cNvPr>
          <p:cNvGraphicFramePr>
            <a:graphicFrameLocks noGrp="1"/>
          </p:cNvGraphicFramePr>
          <p:nvPr/>
        </p:nvGraphicFramePr>
        <p:xfrm>
          <a:off x="1063752" y="2532807"/>
          <a:ext cx="8128000" cy="2021840"/>
        </p:xfrm>
        <a:graphic>
          <a:graphicData uri="http://schemas.openxmlformats.org/drawingml/2006/table">
            <a:tbl>
              <a:tblPr firstRow="1" bandRow="1">
                <a:tableStyleId>{5C22544A-7EE6-4342-B048-85BDC9FD1C3A}</a:tableStyleId>
              </a:tblPr>
              <a:tblGrid>
                <a:gridCol w="1687244">
                  <a:extLst>
                    <a:ext uri="{9D8B030D-6E8A-4147-A177-3AD203B41FA5}">
                      <a16:colId xmlns:a16="http://schemas.microsoft.com/office/drawing/2014/main" val="148191868"/>
                    </a:ext>
                  </a:extLst>
                </a:gridCol>
                <a:gridCol w="6440756">
                  <a:extLst>
                    <a:ext uri="{9D8B030D-6E8A-4147-A177-3AD203B41FA5}">
                      <a16:colId xmlns:a16="http://schemas.microsoft.com/office/drawing/2014/main" val="242650457"/>
                    </a:ext>
                  </a:extLst>
                </a:gridCol>
              </a:tblGrid>
              <a:tr h="350122">
                <a:tc>
                  <a:txBody>
                    <a:bodyPr/>
                    <a:lstStyle/>
                    <a:p>
                      <a:r>
                        <a:rPr lang="en-IN" dirty="0"/>
                        <a:t>Topic</a:t>
                      </a:r>
                    </a:p>
                  </a:txBody>
                  <a:tcPr/>
                </a:tc>
                <a:tc>
                  <a:txBody>
                    <a:bodyPr/>
                    <a:lstStyle/>
                    <a:p>
                      <a:r>
                        <a:rPr lang="en-IN" dirty="0"/>
                        <a:t>Details</a:t>
                      </a:r>
                    </a:p>
                  </a:txBody>
                  <a:tcPr/>
                </a:tc>
                <a:extLst>
                  <a:ext uri="{0D108BD9-81ED-4DB2-BD59-A6C34878D82A}">
                    <a16:rowId xmlns:a16="http://schemas.microsoft.com/office/drawing/2014/main" val="3408072281"/>
                  </a:ext>
                </a:extLst>
              </a:tr>
              <a:tr h="370840">
                <a:tc>
                  <a:txBody>
                    <a:bodyPr/>
                    <a:lstStyle/>
                    <a:p>
                      <a:r>
                        <a:rPr lang="en-IN" dirty="0"/>
                        <a:t>Meaning</a:t>
                      </a:r>
                    </a:p>
                  </a:txBody>
                  <a:tcPr/>
                </a:tc>
                <a:tc>
                  <a:txBody>
                    <a:bodyPr/>
                    <a:lstStyle/>
                    <a:p>
                      <a:r>
                        <a:rPr lang="en-IN" dirty="0"/>
                        <a:t>Slows down or completely stops the functioning of a system or a service by sending many bogus requests to the server. The attacker may also stop a genuine user’s legitimate request.</a:t>
                      </a:r>
                    </a:p>
                  </a:txBody>
                  <a:tcPr/>
                </a:tc>
                <a:extLst>
                  <a:ext uri="{0D108BD9-81ED-4DB2-BD59-A6C34878D82A}">
                    <a16:rowId xmlns:a16="http://schemas.microsoft.com/office/drawing/2014/main" val="39711822"/>
                  </a:ext>
                </a:extLst>
              </a:tr>
              <a:tr h="370840">
                <a:tc>
                  <a:txBody>
                    <a:bodyPr/>
                    <a:lstStyle/>
                    <a:p>
                      <a:r>
                        <a:rPr lang="en-IN" dirty="0"/>
                        <a:t>Example</a:t>
                      </a:r>
                    </a:p>
                  </a:txBody>
                  <a:tcPr/>
                </a:tc>
                <a:tc>
                  <a:txBody>
                    <a:bodyPr/>
                    <a:lstStyle/>
                    <a:p>
                      <a:r>
                        <a:rPr lang="en-IN" dirty="0"/>
                        <a:t>A worm</a:t>
                      </a:r>
                    </a:p>
                  </a:txBody>
                  <a:tcPr/>
                </a:tc>
                <a:extLst>
                  <a:ext uri="{0D108BD9-81ED-4DB2-BD59-A6C34878D82A}">
                    <a16:rowId xmlns:a16="http://schemas.microsoft.com/office/drawing/2014/main" val="1854623380"/>
                  </a:ext>
                </a:extLst>
              </a:tr>
              <a:tr h="370840">
                <a:tc>
                  <a:txBody>
                    <a:bodyPr/>
                    <a:lstStyle/>
                    <a:p>
                      <a:r>
                        <a:rPr lang="en-IN" dirty="0"/>
                        <a:t>Stopping</a:t>
                      </a:r>
                    </a:p>
                  </a:txBody>
                  <a:tcPr/>
                </a:tc>
                <a:tc>
                  <a:txBody>
                    <a:bodyPr/>
                    <a:lstStyle/>
                    <a:p>
                      <a:r>
                        <a:rPr lang="en-IN" dirty="0"/>
                        <a:t>Packet analysis</a:t>
                      </a:r>
                    </a:p>
                  </a:txBody>
                  <a:tcPr/>
                </a:tc>
                <a:extLst>
                  <a:ext uri="{0D108BD9-81ED-4DB2-BD59-A6C34878D82A}">
                    <a16:rowId xmlns:a16="http://schemas.microsoft.com/office/drawing/2014/main" val="1058380832"/>
                  </a:ext>
                </a:extLst>
              </a:tr>
            </a:tbl>
          </a:graphicData>
        </a:graphic>
      </p:graphicFrame>
      <p:pic>
        <p:nvPicPr>
          <p:cNvPr id="8194" name="Picture 2" descr="Denial of Service (DoS) attack A DDoS (Distributed Denial of Service)... |  Download Scientific Diagram">
            <a:extLst>
              <a:ext uri="{FF2B5EF4-FFF2-40B4-BE49-F238E27FC236}">
                <a16:creationId xmlns:a16="http://schemas.microsoft.com/office/drawing/2014/main" id="{E4E06304-21AB-2B38-A8BF-9D443CACB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5075" y="292768"/>
            <a:ext cx="3102483" cy="182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235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A50A-B782-D371-5BB9-674ACB042BEA}"/>
              </a:ext>
            </a:extLst>
          </p:cNvPr>
          <p:cNvSpPr>
            <a:spLocks noGrp="1"/>
          </p:cNvSpPr>
          <p:nvPr>
            <p:ph type="title"/>
          </p:nvPr>
        </p:nvSpPr>
        <p:spPr/>
        <p:txBody>
          <a:bodyPr/>
          <a:lstStyle/>
          <a:p>
            <a:r>
              <a:rPr lang="en-IN" dirty="0"/>
              <a:t>Another attack classification</a:t>
            </a:r>
          </a:p>
        </p:txBody>
      </p:sp>
      <p:sp>
        <p:nvSpPr>
          <p:cNvPr id="3" name="Content Placeholder 2">
            <a:extLst>
              <a:ext uri="{FF2B5EF4-FFF2-40B4-BE49-F238E27FC236}">
                <a16:creationId xmlns:a16="http://schemas.microsoft.com/office/drawing/2014/main" id="{DE29506A-7B90-5E48-8122-002414367A00}"/>
              </a:ext>
            </a:extLst>
          </p:cNvPr>
          <p:cNvSpPr>
            <a:spLocks noGrp="1"/>
          </p:cNvSpPr>
          <p:nvPr>
            <p:ph idx="1"/>
          </p:nvPr>
        </p:nvSpPr>
        <p:spPr/>
        <p:txBody>
          <a:bodyPr/>
          <a:lstStyle/>
          <a:p>
            <a:endParaRPr lang="en-IN" dirty="0"/>
          </a:p>
          <a:p>
            <a:endParaRPr lang="en-IN" dirty="0"/>
          </a:p>
        </p:txBody>
      </p:sp>
      <p:pic>
        <p:nvPicPr>
          <p:cNvPr id="6" name="Picture 5">
            <a:extLst>
              <a:ext uri="{FF2B5EF4-FFF2-40B4-BE49-F238E27FC236}">
                <a16:creationId xmlns:a16="http://schemas.microsoft.com/office/drawing/2014/main" id="{70E0B31A-A074-CA79-A8D6-C7BF307C3DCB}"/>
              </a:ext>
            </a:extLst>
          </p:cNvPr>
          <p:cNvPicPr>
            <a:picLocks noChangeAspect="1"/>
          </p:cNvPicPr>
          <p:nvPr/>
        </p:nvPicPr>
        <p:blipFill>
          <a:blip r:embed="rId2"/>
          <a:stretch>
            <a:fillRect/>
          </a:stretch>
        </p:blipFill>
        <p:spPr>
          <a:xfrm>
            <a:off x="2260416" y="1890022"/>
            <a:ext cx="7749747" cy="3103218"/>
          </a:xfrm>
          <a:prstGeom prst="rect">
            <a:avLst/>
          </a:prstGeom>
        </p:spPr>
      </p:pic>
    </p:spTree>
    <p:extLst>
      <p:ext uri="{BB962C8B-B14F-4D97-AF65-F5344CB8AC3E}">
        <p14:creationId xmlns:p14="http://schemas.microsoft.com/office/powerpoint/2010/main" val="24014758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086C16B7-DA3D-2566-7A0F-7F4368043C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73C2B78-D164-48F5-865C-D9237DD0EB15}" type="slidenum">
              <a:rPr lang="en-US" altLang="en-US" sz="1400"/>
              <a:pPr>
                <a:spcBef>
                  <a:spcPct val="0"/>
                </a:spcBef>
                <a:buClrTx/>
                <a:buSzTx/>
                <a:buFontTx/>
                <a:buNone/>
              </a:pPr>
              <a:t>25</a:t>
            </a:fld>
            <a:endParaRPr lang="en-US" altLang="en-US" sz="1400"/>
          </a:p>
        </p:txBody>
      </p:sp>
      <p:sp>
        <p:nvSpPr>
          <p:cNvPr id="11267" name="Rectangle 2050">
            <a:extLst>
              <a:ext uri="{FF2B5EF4-FFF2-40B4-BE49-F238E27FC236}">
                <a16:creationId xmlns:a16="http://schemas.microsoft.com/office/drawing/2014/main" id="{9D1897F4-3192-7CA4-9D00-579B1B6203A4}"/>
              </a:ext>
            </a:extLst>
          </p:cNvPr>
          <p:cNvSpPr>
            <a:spLocks noGrp="1" noChangeArrowheads="1"/>
          </p:cNvSpPr>
          <p:nvPr>
            <p:ph type="title"/>
          </p:nvPr>
        </p:nvSpPr>
        <p:spPr>
          <a:xfrm>
            <a:off x="2674939" y="214314"/>
            <a:ext cx="7794625" cy="1463675"/>
          </a:xfrm>
        </p:spPr>
        <p:txBody>
          <a:bodyPr vert="horz" lIns="90000" tIns="46800" rIns="90000" bIns="46800" rtlCol="0" anchor="ctr">
            <a:normAutofit/>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Security Classification</a:t>
            </a:r>
          </a:p>
        </p:txBody>
      </p:sp>
      <p:sp>
        <p:nvSpPr>
          <p:cNvPr id="11268" name="Rectangle 2051">
            <a:extLst>
              <a:ext uri="{FF2B5EF4-FFF2-40B4-BE49-F238E27FC236}">
                <a16:creationId xmlns:a16="http://schemas.microsoft.com/office/drawing/2014/main" id="{4EAA5308-1321-D61E-1961-06A6DE85F1CA}"/>
              </a:ext>
            </a:extLst>
          </p:cNvPr>
          <p:cNvSpPr>
            <a:spLocks noGrp="1" noChangeArrowheads="1"/>
          </p:cNvSpPr>
          <p:nvPr>
            <p:ph type="body" idx="1"/>
          </p:nvPr>
        </p:nvSpPr>
        <p:spPr>
          <a:xfrm>
            <a:off x="2706689" y="2017714"/>
            <a:ext cx="7773987" cy="4116387"/>
          </a:xfrm>
        </p:spPr>
        <p:txBody>
          <a:bodyPr vert="horz" lIns="90000" tIns="46800" rIns="90000" bIns="46800" rtlCol="0">
            <a:normAutofit/>
          </a:bodyPr>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3600" dirty="0"/>
              <a:t>Application-Layer Security</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3200" dirty="0"/>
              <a:t>Trust in the users/transactions</a:t>
            </a:r>
          </a:p>
          <a:p>
            <a:pPr marL="741363" lvl="1" indent="-284163" defTabSz="45720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3200" dirty="0"/>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3600" dirty="0"/>
              <a:t>Network-Layer Security</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3200" dirty="0"/>
              <a:t>Problems at the network layer of TCP/IP</a:t>
            </a:r>
            <a:endParaRPr lang="en-GB" alt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7D198EF2-3992-92A3-99FB-6A1D27E434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9D4C397-EDA4-4E5C-86F8-2A6B3868F1EA}" type="slidenum">
              <a:rPr lang="en-US" altLang="en-US" sz="1400"/>
              <a:pPr>
                <a:spcBef>
                  <a:spcPct val="0"/>
                </a:spcBef>
                <a:buClrTx/>
                <a:buSzTx/>
                <a:buFontTx/>
                <a:buNone/>
              </a:pPr>
              <a:t>26</a:t>
            </a:fld>
            <a:endParaRPr lang="en-US" altLang="en-US" sz="1400"/>
          </a:p>
        </p:txBody>
      </p:sp>
      <p:grpSp>
        <p:nvGrpSpPr>
          <p:cNvPr id="13315" name="Group 2">
            <a:extLst>
              <a:ext uri="{FF2B5EF4-FFF2-40B4-BE49-F238E27FC236}">
                <a16:creationId xmlns:a16="http://schemas.microsoft.com/office/drawing/2014/main" id="{C5A85FA9-03CD-BBCE-130A-29E7036A50AA}"/>
              </a:ext>
            </a:extLst>
          </p:cNvPr>
          <p:cNvGrpSpPr>
            <a:grpSpLocks/>
          </p:cNvGrpSpPr>
          <p:nvPr/>
        </p:nvGrpSpPr>
        <p:grpSpPr bwMode="auto">
          <a:xfrm>
            <a:off x="2686050" y="1981200"/>
            <a:ext cx="6762750" cy="3810000"/>
            <a:chOff x="1830" y="9505"/>
            <a:chExt cx="8595" cy="4620"/>
          </a:xfrm>
        </p:grpSpPr>
        <p:sp>
          <p:nvSpPr>
            <p:cNvPr id="13317" name="Rectangle 3">
              <a:extLst>
                <a:ext uri="{FF2B5EF4-FFF2-40B4-BE49-F238E27FC236}">
                  <a16:creationId xmlns:a16="http://schemas.microsoft.com/office/drawing/2014/main" id="{3CE227A2-58BB-1B7E-43E1-FB1336E4627B}"/>
                </a:ext>
              </a:extLst>
            </p:cNvPr>
            <p:cNvSpPr>
              <a:spLocks noChangeArrowheads="1"/>
            </p:cNvSpPr>
            <p:nvPr/>
          </p:nvSpPr>
          <p:spPr bwMode="auto">
            <a:xfrm>
              <a:off x="1830" y="9505"/>
              <a:ext cx="8595" cy="46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3318" name="computr1">
              <a:extLst>
                <a:ext uri="{FF2B5EF4-FFF2-40B4-BE49-F238E27FC236}">
                  <a16:creationId xmlns:a16="http://schemas.microsoft.com/office/drawing/2014/main" id="{41369119-44A9-0C45-AAFA-6E8BA2B61FDC}"/>
                </a:ext>
              </a:extLst>
            </p:cNvPr>
            <p:cNvSpPr>
              <a:spLocks noEditPoints="1" noChangeArrowheads="1"/>
            </p:cNvSpPr>
            <p:nvPr/>
          </p:nvSpPr>
          <p:spPr bwMode="auto">
            <a:xfrm>
              <a:off x="2387" y="10103"/>
              <a:ext cx="1499" cy="12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8 w 21600"/>
                <a:gd name="T43" fmla="*/ 2538 h 21600"/>
                <a:gd name="T44" fmla="*/ 16758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Client</a:t>
              </a:r>
            </a:p>
          </p:txBody>
        </p:sp>
        <p:sp>
          <p:nvSpPr>
            <p:cNvPr id="13319" name="Text Box 5">
              <a:extLst>
                <a:ext uri="{FF2B5EF4-FFF2-40B4-BE49-F238E27FC236}">
                  <a16:creationId xmlns:a16="http://schemas.microsoft.com/office/drawing/2014/main" id="{169612D3-5C7F-CD28-A6E0-B2D147DC516C}"/>
                </a:ext>
              </a:extLst>
            </p:cNvPr>
            <p:cNvSpPr txBox="1">
              <a:spLocks noChangeArrowheads="1"/>
            </p:cNvSpPr>
            <p:nvPr/>
          </p:nvSpPr>
          <p:spPr bwMode="auto">
            <a:xfrm>
              <a:off x="4830" y="9815"/>
              <a:ext cx="2490" cy="209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dirty="0">
                  <a:latin typeface="Times New Roman" panose="02020603050405020304" pitchFamily="18" charset="0"/>
                </a:rPr>
                <a:t>Customer Id: 78910</a:t>
              </a:r>
            </a:p>
            <a:p>
              <a:pPr algn="ctr">
                <a:spcBef>
                  <a:spcPct val="0"/>
                </a:spcBef>
                <a:buClrTx/>
                <a:buSzTx/>
                <a:buFontTx/>
                <a:buNone/>
              </a:pPr>
              <a:r>
                <a:rPr lang="en-US" altLang="en-US" sz="1200" b="1" dirty="0">
                  <a:latin typeface="Times New Roman" panose="02020603050405020304" pitchFamily="18" charset="0"/>
                </a:rPr>
                <a:t>Order Id: 90</a:t>
              </a:r>
            </a:p>
            <a:p>
              <a:pPr algn="ctr">
                <a:spcBef>
                  <a:spcPct val="0"/>
                </a:spcBef>
                <a:buClrTx/>
                <a:buSzTx/>
                <a:buFontTx/>
                <a:buNone/>
              </a:pPr>
              <a:r>
                <a:rPr lang="en-US" altLang="en-US" sz="1200" b="1" dirty="0">
                  <a:latin typeface="Times New Roman" panose="02020603050405020304" pitchFamily="18" charset="0"/>
                </a:rPr>
                <a:t>Item Id: 156</a:t>
              </a:r>
            </a:p>
            <a:p>
              <a:pPr algn="ctr">
                <a:spcBef>
                  <a:spcPct val="0"/>
                </a:spcBef>
                <a:buClrTx/>
                <a:buSzTx/>
                <a:buFontTx/>
                <a:buNone/>
              </a:pPr>
              <a:r>
                <a:rPr lang="en-US" altLang="en-US" sz="1200" b="1" dirty="0">
                  <a:latin typeface="Times New Roman" panose="02020603050405020304" pitchFamily="18" charset="0"/>
                </a:rPr>
                <a:t>Credit Card Number: 1234567890</a:t>
              </a:r>
            </a:p>
            <a:p>
              <a:pPr algn="ctr">
                <a:spcBef>
                  <a:spcPct val="0"/>
                </a:spcBef>
                <a:buClrTx/>
                <a:buSzTx/>
                <a:buFontTx/>
                <a:buNone/>
              </a:pPr>
              <a:r>
                <a:rPr lang="en-US" altLang="en-US" sz="1200" b="1" dirty="0">
                  <a:latin typeface="Times New Roman" panose="02020603050405020304" pitchFamily="18" charset="0"/>
                </a:rPr>
                <a:t>Issued By: Visa</a:t>
              </a:r>
            </a:p>
            <a:p>
              <a:pPr algn="ctr">
                <a:spcBef>
                  <a:spcPct val="0"/>
                </a:spcBef>
                <a:buClrTx/>
                <a:buSzTx/>
                <a:buFontTx/>
                <a:buNone/>
              </a:pPr>
              <a:r>
                <a:rPr lang="en-US" altLang="en-US" sz="1200" b="1" dirty="0">
                  <a:latin typeface="Times New Roman" panose="02020603050405020304" pitchFamily="18" charset="0"/>
                </a:rPr>
                <a:t>Valid Till: Jan 2028</a:t>
              </a:r>
            </a:p>
            <a:p>
              <a:pPr algn="ctr">
                <a:spcBef>
                  <a:spcPct val="0"/>
                </a:spcBef>
                <a:buClrTx/>
                <a:buSzTx/>
                <a:buFontTx/>
                <a:buNone/>
              </a:pPr>
              <a:r>
                <a:rPr lang="en-US" altLang="en-US" sz="1200" b="1" dirty="0">
                  <a:latin typeface="Times New Roman" panose="02020603050405020304" pitchFamily="18" charset="0"/>
                </a:rPr>
                <a:t>…</a:t>
              </a:r>
            </a:p>
            <a:p>
              <a:pPr>
                <a:spcBef>
                  <a:spcPct val="0"/>
                </a:spcBef>
                <a:buClrTx/>
                <a:buSzTx/>
                <a:buFontTx/>
                <a:buNone/>
              </a:pPr>
              <a:endParaRPr lang="en-US" altLang="en-US" sz="1200" dirty="0">
                <a:latin typeface="Times New Roman" panose="02020603050405020304" pitchFamily="18" charset="0"/>
              </a:endParaRPr>
            </a:p>
          </p:txBody>
        </p:sp>
        <p:sp>
          <p:nvSpPr>
            <p:cNvPr id="13320" name="AutoShape 6">
              <a:extLst>
                <a:ext uri="{FF2B5EF4-FFF2-40B4-BE49-F238E27FC236}">
                  <a16:creationId xmlns:a16="http://schemas.microsoft.com/office/drawing/2014/main" id="{6B63FC4F-D870-2112-32E1-858B52BDF92D}"/>
                </a:ext>
              </a:extLst>
            </p:cNvPr>
            <p:cNvSpPr>
              <a:spLocks noChangeArrowheads="1"/>
            </p:cNvSpPr>
            <p:nvPr/>
          </p:nvSpPr>
          <p:spPr bwMode="auto">
            <a:xfrm>
              <a:off x="3780" y="10435"/>
              <a:ext cx="1050" cy="390"/>
            </a:xfrm>
            <a:prstGeom prst="rightArrow">
              <a:avLst>
                <a:gd name="adj1" fmla="val 50000"/>
                <a:gd name="adj2" fmla="val 67308"/>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3321" name="computr1">
              <a:extLst>
                <a:ext uri="{FF2B5EF4-FFF2-40B4-BE49-F238E27FC236}">
                  <a16:creationId xmlns:a16="http://schemas.microsoft.com/office/drawing/2014/main" id="{65A9885C-45EB-93CB-5681-D2A7B62BC346}"/>
                </a:ext>
              </a:extLst>
            </p:cNvPr>
            <p:cNvSpPr>
              <a:spLocks noEditPoints="1" noChangeArrowheads="1"/>
            </p:cNvSpPr>
            <p:nvPr/>
          </p:nvSpPr>
          <p:spPr bwMode="auto">
            <a:xfrm>
              <a:off x="8309" y="10103"/>
              <a:ext cx="1535" cy="12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38 h 21600"/>
                <a:gd name="T44" fmla="*/ 16759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Server</a:t>
              </a:r>
            </a:p>
          </p:txBody>
        </p:sp>
        <p:sp>
          <p:nvSpPr>
            <p:cNvPr id="13322" name="AutoShape 8">
              <a:extLst>
                <a:ext uri="{FF2B5EF4-FFF2-40B4-BE49-F238E27FC236}">
                  <a16:creationId xmlns:a16="http://schemas.microsoft.com/office/drawing/2014/main" id="{CE0C4F3F-7B32-309E-A6A2-8A71E4460229}"/>
                </a:ext>
              </a:extLst>
            </p:cNvPr>
            <p:cNvSpPr>
              <a:spLocks noChangeArrowheads="1"/>
            </p:cNvSpPr>
            <p:nvPr/>
          </p:nvSpPr>
          <p:spPr bwMode="auto">
            <a:xfrm>
              <a:off x="7335" y="10465"/>
              <a:ext cx="1065" cy="390"/>
            </a:xfrm>
            <a:prstGeom prst="rightArrow">
              <a:avLst>
                <a:gd name="adj1" fmla="val 50000"/>
                <a:gd name="adj2" fmla="val 68269"/>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3323" name="AutoShape 9">
              <a:extLst>
                <a:ext uri="{FF2B5EF4-FFF2-40B4-BE49-F238E27FC236}">
                  <a16:creationId xmlns:a16="http://schemas.microsoft.com/office/drawing/2014/main" id="{C9F10309-AC7E-55E3-62E9-F928CC50BA2B}"/>
                </a:ext>
              </a:extLst>
            </p:cNvPr>
            <p:cNvSpPr>
              <a:spLocks noChangeArrowheads="1"/>
            </p:cNvSpPr>
            <p:nvPr/>
          </p:nvSpPr>
          <p:spPr bwMode="auto">
            <a:xfrm>
              <a:off x="8415" y="12160"/>
              <a:ext cx="1230" cy="1710"/>
            </a:xfrm>
            <a:prstGeom prst="flowChartMagneticDisk">
              <a:avLst/>
            </a:prstGeom>
            <a:solidFill>
              <a:srgbClr val="C0C0C0">
                <a:alpha val="50195"/>
              </a:srgbClr>
            </a:solidFill>
            <a:ln w="190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000" b="1">
                  <a:latin typeface="Times New Roman" panose="02020603050405020304" pitchFamily="18" charset="0"/>
                </a:rPr>
                <a:t>Server Database</a:t>
              </a:r>
            </a:p>
          </p:txBody>
        </p:sp>
        <p:sp>
          <p:nvSpPr>
            <p:cNvPr id="13324" name="AutoShape 10">
              <a:extLst>
                <a:ext uri="{FF2B5EF4-FFF2-40B4-BE49-F238E27FC236}">
                  <a16:creationId xmlns:a16="http://schemas.microsoft.com/office/drawing/2014/main" id="{A0FEC2B8-47DF-3841-4150-2A8E219736C6}"/>
                </a:ext>
              </a:extLst>
            </p:cNvPr>
            <p:cNvSpPr>
              <a:spLocks noChangeArrowheads="1"/>
            </p:cNvSpPr>
            <p:nvPr/>
          </p:nvSpPr>
          <p:spPr bwMode="auto">
            <a:xfrm>
              <a:off x="8790" y="11320"/>
              <a:ext cx="405" cy="870"/>
            </a:xfrm>
            <a:prstGeom prst="downArrow">
              <a:avLst>
                <a:gd name="adj1" fmla="val 50000"/>
                <a:gd name="adj2" fmla="val 53704"/>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3316" name="Rectangle 11">
            <a:extLst>
              <a:ext uri="{FF2B5EF4-FFF2-40B4-BE49-F238E27FC236}">
                <a16:creationId xmlns:a16="http://schemas.microsoft.com/office/drawing/2014/main" id="{CF3A5FEC-9B20-DBF6-0407-F4AA7E60985C}"/>
              </a:ext>
            </a:extLst>
          </p:cNvPr>
          <p:cNvSpPr>
            <a:spLocks noGrp="1" noChangeArrowheads="1"/>
          </p:cNvSpPr>
          <p:nvPr>
            <p:ph type="title"/>
          </p:nvPr>
        </p:nvSpPr>
        <p:spPr/>
        <p:txBody>
          <a:bodyPr/>
          <a:lstStyle/>
          <a:p>
            <a:pPr eaLnBrk="1" hangingPunct="1"/>
            <a:r>
              <a:rPr lang="en-US" altLang="en-US"/>
              <a:t>Transmission of Credit Card Details</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A60FE5B6-A648-2893-B545-5287A44265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1323896-D9CD-44C6-8F65-DF1252BF0826}" type="slidenum">
              <a:rPr lang="en-US" altLang="en-US" sz="1400"/>
              <a:pPr>
                <a:spcBef>
                  <a:spcPct val="0"/>
                </a:spcBef>
                <a:buClrTx/>
                <a:buSzTx/>
                <a:buFontTx/>
                <a:buNone/>
              </a:pPr>
              <a:t>27</a:t>
            </a:fld>
            <a:endParaRPr lang="en-US" altLang="en-US" sz="1400"/>
          </a:p>
        </p:txBody>
      </p:sp>
      <p:sp>
        <p:nvSpPr>
          <p:cNvPr id="15363" name="Rectangle 2">
            <a:extLst>
              <a:ext uri="{FF2B5EF4-FFF2-40B4-BE49-F238E27FC236}">
                <a16:creationId xmlns:a16="http://schemas.microsoft.com/office/drawing/2014/main" id="{E639DA0E-59AC-952B-750A-31903F93A85B}"/>
              </a:ext>
            </a:extLst>
          </p:cNvPr>
          <p:cNvSpPr>
            <a:spLocks noGrp="1" noChangeArrowheads="1"/>
          </p:cNvSpPr>
          <p:nvPr>
            <p:ph type="title"/>
          </p:nvPr>
        </p:nvSpPr>
        <p:spPr/>
        <p:txBody>
          <a:bodyPr/>
          <a:lstStyle/>
          <a:p>
            <a:pPr eaLnBrk="1" hangingPunct="1"/>
            <a:r>
              <a:rPr lang="en-US" altLang="en-US"/>
              <a:t>Need for Security…</a:t>
            </a:r>
          </a:p>
        </p:txBody>
      </p:sp>
      <p:sp>
        <p:nvSpPr>
          <p:cNvPr id="15364" name="Rectangle 3">
            <a:extLst>
              <a:ext uri="{FF2B5EF4-FFF2-40B4-BE49-F238E27FC236}">
                <a16:creationId xmlns:a16="http://schemas.microsoft.com/office/drawing/2014/main" id="{6074CCF4-F718-4870-FB5C-D1CC981890AF}"/>
              </a:ext>
            </a:extLst>
          </p:cNvPr>
          <p:cNvSpPr>
            <a:spLocks noGrp="1" noChangeArrowheads="1"/>
          </p:cNvSpPr>
          <p:nvPr>
            <p:ph type="body" idx="1"/>
          </p:nvPr>
        </p:nvSpPr>
        <p:spPr/>
        <p:txBody>
          <a:bodyPr/>
          <a:lstStyle/>
          <a:p>
            <a:pPr eaLnBrk="1" hangingPunct="1">
              <a:lnSpc>
                <a:spcPct val="90000"/>
              </a:lnSpc>
            </a:pPr>
            <a:r>
              <a:rPr lang="en-US" altLang="en-US" sz="2400"/>
              <a:t>Authentication</a:t>
            </a:r>
          </a:p>
          <a:p>
            <a:pPr lvl="1" eaLnBrk="1" hangingPunct="1">
              <a:lnSpc>
                <a:spcPct val="90000"/>
              </a:lnSpc>
            </a:pPr>
            <a:r>
              <a:rPr lang="en-US" altLang="en-US" sz="2000"/>
              <a:t>Do you trust the sender of a message?</a:t>
            </a:r>
          </a:p>
          <a:p>
            <a:pPr lvl="1" eaLnBrk="1" hangingPunct="1">
              <a:lnSpc>
                <a:spcPct val="90000"/>
              </a:lnSpc>
            </a:pPr>
            <a:endParaRPr lang="en-US" altLang="en-US" sz="2000"/>
          </a:p>
          <a:p>
            <a:pPr eaLnBrk="1" hangingPunct="1">
              <a:lnSpc>
                <a:spcPct val="90000"/>
              </a:lnSpc>
            </a:pPr>
            <a:r>
              <a:rPr lang="en-US" altLang="en-US" sz="2400"/>
              <a:t>Integrity</a:t>
            </a:r>
          </a:p>
          <a:p>
            <a:pPr lvl="1" eaLnBrk="1" hangingPunct="1">
              <a:lnSpc>
                <a:spcPct val="90000"/>
              </a:lnSpc>
            </a:pPr>
            <a:r>
              <a:rPr lang="en-US" altLang="en-US" sz="2000"/>
              <a:t>Is the message changed during transit?</a:t>
            </a:r>
          </a:p>
          <a:p>
            <a:pPr lvl="1" eaLnBrk="1" hangingPunct="1">
              <a:lnSpc>
                <a:spcPct val="90000"/>
              </a:lnSpc>
            </a:pPr>
            <a:endParaRPr lang="en-US" altLang="en-US" sz="2000"/>
          </a:p>
          <a:p>
            <a:pPr eaLnBrk="1" hangingPunct="1">
              <a:lnSpc>
                <a:spcPct val="90000"/>
              </a:lnSpc>
            </a:pPr>
            <a:r>
              <a:rPr lang="en-US" altLang="en-US" sz="2400"/>
              <a:t>Confidentiality</a:t>
            </a:r>
          </a:p>
          <a:p>
            <a:pPr lvl="1" eaLnBrk="1" hangingPunct="1">
              <a:lnSpc>
                <a:spcPct val="90000"/>
              </a:lnSpc>
            </a:pPr>
            <a:r>
              <a:rPr lang="en-US" altLang="en-US" sz="2000"/>
              <a:t>Is the message seen by someone else?</a:t>
            </a:r>
          </a:p>
          <a:p>
            <a:pPr lvl="1" eaLnBrk="1" hangingPunct="1">
              <a:lnSpc>
                <a:spcPct val="90000"/>
              </a:lnSpc>
            </a:pPr>
            <a:endParaRPr lang="en-US" altLang="en-US" sz="2000"/>
          </a:p>
          <a:p>
            <a:pPr eaLnBrk="1" hangingPunct="1">
              <a:lnSpc>
                <a:spcPct val="90000"/>
              </a:lnSpc>
            </a:pPr>
            <a:r>
              <a:rPr lang="en-US" altLang="en-US" sz="2400"/>
              <a:t>Non-repudiation</a:t>
            </a:r>
          </a:p>
          <a:p>
            <a:pPr lvl="1" eaLnBrk="1" hangingPunct="1">
              <a:lnSpc>
                <a:spcPct val="90000"/>
              </a:lnSpc>
            </a:pPr>
            <a:r>
              <a:rPr lang="en-US" altLang="en-US" sz="2000"/>
              <a:t>Can the sender refute the message?</a:t>
            </a:r>
          </a:p>
        </p:txBody>
      </p:sp>
      <p:pic>
        <p:nvPicPr>
          <p:cNvPr id="15365" name="Picture 4" descr="mail">
            <a:extLst>
              <a:ext uri="{FF2B5EF4-FFF2-40B4-BE49-F238E27FC236}">
                <a16:creationId xmlns:a16="http://schemas.microsoft.com/office/drawing/2014/main" id="{A83DFAE7-1F83-9CC7-4457-430C4F5EC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8039" y="4710114"/>
            <a:ext cx="1323975" cy="150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EAD903A0-6573-E775-52A6-D725769935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258654C-BFFC-4138-846B-96BDB0B591A3}" type="slidenum">
              <a:rPr lang="en-US" altLang="en-US" sz="1400"/>
              <a:pPr>
                <a:spcBef>
                  <a:spcPct val="0"/>
                </a:spcBef>
                <a:buClrTx/>
                <a:buSzTx/>
                <a:buFontTx/>
                <a:buNone/>
              </a:pPr>
              <a:t>28</a:t>
            </a:fld>
            <a:endParaRPr lang="en-US" altLang="en-US" sz="1400"/>
          </a:p>
        </p:txBody>
      </p:sp>
      <p:sp>
        <p:nvSpPr>
          <p:cNvPr id="17411" name="Rectangle 2">
            <a:extLst>
              <a:ext uri="{FF2B5EF4-FFF2-40B4-BE49-F238E27FC236}">
                <a16:creationId xmlns:a16="http://schemas.microsoft.com/office/drawing/2014/main" id="{0708B299-82F7-D0B2-CFAE-B4C568369318}"/>
              </a:ext>
            </a:extLst>
          </p:cNvPr>
          <p:cNvSpPr>
            <a:spLocks noGrp="1" noChangeArrowheads="1"/>
          </p:cNvSpPr>
          <p:nvPr>
            <p:ph type="title"/>
          </p:nvPr>
        </p:nvSpPr>
        <p:spPr/>
        <p:txBody>
          <a:bodyPr/>
          <a:lstStyle/>
          <a:p>
            <a:pPr eaLnBrk="1" hangingPunct="1"/>
            <a:r>
              <a:rPr lang="en-US" altLang="en-US"/>
              <a:t>Authentication…</a:t>
            </a:r>
          </a:p>
        </p:txBody>
      </p:sp>
      <p:grpSp>
        <p:nvGrpSpPr>
          <p:cNvPr id="17412" name="Group 3">
            <a:extLst>
              <a:ext uri="{FF2B5EF4-FFF2-40B4-BE49-F238E27FC236}">
                <a16:creationId xmlns:a16="http://schemas.microsoft.com/office/drawing/2014/main" id="{190F5B31-5530-C87A-E3B4-1E3FFAF9C456}"/>
              </a:ext>
            </a:extLst>
          </p:cNvPr>
          <p:cNvGrpSpPr>
            <a:grpSpLocks/>
          </p:cNvGrpSpPr>
          <p:nvPr/>
        </p:nvGrpSpPr>
        <p:grpSpPr bwMode="auto">
          <a:xfrm>
            <a:off x="3386138" y="1952626"/>
            <a:ext cx="5810250" cy="3235325"/>
            <a:chOff x="3510" y="8120"/>
            <a:chExt cx="6300" cy="3195"/>
          </a:xfrm>
        </p:grpSpPr>
        <p:sp>
          <p:nvSpPr>
            <p:cNvPr id="17414" name="Rectangle 4">
              <a:extLst>
                <a:ext uri="{FF2B5EF4-FFF2-40B4-BE49-F238E27FC236}">
                  <a16:creationId xmlns:a16="http://schemas.microsoft.com/office/drawing/2014/main" id="{0FCE5106-2900-99A4-6E16-19B9EFAE8AD0}"/>
                </a:ext>
              </a:extLst>
            </p:cNvPr>
            <p:cNvSpPr>
              <a:spLocks noChangeArrowheads="1"/>
            </p:cNvSpPr>
            <p:nvPr/>
          </p:nvSpPr>
          <p:spPr bwMode="auto">
            <a:xfrm>
              <a:off x="3510" y="8120"/>
              <a:ext cx="6300" cy="319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7415" name="computr1">
              <a:extLst>
                <a:ext uri="{FF2B5EF4-FFF2-40B4-BE49-F238E27FC236}">
                  <a16:creationId xmlns:a16="http://schemas.microsoft.com/office/drawing/2014/main" id="{0DFB6E17-49CE-C56F-A68F-2770D55FD3AD}"/>
                </a:ext>
              </a:extLst>
            </p:cNvPr>
            <p:cNvSpPr>
              <a:spLocks noEditPoints="1" noChangeArrowheads="1"/>
            </p:cNvSpPr>
            <p:nvPr/>
          </p:nvSpPr>
          <p:spPr bwMode="auto">
            <a:xfrm>
              <a:off x="4199" y="8651"/>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17416" name="computr1">
              <a:extLst>
                <a:ext uri="{FF2B5EF4-FFF2-40B4-BE49-F238E27FC236}">
                  <a16:creationId xmlns:a16="http://schemas.microsoft.com/office/drawing/2014/main" id="{863A7E5F-2B1D-ED97-83C7-3E25B86867D6}"/>
                </a:ext>
              </a:extLst>
            </p:cNvPr>
            <p:cNvSpPr>
              <a:spLocks noEditPoints="1" noChangeArrowheads="1"/>
            </p:cNvSpPr>
            <p:nvPr/>
          </p:nvSpPr>
          <p:spPr bwMode="auto">
            <a:xfrm>
              <a:off x="7949" y="8636"/>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17417" name="computr1">
              <a:extLst>
                <a:ext uri="{FF2B5EF4-FFF2-40B4-BE49-F238E27FC236}">
                  <a16:creationId xmlns:a16="http://schemas.microsoft.com/office/drawing/2014/main" id="{193E60EB-85AF-D2B6-2A9B-56C6A5272129}"/>
                </a:ext>
              </a:extLst>
            </p:cNvPr>
            <p:cNvSpPr>
              <a:spLocks noEditPoints="1" noChangeArrowheads="1"/>
            </p:cNvSpPr>
            <p:nvPr/>
          </p:nvSpPr>
          <p:spPr bwMode="auto">
            <a:xfrm>
              <a:off x="5954" y="10151"/>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17418" name="Text Box 8">
              <a:extLst>
                <a:ext uri="{FF2B5EF4-FFF2-40B4-BE49-F238E27FC236}">
                  <a16:creationId xmlns:a16="http://schemas.microsoft.com/office/drawing/2014/main" id="{057CCE19-4DFA-A63D-AE5F-994643E3045E}"/>
                </a:ext>
              </a:extLst>
            </p:cNvPr>
            <p:cNvSpPr txBox="1">
              <a:spLocks noChangeArrowheads="1"/>
            </p:cNvSpPr>
            <p:nvPr/>
          </p:nvSpPr>
          <p:spPr bwMode="auto">
            <a:xfrm>
              <a:off x="5865" y="8598"/>
              <a:ext cx="1035"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I am user A</a:t>
              </a:r>
            </a:p>
          </p:txBody>
        </p:sp>
        <p:sp>
          <p:nvSpPr>
            <p:cNvPr id="17419" name="AutoShape 9" descr="Large checker board">
              <a:extLst>
                <a:ext uri="{FF2B5EF4-FFF2-40B4-BE49-F238E27FC236}">
                  <a16:creationId xmlns:a16="http://schemas.microsoft.com/office/drawing/2014/main" id="{9EBFD76E-4234-2EF9-18DF-A738329CF9DC}"/>
                </a:ext>
              </a:extLst>
            </p:cNvPr>
            <p:cNvSpPr>
              <a:spLocks noChangeArrowheads="1"/>
            </p:cNvSpPr>
            <p:nvPr/>
          </p:nvSpPr>
          <p:spPr bwMode="auto">
            <a:xfrm>
              <a:off x="6915" y="8793"/>
              <a:ext cx="1125" cy="315"/>
            </a:xfrm>
            <a:prstGeom prst="rightArrow">
              <a:avLst>
                <a:gd name="adj1" fmla="val 50000"/>
                <a:gd name="adj2" fmla="val 89286"/>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7420" name="AutoShape 10" descr="Large checker board">
              <a:extLst>
                <a:ext uri="{FF2B5EF4-FFF2-40B4-BE49-F238E27FC236}">
                  <a16:creationId xmlns:a16="http://schemas.microsoft.com/office/drawing/2014/main" id="{45D7E94B-FB07-00D7-D3FB-87F9C58E259A}"/>
                </a:ext>
              </a:extLst>
            </p:cNvPr>
            <p:cNvSpPr>
              <a:spLocks noChangeArrowheads="1"/>
            </p:cNvSpPr>
            <p:nvPr/>
          </p:nvSpPr>
          <p:spPr bwMode="auto">
            <a:xfrm>
              <a:off x="6300" y="9273"/>
              <a:ext cx="233" cy="840"/>
            </a:xfrm>
            <a:prstGeom prst="upArrow">
              <a:avLst>
                <a:gd name="adj1" fmla="val 50000"/>
                <a:gd name="adj2" fmla="val 90129"/>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7413" name="Text Box 11">
            <a:extLst>
              <a:ext uri="{FF2B5EF4-FFF2-40B4-BE49-F238E27FC236}">
                <a16:creationId xmlns:a16="http://schemas.microsoft.com/office/drawing/2014/main" id="{2C07F455-E218-673E-EBA9-8DEFE996CDCD}"/>
              </a:ext>
            </a:extLst>
          </p:cNvPr>
          <p:cNvSpPr txBox="1">
            <a:spLocks noChangeArrowheads="1"/>
          </p:cNvSpPr>
          <p:nvPr/>
        </p:nvSpPr>
        <p:spPr bwMode="auto">
          <a:xfrm>
            <a:off x="5554663" y="5378451"/>
            <a:ext cx="16573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80000"/>
              </a:lnSpc>
              <a:buClrTx/>
              <a:buSzTx/>
              <a:buFontTx/>
              <a:buNone/>
            </a:pPr>
            <a:r>
              <a:rPr lang="en-US" altLang="en-US" sz="2400">
                <a:latin typeface="Arial" panose="020B0604020202020204" pitchFamily="34" charset="0"/>
              </a:rPr>
              <a:t>Who am I?</a:t>
            </a:r>
            <a:endParaRPr lang="en-US" altLang="en-US" sz="2400" i="1">
              <a:solidFill>
                <a:srgbClr val="0000CC"/>
              </a:solidFill>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96A88E6-8C49-DB01-A28A-DDE782F8C3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A2CC3F5-050A-4381-A226-AF08F5A4A63F}" type="slidenum">
              <a:rPr lang="en-US" altLang="en-US" sz="1400"/>
              <a:pPr>
                <a:spcBef>
                  <a:spcPct val="0"/>
                </a:spcBef>
                <a:buClrTx/>
                <a:buSzTx/>
                <a:buFontTx/>
                <a:buNone/>
              </a:pPr>
              <a:t>29</a:t>
            </a:fld>
            <a:endParaRPr lang="en-US" altLang="en-US" sz="1400"/>
          </a:p>
        </p:txBody>
      </p:sp>
      <p:sp>
        <p:nvSpPr>
          <p:cNvPr id="19459" name="Rectangle 2">
            <a:extLst>
              <a:ext uri="{FF2B5EF4-FFF2-40B4-BE49-F238E27FC236}">
                <a16:creationId xmlns:a16="http://schemas.microsoft.com/office/drawing/2014/main" id="{57D5E7B6-A6D3-BDA6-1AF7-59307E56BF65}"/>
              </a:ext>
            </a:extLst>
          </p:cNvPr>
          <p:cNvSpPr>
            <a:spLocks noGrp="1" noChangeArrowheads="1"/>
          </p:cNvSpPr>
          <p:nvPr>
            <p:ph type="title"/>
          </p:nvPr>
        </p:nvSpPr>
        <p:spPr/>
        <p:txBody>
          <a:bodyPr/>
          <a:lstStyle/>
          <a:p>
            <a:pPr eaLnBrk="1" hangingPunct="1"/>
            <a:r>
              <a:rPr lang="en-US" altLang="en-US"/>
              <a:t>Integrity…</a:t>
            </a:r>
          </a:p>
        </p:txBody>
      </p:sp>
      <p:sp>
        <p:nvSpPr>
          <p:cNvPr id="19460" name="Rectangle 3">
            <a:extLst>
              <a:ext uri="{FF2B5EF4-FFF2-40B4-BE49-F238E27FC236}">
                <a16:creationId xmlns:a16="http://schemas.microsoft.com/office/drawing/2014/main" id="{B213770C-2112-F7D7-EFE8-50FFD02BA7FD}"/>
              </a:ext>
            </a:extLst>
          </p:cNvPr>
          <p:cNvSpPr>
            <a:spLocks noGrp="1" noChangeArrowheads="1"/>
          </p:cNvSpPr>
          <p:nvPr>
            <p:ph type="body" idx="1"/>
          </p:nvPr>
        </p:nvSpPr>
        <p:spPr>
          <a:xfrm>
            <a:off x="2922589" y="5802314"/>
            <a:ext cx="6764337" cy="407987"/>
          </a:xfrm>
        </p:spPr>
        <p:txBody>
          <a:bodyPr>
            <a:normAutofit lnSpcReduction="10000"/>
          </a:bodyPr>
          <a:lstStyle/>
          <a:p>
            <a:pPr algn="ctr" eaLnBrk="1" hangingPunct="1">
              <a:buFont typeface="Wingdings" panose="05000000000000000000" pitchFamily="2" charset="2"/>
              <a:buNone/>
            </a:pPr>
            <a:r>
              <a:rPr lang="en-US" altLang="en-US" sz="2400"/>
              <a:t>Has the Message Changed?</a:t>
            </a:r>
          </a:p>
        </p:txBody>
      </p:sp>
      <p:grpSp>
        <p:nvGrpSpPr>
          <p:cNvPr id="19461" name="Group 4">
            <a:extLst>
              <a:ext uri="{FF2B5EF4-FFF2-40B4-BE49-F238E27FC236}">
                <a16:creationId xmlns:a16="http://schemas.microsoft.com/office/drawing/2014/main" id="{631B2F04-D926-3DC9-0DB3-29B3B77F2333}"/>
              </a:ext>
            </a:extLst>
          </p:cNvPr>
          <p:cNvGrpSpPr>
            <a:grpSpLocks/>
          </p:cNvGrpSpPr>
          <p:nvPr/>
        </p:nvGrpSpPr>
        <p:grpSpPr bwMode="auto">
          <a:xfrm>
            <a:off x="2841625" y="1901825"/>
            <a:ext cx="7162800" cy="3886200"/>
            <a:chOff x="3105" y="2300"/>
            <a:chExt cx="6300" cy="3195"/>
          </a:xfrm>
        </p:grpSpPr>
        <p:sp>
          <p:nvSpPr>
            <p:cNvPr id="19462" name="Rectangle 5">
              <a:extLst>
                <a:ext uri="{FF2B5EF4-FFF2-40B4-BE49-F238E27FC236}">
                  <a16:creationId xmlns:a16="http://schemas.microsoft.com/office/drawing/2014/main" id="{AA70ECD8-9997-813E-D00B-AFAAA2690CE2}"/>
                </a:ext>
              </a:extLst>
            </p:cNvPr>
            <p:cNvSpPr>
              <a:spLocks noChangeArrowheads="1"/>
            </p:cNvSpPr>
            <p:nvPr/>
          </p:nvSpPr>
          <p:spPr bwMode="auto">
            <a:xfrm>
              <a:off x="3105" y="2300"/>
              <a:ext cx="6300" cy="319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463" name="computr1">
              <a:extLst>
                <a:ext uri="{FF2B5EF4-FFF2-40B4-BE49-F238E27FC236}">
                  <a16:creationId xmlns:a16="http://schemas.microsoft.com/office/drawing/2014/main" id="{6C1AF22F-2FED-D938-CA82-EB126ED4C687}"/>
                </a:ext>
              </a:extLst>
            </p:cNvPr>
            <p:cNvSpPr>
              <a:spLocks noEditPoints="1" noChangeArrowheads="1"/>
            </p:cNvSpPr>
            <p:nvPr/>
          </p:nvSpPr>
          <p:spPr bwMode="auto">
            <a:xfrm>
              <a:off x="3449" y="2801"/>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19464" name="computr1">
              <a:extLst>
                <a:ext uri="{FF2B5EF4-FFF2-40B4-BE49-F238E27FC236}">
                  <a16:creationId xmlns:a16="http://schemas.microsoft.com/office/drawing/2014/main" id="{E71F175F-B090-E4F3-289E-5BE70AC1E911}"/>
                </a:ext>
              </a:extLst>
            </p:cNvPr>
            <p:cNvSpPr>
              <a:spLocks noEditPoints="1" noChangeArrowheads="1"/>
            </p:cNvSpPr>
            <p:nvPr/>
          </p:nvSpPr>
          <p:spPr bwMode="auto">
            <a:xfrm>
              <a:off x="7994" y="2816"/>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19465" name="computr1">
              <a:extLst>
                <a:ext uri="{FF2B5EF4-FFF2-40B4-BE49-F238E27FC236}">
                  <a16:creationId xmlns:a16="http://schemas.microsoft.com/office/drawing/2014/main" id="{A52377BE-4994-A452-71D9-595D0D3A4F09}"/>
                </a:ext>
              </a:extLst>
            </p:cNvPr>
            <p:cNvSpPr>
              <a:spLocks noEditPoints="1" noChangeArrowheads="1"/>
            </p:cNvSpPr>
            <p:nvPr/>
          </p:nvSpPr>
          <p:spPr bwMode="auto">
            <a:xfrm>
              <a:off x="5549" y="4331"/>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19466" name="AutoShape 9" descr="Large checker board">
              <a:extLst>
                <a:ext uri="{FF2B5EF4-FFF2-40B4-BE49-F238E27FC236}">
                  <a16:creationId xmlns:a16="http://schemas.microsoft.com/office/drawing/2014/main" id="{A6A1F676-231B-051A-B153-A5EE6D5F2C81}"/>
                </a:ext>
              </a:extLst>
            </p:cNvPr>
            <p:cNvSpPr>
              <a:spLocks noChangeArrowheads="1"/>
            </p:cNvSpPr>
            <p:nvPr/>
          </p:nvSpPr>
          <p:spPr bwMode="auto">
            <a:xfrm rot="-2397925">
              <a:off x="4740" y="3510"/>
              <a:ext cx="390" cy="945"/>
            </a:xfrm>
            <a:prstGeom prst="downArrow">
              <a:avLst>
                <a:gd name="adj1" fmla="val 50000"/>
                <a:gd name="adj2" fmla="val 60577"/>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467" name="AutoShape 10" descr="Large checker board">
              <a:extLst>
                <a:ext uri="{FF2B5EF4-FFF2-40B4-BE49-F238E27FC236}">
                  <a16:creationId xmlns:a16="http://schemas.microsoft.com/office/drawing/2014/main" id="{D4AE5109-1914-8DB2-5B43-0B3882A7479F}"/>
                </a:ext>
              </a:extLst>
            </p:cNvPr>
            <p:cNvSpPr>
              <a:spLocks noChangeArrowheads="1"/>
            </p:cNvSpPr>
            <p:nvPr/>
          </p:nvSpPr>
          <p:spPr bwMode="auto">
            <a:xfrm rot="2117320">
              <a:off x="6945" y="3585"/>
              <a:ext cx="450" cy="900"/>
            </a:xfrm>
            <a:prstGeom prst="upArrow">
              <a:avLst>
                <a:gd name="adj1" fmla="val 50000"/>
                <a:gd name="adj2" fmla="val 50000"/>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468" name="AutoShape 11">
              <a:extLst>
                <a:ext uri="{FF2B5EF4-FFF2-40B4-BE49-F238E27FC236}">
                  <a16:creationId xmlns:a16="http://schemas.microsoft.com/office/drawing/2014/main" id="{C5B8392E-CA43-B063-69DC-BCF63D09625D}"/>
                </a:ext>
              </a:extLst>
            </p:cNvPr>
            <p:cNvSpPr>
              <a:spLocks noChangeArrowheads="1"/>
            </p:cNvSpPr>
            <p:nvPr/>
          </p:nvSpPr>
          <p:spPr bwMode="auto">
            <a:xfrm>
              <a:off x="4725" y="3045"/>
              <a:ext cx="3105" cy="510"/>
            </a:xfrm>
            <a:prstGeom prst="rightArrow">
              <a:avLst>
                <a:gd name="adj1" fmla="val 50000"/>
                <a:gd name="adj2" fmla="val 152206"/>
              </a:avLst>
            </a:prstGeom>
            <a:solidFill>
              <a:srgbClr val="333333"/>
            </a:solidFill>
            <a:ln w="9525">
              <a:solidFill>
                <a:srgbClr val="000000"/>
              </a:solidFill>
              <a:prstDash val="sysDot"/>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GB" altLang="en-US" sz="1200" b="1">
                <a:latin typeface="Times New Roman" panose="02020603050405020304" pitchFamily="18" charset="0"/>
              </a:endParaRPr>
            </a:p>
          </p:txBody>
        </p:sp>
        <p:sp>
          <p:nvSpPr>
            <p:cNvPr id="19469" name="Text Box 12">
              <a:extLst>
                <a:ext uri="{FF2B5EF4-FFF2-40B4-BE49-F238E27FC236}">
                  <a16:creationId xmlns:a16="http://schemas.microsoft.com/office/drawing/2014/main" id="{50BC75DC-42A8-73E3-4A4C-8957F2E0FFAB}"/>
                </a:ext>
              </a:extLst>
            </p:cNvPr>
            <p:cNvSpPr txBox="1">
              <a:spLocks noChangeArrowheads="1"/>
            </p:cNvSpPr>
            <p:nvPr/>
          </p:nvSpPr>
          <p:spPr bwMode="auto">
            <a:xfrm>
              <a:off x="3480" y="3990"/>
              <a:ext cx="1065" cy="8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Transfer $100 </a:t>
              </a:r>
            </a:p>
            <a:p>
              <a:pPr algn="ctr">
                <a:spcBef>
                  <a:spcPct val="0"/>
                </a:spcBef>
                <a:buClrTx/>
                <a:buSzTx/>
                <a:buFontTx/>
                <a:buNone/>
              </a:pPr>
              <a:r>
                <a:rPr lang="en-US" altLang="en-US" sz="1200" b="1">
                  <a:latin typeface="Times New Roman" panose="02020603050405020304" pitchFamily="18" charset="0"/>
                </a:rPr>
                <a:t>to C</a:t>
              </a:r>
            </a:p>
          </p:txBody>
        </p:sp>
        <p:sp>
          <p:nvSpPr>
            <p:cNvPr id="19470" name="Text Box 13">
              <a:extLst>
                <a:ext uri="{FF2B5EF4-FFF2-40B4-BE49-F238E27FC236}">
                  <a16:creationId xmlns:a16="http://schemas.microsoft.com/office/drawing/2014/main" id="{8C65DB9A-7C87-80B3-DA50-1FA70561DB10}"/>
                </a:ext>
              </a:extLst>
            </p:cNvPr>
            <p:cNvSpPr txBox="1">
              <a:spLocks noChangeArrowheads="1"/>
            </p:cNvSpPr>
            <p:nvPr/>
          </p:nvSpPr>
          <p:spPr bwMode="auto">
            <a:xfrm>
              <a:off x="7890" y="4080"/>
              <a:ext cx="1065" cy="8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Transfer $100</a:t>
              </a:r>
              <a:r>
                <a:rPr lang="en-US" altLang="en-US" sz="1400" b="1">
                  <a:solidFill>
                    <a:srgbClr val="993366"/>
                  </a:solidFill>
                  <a:latin typeface="Times New Roman" panose="02020603050405020304" pitchFamily="18" charset="0"/>
                </a:rPr>
                <a:t>0</a:t>
              </a:r>
              <a:r>
                <a:rPr lang="en-US" altLang="en-US" sz="1400" b="1">
                  <a:solidFill>
                    <a:schemeClr val="hlink"/>
                  </a:solidFill>
                  <a:latin typeface="Times New Roman" panose="02020603050405020304" pitchFamily="18" charset="0"/>
                </a:rPr>
                <a:t> </a:t>
              </a:r>
            </a:p>
            <a:p>
              <a:pPr algn="ctr">
                <a:spcBef>
                  <a:spcPct val="0"/>
                </a:spcBef>
                <a:buClrTx/>
                <a:buSzTx/>
                <a:buFontTx/>
                <a:buNone/>
              </a:pPr>
              <a:r>
                <a:rPr lang="en-US" altLang="en-US" sz="1200" b="1">
                  <a:latin typeface="Times New Roman" panose="02020603050405020304" pitchFamily="18" charset="0"/>
                </a:rPr>
                <a:t>to C</a:t>
              </a:r>
            </a:p>
          </p:txBody>
        </p:sp>
        <p:sp>
          <p:nvSpPr>
            <p:cNvPr id="19471" name="Text Box 14">
              <a:extLst>
                <a:ext uri="{FF2B5EF4-FFF2-40B4-BE49-F238E27FC236}">
                  <a16:creationId xmlns:a16="http://schemas.microsoft.com/office/drawing/2014/main" id="{4A7EE656-18B3-D88F-18B8-089E7EF8AA24}"/>
                </a:ext>
              </a:extLst>
            </p:cNvPr>
            <p:cNvSpPr txBox="1">
              <a:spLocks noChangeArrowheads="1"/>
            </p:cNvSpPr>
            <p:nvPr/>
          </p:nvSpPr>
          <p:spPr bwMode="auto">
            <a:xfrm>
              <a:off x="4695" y="2625"/>
              <a:ext cx="264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Ideal route of the message</a:t>
              </a: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A13589FC-8007-A478-D7EE-545A49B781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BF6BDC3-CE16-4977-94C3-CF5C5DC0CC30}" type="slidenum">
              <a:rPr lang="en-US" altLang="en-US" sz="1400"/>
              <a:pPr>
                <a:spcBef>
                  <a:spcPct val="0"/>
                </a:spcBef>
                <a:buClrTx/>
                <a:buSzTx/>
                <a:buFontTx/>
                <a:buNone/>
              </a:pPr>
              <a:t>30</a:t>
            </a:fld>
            <a:endParaRPr lang="en-US" altLang="en-US" sz="1400"/>
          </a:p>
        </p:txBody>
      </p:sp>
      <p:sp>
        <p:nvSpPr>
          <p:cNvPr id="21507" name="Rectangle 2">
            <a:extLst>
              <a:ext uri="{FF2B5EF4-FFF2-40B4-BE49-F238E27FC236}">
                <a16:creationId xmlns:a16="http://schemas.microsoft.com/office/drawing/2014/main" id="{093A3075-96F6-065C-B4CC-23E1451FB223}"/>
              </a:ext>
            </a:extLst>
          </p:cNvPr>
          <p:cNvSpPr>
            <a:spLocks noGrp="1" noChangeArrowheads="1"/>
          </p:cNvSpPr>
          <p:nvPr>
            <p:ph type="title"/>
          </p:nvPr>
        </p:nvSpPr>
        <p:spPr/>
        <p:txBody>
          <a:bodyPr/>
          <a:lstStyle/>
          <a:p>
            <a:pPr eaLnBrk="1" hangingPunct="1"/>
            <a:r>
              <a:rPr lang="en-US" altLang="en-US"/>
              <a:t>Confidentiality…</a:t>
            </a:r>
          </a:p>
        </p:txBody>
      </p:sp>
      <p:sp>
        <p:nvSpPr>
          <p:cNvPr id="21508" name="Rectangle 3">
            <a:extLst>
              <a:ext uri="{FF2B5EF4-FFF2-40B4-BE49-F238E27FC236}">
                <a16:creationId xmlns:a16="http://schemas.microsoft.com/office/drawing/2014/main" id="{4B54840C-552A-38A2-4F0E-849E1A35C6A1}"/>
              </a:ext>
            </a:extLst>
          </p:cNvPr>
          <p:cNvSpPr>
            <a:spLocks noGrp="1" noChangeArrowheads="1"/>
          </p:cNvSpPr>
          <p:nvPr>
            <p:ph type="body" idx="1"/>
          </p:nvPr>
        </p:nvSpPr>
        <p:spPr>
          <a:xfrm>
            <a:off x="4195763" y="5711826"/>
            <a:ext cx="4146550" cy="460375"/>
          </a:xfrm>
        </p:spPr>
        <p:txBody>
          <a:bodyPr/>
          <a:lstStyle/>
          <a:p>
            <a:pPr algn="ctr" eaLnBrk="1" hangingPunct="1">
              <a:buFont typeface="Wingdings" panose="05000000000000000000" pitchFamily="2" charset="2"/>
              <a:buNone/>
            </a:pPr>
            <a:r>
              <a:rPr lang="en-US" altLang="en-US" sz="2400"/>
              <a:t>Has someone seen it?</a:t>
            </a:r>
          </a:p>
        </p:txBody>
      </p:sp>
      <p:grpSp>
        <p:nvGrpSpPr>
          <p:cNvPr id="21509" name="Group 4">
            <a:extLst>
              <a:ext uri="{FF2B5EF4-FFF2-40B4-BE49-F238E27FC236}">
                <a16:creationId xmlns:a16="http://schemas.microsoft.com/office/drawing/2014/main" id="{FFC04F84-56A6-0B1B-1F64-A72609A9D252}"/>
              </a:ext>
            </a:extLst>
          </p:cNvPr>
          <p:cNvGrpSpPr>
            <a:grpSpLocks/>
          </p:cNvGrpSpPr>
          <p:nvPr/>
        </p:nvGrpSpPr>
        <p:grpSpPr bwMode="auto">
          <a:xfrm>
            <a:off x="2951163" y="1922463"/>
            <a:ext cx="6858000" cy="3581400"/>
            <a:chOff x="3465" y="1565"/>
            <a:chExt cx="6300" cy="3195"/>
          </a:xfrm>
        </p:grpSpPr>
        <p:sp>
          <p:nvSpPr>
            <p:cNvPr id="21510" name="Rectangle 5">
              <a:extLst>
                <a:ext uri="{FF2B5EF4-FFF2-40B4-BE49-F238E27FC236}">
                  <a16:creationId xmlns:a16="http://schemas.microsoft.com/office/drawing/2014/main" id="{3B34DD6C-F1E2-60FA-6462-3C6466B7FEFC}"/>
                </a:ext>
              </a:extLst>
            </p:cNvPr>
            <p:cNvSpPr>
              <a:spLocks noChangeArrowheads="1"/>
            </p:cNvSpPr>
            <p:nvPr/>
          </p:nvSpPr>
          <p:spPr bwMode="auto">
            <a:xfrm>
              <a:off x="3465" y="1565"/>
              <a:ext cx="6300" cy="319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1511" name="computr1">
              <a:extLst>
                <a:ext uri="{FF2B5EF4-FFF2-40B4-BE49-F238E27FC236}">
                  <a16:creationId xmlns:a16="http://schemas.microsoft.com/office/drawing/2014/main" id="{7D470D47-C0CE-7212-8644-FDABD248C5FD}"/>
                </a:ext>
              </a:extLst>
            </p:cNvPr>
            <p:cNvSpPr>
              <a:spLocks noEditPoints="1" noChangeArrowheads="1"/>
            </p:cNvSpPr>
            <p:nvPr/>
          </p:nvSpPr>
          <p:spPr bwMode="auto">
            <a:xfrm>
              <a:off x="4154" y="2096"/>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1512" name="computr1">
              <a:extLst>
                <a:ext uri="{FF2B5EF4-FFF2-40B4-BE49-F238E27FC236}">
                  <a16:creationId xmlns:a16="http://schemas.microsoft.com/office/drawing/2014/main" id="{0A437D83-5636-DE6E-5D05-6628A0246545}"/>
                </a:ext>
              </a:extLst>
            </p:cNvPr>
            <p:cNvSpPr>
              <a:spLocks noEditPoints="1" noChangeArrowheads="1"/>
            </p:cNvSpPr>
            <p:nvPr/>
          </p:nvSpPr>
          <p:spPr bwMode="auto">
            <a:xfrm>
              <a:off x="7904" y="2081"/>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1513" name="computr1">
              <a:extLst>
                <a:ext uri="{FF2B5EF4-FFF2-40B4-BE49-F238E27FC236}">
                  <a16:creationId xmlns:a16="http://schemas.microsoft.com/office/drawing/2014/main" id="{1BAA20E8-9FED-BF44-3FDE-F715F7378301}"/>
                </a:ext>
              </a:extLst>
            </p:cNvPr>
            <p:cNvSpPr>
              <a:spLocks noEditPoints="1" noChangeArrowheads="1"/>
            </p:cNvSpPr>
            <p:nvPr/>
          </p:nvSpPr>
          <p:spPr bwMode="auto">
            <a:xfrm>
              <a:off x="6029" y="3596"/>
              <a:ext cx="932" cy="8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21514" name="Text Box 9">
              <a:extLst>
                <a:ext uri="{FF2B5EF4-FFF2-40B4-BE49-F238E27FC236}">
                  <a16:creationId xmlns:a16="http://schemas.microsoft.com/office/drawing/2014/main" id="{752C822A-BD46-0DF5-D1F6-B04D3EA70963}"/>
                </a:ext>
              </a:extLst>
            </p:cNvPr>
            <p:cNvSpPr txBox="1">
              <a:spLocks noChangeArrowheads="1"/>
            </p:cNvSpPr>
            <p:nvPr/>
          </p:nvSpPr>
          <p:spPr bwMode="auto">
            <a:xfrm>
              <a:off x="6030" y="2163"/>
              <a:ext cx="885"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FF0000"/>
                  </a:solidFill>
                  <a:latin typeface="Times New Roman" panose="02020603050405020304" pitchFamily="18" charset="0"/>
                </a:rPr>
                <a:t>Secret</a:t>
              </a:r>
            </a:p>
          </p:txBody>
        </p:sp>
        <p:sp>
          <p:nvSpPr>
            <p:cNvPr id="21515" name="Rectangle 10">
              <a:extLst>
                <a:ext uri="{FF2B5EF4-FFF2-40B4-BE49-F238E27FC236}">
                  <a16:creationId xmlns:a16="http://schemas.microsoft.com/office/drawing/2014/main" id="{7B478DE5-1572-7EF2-ECBB-DE53C8DBF9C3}"/>
                </a:ext>
              </a:extLst>
            </p:cNvPr>
            <p:cNvSpPr>
              <a:spLocks noChangeArrowheads="1"/>
            </p:cNvSpPr>
            <p:nvPr/>
          </p:nvSpPr>
          <p:spPr bwMode="auto">
            <a:xfrm>
              <a:off x="4995" y="2373"/>
              <a:ext cx="1005" cy="143"/>
            </a:xfrm>
            <a:prstGeom prst="rect">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1516" name="AutoShape 11">
              <a:extLst>
                <a:ext uri="{FF2B5EF4-FFF2-40B4-BE49-F238E27FC236}">
                  <a16:creationId xmlns:a16="http://schemas.microsoft.com/office/drawing/2014/main" id="{5E654796-F400-3D0F-DEE5-E35E43C1F284}"/>
                </a:ext>
              </a:extLst>
            </p:cNvPr>
            <p:cNvSpPr>
              <a:spLocks noChangeArrowheads="1"/>
            </p:cNvSpPr>
            <p:nvPr/>
          </p:nvSpPr>
          <p:spPr bwMode="auto">
            <a:xfrm>
              <a:off x="6930" y="2298"/>
              <a:ext cx="1065" cy="315"/>
            </a:xfrm>
            <a:prstGeom prst="rightArrow">
              <a:avLst>
                <a:gd name="adj1" fmla="val 50000"/>
                <a:gd name="adj2" fmla="val 84524"/>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1517" name="AutoShape 12" descr="Large checker board">
              <a:extLst>
                <a:ext uri="{FF2B5EF4-FFF2-40B4-BE49-F238E27FC236}">
                  <a16:creationId xmlns:a16="http://schemas.microsoft.com/office/drawing/2014/main" id="{FA999F0E-A4EC-FFB5-6C28-6814AB5CDA95}"/>
                </a:ext>
              </a:extLst>
            </p:cNvPr>
            <p:cNvSpPr>
              <a:spLocks noChangeArrowheads="1"/>
            </p:cNvSpPr>
            <p:nvPr/>
          </p:nvSpPr>
          <p:spPr bwMode="auto">
            <a:xfrm>
              <a:off x="6270" y="2718"/>
              <a:ext cx="338" cy="840"/>
            </a:xfrm>
            <a:prstGeom prst="upArrow">
              <a:avLst>
                <a:gd name="adj1" fmla="val 50000"/>
                <a:gd name="adj2" fmla="val 62130"/>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79090072-5710-6544-BED4-3929EB66CB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2B281E4-3858-434A-881E-AFF473092208}" type="slidenum">
              <a:rPr lang="en-US" altLang="en-US" sz="1400"/>
              <a:pPr>
                <a:spcBef>
                  <a:spcPct val="0"/>
                </a:spcBef>
                <a:buClrTx/>
                <a:buSzTx/>
                <a:buFontTx/>
                <a:buNone/>
              </a:pPr>
              <a:t>31</a:t>
            </a:fld>
            <a:endParaRPr lang="en-US" altLang="en-US" sz="1400"/>
          </a:p>
        </p:txBody>
      </p:sp>
      <p:sp>
        <p:nvSpPr>
          <p:cNvPr id="23555" name="Rectangle 2">
            <a:extLst>
              <a:ext uri="{FF2B5EF4-FFF2-40B4-BE49-F238E27FC236}">
                <a16:creationId xmlns:a16="http://schemas.microsoft.com/office/drawing/2014/main" id="{6C66D48F-DE86-1747-3F88-501C90653B19}"/>
              </a:ext>
            </a:extLst>
          </p:cNvPr>
          <p:cNvSpPr>
            <a:spLocks noGrp="1" noChangeArrowheads="1"/>
          </p:cNvSpPr>
          <p:nvPr>
            <p:ph type="title"/>
          </p:nvPr>
        </p:nvSpPr>
        <p:spPr/>
        <p:txBody>
          <a:bodyPr/>
          <a:lstStyle/>
          <a:p>
            <a:pPr eaLnBrk="1" hangingPunct="1"/>
            <a:r>
              <a:rPr lang="en-US" altLang="en-US"/>
              <a:t>Non-repudiation …</a:t>
            </a:r>
          </a:p>
        </p:txBody>
      </p:sp>
      <p:sp>
        <p:nvSpPr>
          <p:cNvPr id="23556" name="Rectangle 3">
            <a:extLst>
              <a:ext uri="{FF2B5EF4-FFF2-40B4-BE49-F238E27FC236}">
                <a16:creationId xmlns:a16="http://schemas.microsoft.com/office/drawing/2014/main" id="{F5D23110-CC8B-299F-CF3E-6751A08BFCCE}"/>
              </a:ext>
            </a:extLst>
          </p:cNvPr>
          <p:cNvSpPr>
            <a:spLocks noChangeArrowheads="1"/>
          </p:cNvSpPr>
          <p:nvPr/>
        </p:nvSpPr>
        <p:spPr bwMode="auto">
          <a:xfrm>
            <a:off x="3255963" y="1966914"/>
            <a:ext cx="5810250" cy="32353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GB" altLang="en-US" sz="1800"/>
          </a:p>
        </p:txBody>
      </p:sp>
      <p:sp>
        <p:nvSpPr>
          <p:cNvPr id="23557" name="computr1">
            <a:extLst>
              <a:ext uri="{FF2B5EF4-FFF2-40B4-BE49-F238E27FC236}">
                <a16:creationId xmlns:a16="http://schemas.microsoft.com/office/drawing/2014/main" id="{34D7CCE9-C1CF-9421-B874-9FC2F230132A}"/>
              </a:ext>
            </a:extLst>
          </p:cNvPr>
          <p:cNvSpPr>
            <a:spLocks noEditPoints="1" noChangeArrowheads="1"/>
          </p:cNvSpPr>
          <p:nvPr/>
        </p:nvSpPr>
        <p:spPr bwMode="auto">
          <a:xfrm>
            <a:off x="4137026" y="2301875"/>
            <a:ext cx="860425" cy="895350"/>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3558" name="computr1">
            <a:extLst>
              <a:ext uri="{FF2B5EF4-FFF2-40B4-BE49-F238E27FC236}">
                <a16:creationId xmlns:a16="http://schemas.microsoft.com/office/drawing/2014/main" id="{80500B7C-7F47-0A64-89CC-B37B4D27D93F}"/>
              </a:ext>
            </a:extLst>
          </p:cNvPr>
          <p:cNvSpPr>
            <a:spLocks noEditPoints="1" noChangeArrowheads="1"/>
          </p:cNvSpPr>
          <p:nvPr/>
        </p:nvSpPr>
        <p:spPr bwMode="auto">
          <a:xfrm>
            <a:off x="7596189" y="2286000"/>
            <a:ext cx="858837" cy="896938"/>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3559" name="Text Box 6">
            <a:extLst>
              <a:ext uri="{FF2B5EF4-FFF2-40B4-BE49-F238E27FC236}">
                <a16:creationId xmlns:a16="http://schemas.microsoft.com/office/drawing/2014/main" id="{08A83375-495C-DA80-3E34-6145C76CF809}"/>
              </a:ext>
            </a:extLst>
          </p:cNvPr>
          <p:cNvSpPr txBox="1">
            <a:spLocks noChangeArrowheads="1"/>
          </p:cNvSpPr>
          <p:nvPr/>
        </p:nvSpPr>
        <p:spPr bwMode="auto">
          <a:xfrm>
            <a:off x="5673725" y="2247900"/>
            <a:ext cx="954088" cy="66833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I never sent </a:t>
            </a:r>
            <a:r>
              <a:rPr lang="en-US" altLang="en-US" sz="1200" b="1" i="1">
                <a:latin typeface="Times New Roman" panose="02020603050405020304" pitchFamily="18" charset="0"/>
              </a:rPr>
              <a:t>that</a:t>
            </a:r>
            <a:r>
              <a:rPr lang="en-US" altLang="en-US" sz="1200" b="1">
                <a:latin typeface="Times New Roman" panose="02020603050405020304" pitchFamily="18" charset="0"/>
              </a:rPr>
              <a:t> message!</a:t>
            </a:r>
          </a:p>
        </p:txBody>
      </p:sp>
      <p:sp>
        <p:nvSpPr>
          <p:cNvPr id="23560" name="AutoShape 7" descr="Large checker board">
            <a:extLst>
              <a:ext uri="{FF2B5EF4-FFF2-40B4-BE49-F238E27FC236}">
                <a16:creationId xmlns:a16="http://schemas.microsoft.com/office/drawing/2014/main" id="{49D8DD1E-6817-13F9-2E98-D8BC80645AF1}"/>
              </a:ext>
            </a:extLst>
          </p:cNvPr>
          <p:cNvSpPr>
            <a:spLocks noChangeArrowheads="1"/>
          </p:cNvSpPr>
          <p:nvPr/>
        </p:nvSpPr>
        <p:spPr bwMode="auto">
          <a:xfrm>
            <a:off x="6642101" y="2444750"/>
            <a:ext cx="1038225" cy="319088"/>
          </a:xfrm>
          <a:prstGeom prst="rightArrow">
            <a:avLst>
              <a:gd name="adj1" fmla="val 50000"/>
              <a:gd name="adj2" fmla="val 81343"/>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3561" name="Text Box 8">
            <a:extLst>
              <a:ext uri="{FF2B5EF4-FFF2-40B4-BE49-F238E27FC236}">
                <a16:creationId xmlns:a16="http://schemas.microsoft.com/office/drawing/2014/main" id="{D1DCD5C5-3B44-2C7B-13F3-8A9AFD2AEC8E}"/>
              </a:ext>
            </a:extLst>
          </p:cNvPr>
          <p:cNvSpPr txBox="1">
            <a:spLocks noChangeArrowheads="1"/>
          </p:cNvSpPr>
          <p:nvPr/>
        </p:nvSpPr>
        <p:spPr bwMode="auto">
          <a:xfrm>
            <a:off x="3348038" y="5522914"/>
            <a:ext cx="57642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80000"/>
              </a:lnSpc>
              <a:buClrTx/>
              <a:buSzTx/>
              <a:buFontTx/>
              <a:buNone/>
            </a:pPr>
            <a:r>
              <a:rPr lang="en-US" altLang="en-US" sz="2400">
                <a:latin typeface="Arial" panose="020B0604020202020204" pitchFamily="34" charset="0"/>
              </a:rPr>
              <a:t>A sends a message and refutes it later</a:t>
            </a:r>
            <a:endParaRPr lang="en-US" altLang="en-US" sz="2400" i="1">
              <a:solidFill>
                <a:srgbClr val="0000CC"/>
              </a:solidFill>
              <a:latin typeface="Arial" panose="020B0604020202020204" pitchFamily="34" charset="0"/>
            </a:endParaRPr>
          </a:p>
        </p:txBody>
      </p:sp>
      <p:sp>
        <p:nvSpPr>
          <p:cNvPr id="23562" name="AutoShape 9" descr="Large checker board">
            <a:extLst>
              <a:ext uri="{FF2B5EF4-FFF2-40B4-BE49-F238E27FC236}">
                <a16:creationId xmlns:a16="http://schemas.microsoft.com/office/drawing/2014/main" id="{DDF57EE3-4186-320F-4BE6-67813539DAAD}"/>
              </a:ext>
            </a:extLst>
          </p:cNvPr>
          <p:cNvSpPr>
            <a:spLocks noChangeArrowheads="1"/>
          </p:cNvSpPr>
          <p:nvPr/>
        </p:nvSpPr>
        <p:spPr bwMode="auto">
          <a:xfrm>
            <a:off x="4906963" y="2452689"/>
            <a:ext cx="747712" cy="319087"/>
          </a:xfrm>
          <a:prstGeom prst="rightArrow">
            <a:avLst>
              <a:gd name="adj1" fmla="val 50000"/>
              <a:gd name="adj2" fmla="val 58582"/>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FEFD9FF0-9DDE-66E4-1EAC-F7880B336E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14E4CAF-F07B-4048-99E4-6AA678D44ABB}" type="slidenum">
              <a:rPr lang="en-US" altLang="en-US" sz="1400"/>
              <a:pPr>
                <a:spcBef>
                  <a:spcPct val="0"/>
                </a:spcBef>
                <a:buClrTx/>
                <a:buSzTx/>
                <a:buFontTx/>
                <a:buNone/>
              </a:pPr>
              <a:t>32</a:t>
            </a:fld>
            <a:endParaRPr lang="en-US" altLang="en-US" sz="1400"/>
          </a:p>
        </p:txBody>
      </p:sp>
      <p:sp>
        <p:nvSpPr>
          <p:cNvPr id="25603" name="Rectangle 2">
            <a:extLst>
              <a:ext uri="{FF2B5EF4-FFF2-40B4-BE49-F238E27FC236}">
                <a16:creationId xmlns:a16="http://schemas.microsoft.com/office/drawing/2014/main" id="{AE6DD394-01B5-EBA4-7E1E-F122E646D131}"/>
              </a:ext>
            </a:extLst>
          </p:cNvPr>
          <p:cNvSpPr>
            <a:spLocks noGrp="1" noChangeArrowheads="1"/>
          </p:cNvSpPr>
          <p:nvPr>
            <p:ph type="title"/>
          </p:nvPr>
        </p:nvSpPr>
        <p:spPr/>
        <p:txBody>
          <a:bodyPr/>
          <a:lstStyle/>
          <a:p>
            <a:pPr eaLnBrk="1" hangingPunct="1"/>
            <a:r>
              <a:rPr lang="en-US" altLang="en-US"/>
              <a:t>How to achieve Security?</a:t>
            </a:r>
          </a:p>
        </p:txBody>
      </p:sp>
      <p:sp>
        <p:nvSpPr>
          <p:cNvPr id="25604" name="Rectangle 3">
            <a:extLst>
              <a:ext uri="{FF2B5EF4-FFF2-40B4-BE49-F238E27FC236}">
                <a16:creationId xmlns:a16="http://schemas.microsoft.com/office/drawing/2014/main" id="{3C93910D-ED6B-A23E-C4FB-0E10A983A65B}"/>
              </a:ext>
            </a:extLst>
          </p:cNvPr>
          <p:cNvSpPr>
            <a:spLocks noGrp="1" noChangeArrowheads="1"/>
          </p:cNvSpPr>
          <p:nvPr>
            <p:ph type="body" idx="1"/>
          </p:nvPr>
        </p:nvSpPr>
        <p:spPr/>
        <p:txBody>
          <a:bodyPr/>
          <a:lstStyle/>
          <a:p>
            <a:pPr eaLnBrk="1" hangingPunct="1"/>
            <a:r>
              <a:rPr lang="en-US" altLang="en-US"/>
              <a:t>Use </a:t>
            </a:r>
            <a:r>
              <a:rPr lang="en-US" altLang="en-US">
                <a:solidFill>
                  <a:schemeClr val="hlink"/>
                </a:solidFill>
              </a:rPr>
              <a:t>Cryptography</a:t>
            </a:r>
          </a:p>
          <a:p>
            <a:pPr eaLnBrk="1" hangingPunct="1"/>
            <a:endParaRPr lang="en-US" altLang="en-US"/>
          </a:p>
          <a:p>
            <a:pPr eaLnBrk="1" hangingPunct="1"/>
            <a:r>
              <a:rPr lang="en-US" altLang="en-US"/>
              <a:t>Art of transforming messages</a:t>
            </a:r>
          </a:p>
          <a:p>
            <a:pPr eaLnBrk="1" hangingPunct="1"/>
            <a:endParaRPr lang="en-US" altLang="en-US"/>
          </a:p>
          <a:p>
            <a:pPr eaLnBrk="1" hangingPunct="1"/>
            <a:r>
              <a:rPr lang="en-US" altLang="en-US"/>
              <a:t>Messages become unreadable </a:t>
            </a:r>
          </a:p>
          <a:p>
            <a:pPr eaLnBrk="1" hangingPunct="1"/>
            <a:endParaRPr lang="en-US" alt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369DFAF1-EF07-282E-55E0-59D07C70BF38}"/>
              </a:ext>
            </a:extLst>
          </p:cNvPr>
          <p:cNvSpPr>
            <a:spLocks noGrp="1" noChangeArrowheads="1"/>
          </p:cNvSpPr>
          <p:nvPr>
            <p:ph type="title"/>
          </p:nvPr>
        </p:nvSpPr>
        <p:spPr/>
        <p:txBody>
          <a:bodyPr/>
          <a:lstStyle/>
          <a:p>
            <a:pPr eaLnBrk="1" hangingPunct="1"/>
            <a:r>
              <a:rPr lang="en-US" altLang="en-US"/>
              <a:t>Cryptography Concept</a:t>
            </a:r>
            <a:endParaRPr lang="en-IN" altLang="en-US"/>
          </a:p>
        </p:txBody>
      </p:sp>
      <p:sp>
        <p:nvSpPr>
          <p:cNvPr id="27651" name="Content Placeholder 2">
            <a:extLst>
              <a:ext uri="{FF2B5EF4-FFF2-40B4-BE49-F238E27FC236}">
                <a16:creationId xmlns:a16="http://schemas.microsoft.com/office/drawing/2014/main" id="{391E9C2D-8F22-19CE-369A-8130952D8562}"/>
              </a:ext>
            </a:extLst>
          </p:cNvPr>
          <p:cNvSpPr>
            <a:spLocks noGrp="1" noChangeArrowheads="1"/>
          </p:cNvSpPr>
          <p:nvPr>
            <p:ph idx="1"/>
          </p:nvPr>
        </p:nvSpPr>
        <p:spPr/>
        <p:txBody>
          <a:bodyPr/>
          <a:lstStyle/>
          <a:p>
            <a:pPr eaLnBrk="1" hangingPunct="1"/>
            <a:endParaRPr lang="en-IN" altLang="en-US"/>
          </a:p>
        </p:txBody>
      </p:sp>
      <p:sp>
        <p:nvSpPr>
          <p:cNvPr id="27652" name="Slide Number Placeholder 4">
            <a:extLst>
              <a:ext uri="{FF2B5EF4-FFF2-40B4-BE49-F238E27FC236}">
                <a16:creationId xmlns:a16="http://schemas.microsoft.com/office/drawing/2014/main" id="{001D2EB1-F5AC-2844-C1A9-F82B3D8F1E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A9901CA-EA4B-4AE9-AB1F-46260FA8E86A}" type="slidenum">
              <a:rPr lang="en-US" altLang="en-US" sz="1400"/>
              <a:pPr>
                <a:spcBef>
                  <a:spcPct val="0"/>
                </a:spcBef>
                <a:buClrTx/>
                <a:buSzTx/>
                <a:buFontTx/>
                <a:buNone/>
              </a:pPr>
              <a:t>33</a:t>
            </a:fld>
            <a:endParaRPr lang="en-US" altLang="en-US" sz="1400"/>
          </a:p>
        </p:txBody>
      </p:sp>
      <p:grpSp>
        <p:nvGrpSpPr>
          <p:cNvPr id="27653" name="Group 2">
            <a:extLst>
              <a:ext uri="{FF2B5EF4-FFF2-40B4-BE49-F238E27FC236}">
                <a16:creationId xmlns:a16="http://schemas.microsoft.com/office/drawing/2014/main" id="{DAAD5DFD-5892-64CA-ECEB-DE94EA05CFA7}"/>
              </a:ext>
            </a:extLst>
          </p:cNvPr>
          <p:cNvGrpSpPr>
            <a:grpSpLocks/>
          </p:cNvGrpSpPr>
          <p:nvPr/>
        </p:nvGrpSpPr>
        <p:grpSpPr bwMode="auto">
          <a:xfrm>
            <a:off x="3124200" y="1981200"/>
            <a:ext cx="6858000" cy="3886200"/>
            <a:chOff x="2193" y="5066"/>
            <a:chExt cx="8155" cy="3851"/>
          </a:xfrm>
        </p:grpSpPr>
        <p:sp>
          <p:nvSpPr>
            <p:cNvPr id="27654" name="Rectangle 3">
              <a:extLst>
                <a:ext uri="{FF2B5EF4-FFF2-40B4-BE49-F238E27FC236}">
                  <a16:creationId xmlns:a16="http://schemas.microsoft.com/office/drawing/2014/main" id="{0413AE3E-F9D4-B549-D90F-29AA339DE30D}"/>
                </a:ext>
              </a:extLst>
            </p:cNvPr>
            <p:cNvSpPr>
              <a:spLocks noChangeArrowheads="1"/>
            </p:cNvSpPr>
            <p:nvPr/>
          </p:nvSpPr>
          <p:spPr bwMode="auto">
            <a:xfrm>
              <a:off x="2193" y="5066"/>
              <a:ext cx="8155" cy="385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27655" name="Text Box 4">
              <a:extLst>
                <a:ext uri="{FF2B5EF4-FFF2-40B4-BE49-F238E27FC236}">
                  <a16:creationId xmlns:a16="http://schemas.microsoft.com/office/drawing/2014/main" id="{4FDED5BE-AFC6-DBDD-C5CC-A3EFF13FAB52}"/>
                </a:ext>
              </a:extLst>
            </p:cNvPr>
            <p:cNvSpPr txBox="1">
              <a:spLocks noChangeArrowheads="1"/>
            </p:cNvSpPr>
            <p:nvPr/>
          </p:nvSpPr>
          <p:spPr bwMode="auto">
            <a:xfrm>
              <a:off x="2577" y="5911"/>
              <a:ext cx="2059" cy="92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400" b="1">
                  <a:latin typeface="Calibri" panose="020F0502020204030204" pitchFamily="34" charset="0"/>
                  <a:cs typeface="Arial" panose="020B0604020202020204" pitchFamily="34" charset="0"/>
                </a:rPr>
                <a:t>This is a book on network and Internet security</a:t>
              </a:r>
              <a:endParaRPr lang="en-US" altLang="en-US" sz="2400"/>
            </a:p>
          </p:txBody>
        </p:sp>
        <p:sp>
          <p:nvSpPr>
            <p:cNvPr id="27656" name="AutoShape 5" descr="5%">
              <a:extLst>
                <a:ext uri="{FF2B5EF4-FFF2-40B4-BE49-F238E27FC236}">
                  <a16:creationId xmlns:a16="http://schemas.microsoft.com/office/drawing/2014/main" id="{49C6C0D0-D8BB-A81A-D1F1-1970817EDD87}"/>
                </a:ext>
              </a:extLst>
            </p:cNvPr>
            <p:cNvSpPr>
              <a:spLocks noChangeArrowheads="1"/>
            </p:cNvSpPr>
            <p:nvPr/>
          </p:nvSpPr>
          <p:spPr bwMode="auto">
            <a:xfrm>
              <a:off x="5141" y="5743"/>
              <a:ext cx="1808" cy="1189"/>
            </a:xfrm>
            <a:prstGeom prst="flowChartMultidocumen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spcAft>
                  <a:spcPts val="1000"/>
                </a:spcAft>
                <a:buClrTx/>
                <a:buSzTx/>
                <a:buNone/>
              </a:pPr>
              <a:endParaRPr lang="en-IN" altLang="en-US" sz="1400">
                <a:latin typeface="Mangal" panose="02040503050203030202" pitchFamily="18" charset="0"/>
                <a:cs typeface="Arial" panose="020B0604020202020204" pitchFamily="34" charset="0"/>
              </a:endParaRPr>
            </a:p>
            <a:p>
              <a:pPr algn="ctr">
                <a:spcBef>
                  <a:spcPct val="0"/>
                </a:spcBef>
                <a:spcAft>
                  <a:spcPts val="1000"/>
                </a:spcAft>
                <a:buClrTx/>
                <a:buSzTx/>
                <a:buNone/>
              </a:pPr>
              <a:r>
                <a:rPr lang="en-IN" altLang="en-US" sz="1400" b="1">
                  <a:latin typeface="Calibri" panose="020F0502020204030204" pitchFamily="34" charset="0"/>
                  <a:cs typeface="Arial" panose="020B0604020202020204" pitchFamily="34" charset="0"/>
                </a:rPr>
                <a:t>Cryptographic system</a:t>
              </a:r>
              <a:endParaRPr lang="en-US" altLang="en-US" sz="2400"/>
            </a:p>
          </p:txBody>
        </p:sp>
        <p:sp>
          <p:nvSpPr>
            <p:cNvPr id="27657" name="Text Box 6">
              <a:extLst>
                <a:ext uri="{FF2B5EF4-FFF2-40B4-BE49-F238E27FC236}">
                  <a16:creationId xmlns:a16="http://schemas.microsoft.com/office/drawing/2014/main" id="{FFA55F78-3221-85FA-43B4-A978813A9DF6}"/>
                </a:ext>
              </a:extLst>
            </p:cNvPr>
            <p:cNvSpPr txBox="1">
              <a:spLocks noChangeArrowheads="1"/>
            </p:cNvSpPr>
            <p:nvPr/>
          </p:nvSpPr>
          <p:spPr bwMode="auto">
            <a:xfrm>
              <a:off x="7488" y="5843"/>
              <a:ext cx="2059" cy="92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400" b="1">
                  <a:latin typeface="Calibri" panose="020F0502020204030204" pitchFamily="34" charset="0"/>
                  <a:cs typeface="Arial" panose="020B0604020202020204" pitchFamily="34" charset="0"/>
                </a:rPr>
                <a:t>R#5%^&amp;”m,:p0-S89!@7^%$jhNlO0-$557</a:t>
              </a:r>
              <a:endParaRPr lang="en-US" altLang="en-US" sz="2400"/>
            </a:p>
          </p:txBody>
        </p:sp>
        <p:sp>
          <p:nvSpPr>
            <p:cNvPr id="27658" name="AutoShape 7">
              <a:extLst>
                <a:ext uri="{FF2B5EF4-FFF2-40B4-BE49-F238E27FC236}">
                  <a16:creationId xmlns:a16="http://schemas.microsoft.com/office/drawing/2014/main" id="{5CE7C779-9757-FDDD-955B-5C6BFE472E59}"/>
                </a:ext>
              </a:extLst>
            </p:cNvPr>
            <p:cNvSpPr>
              <a:spLocks noChangeArrowheads="1"/>
            </p:cNvSpPr>
            <p:nvPr/>
          </p:nvSpPr>
          <p:spPr bwMode="auto">
            <a:xfrm>
              <a:off x="4638" y="6151"/>
              <a:ext cx="519" cy="284"/>
            </a:xfrm>
            <a:prstGeom prst="rightArrow">
              <a:avLst>
                <a:gd name="adj1" fmla="val 50000"/>
                <a:gd name="adj2" fmla="val 4568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27659" name="AutoShape 8">
              <a:extLst>
                <a:ext uri="{FF2B5EF4-FFF2-40B4-BE49-F238E27FC236}">
                  <a16:creationId xmlns:a16="http://schemas.microsoft.com/office/drawing/2014/main" id="{5BA2554C-AF99-129C-ADF7-A7DDF2D9E659}"/>
                </a:ext>
              </a:extLst>
            </p:cNvPr>
            <p:cNvSpPr>
              <a:spLocks noChangeArrowheads="1"/>
            </p:cNvSpPr>
            <p:nvPr/>
          </p:nvSpPr>
          <p:spPr bwMode="auto">
            <a:xfrm>
              <a:off x="6971" y="6151"/>
              <a:ext cx="519" cy="284"/>
            </a:xfrm>
            <a:prstGeom prst="rightArrow">
              <a:avLst>
                <a:gd name="adj1" fmla="val 50000"/>
                <a:gd name="adj2" fmla="val 4568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27660" name="Text Box 9">
              <a:extLst>
                <a:ext uri="{FF2B5EF4-FFF2-40B4-BE49-F238E27FC236}">
                  <a16:creationId xmlns:a16="http://schemas.microsoft.com/office/drawing/2014/main" id="{ED41E713-D66B-9B35-2858-5D72C04A7956}"/>
                </a:ext>
              </a:extLst>
            </p:cNvPr>
            <p:cNvSpPr txBox="1">
              <a:spLocks noChangeArrowheads="1"/>
            </p:cNvSpPr>
            <p:nvPr/>
          </p:nvSpPr>
          <p:spPr bwMode="auto">
            <a:xfrm>
              <a:off x="7376" y="7148"/>
              <a:ext cx="2277" cy="4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400" b="1">
                  <a:latin typeface="Calibri" panose="020F0502020204030204" pitchFamily="34" charset="0"/>
                  <a:cs typeface="Arial" panose="020B0604020202020204" pitchFamily="34" charset="0"/>
                </a:rPr>
                <a:t>Non-readable message</a:t>
              </a:r>
              <a:endParaRPr lang="en-US" altLang="en-US" sz="2400"/>
            </a:p>
          </p:txBody>
        </p:sp>
        <p:sp>
          <p:nvSpPr>
            <p:cNvPr id="27661" name="Text Box 10">
              <a:extLst>
                <a:ext uri="{FF2B5EF4-FFF2-40B4-BE49-F238E27FC236}">
                  <a16:creationId xmlns:a16="http://schemas.microsoft.com/office/drawing/2014/main" id="{DBEE6FD4-6281-833A-E0DD-C483DBFFA18E}"/>
                </a:ext>
              </a:extLst>
            </p:cNvPr>
            <p:cNvSpPr txBox="1">
              <a:spLocks noChangeArrowheads="1"/>
            </p:cNvSpPr>
            <p:nvPr/>
          </p:nvSpPr>
          <p:spPr bwMode="auto">
            <a:xfrm>
              <a:off x="2549" y="7122"/>
              <a:ext cx="2059" cy="4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400" b="1">
                  <a:latin typeface="Calibri" panose="020F0502020204030204" pitchFamily="34" charset="0"/>
                  <a:cs typeface="Arial" panose="020B0604020202020204" pitchFamily="34" charset="0"/>
                </a:rPr>
                <a:t>Readable message</a:t>
              </a:r>
              <a:endParaRPr lang="en-US" altLang="en-US" sz="2400"/>
            </a:p>
          </p:txBody>
        </p:sp>
        <p:sp>
          <p:nvSpPr>
            <p:cNvPr id="27662" name="AutoShape 11">
              <a:extLst>
                <a:ext uri="{FF2B5EF4-FFF2-40B4-BE49-F238E27FC236}">
                  <a16:creationId xmlns:a16="http://schemas.microsoft.com/office/drawing/2014/main" id="{E234A702-A2AE-585C-919D-64CD111290B8}"/>
                </a:ext>
              </a:extLst>
            </p:cNvPr>
            <p:cNvSpPr>
              <a:spLocks/>
            </p:cNvSpPr>
            <p:nvPr/>
          </p:nvSpPr>
          <p:spPr bwMode="auto">
            <a:xfrm>
              <a:off x="4837" y="7356"/>
              <a:ext cx="1740" cy="960"/>
            </a:xfrm>
            <a:prstGeom prst="borderCallout1">
              <a:avLst>
                <a:gd name="adj1" fmla="val 18750"/>
                <a:gd name="adj2" fmla="val 90574"/>
                <a:gd name="adj3" fmla="val -68542"/>
                <a:gd name="adj4" fmla="val 90574"/>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spcAft>
                  <a:spcPts val="1000"/>
                </a:spcAft>
                <a:buClrTx/>
                <a:buSzTx/>
                <a:buNone/>
              </a:pPr>
              <a:r>
                <a:rPr lang="en-IN" altLang="en-US" sz="1400" b="1" i="1">
                  <a:latin typeface="Calibri" panose="020F0502020204030204" pitchFamily="34" charset="0"/>
                  <a:cs typeface="Arial" panose="020B0604020202020204" pitchFamily="34" charset="0"/>
                </a:rPr>
                <a:t>This process is systematic and well-structured</a:t>
              </a:r>
              <a:endParaRPr lang="en-US" altLang="en-US" sz="2400"/>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5170BB2-B0BA-B350-1C85-46AC1CDDF793}"/>
              </a:ext>
            </a:extLst>
          </p:cNvPr>
          <p:cNvSpPr>
            <a:spLocks noGrp="1" noChangeArrowheads="1"/>
          </p:cNvSpPr>
          <p:nvPr>
            <p:ph type="title"/>
          </p:nvPr>
        </p:nvSpPr>
        <p:spPr/>
        <p:txBody>
          <a:bodyPr/>
          <a:lstStyle/>
          <a:p>
            <a:pPr eaLnBrk="1" hangingPunct="1"/>
            <a:r>
              <a:rPr lang="en-US" altLang="en-US"/>
              <a:t>Cryptanalysis</a:t>
            </a:r>
            <a:endParaRPr lang="en-IN" altLang="en-US"/>
          </a:p>
        </p:txBody>
      </p:sp>
      <p:sp>
        <p:nvSpPr>
          <p:cNvPr id="28675" name="Content Placeholder 2">
            <a:extLst>
              <a:ext uri="{FF2B5EF4-FFF2-40B4-BE49-F238E27FC236}">
                <a16:creationId xmlns:a16="http://schemas.microsoft.com/office/drawing/2014/main" id="{47DEF36A-A324-459B-42DF-EC31A5A274C4}"/>
              </a:ext>
            </a:extLst>
          </p:cNvPr>
          <p:cNvSpPr>
            <a:spLocks noGrp="1" noChangeArrowheads="1"/>
          </p:cNvSpPr>
          <p:nvPr>
            <p:ph idx="1"/>
          </p:nvPr>
        </p:nvSpPr>
        <p:spPr/>
        <p:txBody>
          <a:bodyPr/>
          <a:lstStyle/>
          <a:p>
            <a:pPr eaLnBrk="1" hangingPunct="1"/>
            <a:endParaRPr lang="en-IN" altLang="en-US"/>
          </a:p>
        </p:txBody>
      </p:sp>
      <p:sp>
        <p:nvSpPr>
          <p:cNvPr id="28676" name="Slide Number Placeholder 4">
            <a:extLst>
              <a:ext uri="{FF2B5EF4-FFF2-40B4-BE49-F238E27FC236}">
                <a16:creationId xmlns:a16="http://schemas.microsoft.com/office/drawing/2014/main" id="{24B7A0E8-180E-DD94-4685-1151E15827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68BFEFC-53CF-46A1-8130-42D872FA2EB4}" type="slidenum">
              <a:rPr lang="en-US" altLang="en-US" sz="1400"/>
              <a:pPr>
                <a:spcBef>
                  <a:spcPct val="0"/>
                </a:spcBef>
                <a:buClrTx/>
                <a:buSzTx/>
                <a:buFontTx/>
                <a:buNone/>
              </a:pPr>
              <a:t>34</a:t>
            </a:fld>
            <a:endParaRPr lang="en-US" altLang="en-US" sz="1400"/>
          </a:p>
        </p:txBody>
      </p:sp>
      <p:grpSp>
        <p:nvGrpSpPr>
          <p:cNvPr id="28677" name="Group 2">
            <a:extLst>
              <a:ext uri="{FF2B5EF4-FFF2-40B4-BE49-F238E27FC236}">
                <a16:creationId xmlns:a16="http://schemas.microsoft.com/office/drawing/2014/main" id="{60C68C23-8104-9A8A-E30E-303E759A0360}"/>
              </a:ext>
            </a:extLst>
          </p:cNvPr>
          <p:cNvGrpSpPr>
            <a:grpSpLocks/>
          </p:cNvGrpSpPr>
          <p:nvPr/>
        </p:nvGrpSpPr>
        <p:grpSpPr bwMode="auto">
          <a:xfrm>
            <a:off x="2743200" y="2057400"/>
            <a:ext cx="7543800" cy="4038600"/>
            <a:chOff x="2081" y="1779"/>
            <a:chExt cx="8155" cy="3851"/>
          </a:xfrm>
        </p:grpSpPr>
        <p:sp>
          <p:nvSpPr>
            <p:cNvPr id="28678" name="Rectangle 3">
              <a:extLst>
                <a:ext uri="{FF2B5EF4-FFF2-40B4-BE49-F238E27FC236}">
                  <a16:creationId xmlns:a16="http://schemas.microsoft.com/office/drawing/2014/main" id="{88F810D9-2BC5-E203-B373-C80D9E2BCE78}"/>
                </a:ext>
              </a:extLst>
            </p:cNvPr>
            <p:cNvSpPr>
              <a:spLocks noChangeArrowheads="1"/>
            </p:cNvSpPr>
            <p:nvPr/>
          </p:nvSpPr>
          <p:spPr bwMode="auto">
            <a:xfrm>
              <a:off x="2081" y="1779"/>
              <a:ext cx="8155" cy="385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28679" name="Text Box 4">
              <a:extLst>
                <a:ext uri="{FF2B5EF4-FFF2-40B4-BE49-F238E27FC236}">
                  <a16:creationId xmlns:a16="http://schemas.microsoft.com/office/drawing/2014/main" id="{4CCCC1A7-8F5C-6656-B458-04FA7F453FE9}"/>
                </a:ext>
              </a:extLst>
            </p:cNvPr>
            <p:cNvSpPr txBox="1">
              <a:spLocks noChangeArrowheads="1"/>
            </p:cNvSpPr>
            <p:nvPr/>
          </p:nvSpPr>
          <p:spPr bwMode="auto">
            <a:xfrm>
              <a:off x="7404" y="2473"/>
              <a:ext cx="2059" cy="92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This is a book on network and Internet security</a:t>
              </a:r>
              <a:endParaRPr lang="en-US" altLang="en-US" sz="2800"/>
            </a:p>
          </p:txBody>
        </p:sp>
        <p:sp>
          <p:nvSpPr>
            <p:cNvPr id="28680" name="AutoShape 5" descr="5%">
              <a:extLst>
                <a:ext uri="{FF2B5EF4-FFF2-40B4-BE49-F238E27FC236}">
                  <a16:creationId xmlns:a16="http://schemas.microsoft.com/office/drawing/2014/main" id="{7D86F79E-6BC7-FE8C-C6D0-8C7F52CEA2C7}"/>
                </a:ext>
              </a:extLst>
            </p:cNvPr>
            <p:cNvSpPr>
              <a:spLocks noChangeArrowheads="1"/>
            </p:cNvSpPr>
            <p:nvPr/>
          </p:nvSpPr>
          <p:spPr bwMode="auto">
            <a:xfrm>
              <a:off x="5029" y="2456"/>
              <a:ext cx="1808" cy="1189"/>
            </a:xfrm>
            <a:prstGeom prst="flowChartMultidocumen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spcAft>
                  <a:spcPts val="1000"/>
                </a:spcAft>
                <a:buClrTx/>
                <a:buSzTx/>
                <a:buNone/>
              </a:pPr>
              <a:endParaRPr lang="en-IN" altLang="en-US" sz="1600">
                <a:latin typeface="Mangal" panose="02040503050203030202" pitchFamily="18" charset="0"/>
                <a:cs typeface="Arial" panose="020B0604020202020204" pitchFamily="34" charset="0"/>
              </a:endParaRPr>
            </a:p>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Cryptanalysis </a:t>
              </a:r>
              <a:endParaRPr lang="en-US" altLang="en-US" sz="2800"/>
            </a:p>
          </p:txBody>
        </p:sp>
        <p:sp>
          <p:nvSpPr>
            <p:cNvPr id="28681" name="Text Box 6">
              <a:extLst>
                <a:ext uri="{FF2B5EF4-FFF2-40B4-BE49-F238E27FC236}">
                  <a16:creationId xmlns:a16="http://schemas.microsoft.com/office/drawing/2014/main" id="{96C278A6-1F05-7F03-CDA1-6DC38363DD8F}"/>
                </a:ext>
              </a:extLst>
            </p:cNvPr>
            <p:cNvSpPr txBox="1">
              <a:spLocks noChangeArrowheads="1"/>
            </p:cNvSpPr>
            <p:nvPr/>
          </p:nvSpPr>
          <p:spPr bwMode="auto">
            <a:xfrm>
              <a:off x="2420" y="2573"/>
              <a:ext cx="2059" cy="92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R#5%^&amp;”m,:p0-S89!@7^%$jhNlO0-$557</a:t>
              </a:r>
              <a:endParaRPr lang="en-US" altLang="en-US" sz="2800"/>
            </a:p>
          </p:txBody>
        </p:sp>
        <p:sp>
          <p:nvSpPr>
            <p:cNvPr id="28682" name="AutoShape 7">
              <a:extLst>
                <a:ext uri="{FF2B5EF4-FFF2-40B4-BE49-F238E27FC236}">
                  <a16:creationId xmlns:a16="http://schemas.microsoft.com/office/drawing/2014/main" id="{23128EA4-B9C6-3F76-6059-1501954903C0}"/>
                </a:ext>
              </a:extLst>
            </p:cNvPr>
            <p:cNvSpPr>
              <a:spLocks noChangeArrowheads="1"/>
            </p:cNvSpPr>
            <p:nvPr/>
          </p:nvSpPr>
          <p:spPr bwMode="auto">
            <a:xfrm>
              <a:off x="4526" y="2864"/>
              <a:ext cx="519" cy="284"/>
            </a:xfrm>
            <a:prstGeom prst="rightArrow">
              <a:avLst>
                <a:gd name="adj1" fmla="val 50000"/>
                <a:gd name="adj2" fmla="val 4568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28683" name="AutoShape 8">
              <a:extLst>
                <a:ext uri="{FF2B5EF4-FFF2-40B4-BE49-F238E27FC236}">
                  <a16:creationId xmlns:a16="http://schemas.microsoft.com/office/drawing/2014/main" id="{E693423C-C365-9A5F-9163-AF1BDA621F3D}"/>
                </a:ext>
              </a:extLst>
            </p:cNvPr>
            <p:cNvSpPr>
              <a:spLocks noChangeArrowheads="1"/>
            </p:cNvSpPr>
            <p:nvPr/>
          </p:nvSpPr>
          <p:spPr bwMode="auto">
            <a:xfrm>
              <a:off x="6859" y="2864"/>
              <a:ext cx="519" cy="284"/>
            </a:xfrm>
            <a:prstGeom prst="rightArrow">
              <a:avLst>
                <a:gd name="adj1" fmla="val 50000"/>
                <a:gd name="adj2" fmla="val 4568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28684" name="Text Box 9">
              <a:extLst>
                <a:ext uri="{FF2B5EF4-FFF2-40B4-BE49-F238E27FC236}">
                  <a16:creationId xmlns:a16="http://schemas.microsoft.com/office/drawing/2014/main" id="{1E5E7A02-9E4F-16C6-6B24-7341468DE83C}"/>
                </a:ext>
              </a:extLst>
            </p:cNvPr>
            <p:cNvSpPr txBox="1">
              <a:spLocks noChangeArrowheads="1"/>
            </p:cNvSpPr>
            <p:nvPr/>
          </p:nvSpPr>
          <p:spPr bwMode="auto">
            <a:xfrm>
              <a:off x="2341" y="3861"/>
              <a:ext cx="2277" cy="4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Non-readable message</a:t>
              </a:r>
              <a:endParaRPr lang="en-US" altLang="en-US" sz="2800"/>
            </a:p>
          </p:txBody>
        </p:sp>
        <p:sp>
          <p:nvSpPr>
            <p:cNvPr id="28685" name="Text Box 10">
              <a:extLst>
                <a:ext uri="{FF2B5EF4-FFF2-40B4-BE49-F238E27FC236}">
                  <a16:creationId xmlns:a16="http://schemas.microsoft.com/office/drawing/2014/main" id="{38DCEA5C-4C90-E9A5-DF26-B2561B475317}"/>
                </a:ext>
              </a:extLst>
            </p:cNvPr>
            <p:cNvSpPr txBox="1">
              <a:spLocks noChangeArrowheads="1"/>
            </p:cNvSpPr>
            <p:nvPr/>
          </p:nvSpPr>
          <p:spPr bwMode="auto">
            <a:xfrm>
              <a:off x="7361" y="3903"/>
              <a:ext cx="2059" cy="4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Readable message</a:t>
              </a:r>
              <a:endParaRPr lang="en-US" altLang="en-US" sz="2800"/>
            </a:p>
          </p:txBody>
        </p:sp>
        <p:sp>
          <p:nvSpPr>
            <p:cNvPr id="28686" name="AutoShape 11">
              <a:extLst>
                <a:ext uri="{FF2B5EF4-FFF2-40B4-BE49-F238E27FC236}">
                  <a16:creationId xmlns:a16="http://schemas.microsoft.com/office/drawing/2014/main" id="{59502CE9-AE38-132C-6D92-818240E2DA3F}"/>
                </a:ext>
              </a:extLst>
            </p:cNvPr>
            <p:cNvSpPr>
              <a:spLocks/>
            </p:cNvSpPr>
            <p:nvPr/>
          </p:nvSpPr>
          <p:spPr bwMode="auto">
            <a:xfrm>
              <a:off x="4725" y="4069"/>
              <a:ext cx="1740" cy="960"/>
            </a:xfrm>
            <a:prstGeom prst="borderCallout1">
              <a:avLst>
                <a:gd name="adj1" fmla="val 18750"/>
                <a:gd name="adj2" fmla="val 90574"/>
                <a:gd name="adj3" fmla="val -68542"/>
                <a:gd name="adj4" fmla="val 90574"/>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spcAft>
                  <a:spcPts val="1000"/>
                </a:spcAft>
                <a:buClrTx/>
                <a:buSzTx/>
                <a:buNone/>
              </a:pPr>
              <a:r>
                <a:rPr lang="en-IN" altLang="en-US" sz="1600" b="1" i="1">
                  <a:latin typeface="Calibri" panose="020F0502020204030204" pitchFamily="34" charset="0"/>
                  <a:cs typeface="Arial" panose="020B0604020202020204" pitchFamily="34" charset="0"/>
                </a:rPr>
                <a:t>This process is trial-and-error based</a:t>
              </a:r>
              <a:endParaRPr lang="en-US" altLang="en-US" sz="2800"/>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20D40CBF-5BB5-6B31-5AF7-4EF951C0622D}"/>
              </a:ext>
            </a:extLst>
          </p:cNvPr>
          <p:cNvSpPr>
            <a:spLocks noGrp="1" noChangeArrowheads="1"/>
          </p:cNvSpPr>
          <p:nvPr>
            <p:ph type="title"/>
          </p:nvPr>
        </p:nvSpPr>
        <p:spPr/>
        <p:txBody>
          <a:bodyPr/>
          <a:lstStyle/>
          <a:p>
            <a:pPr eaLnBrk="1" hangingPunct="1"/>
            <a:r>
              <a:rPr lang="en-US" altLang="en-US"/>
              <a:t>Cryptology</a:t>
            </a:r>
            <a:endParaRPr lang="en-IN" altLang="en-US"/>
          </a:p>
        </p:txBody>
      </p:sp>
      <p:sp>
        <p:nvSpPr>
          <p:cNvPr id="29699" name="Content Placeholder 2">
            <a:extLst>
              <a:ext uri="{FF2B5EF4-FFF2-40B4-BE49-F238E27FC236}">
                <a16:creationId xmlns:a16="http://schemas.microsoft.com/office/drawing/2014/main" id="{88FB27E2-32EF-C3AF-26BE-A643911B7C1E}"/>
              </a:ext>
            </a:extLst>
          </p:cNvPr>
          <p:cNvSpPr>
            <a:spLocks noGrp="1" noChangeArrowheads="1"/>
          </p:cNvSpPr>
          <p:nvPr>
            <p:ph idx="1"/>
          </p:nvPr>
        </p:nvSpPr>
        <p:spPr/>
        <p:txBody>
          <a:bodyPr/>
          <a:lstStyle/>
          <a:p>
            <a:pPr eaLnBrk="1" hangingPunct="1"/>
            <a:endParaRPr lang="en-IN" altLang="en-US"/>
          </a:p>
        </p:txBody>
      </p:sp>
      <p:sp>
        <p:nvSpPr>
          <p:cNvPr id="29700" name="Slide Number Placeholder 4">
            <a:extLst>
              <a:ext uri="{FF2B5EF4-FFF2-40B4-BE49-F238E27FC236}">
                <a16:creationId xmlns:a16="http://schemas.microsoft.com/office/drawing/2014/main" id="{B0E03EAC-77BB-07F5-C15C-02DA1D52B7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AD1B690-87FB-43A9-815F-A1D786A44B3E}" type="slidenum">
              <a:rPr lang="en-US" altLang="en-US" sz="1400"/>
              <a:pPr>
                <a:spcBef>
                  <a:spcPct val="0"/>
                </a:spcBef>
                <a:buClrTx/>
                <a:buSzTx/>
                <a:buFontTx/>
                <a:buNone/>
              </a:pPr>
              <a:t>35</a:t>
            </a:fld>
            <a:endParaRPr lang="en-US" altLang="en-US" sz="1400"/>
          </a:p>
        </p:txBody>
      </p:sp>
      <p:grpSp>
        <p:nvGrpSpPr>
          <p:cNvPr id="29701" name="Group 2">
            <a:extLst>
              <a:ext uri="{FF2B5EF4-FFF2-40B4-BE49-F238E27FC236}">
                <a16:creationId xmlns:a16="http://schemas.microsoft.com/office/drawing/2014/main" id="{A3F3B209-C266-6FA6-CBB6-D4090ED1E624}"/>
              </a:ext>
            </a:extLst>
          </p:cNvPr>
          <p:cNvGrpSpPr>
            <a:grpSpLocks/>
          </p:cNvGrpSpPr>
          <p:nvPr/>
        </p:nvGrpSpPr>
        <p:grpSpPr bwMode="auto">
          <a:xfrm>
            <a:off x="3048000" y="2209800"/>
            <a:ext cx="6477000" cy="3581400"/>
            <a:chOff x="2662" y="7769"/>
            <a:chExt cx="6832" cy="3148"/>
          </a:xfrm>
        </p:grpSpPr>
        <p:sp>
          <p:nvSpPr>
            <p:cNvPr id="29702" name="Rectangle 3">
              <a:extLst>
                <a:ext uri="{FF2B5EF4-FFF2-40B4-BE49-F238E27FC236}">
                  <a16:creationId xmlns:a16="http://schemas.microsoft.com/office/drawing/2014/main" id="{F4E784D9-B437-0D37-93B3-F60C46ACDACC}"/>
                </a:ext>
              </a:extLst>
            </p:cNvPr>
            <p:cNvSpPr>
              <a:spLocks noChangeArrowheads="1"/>
            </p:cNvSpPr>
            <p:nvPr/>
          </p:nvSpPr>
          <p:spPr bwMode="auto">
            <a:xfrm>
              <a:off x="2662" y="7769"/>
              <a:ext cx="6832" cy="314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29703" name="Text Box 4">
              <a:extLst>
                <a:ext uri="{FF2B5EF4-FFF2-40B4-BE49-F238E27FC236}">
                  <a16:creationId xmlns:a16="http://schemas.microsoft.com/office/drawing/2014/main" id="{DB633D9C-29FB-AAEE-1B7A-85C8E373E02F}"/>
                </a:ext>
              </a:extLst>
            </p:cNvPr>
            <p:cNvSpPr txBox="1">
              <a:spLocks noChangeArrowheads="1"/>
            </p:cNvSpPr>
            <p:nvPr/>
          </p:nvSpPr>
          <p:spPr bwMode="auto">
            <a:xfrm>
              <a:off x="3098" y="8117"/>
              <a:ext cx="2092" cy="535"/>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800" b="1">
                  <a:latin typeface="Calibri" panose="020F0502020204030204" pitchFamily="34" charset="0"/>
                  <a:cs typeface="Arial" panose="020B0604020202020204" pitchFamily="34" charset="0"/>
                </a:rPr>
                <a:t>Cryptography</a:t>
              </a:r>
              <a:endParaRPr lang="en-US" altLang="en-US"/>
            </a:p>
          </p:txBody>
        </p:sp>
        <p:sp>
          <p:nvSpPr>
            <p:cNvPr id="29704" name="Text Box 5">
              <a:extLst>
                <a:ext uri="{FF2B5EF4-FFF2-40B4-BE49-F238E27FC236}">
                  <a16:creationId xmlns:a16="http://schemas.microsoft.com/office/drawing/2014/main" id="{13C53881-58D5-D2E3-A74B-9C3451F006E1}"/>
                </a:ext>
              </a:extLst>
            </p:cNvPr>
            <p:cNvSpPr txBox="1">
              <a:spLocks noChangeArrowheads="1"/>
            </p:cNvSpPr>
            <p:nvPr/>
          </p:nvSpPr>
          <p:spPr bwMode="auto">
            <a:xfrm>
              <a:off x="3138" y="9898"/>
              <a:ext cx="2092" cy="535"/>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800" b="1">
                  <a:latin typeface="Calibri" panose="020F0502020204030204" pitchFamily="34" charset="0"/>
                  <a:cs typeface="Arial" panose="020B0604020202020204" pitchFamily="34" charset="0"/>
                </a:rPr>
                <a:t>Cryptanalysis</a:t>
              </a:r>
              <a:endParaRPr lang="en-US" altLang="en-US"/>
            </a:p>
          </p:txBody>
        </p:sp>
        <p:sp>
          <p:nvSpPr>
            <p:cNvPr id="29705" name="Oval 6">
              <a:extLst>
                <a:ext uri="{FF2B5EF4-FFF2-40B4-BE49-F238E27FC236}">
                  <a16:creationId xmlns:a16="http://schemas.microsoft.com/office/drawing/2014/main" id="{98840613-3886-ACDB-509C-5A1B719B9C2B}"/>
                </a:ext>
              </a:extLst>
            </p:cNvPr>
            <p:cNvSpPr>
              <a:spLocks noChangeArrowheads="1"/>
            </p:cNvSpPr>
            <p:nvPr/>
          </p:nvSpPr>
          <p:spPr bwMode="auto">
            <a:xfrm>
              <a:off x="3751" y="8837"/>
              <a:ext cx="838" cy="77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2400" b="1">
                  <a:latin typeface="Calibri" panose="020F0502020204030204" pitchFamily="34" charset="0"/>
                  <a:cs typeface="Arial" panose="020B0604020202020204" pitchFamily="34" charset="0"/>
                </a:rPr>
                <a:t>+</a:t>
              </a:r>
              <a:endParaRPr lang="en-US" altLang="en-US"/>
            </a:p>
          </p:txBody>
        </p:sp>
        <p:sp>
          <p:nvSpPr>
            <p:cNvPr id="29706" name="Oval 7">
              <a:extLst>
                <a:ext uri="{FF2B5EF4-FFF2-40B4-BE49-F238E27FC236}">
                  <a16:creationId xmlns:a16="http://schemas.microsoft.com/office/drawing/2014/main" id="{A80C9A85-AE53-F4D5-86AB-816E6127C3ED}"/>
                </a:ext>
              </a:extLst>
            </p:cNvPr>
            <p:cNvSpPr>
              <a:spLocks noChangeArrowheads="1"/>
            </p:cNvSpPr>
            <p:nvPr/>
          </p:nvSpPr>
          <p:spPr bwMode="auto">
            <a:xfrm>
              <a:off x="5933" y="8837"/>
              <a:ext cx="838" cy="77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2400" b="1">
                  <a:latin typeface="Calibri" panose="020F0502020204030204" pitchFamily="34" charset="0"/>
                  <a:cs typeface="Arial" panose="020B0604020202020204" pitchFamily="34" charset="0"/>
                </a:rPr>
                <a:t>=</a:t>
              </a:r>
              <a:endParaRPr lang="en-US" altLang="en-US"/>
            </a:p>
          </p:txBody>
        </p:sp>
        <p:sp>
          <p:nvSpPr>
            <p:cNvPr id="29707" name="Text Box 8">
              <a:extLst>
                <a:ext uri="{FF2B5EF4-FFF2-40B4-BE49-F238E27FC236}">
                  <a16:creationId xmlns:a16="http://schemas.microsoft.com/office/drawing/2014/main" id="{42776C2D-0628-DF0A-22FD-4C5DD9170656}"/>
                </a:ext>
              </a:extLst>
            </p:cNvPr>
            <p:cNvSpPr txBox="1">
              <a:spLocks noChangeArrowheads="1"/>
            </p:cNvSpPr>
            <p:nvPr/>
          </p:nvSpPr>
          <p:spPr bwMode="auto">
            <a:xfrm>
              <a:off x="6922" y="8893"/>
              <a:ext cx="2092" cy="535"/>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800" b="1">
                  <a:latin typeface="Calibri" panose="020F0502020204030204" pitchFamily="34" charset="0"/>
                  <a:cs typeface="Arial" panose="020B0604020202020204" pitchFamily="34" charset="0"/>
                </a:rPr>
                <a:t>Cryptology</a:t>
              </a:r>
              <a:endParaRPr lang="en-US" altLang="en-US"/>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C7FA1A75-664C-9A66-FD84-8F349CF81BDE}"/>
              </a:ext>
            </a:extLst>
          </p:cNvPr>
          <p:cNvSpPr>
            <a:spLocks noGrp="1" noChangeArrowheads="1"/>
          </p:cNvSpPr>
          <p:nvPr>
            <p:ph type="title"/>
          </p:nvPr>
        </p:nvSpPr>
        <p:spPr/>
        <p:txBody>
          <a:bodyPr/>
          <a:lstStyle/>
          <a:p>
            <a:pPr eaLnBrk="1" hangingPunct="1"/>
            <a:r>
              <a:rPr lang="en-US" altLang="en-US"/>
              <a:t>Cryptographic System</a:t>
            </a:r>
            <a:endParaRPr lang="en-IN" altLang="en-US"/>
          </a:p>
        </p:txBody>
      </p:sp>
      <p:sp>
        <p:nvSpPr>
          <p:cNvPr id="30723" name="Content Placeholder 2">
            <a:extLst>
              <a:ext uri="{FF2B5EF4-FFF2-40B4-BE49-F238E27FC236}">
                <a16:creationId xmlns:a16="http://schemas.microsoft.com/office/drawing/2014/main" id="{3F6AA755-39AD-25BD-5CFD-106D732D4D66}"/>
              </a:ext>
            </a:extLst>
          </p:cNvPr>
          <p:cNvSpPr>
            <a:spLocks noGrp="1" noChangeArrowheads="1"/>
          </p:cNvSpPr>
          <p:nvPr>
            <p:ph idx="1"/>
          </p:nvPr>
        </p:nvSpPr>
        <p:spPr/>
        <p:txBody>
          <a:bodyPr/>
          <a:lstStyle/>
          <a:p>
            <a:pPr eaLnBrk="1" hangingPunct="1"/>
            <a:endParaRPr lang="en-IN" altLang="en-US"/>
          </a:p>
        </p:txBody>
      </p:sp>
      <p:sp>
        <p:nvSpPr>
          <p:cNvPr id="30724" name="Slide Number Placeholder 4">
            <a:extLst>
              <a:ext uri="{FF2B5EF4-FFF2-40B4-BE49-F238E27FC236}">
                <a16:creationId xmlns:a16="http://schemas.microsoft.com/office/drawing/2014/main" id="{F5460379-868A-6A07-FFD1-B33B6CEABF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C0E99B1-C899-49D1-8790-593113DFC1E7}" type="slidenum">
              <a:rPr lang="en-US" altLang="en-US" sz="1400"/>
              <a:pPr>
                <a:spcBef>
                  <a:spcPct val="0"/>
                </a:spcBef>
                <a:buClrTx/>
                <a:buSzTx/>
                <a:buFontTx/>
                <a:buNone/>
              </a:pPr>
              <a:t>36</a:t>
            </a:fld>
            <a:endParaRPr lang="en-US" altLang="en-US" sz="1400"/>
          </a:p>
        </p:txBody>
      </p:sp>
      <p:grpSp>
        <p:nvGrpSpPr>
          <p:cNvPr id="30725" name="Group 2">
            <a:extLst>
              <a:ext uri="{FF2B5EF4-FFF2-40B4-BE49-F238E27FC236}">
                <a16:creationId xmlns:a16="http://schemas.microsoft.com/office/drawing/2014/main" id="{583FF139-5B6F-61EC-6469-64F4BA2FB25F}"/>
              </a:ext>
            </a:extLst>
          </p:cNvPr>
          <p:cNvGrpSpPr>
            <a:grpSpLocks/>
          </p:cNvGrpSpPr>
          <p:nvPr/>
        </p:nvGrpSpPr>
        <p:grpSpPr bwMode="auto">
          <a:xfrm>
            <a:off x="2895600" y="1905000"/>
            <a:ext cx="7391400" cy="4165600"/>
            <a:chOff x="2110" y="7820"/>
            <a:chExt cx="8322" cy="5960"/>
          </a:xfrm>
        </p:grpSpPr>
        <p:sp>
          <p:nvSpPr>
            <p:cNvPr id="30726" name="Rectangle 3">
              <a:extLst>
                <a:ext uri="{FF2B5EF4-FFF2-40B4-BE49-F238E27FC236}">
                  <a16:creationId xmlns:a16="http://schemas.microsoft.com/office/drawing/2014/main" id="{5B49FFC5-C344-99AA-AA59-A857C58C01D2}"/>
                </a:ext>
              </a:extLst>
            </p:cNvPr>
            <p:cNvSpPr>
              <a:spLocks noChangeArrowheads="1"/>
            </p:cNvSpPr>
            <p:nvPr/>
          </p:nvSpPr>
          <p:spPr bwMode="auto">
            <a:xfrm>
              <a:off x="2110" y="7820"/>
              <a:ext cx="8322" cy="59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3600"/>
            </a:p>
          </p:txBody>
        </p:sp>
        <p:sp>
          <p:nvSpPr>
            <p:cNvPr id="30727" name="computr1">
              <a:extLst>
                <a:ext uri="{FF2B5EF4-FFF2-40B4-BE49-F238E27FC236}">
                  <a16:creationId xmlns:a16="http://schemas.microsoft.com/office/drawing/2014/main" id="{E7EED8AE-3095-D573-E47D-84321336B0E7}"/>
                </a:ext>
              </a:extLst>
            </p:cNvPr>
            <p:cNvSpPr>
              <a:spLocks noEditPoints="1" noChangeArrowheads="1"/>
            </p:cNvSpPr>
            <p:nvPr/>
          </p:nvSpPr>
          <p:spPr bwMode="auto">
            <a:xfrm>
              <a:off x="2512" y="8179"/>
              <a:ext cx="1943" cy="17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43 h 21600"/>
                <a:gd name="T44" fmla="*/ 16753 w 21600"/>
                <a:gd name="T45" fmla="*/ 11151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Sender</a:t>
              </a:r>
              <a:endParaRPr lang="en-US" altLang="en-US" sz="2800"/>
            </a:p>
          </p:txBody>
        </p:sp>
        <p:sp>
          <p:nvSpPr>
            <p:cNvPr id="30728" name="Text Box 5">
              <a:extLst>
                <a:ext uri="{FF2B5EF4-FFF2-40B4-BE49-F238E27FC236}">
                  <a16:creationId xmlns:a16="http://schemas.microsoft.com/office/drawing/2014/main" id="{9E175B64-6F6A-356D-9F76-797AC78490B8}"/>
                </a:ext>
              </a:extLst>
            </p:cNvPr>
            <p:cNvSpPr txBox="1">
              <a:spLocks noChangeArrowheads="1"/>
            </p:cNvSpPr>
            <p:nvPr/>
          </p:nvSpPr>
          <p:spPr bwMode="auto">
            <a:xfrm>
              <a:off x="2781" y="10381"/>
              <a:ext cx="1556" cy="519"/>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Plain text</a:t>
              </a:r>
              <a:endParaRPr lang="en-US" altLang="en-US" sz="2800"/>
            </a:p>
          </p:txBody>
        </p:sp>
        <p:sp>
          <p:nvSpPr>
            <p:cNvPr id="30729" name="Line 6">
              <a:extLst>
                <a:ext uri="{FF2B5EF4-FFF2-40B4-BE49-F238E27FC236}">
                  <a16:creationId xmlns:a16="http://schemas.microsoft.com/office/drawing/2014/main" id="{76F86448-9405-301F-04AE-BB6A285E5647}"/>
                </a:ext>
              </a:extLst>
            </p:cNvPr>
            <p:cNvSpPr>
              <a:spLocks noChangeShapeType="1"/>
            </p:cNvSpPr>
            <p:nvPr/>
          </p:nvSpPr>
          <p:spPr bwMode="auto">
            <a:xfrm>
              <a:off x="3466" y="9963"/>
              <a:ext cx="0" cy="4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0730" name="AutoShape 7">
              <a:extLst>
                <a:ext uri="{FF2B5EF4-FFF2-40B4-BE49-F238E27FC236}">
                  <a16:creationId xmlns:a16="http://schemas.microsoft.com/office/drawing/2014/main" id="{0D021825-3953-39BC-7DE2-61EB97945625}"/>
                </a:ext>
              </a:extLst>
            </p:cNvPr>
            <p:cNvSpPr>
              <a:spLocks noChangeArrowheads="1"/>
            </p:cNvSpPr>
            <p:nvPr/>
          </p:nvSpPr>
          <p:spPr bwMode="auto">
            <a:xfrm>
              <a:off x="2631" y="11302"/>
              <a:ext cx="1724" cy="904"/>
            </a:xfrm>
            <a:prstGeom prst="flowChartMultidocument">
              <a:avLst/>
            </a:prstGeom>
            <a:solidFill>
              <a:srgbClr val="CC99FF">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Encryption</a:t>
              </a:r>
              <a:endParaRPr lang="en-US" altLang="en-US" sz="2800"/>
            </a:p>
          </p:txBody>
        </p:sp>
        <p:sp>
          <p:nvSpPr>
            <p:cNvPr id="30731" name="Line 8">
              <a:extLst>
                <a:ext uri="{FF2B5EF4-FFF2-40B4-BE49-F238E27FC236}">
                  <a16:creationId xmlns:a16="http://schemas.microsoft.com/office/drawing/2014/main" id="{FEF1EED6-EB4D-5266-0A50-1EFE2CB5E82E}"/>
                </a:ext>
              </a:extLst>
            </p:cNvPr>
            <p:cNvSpPr>
              <a:spLocks noChangeShapeType="1"/>
            </p:cNvSpPr>
            <p:nvPr/>
          </p:nvSpPr>
          <p:spPr bwMode="auto">
            <a:xfrm>
              <a:off x="3455" y="10906"/>
              <a:ext cx="0" cy="4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0732" name="computr1">
              <a:extLst>
                <a:ext uri="{FF2B5EF4-FFF2-40B4-BE49-F238E27FC236}">
                  <a16:creationId xmlns:a16="http://schemas.microsoft.com/office/drawing/2014/main" id="{D1748015-DC56-B667-0BA6-C73CD3AB0BC4}"/>
                </a:ext>
              </a:extLst>
            </p:cNvPr>
            <p:cNvSpPr>
              <a:spLocks noEditPoints="1" noChangeArrowheads="1"/>
            </p:cNvSpPr>
            <p:nvPr/>
          </p:nvSpPr>
          <p:spPr bwMode="auto">
            <a:xfrm>
              <a:off x="7842" y="8218"/>
              <a:ext cx="1943" cy="17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43 h 21600"/>
                <a:gd name="T44" fmla="*/ 16753 w 21600"/>
                <a:gd name="T45" fmla="*/ 11151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Receiver</a:t>
              </a:r>
              <a:endParaRPr lang="en-US" altLang="en-US" sz="2800"/>
            </a:p>
          </p:txBody>
        </p:sp>
        <p:sp>
          <p:nvSpPr>
            <p:cNvPr id="30733" name="Text Box 10">
              <a:extLst>
                <a:ext uri="{FF2B5EF4-FFF2-40B4-BE49-F238E27FC236}">
                  <a16:creationId xmlns:a16="http://schemas.microsoft.com/office/drawing/2014/main" id="{4063399C-7E41-A3B8-23B3-60E03C2EF93F}"/>
                </a:ext>
              </a:extLst>
            </p:cNvPr>
            <p:cNvSpPr txBox="1">
              <a:spLocks noChangeArrowheads="1"/>
            </p:cNvSpPr>
            <p:nvPr/>
          </p:nvSpPr>
          <p:spPr bwMode="auto">
            <a:xfrm>
              <a:off x="8111" y="10420"/>
              <a:ext cx="1556" cy="519"/>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Plain text</a:t>
              </a:r>
              <a:endParaRPr lang="en-US" altLang="en-US" sz="2800"/>
            </a:p>
          </p:txBody>
        </p:sp>
        <p:sp>
          <p:nvSpPr>
            <p:cNvPr id="30734" name="Line 11">
              <a:extLst>
                <a:ext uri="{FF2B5EF4-FFF2-40B4-BE49-F238E27FC236}">
                  <a16:creationId xmlns:a16="http://schemas.microsoft.com/office/drawing/2014/main" id="{01FDB96E-3878-6450-1700-8D8D5441A51F}"/>
                </a:ext>
              </a:extLst>
            </p:cNvPr>
            <p:cNvSpPr>
              <a:spLocks noChangeShapeType="1"/>
            </p:cNvSpPr>
            <p:nvPr/>
          </p:nvSpPr>
          <p:spPr bwMode="auto">
            <a:xfrm>
              <a:off x="8796" y="10002"/>
              <a:ext cx="0" cy="40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30735" name="AutoShape 12">
              <a:extLst>
                <a:ext uri="{FF2B5EF4-FFF2-40B4-BE49-F238E27FC236}">
                  <a16:creationId xmlns:a16="http://schemas.microsoft.com/office/drawing/2014/main" id="{5BD362D9-E3BA-79F6-A313-1621AD18BE5F}"/>
                </a:ext>
              </a:extLst>
            </p:cNvPr>
            <p:cNvSpPr>
              <a:spLocks noChangeArrowheads="1"/>
            </p:cNvSpPr>
            <p:nvPr/>
          </p:nvSpPr>
          <p:spPr bwMode="auto">
            <a:xfrm>
              <a:off x="7961" y="11341"/>
              <a:ext cx="1724" cy="904"/>
            </a:xfrm>
            <a:prstGeom prst="flowChartMultidocument">
              <a:avLst/>
            </a:prstGeom>
            <a:solidFill>
              <a:srgbClr val="CC99FF">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Decryption</a:t>
              </a:r>
              <a:endParaRPr lang="en-US" altLang="en-US" sz="2800"/>
            </a:p>
          </p:txBody>
        </p:sp>
        <p:sp>
          <p:nvSpPr>
            <p:cNvPr id="30736" name="Line 13">
              <a:extLst>
                <a:ext uri="{FF2B5EF4-FFF2-40B4-BE49-F238E27FC236}">
                  <a16:creationId xmlns:a16="http://schemas.microsoft.com/office/drawing/2014/main" id="{DB0B0AC9-BBE3-F370-744A-B20611025548}"/>
                </a:ext>
              </a:extLst>
            </p:cNvPr>
            <p:cNvSpPr>
              <a:spLocks noChangeShapeType="1"/>
            </p:cNvSpPr>
            <p:nvPr/>
          </p:nvSpPr>
          <p:spPr bwMode="auto">
            <a:xfrm>
              <a:off x="8785" y="10945"/>
              <a:ext cx="0" cy="40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30737" name="AutoShape 14" descr="5%">
              <a:extLst>
                <a:ext uri="{FF2B5EF4-FFF2-40B4-BE49-F238E27FC236}">
                  <a16:creationId xmlns:a16="http://schemas.microsoft.com/office/drawing/2014/main" id="{61D35946-439D-3F4E-6697-2A746804D3B2}"/>
                </a:ext>
              </a:extLst>
            </p:cNvPr>
            <p:cNvSpPr>
              <a:spLocks noChangeArrowheads="1"/>
            </p:cNvSpPr>
            <p:nvPr/>
          </p:nvSpPr>
          <p:spPr bwMode="auto">
            <a:xfrm>
              <a:off x="4973" y="12458"/>
              <a:ext cx="2478" cy="837"/>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3 w 21600"/>
                <a:gd name="T13" fmla="*/ 5394 h 21600"/>
                <a:gd name="T14" fmla="*/ 18898 w 21600"/>
                <a:gd name="T15" fmla="*/ 162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Transmission</a:t>
              </a:r>
              <a:endParaRPr lang="en-US" altLang="en-US" sz="2800"/>
            </a:p>
          </p:txBody>
        </p:sp>
        <p:sp>
          <p:nvSpPr>
            <p:cNvPr id="30738" name="Text Box 15">
              <a:extLst>
                <a:ext uri="{FF2B5EF4-FFF2-40B4-BE49-F238E27FC236}">
                  <a16:creationId xmlns:a16="http://schemas.microsoft.com/office/drawing/2014/main" id="{456A9C88-8187-72D0-EF46-85579E8702DA}"/>
                </a:ext>
              </a:extLst>
            </p:cNvPr>
            <p:cNvSpPr txBox="1">
              <a:spLocks noChangeArrowheads="1"/>
            </p:cNvSpPr>
            <p:nvPr/>
          </p:nvSpPr>
          <p:spPr bwMode="auto">
            <a:xfrm>
              <a:off x="2753" y="12580"/>
              <a:ext cx="1556" cy="519"/>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Cipher text</a:t>
              </a:r>
              <a:endParaRPr lang="en-US" altLang="en-US" sz="2800"/>
            </a:p>
          </p:txBody>
        </p:sp>
        <p:sp>
          <p:nvSpPr>
            <p:cNvPr id="30739" name="Line 16">
              <a:extLst>
                <a:ext uri="{FF2B5EF4-FFF2-40B4-BE49-F238E27FC236}">
                  <a16:creationId xmlns:a16="http://schemas.microsoft.com/office/drawing/2014/main" id="{DF111027-CCCD-6159-D0D0-D9C7CE753DA1}"/>
                </a:ext>
              </a:extLst>
            </p:cNvPr>
            <p:cNvSpPr>
              <a:spLocks noChangeShapeType="1"/>
            </p:cNvSpPr>
            <p:nvPr/>
          </p:nvSpPr>
          <p:spPr bwMode="auto">
            <a:xfrm>
              <a:off x="3438" y="12162"/>
              <a:ext cx="0" cy="4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0740" name="Text Box 17">
              <a:extLst>
                <a:ext uri="{FF2B5EF4-FFF2-40B4-BE49-F238E27FC236}">
                  <a16:creationId xmlns:a16="http://schemas.microsoft.com/office/drawing/2014/main" id="{19E3C5A8-EF72-549D-A771-241C0D911441}"/>
                </a:ext>
              </a:extLst>
            </p:cNvPr>
            <p:cNvSpPr txBox="1">
              <a:spLocks noChangeArrowheads="1"/>
            </p:cNvSpPr>
            <p:nvPr/>
          </p:nvSpPr>
          <p:spPr bwMode="auto">
            <a:xfrm>
              <a:off x="8066" y="12603"/>
              <a:ext cx="1556" cy="519"/>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spcAft>
                  <a:spcPts val="1000"/>
                </a:spcAft>
                <a:buClrTx/>
                <a:buSzTx/>
                <a:buNone/>
              </a:pPr>
              <a:r>
                <a:rPr lang="en-IN" altLang="en-US" sz="1600" b="1">
                  <a:latin typeface="Calibri" panose="020F0502020204030204" pitchFamily="34" charset="0"/>
                  <a:cs typeface="Arial" panose="020B0604020202020204" pitchFamily="34" charset="0"/>
                </a:rPr>
                <a:t>Cipher text</a:t>
              </a:r>
              <a:endParaRPr lang="en-US" altLang="en-US" sz="2800"/>
            </a:p>
          </p:txBody>
        </p:sp>
        <p:sp>
          <p:nvSpPr>
            <p:cNvPr id="30741" name="Line 18">
              <a:extLst>
                <a:ext uri="{FF2B5EF4-FFF2-40B4-BE49-F238E27FC236}">
                  <a16:creationId xmlns:a16="http://schemas.microsoft.com/office/drawing/2014/main" id="{72B4E122-DB1E-38D5-1877-E5F17B66F3A2}"/>
                </a:ext>
              </a:extLst>
            </p:cNvPr>
            <p:cNvSpPr>
              <a:spLocks noChangeShapeType="1"/>
            </p:cNvSpPr>
            <p:nvPr/>
          </p:nvSpPr>
          <p:spPr bwMode="auto">
            <a:xfrm>
              <a:off x="8751" y="12185"/>
              <a:ext cx="0" cy="40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8FE658C3-5903-07DE-5B6B-F71D6A70B0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0392CA4-9A39-4353-B03F-B7F25BE4750B}" type="slidenum">
              <a:rPr lang="en-US" altLang="en-US" sz="1400"/>
              <a:pPr>
                <a:spcBef>
                  <a:spcPct val="0"/>
                </a:spcBef>
                <a:buClrTx/>
                <a:buSzTx/>
                <a:buFontTx/>
                <a:buNone/>
              </a:pPr>
              <a:t>37</a:t>
            </a:fld>
            <a:endParaRPr lang="en-US" altLang="en-US" sz="1400"/>
          </a:p>
        </p:txBody>
      </p:sp>
      <p:sp>
        <p:nvSpPr>
          <p:cNvPr id="31747" name="Rectangle 2">
            <a:extLst>
              <a:ext uri="{FF2B5EF4-FFF2-40B4-BE49-F238E27FC236}">
                <a16:creationId xmlns:a16="http://schemas.microsoft.com/office/drawing/2014/main" id="{294562E3-3B4B-3A93-E5CB-580A70C8588E}"/>
              </a:ext>
            </a:extLst>
          </p:cNvPr>
          <p:cNvSpPr>
            <a:spLocks noGrp="1" noChangeArrowheads="1"/>
          </p:cNvSpPr>
          <p:nvPr>
            <p:ph type="title"/>
          </p:nvPr>
        </p:nvSpPr>
        <p:spPr/>
        <p:txBody>
          <a:bodyPr/>
          <a:lstStyle/>
          <a:p>
            <a:pPr eaLnBrk="1" hangingPunct="1"/>
            <a:r>
              <a:rPr lang="en-US" altLang="en-US"/>
              <a:t>Cryptography Basics</a:t>
            </a:r>
          </a:p>
        </p:txBody>
      </p:sp>
      <p:sp>
        <p:nvSpPr>
          <p:cNvPr id="31748" name="Rectangle 3">
            <a:extLst>
              <a:ext uri="{FF2B5EF4-FFF2-40B4-BE49-F238E27FC236}">
                <a16:creationId xmlns:a16="http://schemas.microsoft.com/office/drawing/2014/main" id="{322FB1BA-73F6-17F5-DBB1-A24EF4D7ED59}"/>
              </a:ext>
            </a:extLst>
          </p:cNvPr>
          <p:cNvSpPr>
            <a:spLocks noGrp="1" noChangeArrowheads="1"/>
          </p:cNvSpPr>
          <p:nvPr>
            <p:ph type="body" idx="1"/>
          </p:nvPr>
        </p:nvSpPr>
        <p:spPr/>
        <p:txBody>
          <a:bodyPr/>
          <a:lstStyle/>
          <a:p>
            <a:pPr eaLnBrk="1" hangingPunct="1"/>
            <a:r>
              <a:rPr lang="en-US" altLang="en-US" dirty="0"/>
              <a:t>Plain text</a:t>
            </a:r>
          </a:p>
          <a:p>
            <a:pPr lvl="1" eaLnBrk="1" hangingPunct="1"/>
            <a:r>
              <a:rPr lang="en-US" altLang="en-US" dirty="0"/>
              <a:t>All understandable messages</a:t>
            </a:r>
          </a:p>
          <a:p>
            <a:pPr lvl="1" eaLnBrk="1" hangingPunct="1"/>
            <a:r>
              <a:rPr lang="en-US" altLang="en-US" dirty="0"/>
              <a:t>Example: “My name is </a:t>
            </a:r>
            <a:r>
              <a:rPr lang="en-US" altLang="en-US" dirty="0" err="1"/>
              <a:t>xyz</a:t>
            </a:r>
            <a:r>
              <a:rPr lang="en-US" altLang="en-US" dirty="0"/>
              <a:t>”</a:t>
            </a:r>
          </a:p>
          <a:p>
            <a:pPr lvl="1" eaLnBrk="1" hangingPunct="1"/>
            <a:endParaRPr lang="en-US" altLang="en-US" dirty="0"/>
          </a:p>
          <a:p>
            <a:pPr eaLnBrk="1" hangingPunct="1"/>
            <a:r>
              <a:rPr lang="en-US" altLang="en-US" dirty="0"/>
              <a:t>Cipher text</a:t>
            </a:r>
          </a:p>
          <a:p>
            <a:pPr lvl="1" eaLnBrk="1" hangingPunct="1"/>
            <a:r>
              <a:rPr lang="en-US" altLang="en-US" dirty="0"/>
              <a:t>All non-understandable messages </a:t>
            </a:r>
          </a:p>
          <a:p>
            <a:pPr lvl="1" eaLnBrk="1" hangingPunct="1"/>
            <a:r>
              <a:rPr lang="en-US" altLang="en-US" dirty="0"/>
              <a:t>Example: “G%er@17*0-1&gt;-”</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0A59B3EA-A652-5C46-0379-4ABB4A601B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53DA920-C611-4BE3-8F82-D7DB7F3928B6}" type="slidenum">
              <a:rPr lang="en-US" altLang="en-US" sz="1400"/>
              <a:pPr>
                <a:spcBef>
                  <a:spcPct val="0"/>
                </a:spcBef>
                <a:buClrTx/>
                <a:buSzTx/>
                <a:buFontTx/>
                <a:buNone/>
              </a:pPr>
              <a:t>38</a:t>
            </a:fld>
            <a:endParaRPr lang="en-US" altLang="en-US" sz="1400"/>
          </a:p>
        </p:txBody>
      </p:sp>
      <p:sp>
        <p:nvSpPr>
          <p:cNvPr id="33795" name="Rectangle 2">
            <a:extLst>
              <a:ext uri="{FF2B5EF4-FFF2-40B4-BE49-F238E27FC236}">
                <a16:creationId xmlns:a16="http://schemas.microsoft.com/office/drawing/2014/main" id="{368E2C27-D93D-554F-7B7F-05F015224DE0}"/>
              </a:ext>
            </a:extLst>
          </p:cNvPr>
          <p:cNvSpPr>
            <a:spLocks noGrp="1" noChangeArrowheads="1"/>
          </p:cNvSpPr>
          <p:nvPr>
            <p:ph type="title"/>
          </p:nvPr>
        </p:nvSpPr>
        <p:spPr/>
        <p:txBody>
          <a:bodyPr/>
          <a:lstStyle/>
          <a:p>
            <a:pPr eaLnBrk="1" hangingPunct="1"/>
            <a:r>
              <a:rPr lang="en-US" altLang="en-US"/>
              <a:t>Cryptography Mechanisms</a:t>
            </a:r>
          </a:p>
        </p:txBody>
      </p:sp>
      <p:sp>
        <p:nvSpPr>
          <p:cNvPr id="33796" name="Rectangle 3">
            <a:extLst>
              <a:ext uri="{FF2B5EF4-FFF2-40B4-BE49-F238E27FC236}">
                <a16:creationId xmlns:a16="http://schemas.microsoft.com/office/drawing/2014/main" id="{806CFEAF-956A-D6C7-9342-28F4446CC339}"/>
              </a:ext>
            </a:extLst>
          </p:cNvPr>
          <p:cNvSpPr>
            <a:spLocks noGrp="1" noChangeArrowheads="1"/>
          </p:cNvSpPr>
          <p:nvPr>
            <p:ph type="body" idx="1"/>
          </p:nvPr>
        </p:nvSpPr>
        <p:spPr/>
        <p:txBody>
          <a:bodyPr/>
          <a:lstStyle/>
          <a:p>
            <a:pPr eaLnBrk="1" hangingPunct="1"/>
            <a:r>
              <a:rPr lang="en-US" altLang="en-US"/>
              <a:t>Substitution Techniques</a:t>
            </a:r>
          </a:p>
          <a:p>
            <a:pPr lvl="1" eaLnBrk="1" hangingPunct="1"/>
            <a:r>
              <a:rPr lang="en-US" altLang="en-US"/>
              <a:t>Replace one or more characters with other characters </a:t>
            </a:r>
          </a:p>
          <a:p>
            <a:pPr lvl="1" eaLnBrk="1" hangingPunct="1"/>
            <a:r>
              <a:rPr lang="en-US" altLang="en-US"/>
              <a:t>Example: Replace each a with d, b with e, etc</a:t>
            </a:r>
          </a:p>
          <a:p>
            <a:pPr eaLnBrk="1" hangingPunct="1"/>
            <a:r>
              <a:rPr lang="en-US" altLang="en-US"/>
              <a:t>Transposition Techniques</a:t>
            </a:r>
          </a:p>
          <a:p>
            <a:pPr lvl="1" eaLnBrk="1" hangingPunct="1"/>
            <a:r>
              <a:rPr lang="en-US" altLang="en-US"/>
              <a:t>Rearrange the text</a:t>
            </a:r>
          </a:p>
          <a:p>
            <a:pPr lvl="1" eaLnBrk="1" hangingPunct="1"/>
            <a:r>
              <a:rPr lang="en-US" altLang="en-US"/>
              <a:t>Example: Replace 1</a:t>
            </a:r>
            <a:r>
              <a:rPr lang="en-US" altLang="en-US" baseline="30000"/>
              <a:t>st</a:t>
            </a:r>
            <a:r>
              <a:rPr lang="en-US" altLang="en-US"/>
              <a:t> character with 4</a:t>
            </a:r>
            <a:r>
              <a:rPr lang="en-US" altLang="en-US" baseline="30000"/>
              <a:t>th</a:t>
            </a:r>
            <a:r>
              <a:rPr lang="en-US" altLang="en-US"/>
              <a:t>, 2</a:t>
            </a:r>
            <a:r>
              <a:rPr lang="en-US" altLang="en-US" baseline="30000"/>
              <a:t>nd</a:t>
            </a:r>
            <a:r>
              <a:rPr lang="en-US" altLang="en-US"/>
              <a:t> with 5</a:t>
            </a:r>
            <a:r>
              <a:rPr lang="en-US" altLang="en-US" baseline="30000"/>
              <a:t>th</a:t>
            </a:r>
            <a:r>
              <a:rPr lang="en-US" altLang="en-US"/>
              <a:t>, etc</a:t>
            </a:r>
          </a:p>
          <a:p>
            <a:pPr eaLnBrk="1" hangingPunct="1"/>
            <a:r>
              <a:rPr lang="en-US" altLang="en-US"/>
              <a:t>Combinational Technique: Mostly used</a:t>
            </a:r>
          </a:p>
          <a:p>
            <a:pPr eaLnBrk="1" hangingPunct="1"/>
            <a:endParaRPr lang="en-US" alt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F7AAFB-587B-0A69-B43C-5EFC7BD1295A}"/>
              </a:ext>
            </a:extLst>
          </p:cNvPr>
          <p:cNvSpPr>
            <a:spLocks noGrp="1"/>
          </p:cNvSpPr>
          <p:nvPr>
            <p:ph type="title"/>
          </p:nvPr>
        </p:nvSpPr>
        <p:spPr/>
        <p:txBody>
          <a:bodyPr/>
          <a:lstStyle/>
          <a:p>
            <a:r>
              <a:rPr lang="en-IN" dirty="0"/>
              <a:t>Traditional Cryptography: Substitution Techniques</a:t>
            </a:r>
          </a:p>
        </p:txBody>
      </p:sp>
      <p:sp>
        <p:nvSpPr>
          <p:cNvPr id="5" name="Text Placeholder 4">
            <a:extLst>
              <a:ext uri="{FF2B5EF4-FFF2-40B4-BE49-F238E27FC236}">
                <a16:creationId xmlns:a16="http://schemas.microsoft.com/office/drawing/2014/main" id="{85B45EBA-2384-00E4-58A5-96A2F6F38AA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6287659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F8AC4FB-F23C-873C-410D-64FE4B8B2925}"/>
              </a:ext>
            </a:extLst>
          </p:cNvPr>
          <p:cNvSpPr>
            <a:spLocks noGrp="1" noChangeArrowheads="1"/>
          </p:cNvSpPr>
          <p:nvPr>
            <p:ph type="title"/>
          </p:nvPr>
        </p:nvSpPr>
        <p:spPr/>
        <p:txBody>
          <a:bodyPr/>
          <a:lstStyle/>
          <a:p>
            <a:pPr eaLnBrk="1" hangingPunct="1"/>
            <a:r>
              <a:rPr lang="en-US" altLang="en-US" dirty="0"/>
              <a:t>Caesar Cipher Concept</a:t>
            </a:r>
            <a:endParaRPr lang="en-IN" altLang="en-US" dirty="0"/>
          </a:p>
        </p:txBody>
      </p:sp>
      <p:graphicFrame>
        <p:nvGraphicFramePr>
          <p:cNvPr id="6" name="Content Placeholder 5">
            <a:extLst>
              <a:ext uri="{FF2B5EF4-FFF2-40B4-BE49-F238E27FC236}">
                <a16:creationId xmlns:a16="http://schemas.microsoft.com/office/drawing/2014/main" id="{D9C97EF8-8073-046F-021E-EBD8B6816B4D}"/>
              </a:ext>
            </a:extLst>
          </p:cNvPr>
          <p:cNvGraphicFramePr>
            <a:graphicFrameLocks noGrp="1"/>
          </p:cNvGraphicFramePr>
          <p:nvPr>
            <p:ph idx="1"/>
          </p:nvPr>
        </p:nvGraphicFramePr>
        <p:xfrm>
          <a:off x="1981200" y="2514600"/>
          <a:ext cx="7696208" cy="1295400"/>
        </p:xfrm>
        <a:graphic>
          <a:graphicData uri="http://schemas.openxmlformats.org/drawingml/2006/table">
            <a:tbl>
              <a:tblPr/>
              <a:tblGrid>
                <a:gridCol w="294971">
                  <a:extLst>
                    <a:ext uri="{9D8B030D-6E8A-4147-A177-3AD203B41FA5}">
                      <a16:colId xmlns:a16="http://schemas.microsoft.com/office/drawing/2014/main" val="20000"/>
                    </a:ext>
                  </a:extLst>
                </a:gridCol>
                <a:gridCol w="285983">
                  <a:extLst>
                    <a:ext uri="{9D8B030D-6E8A-4147-A177-3AD203B41FA5}">
                      <a16:colId xmlns:a16="http://schemas.microsoft.com/office/drawing/2014/main" val="20001"/>
                    </a:ext>
                  </a:extLst>
                </a:gridCol>
                <a:gridCol w="285983">
                  <a:extLst>
                    <a:ext uri="{9D8B030D-6E8A-4147-A177-3AD203B41FA5}">
                      <a16:colId xmlns:a16="http://schemas.microsoft.com/office/drawing/2014/main" val="20002"/>
                    </a:ext>
                  </a:extLst>
                </a:gridCol>
                <a:gridCol w="294971">
                  <a:extLst>
                    <a:ext uri="{9D8B030D-6E8A-4147-A177-3AD203B41FA5}">
                      <a16:colId xmlns:a16="http://schemas.microsoft.com/office/drawing/2014/main" val="20003"/>
                    </a:ext>
                  </a:extLst>
                </a:gridCol>
                <a:gridCol w="294971">
                  <a:extLst>
                    <a:ext uri="{9D8B030D-6E8A-4147-A177-3AD203B41FA5}">
                      <a16:colId xmlns:a16="http://schemas.microsoft.com/office/drawing/2014/main" val="20004"/>
                    </a:ext>
                  </a:extLst>
                </a:gridCol>
                <a:gridCol w="268006">
                  <a:extLst>
                    <a:ext uri="{9D8B030D-6E8A-4147-A177-3AD203B41FA5}">
                      <a16:colId xmlns:a16="http://schemas.microsoft.com/office/drawing/2014/main" val="20005"/>
                    </a:ext>
                  </a:extLst>
                </a:gridCol>
                <a:gridCol w="294971">
                  <a:extLst>
                    <a:ext uri="{9D8B030D-6E8A-4147-A177-3AD203B41FA5}">
                      <a16:colId xmlns:a16="http://schemas.microsoft.com/office/drawing/2014/main" val="20006"/>
                    </a:ext>
                  </a:extLst>
                </a:gridCol>
                <a:gridCol w="294971">
                  <a:extLst>
                    <a:ext uri="{9D8B030D-6E8A-4147-A177-3AD203B41FA5}">
                      <a16:colId xmlns:a16="http://schemas.microsoft.com/office/drawing/2014/main" val="20007"/>
                    </a:ext>
                  </a:extLst>
                </a:gridCol>
                <a:gridCol w="276995">
                  <a:extLst>
                    <a:ext uri="{9D8B030D-6E8A-4147-A177-3AD203B41FA5}">
                      <a16:colId xmlns:a16="http://schemas.microsoft.com/office/drawing/2014/main" val="20008"/>
                    </a:ext>
                  </a:extLst>
                </a:gridCol>
                <a:gridCol w="321935">
                  <a:extLst>
                    <a:ext uri="{9D8B030D-6E8A-4147-A177-3AD203B41FA5}">
                      <a16:colId xmlns:a16="http://schemas.microsoft.com/office/drawing/2014/main" val="20009"/>
                    </a:ext>
                  </a:extLst>
                </a:gridCol>
                <a:gridCol w="294971">
                  <a:extLst>
                    <a:ext uri="{9D8B030D-6E8A-4147-A177-3AD203B41FA5}">
                      <a16:colId xmlns:a16="http://schemas.microsoft.com/office/drawing/2014/main" val="20010"/>
                    </a:ext>
                  </a:extLst>
                </a:gridCol>
                <a:gridCol w="294971">
                  <a:extLst>
                    <a:ext uri="{9D8B030D-6E8A-4147-A177-3AD203B41FA5}">
                      <a16:colId xmlns:a16="http://schemas.microsoft.com/office/drawing/2014/main" val="20011"/>
                    </a:ext>
                  </a:extLst>
                </a:gridCol>
                <a:gridCol w="321935">
                  <a:extLst>
                    <a:ext uri="{9D8B030D-6E8A-4147-A177-3AD203B41FA5}">
                      <a16:colId xmlns:a16="http://schemas.microsoft.com/office/drawing/2014/main" val="20012"/>
                    </a:ext>
                  </a:extLst>
                </a:gridCol>
                <a:gridCol w="294971">
                  <a:extLst>
                    <a:ext uri="{9D8B030D-6E8A-4147-A177-3AD203B41FA5}">
                      <a16:colId xmlns:a16="http://schemas.microsoft.com/office/drawing/2014/main" val="20013"/>
                    </a:ext>
                  </a:extLst>
                </a:gridCol>
                <a:gridCol w="294971">
                  <a:extLst>
                    <a:ext uri="{9D8B030D-6E8A-4147-A177-3AD203B41FA5}">
                      <a16:colId xmlns:a16="http://schemas.microsoft.com/office/drawing/2014/main" val="20014"/>
                    </a:ext>
                  </a:extLst>
                </a:gridCol>
                <a:gridCol w="268006">
                  <a:extLst>
                    <a:ext uri="{9D8B030D-6E8A-4147-A177-3AD203B41FA5}">
                      <a16:colId xmlns:a16="http://schemas.microsoft.com/office/drawing/2014/main" val="20015"/>
                    </a:ext>
                  </a:extLst>
                </a:gridCol>
                <a:gridCol w="294971">
                  <a:extLst>
                    <a:ext uri="{9D8B030D-6E8A-4147-A177-3AD203B41FA5}">
                      <a16:colId xmlns:a16="http://schemas.microsoft.com/office/drawing/2014/main" val="20016"/>
                    </a:ext>
                  </a:extLst>
                </a:gridCol>
                <a:gridCol w="294971">
                  <a:extLst>
                    <a:ext uri="{9D8B030D-6E8A-4147-A177-3AD203B41FA5}">
                      <a16:colId xmlns:a16="http://schemas.microsoft.com/office/drawing/2014/main" val="20017"/>
                    </a:ext>
                  </a:extLst>
                </a:gridCol>
                <a:gridCol w="294971">
                  <a:extLst>
                    <a:ext uri="{9D8B030D-6E8A-4147-A177-3AD203B41FA5}">
                      <a16:colId xmlns:a16="http://schemas.microsoft.com/office/drawing/2014/main" val="20018"/>
                    </a:ext>
                  </a:extLst>
                </a:gridCol>
                <a:gridCol w="330923">
                  <a:extLst>
                    <a:ext uri="{9D8B030D-6E8A-4147-A177-3AD203B41FA5}">
                      <a16:colId xmlns:a16="http://schemas.microsoft.com/office/drawing/2014/main" val="20019"/>
                    </a:ext>
                  </a:extLst>
                </a:gridCol>
                <a:gridCol w="294971">
                  <a:extLst>
                    <a:ext uri="{9D8B030D-6E8A-4147-A177-3AD203B41FA5}">
                      <a16:colId xmlns:a16="http://schemas.microsoft.com/office/drawing/2014/main" val="20020"/>
                    </a:ext>
                  </a:extLst>
                </a:gridCol>
                <a:gridCol w="294971">
                  <a:extLst>
                    <a:ext uri="{9D8B030D-6E8A-4147-A177-3AD203B41FA5}">
                      <a16:colId xmlns:a16="http://schemas.microsoft.com/office/drawing/2014/main" val="20021"/>
                    </a:ext>
                  </a:extLst>
                </a:gridCol>
                <a:gridCol w="330923">
                  <a:extLst>
                    <a:ext uri="{9D8B030D-6E8A-4147-A177-3AD203B41FA5}">
                      <a16:colId xmlns:a16="http://schemas.microsoft.com/office/drawing/2014/main" val="20022"/>
                    </a:ext>
                  </a:extLst>
                </a:gridCol>
                <a:gridCol w="294971">
                  <a:extLst>
                    <a:ext uri="{9D8B030D-6E8A-4147-A177-3AD203B41FA5}">
                      <a16:colId xmlns:a16="http://schemas.microsoft.com/office/drawing/2014/main" val="20023"/>
                    </a:ext>
                  </a:extLst>
                </a:gridCol>
                <a:gridCol w="294971">
                  <a:extLst>
                    <a:ext uri="{9D8B030D-6E8A-4147-A177-3AD203B41FA5}">
                      <a16:colId xmlns:a16="http://schemas.microsoft.com/office/drawing/2014/main" val="20024"/>
                    </a:ext>
                  </a:extLst>
                </a:gridCol>
                <a:gridCol w="285983">
                  <a:extLst>
                    <a:ext uri="{9D8B030D-6E8A-4147-A177-3AD203B41FA5}">
                      <a16:colId xmlns:a16="http://schemas.microsoft.com/office/drawing/2014/main" val="20025"/>
                    </a:ext>
                  </a:extLst>
                </a:gridCol>
              </a:tblGrid>
              <a:tr h="647700">
                <a:tc>
                  <a:txBody>
                    <a:bodyPr/>
                    <a:lstStyle/>
                    <a:p>
                      <a:pPr algn="just">
                        <a:spcAft>
                          <a:spcPts val="0"/>
                        </a:spcAft>
                      </a:pPr>
                      <a:r>
                        <a:rPr lang="en-AU" sz="2400" b="1">
                          <a:latin typeface="Times New Roman"/>
                          <a:ea typeface="Times New Roman"/>
                          <a:cs typeface="Mangal"/>
                        </a:rPr>
                        <a:t>A</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B</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C</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D</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E</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F</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G</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H</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I</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J</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K</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L</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M</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N</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O</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P</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Q</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R</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S</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T</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U</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V</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W</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X</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Y</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Z</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7700">
                <a:tc>
                  <a:txBody>
                    <a:bodyPr/>
                    <a:lstStyle/>
                    <a:p>
                      <a:pPr algn="just">
                        <a:spcAft>
                          <a:spcPts val="0"/>
                        </a:spcAft>
                      </a:pPr>
                      <a:r>
                        <a:rPr lang="en-AU" sz="2400" b="1">
                          <a:latin typeface="Times New Roman"/>
                          <a:ea typeface="Times New Roman"/>
                          <a:cs typeface="Mangal"/>
                        </a:rPr>
                        <a:t>D</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E</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F</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G</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H</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I</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J</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K</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L</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M</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N</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O</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P</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Q</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R</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S</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T</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U</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V</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W</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X</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Y</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Z</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A</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a:latin typeface="Times New Roman"/>
                          <a:ea typeface="Times New Roman"/>
                          <a:cs typeface="Mangal"/>
                        </a:rPr>
                        <a:t>B</a:t>
                      </a:r>
                      <a:endParaRPr lang="en-IN" sz="24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AU" sz="2400" b="1" dirty="0">
                          <a:latin typeface="Times New Roman"/>
                          <a:ea typeface="Times New Roman"/>
                          <a:cs typeface="Mangal"/>
                        </a:rPr>
                        <a:t>C</a:t>
                      </a:r>
                      <a:endParaRPr lang="en-IN" sz="2400" dirty="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5926" name="Slide Number Placeholder 4">
            <a:extLst>
              <a:ext uri="{FF2B5EF4-FFF2-40B4-BE49-F238E27FC236}">
                <a16:creationId xmlns:a16="http://schemas.microsoft.com/office/drawing/2014/main" id="{C8566794-029F-EA07-8445-4A91D3405A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CAB2327-F765-4CA7-9FF5-9976461FD41E}" type="slidenum">
              <a:rPr lang="en-US" altLang="en-US" sz="1400"/>
              <a:pPr>
                <a:spcBef>
                  <a:spcPct val="0"/>
                </a:spcBef>
                <a:buClrTx/>
                <a:buSzTx/>
                <a:buFontTx/>
                <a:buNone/>
              </a:pPr>
              <a:t>40</a:t>
            </a:fld>
            <a:endParaRPr lang="en-US" altLang="en-US" sz="140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1B6DCC65-0545-8083-ACDA-CD8E0FE698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D6EE630-1D16-419D-AFE7-1E7B1C8B729F}" type="slidenum">
              <a:rPr lang="en-US" altLang="en-US" sz="1400"/>
              <a:pPr>
                <a:spcBef>
                  <a:spcPct val="0"/>
                </a:spcBef>
                <a:buClrTx/>
                <a:buSzTx/>
                <a:buFontTx/>
                <a:buNone/>
              </a:pPr>
              <a:t>41</a:t>
            </a:fld>
            <a:endParaRPr lang="en-US" altLang="en-US" sz="1400"/>
          </a:p>
        </p:txBody>
      </p:sp>
      <p:sp>
        <p:nvSpPr>
          <p:cNvPr id="36867" name="Rectangle 2">
            <a:extLst>
              <a:ext uri="{FF2B5EF4-FFF2-40B4-BE49-F238E27FC236}">
                <a16:creationId xmlns:a16="http://schemas.microsoft.com/office/drawing/2014/main" id="{36C5A2FA-BB57-3098-E2D7-3E2273E704E2}"/>
              </a:ext>
            </a:extLst>
          </p:cNvPr>
          <p:cNvSpPr>
            <a:spLocks noGrp="1" noChangeArrowheads="1"/>
          </p:cNvSpPr>
          <p:nvPr>
            <p:ph type="title"/>
          </p:nvPr>
        </p:nvSpPr>
        <p:spPr/>
        <p:txBody>
          <a:bodyPr/>
          <a:lstStyle/>
          <a:p>
            <a:pPr eaLnBrk="1" hangingPunct="1"/>
            <a:r>
              <a:rPr lang="en-US" altLang="en-US"/>
              <a:t>Cryptography is simple!</a:t>
            </a:r>
          </a:p>
        </p:txBody>
      </p:sp>
      <p:sp>
        <p:nvSpPr>
          <p:cNvPr id="36868" name="Text Box 3">
            <a:extLst>
              <a:ext uri="{FF2B5EF4-FFF2-40B4-BE49-F238E27FC236}">
                <a16:creationId xmlns:a16="http://schemas.microsoft.com/office/drawing/2014/main" id="{ABEF82FB-ACF1-D733-2E41-BF4AF78500D5}"/>
              </a:ext>
            </a:extLst>
          </p:cNvPr>
          <p:cNvSpPr txBox="1">
            <a:spLocks noChangeArrowheads="1"/>
          </p:cNvSpPr>
          <p:nvPr/>
        </p:nvSpPr>
        <p:spPr bwMode="auto">
          <a:xfrm>
            <a:off x="2514600" y="2265363"/>
            <a:ext cx="3684588" cy="3251200"/>
          </a:xfrm>
          <a:prstGeom prst="rect">
            <a:avLst/>
          </a:prstGeom>
          <a:solidFill>
            <a:schemeClr val="accent4">
              <a:lumMod val="20000"/>
              <a:lumOff val="8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400" b="1" dirty="0">
                <a:latin typeface="Times New Roman" panose="02020603050405020304" pitchFamily="18" charset="0"/>
              </a:rPr>
              <a:t>Hi Amit,</a:t>
            </a:r>
          </a:p>
          <a:p>
            <a:pPr>
              <a:spcBef>
                <a:spcPct val="0"/>
              </a:spcBef>
              <a:buClrTx/>
              <a:buSzTx/>
              <a:buFontTx/>
              <a:buNone/>
            </a:pPr>
            <a:r>
              <a:rPr lang="en-US" altLang="en-US" sz="2400" b="1" dirty="0">
                <a:latin typeface="Times New Roman" panose="02020603050405020304" pitchFamily="18" charset="0"/>
              </a:rPr>
              <a:t>Hope you are doing fine. How about meeting at the train station this Friday at 5 pm? Please let me know if it is ok with you.</a:t>
            </a:r>
          </a:p>
          <a:p>
            <a:pPr>
              <a:spcBef>
                <a:spcPct val="0"/>
              </a:spcBef>
              <a:buClrTx/>
              <a:buSzTx/>
              <a:buFontTx/>
              <a:buNone/>
            </a:pPr>
            <a:r>
              <a:rPr lang="en-US" altLang="en-US" sz="2400" b="1" dirty="0">
                <a:latin typeface="Times New Roman" panose="02020603050405020304" pitchFamily="18" charset="0"/>
              </a:rPr>
              <a:t>Regards.</a:t>
            </a:r>
          </a:p>
          <a:p>
            <a:pPr>
              <a:spcBef>
                <a:spcPct val="0"/>
              </a:spcBef>
              <a:buClrTx/>
              <a:buSzTx/>
              <a:buFontTx/>
              <a:buNone/>
            </a:pPr>
            <a:r>
              <a:rPr lang="en-US" altLang="en-US" sz="2400" b="1" dirty="0">
                <a:latin typeface="Times New Roman" panose="02020603050405020304" pitchFamily="18" charset="0"/>
              </a:rPr>
              <a:t>Atul</a:t>
            </a:r>
          </a:p>
        </p:txBody>
      </p:sp>
      <p:sp>
        <p:nvSpPr>
          <p:cNvPr id="36869" name="Text Box 4">
            <a:extLst>
              <a:ext uri="{FF2B5EF4-FFF2-40B4-BE49-F238E27FC236}">
                <a16:creationId xmlns:a16="http://schemas.microsoft.com/office/drawing/2014/main" id="{D2C48B1F-B5A6-8725-7BC2-1BC7E465C940}"/>
              </a:ext>
            </a:extLst>
          </p:cNvPr>
          <p:cNvSpPr txBox="1">
            <a:spLocks noChangeArrowheads="1"/>
          </p:cNvSpPr>
          <p:nvPr/>
        </p:nvSpPr>
        <p:spPr bwMode="auto">
          <a:xfrm>
            <a:off x="6253164" y="2251075"/>
            <a:ext cx="3925887" cy="3251200"/>
          </a:xfrm>
          <a:prstGeom prst="rect">
            <a:avLst/>
          </a:prstGeom>
          <a:solidFill>
            <a:schemeClr val="accent1">
              <a:lumMod val="75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400" b="1">
                <a:solidFill>
                  <a:srgbClr val="CCFFFF"/>
                </a:solidFill>
                <a:latin typeface="Times New Roman" panose="02020603050405020304" pitchFamily="18" charset="0"/>
              </a:rPr>
              <a:t>Kl Dplw,</a:t>
            </a:r>
          </a:p>
          <a:p>
            <a:pPr>
              <a:spcBef>
                <a:spcPct val="0"/>
              </a:spcBef>
              <a:buClrTx/>
              <a:buSzTx/>
              <a:buFontTx/>
              <a:buNone/>
            </a:pPr>
            <a:r>
              <a:rPr lang="en-US" altLang="en-US" sz="2400" b="1">
                <a:solidFill>
                  <a:srgbClr val="CCFFFF"/>
                </a:solidFill>
                <a:latin typeface="Times New Roman" panose="02020603050405020304" pitchFamily="18" charset="0"/>
              </a:rPr>
              <a:t>Krsh brx duh grlqj ilqh. Krz derxw phhwlqj dw wkh wudlq vwdwlrq wklv Iulgdb dw 5 sp? Sohdvh ohw ph nqrz li lw lv rn zlwk brx.</a:t>
            </a:r>
          </a:p>
          <a:p>
            <a:pPr>
              <a:spcBef>
                <a:spcPct val="0"/>
              </a:spcBef>
              <a:buClrTx/>
              <a:buSzTx/>
              <a:buFontTx/>
              <a:buNone/>
            </a:pPr>
            <a:r>
              <a:rPr lang="en-US" altLang="en-US" sz="2400" b="1">
                <a:solidFill>
                  <a:srgbClr val="CCFFFF"/>
                </a:solidFill>
                <a:latin typeface="Times New Roman" panose="02020603050405020304" pitchFamily="18" charset="0"/>
              </a:rPr>
              <a:t>Uhjdugv.</a:t>
            </a:r>
          </a:p>
          <a:p>
            <a:pPr>
              <a:spcBef>
                <a:spcPct val="0"/>
              </a:spcBef>
              <a:buClrTx/>
              <a:buSzTx/>
              <a:buFontTx/>
              <a:buNone/>
            </a:pPr>
            <a:r>
              <a:rPr lang="en-US" altLang="en-US" sz="2400" b="1">
                <a:solidFill>
                  <a:srgbClr val="CCFFFF"/>
                </a:solidFill>
                <a:latin typeface="Times New Roman" panose="02020603050405020304" pitchFamily="18" charset="0"/>
              </a:rPr>
              <a:t>Dwxo</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87A5-A159-ACD6-C371-4425F99B8941}"/>
              </a:ext>
            </a:extLst>
          </p:cNvPr>
          <p:cNvSpPr>
            <a:spLocks noGrp="1"/>
          </p:cNvSpPr>
          <p:nvPr>
            <p:ph type="title"/>
          </p:nvPr>
        </p:nvSpPr>
        <p:spPr/>
        <p:txBody>
          <a:bodyPr/>
          <a:lstStyle/>
          <a:p>
            <a:r>
              <a:rPr lang="en-IN" dirty="0"/>
              <a:t>Caesar Cipher Demo</a:t>
            </a:r>
          </a:p>
        </p:txBody>
      </p:sp>
      <p:sp>
        <p:nvSpPr>
          <p:cNvPr id="3" name="Content Placeholder 2">
            <a:extLst>
              <a:ext uri="{FF2B5EF4-FFF2-40B4-BE49-F238E27FC236}">
                <a16:creationId xmlns:a16="http://schemas.microsoft.com/office/drawing/2014/main" id="{3B7DF55E-812B-2836-CA9D-3CF85BBC9AE1}"/>
              </a:ext>
            </a:extLst>
          </p:cNvPr>
          <p:cNvSpPr>
            <a:spLocks noGrp="1"/>
          </p:cNvSpPr>
          <p:nvPr>
            <p:ph idx="1"/>
          </p:nvPr>
        </p:nvSpPr>
        <p:spPr/>
        <p:txBody>
          <a:bodyPr/>
          <a:lstStyle/>
          <a:p>
            <a:r>
              <a:rPr lang="en-IN" dirty="0">
                <a:hlinkClick r:id="rId2"/>
              </a:rPr>
              <a:t>https://www.simonsingh.net/The_Black_Chamber/caesar.html</a:t>
            </a:r>
            <a:endParaRPr lang="en-IN" dirty="0"/>
          </a:p>
          <a:p>
            <a:pPr marL="0" indent="0">
              <a:buNone/>
            </a:pPr>
            <a:endParaRPr lang="en-IN" dirty="0"/>
          </a:p>
        </p:txBody>
      </p:sp>
    </p:spTree>
    <p:extLst>
      <p:ext uri="{BB962C8B-B14F-4D97-AF65-F5344CB8AC3E}">
        <p14:creationId xmlns:p14="http://schemas.microsoft.com/office/powerpoint/2010/main" val="5451993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BF819AB-F128-4E7E-BDCE-E7CE5FB175A7}"/>
              </a:ext>
            </a:extLst>
          </p:cNvPr>
          <p:cNvSpPr>
            <a:spLocks noGrp="1" noChangeArrowheads="1"/>
          </p:cNvSpPr>
          <p:nvPr>
            <p:ph type="title"/>
          </p:nvPr>
        </p:nvSpPr>
        <p:spPr/>
        <p:txBody>
          <a:bodyPr/>
          <a:lstStyle/>
          <a:p>
            <a:r>
              <a:rPr lang="en-IN" altLang="en-US"/>
              <a:t>Mono-alphabetic Cipher</a:t>
            </a:r>
          </a:p>
        </p:txBody>
      </p:sp>
      <p:sp>
        <p:nvSpPr>
          <p:cNvPr id="3" name="Content Placeholder 2">
            <a:extLst>
              <a:ext uri="{FF2B5EF4-FFF2-40B4-BE49-F238E27FC236}">
                <a16:creationId xmlns:a16="http://schemas.microsoft.com/office/drawing/2014/main" id="{E0284BD7-EB14-8057-23D4-5FA185FBD5E2}"/>
              </a:ext>
            </a:extLst>
          </p:cNvPr>
          <p:cNvSpPr>
            <a:spLocks noGrp="1"/>
          </p:cNvSpPr>
          <p:nvPr>
            <p:ph idx="1"/>
          </p:nvPr>
        </p:nvSpPr>
        <p:spPr/>
        <p:txBody>
          <a:bodyPr>
            <a:normAutofit/>
          </a:bodyPr>
          <a:lstStyle/>
          <a:p>
            <a:pPr>
              <a:defRPr/>
            </a:pPr>
            <a:r>
              <a:rPr lang="en-US" dirty="0"/>
              <a:t>The major weakness of the Caesar cipher is its predictability.</a:t>
            </a:r>
          </a:p>
          <a:p>
            <a:pPr>
              <a:defRPr/>
            </a:pPr>
            <a:r>
              <a:rPr lang="en-US" dirty="0"/>
              <a:t>Now imagine that rather than using a uniform scheme for all the alphabets in a given plain text message, we decide to use random substitution. </a:t>
            </a:r>
          </a:p>
          <a:p>
            <a:pPr>
              <a:defRPr/>
            </a:pPr>
            <a:r>
              <a:rPr lang="en-US" dirty="0"/>
              <a:t>This means that in a given plain text message, each A can be replaced by any other alphabet (B through Z), each B can also be replaced by any </a:t>
            </a:r>
            <a:r>
              <a:rPr lang="en-US"/>
              <a:t>other random alphabet </a:t>
            </a:r>
            <a:r>
              <a:rPr lang="en-US" dirty="0"/>
              <a:t>(A or C through Z), and so </a:t>
            </a:r>
            <a:r>
              <a:rPr lang="en-US"/>
              <a:t>on.</a:t>
            </a:r>
            <a:endParaRPr lang="en-US" dirty="0"/>
          </a:p>
        </p:txBody>
      </p:sp>
      <p:sp>
        <p:nvSpPr>
          <p:cNvPr id="38916" name="Slide Number Placeholder 3">
            <a:extLst>
              <a:ext uri="{FF2B5EF4-FFF2-40B4-BE49-F238E27FC236}">
                <a16:creationId xmlns:a16="http://schemas.microsoft.com/office/drawing/2014/main" id="{F0EF35B5-0B40-E245-B6C6-46C6A05CB6E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3F39ED2-9B63-4182-AD8D-A264DA56563E}" type="slidenum">
              <a:rPr lang="en-US" altLang="en-US" smtClean="0"/>
              <a:pPr/>
              <a:t>43</a:t>
            </a:fld>
            <a:endParaRPr lang="en-US"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BF819AB-F128-4E7E-BDCE-E7CE5FB175A7}"/>
              </a:ext>
            </a:extLst>
          </p:cNvPr>
          <p:cNvSpPr>
            <a:spLocks noGrp="1" noChangeArrowheads="1"/>
          </p:cNvSpPr>
          <p:nvPr>
            <p:ph type="title"/>
          </p:nvPr>
        </p:nvSpPr>
        <p:spPr/>
        <p:txBody>
          <a:bodyPr/>
          <a:lstStyle/>
          <a:p>
            <a:r>
              <a:rPr lang="en-IN" altLang="en-US"/>
              <a:t>Mono-alphabetic Cipher</a:t>
            </a:r>
          </a:p>
        </p:txBody>
      </p:sp>
      <p:sp>
        <p:nvSpPr>
          <p:cNvPr id="3" name="Content Placeholder 2">
            <a:extLst>
              <a:ext uri="{FF2B5EF4-FFF2-40B4-BE49-F238E27FC236}">
                <a16:creationId xmlns:a16="http://schemas.microsoft.com/office/drawing/2014/main" id="{E0284BD7-EB14-8057-23D4-5FA185FBD5E2}"/>
              </a:ext>
            </a:extLst>
          </p:cNvPr>
          <p:cNvSpPr>
            <a:spLocks noGrp="1"/>
          </p:cNvSpPr>
          <p:nvPr>
            <p:ph idx="1"/>
          </p:nvPr>
        </p:nvSpPr>
        <p:spPr/>
        <p:txBody>
          <a:bodyPr>
            <a:normAutofit/>
          </a:bodyPr>
          <a:lstStyle/>
          <a:p>
            <a:pPr>
              <a:defRPr/>
            </a:pPr>
            <a:r>
              <a:rPr lang="en-US" dirty="0"/>
              <a:t>Demo: </a:t>
            </a:r>
            <a:r>
              <a:rPr lang="en-US" dirty="0">
                <a:hlinkClick r:id="rId2"/>
              </a:rPr>
              <a:t>https://www.simonsingh.net/The_Black_Chamber/monoalphabetic.html</a:t>
            </a:r>
            <a:endParaRPr lang="en-US" dirty="0"/>
          </a:p>
          <a:p>
            <a:pPr>
              <a:defRPr/>
            </a:pPr>
            <a:endParaRPr lang="en-US" dirty="0"/>
          </a:p>
          <a:p>
            <a:pPr>
              <a:defRPr/>
            </a:pPr>
            <a:r>
              <a:rPr lang="en-US" dirty="0"/>
              <a:t>OR: shorturl.at/osD08</a:t>
            </a:r>
          </a:p>
        </p:txBody>
      </p:sp>
      <p:sp>
        <p:nvSpPr>
          <p:cNvPr id="38916" name="Slide Number Placeholder 3">
            <a:extLst>
              <a:ext uri="{FF2B5EF4-FFF2-40B4-BE49-F238E27FC236}">
                <a16:creationId xmlns:a16="http://schemas.microsoft.com/office/drawing/2014/main" id="{F0EF35B5-0B40-E245-B6C6-46C6A05CB6E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3F39ED2-9B63-4182-AD8D-A264DA56563E}" type="slidenum">
              <a:rPr lang="en-US" altLang="en-US" smtClean="0"/>
              <a:pPr/>
              <a:t>44</a:t>
            </a:fld>
            <a:endParaRPr lang="en-US" altLang="en-US"/>
          </a:p>
        </p:txBody>
      </p:sp>
    </p:spTree>
    <p:extLst>
      <p:ext uri="{BB962C8B-B14F-4D97-AF65-F5344CB8AC3E}">
        <p14:creationId xmlns:p14="http://schemas.microsoft.com/office/powerpoint/2010/main" val="17352076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BF819AB-F128-4E7E-BDCE-E7CE5FB175A7}"/>
              </a:ext>
            </a:extLst>
          </p:cNvPr>
          <p:cNvSpPr>
            <a:spLocks noGrp="1" noChangeArrowheads="1"/>
          </p:cNvSpPr>
          <p:nvPr>
            <p:ph type="title"/>
          </p:nvPr>
        </p:nvSpPr>
        <p:spPr/>
        <p:txBody>
          <a:bodyPr/>
          <a:lstStyle/>
          <a:p>
            <a:r>
              <a:rPr lang="en-IN" altLang="en-US" dirty="0"/>
              <a:t>Homophonic Substitution Cipher</a:t>
            </a:r>
          </a:p>
        </p:txBody>
      </p:sp>
      <p:sp>
        <p:nvSpPr>
          <p:cNvPr id="3" name="Content Placeholder 2">
            <a:extLst>
              <a:ext uri="{FF2B5EF4-FFF2-40B4-BE49-F238E27FC236}">
                <a16:creationId xmlns:a16="http://schemas.microsoft.com/office/drawing/2014/main" id="{E0284BD7-EB14-8057-23D4-5FA185FBD5E2}"/>
              </a:ext>
            </a:extLst>
          </p:cNvPr>
          <p:cNvSpPr>
            <a:spLocks noGrp="1"/>
          </p:cNvSpPr>
          <p:nvPr>
            <p:ph idx="1"/>
          </p:nvPr>
        </p:nvSpPr>
        <p:spPr/>
        <p:txBody>
          <a:bodyPr>
            <a:normAutofit fontScale="70000" lnSpcReduction="20000"/>
          </a:bodyPr>
          <a:lstStyle/>
          <a:p>
            <a:pPr>
              <a:defRPr/>
            </a:pPr>
            <a:r>
              <a:rPr lang="en-US" dirty="0"/>
              <a:t>The </a:t>
            </a:r>
            <a:r>
              <a:rPr lang="en-US" b="1" dirty="0"/>
              <a:t>Homophonic Substitution Cipher </a:t>
            </a:r>
            <a:r>
              <a:rPr lang="en-US" dirty="0"/>
              <a:t>involves replacing each letter with a variety of substitutes, the number of potential substitutes being proportional to the frequency of the letter. </a:t>
            </a:r>
          </a:p>
          <a:p>
            <a:pPr>
              <a:defRPr/>
            </a:pPr>
            <a:r>
              <a:rPr lang="en-US" dirty="0"/>
              <a:t>For example, the letter 'a' accounts for roughly 8% of all letters in English, so we assign 8 symbols to represent it. Each time an 'a' appears in the plaintext it is replaced by one of the 8 symbols chosen at random, and so by the end of the encipherment each symbol constitutes roughly 1% of the ciphertext. </a:t>
            </a:r>
          </a:p>
          <a:p>
            <a:pPr>
              <a:defRPr/>
            </a:pPr>
            <a:r>
              <a:rPr lang="en-US" dirty="0"/>
              <a:t>The letter 'b' accounts for 2% of all letters and so we assign 2 symbols to represent it. Each time 'b' appears in the plaintext either of the two symbols can be chosen, so each symbol will also constitute roughly 1% of the ciphertext. </a:t>
            </a:r>
          </a:p>
          <a:p>
            <a:pPr>
              <a:defRPr/>
            </a:pPr>
            <a:r>
              <a:rPr lang="en-US" dirty="0"/>
              <a:t>This process continues throughout the alphabet, until we get to 'z', which is so rare that is has only one substitute. </a:t>
            </a:r>
          </a:p>
          <a:p>
            <a:pPr>
              <a:defRPr/>
            </a:pPr>
            <a:r>
              <a:rPr lang="en-US" dirty="0"/>
              <a:t>The point of offering several substitution options for popular letters is to balance out the frequencies of symbols in the ciphertext. Every symbol will constitute roughly 1% of the ciphertext. If none of the symbols appears more frequently than any other, then this cipher would appear to defy any potential attack via straightforward frequency analysis.</a:t>
            </a:r>
          </a:p>
        </p:txBody>
      </p:sp>
      <p:sp>
        <p:nvSpPr>
          <p:cNvPr id="38916" name="Slide Number Placeholder 3">
            <a:extLst>
              <a:ext uri="{FF2B5EF4-FFF2-40B4-BE49-F238E27FC236}">
                <a16:creationId xmlns:a16="http://schemas.microsoft.com/office/drawing/2014/main" id="{F0EF35B5-0B40-E245-B6C6-46C6A05CB6E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3F39ED2-9B63-4182-AD8D-A264DA56563E}" type="slidenum">
              <a:rPr lang="en-US" altLang="en-US" smtClean="0"/>
              <a:pPr/>
              <a:t>45</a:t>
            </a:fld>
            <a:endParaRPr lang="en-US" altLang="en-US"/>
          </a:p>
        </p:txBody>
      </p:sp>
    </p:spTree>
    <p:extLst>
      <p:ext uri="{BB962C8B-B14F-4D97-AF65-F5344CB8AC3E}">
        <p14:creationId xmlns:p14="http://schemas.microsoft.com/office/powerpoint/2010/main" val="10842353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BF819AB-F128-4E7E-BDCE-E7CE5FB175A7}"/>
              </a:ext>
            </a:extLst>
          </p:cNvPr>
          <p:cNvSpPr>
            <a:spLocks noGrp="1" noChangeArrowheads="1"/>
          </p:cNvSpPr>
          <p:nvPr>
            <p:ph type="title"/>
          </p:nvPr>
        </p:nvSpPr>
        <p:spPr/>
        <p:txBody>
          <a:bodyPr/>
          <a:lstStyle/>
          <a:p>
            <a:r>
              <a:rPr lang="en-IN" altLang="en-US" dirty="0"/>
              <a:t>Homophonic Substitution Cipher – Demo</a:t>
            </a:r>
          </a:p>
        </p:txBody>
      </p:sp>
      <p:sp>
        <p:nvSpPr>
          <p:cNvPr id="3" name="Content Placeholder 2">
            <a:extLst>
              <a:ext uri="{FF2B5EF4-FFF2-40B4-BE49-F238E27FC236}">
                <a16:creationId xmlns:a16="http://schemas.microsoft.com/office/drawing/2014/main" id="{E0284BD7-EB14-8057-23D4-5FA185FBD5E2}"/>
              </a:ext>
            </a:extLst>
          </p:cNvPr>
          <p:cNvSpPr>
            <a:spLocks noGrp="1"/>
          </p:cNvSpPr>
          <p:nvPr>
            <p:ph idx="1"/>
          </p:nvPr>
        </p:nvSpPr>
        <p:spPr/>
        <p:txBody>
          <a:bodyPr>
            <a:normAutofit/>
          </a:bodyPr>
          <a:lstStyle/>
          <a:p>
            <a:pPr>
              <a:defRPr/>
            </a:pPr>
            <a:r>
              <a:rPr lang="en-US" dirty="0">
                <a:hlinkClick r:id="rId2"/>
              </a:rPr>
              <a:t>https://www.simonsingh.net/The_Black_Chamber/homophonic_cipher.html#:~:text=The%20Homophonic%20Substitution%20Cipher%20involves,8%20symbols%20to%20represent%20it</a:t>
            </a:r>
            <a:r>
              <a:rPr lang="en-US" dirty="0"/>
              <a:t>.</a:t>
            </a:r>
          </a:p>
          <a:p>
            <a:pPr>
              <a:defRPr/>
            </a:pPr>
            <a:endParaRPr lang="en-US" dirty="0"/>
          </a:p>
        </p:txBody>
      </p:sp>
      <p:sp>
        <p:nvSpPr>
          <p:cNvPr id="38916" name="Slide Number Placeholder 3">
            <a:extLst>
              <a:ext uri="{FF2B5EF4-FFF2-40B4-BE49-F238E27FC236}">
                <a16:creationId xmlns:a16="http://schemas.microsoft.com/office/drawing/2014/main" id="{F0EF35B5-0B40-E245-B6C6-46C6A05CB6E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3F39ED2-9B63-4182-AD8D-A264DA56563E}" type="slidenum">
              <a:rPr lang="en-US" altLang="en-US" smtClean="0"/>
              <a:pPr/>
              <a:t>46</a:t>
            </a:fld>
            <a:endParaRPr lang="en-US" altLang="en-US"/>
          </a:p>
        </p:txBody>
      </p:sp>
    </p:spTree>
    <p:extLst>
      <p:ext uri="{BB962C8B-B14F-4D97-AF65-F5344CB8AC3E}">
        <p14:creationId xmlns:p14="http://schemas.microsoft.com/office/powerpoint/2010/main" val="6774819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6271920E-E7F6-F27D-4E66-529A0C6236DA}"/>
              </a:ext>
            </a:extLst>
          </p:cNvPr>
          <p:cNvSpPr>
            <a:spLocks noGrp="1" noChangeArrowheads="1"/>
          </p:cNvSpPr>
          <p:nvPr>
            <p:ph type="title"/>
          </p:nvPr>
        </p:nvSpPr>
        <p:spPr/>
        <p:txBody>
          <a:bodyPr/>
          <a:lstStyle/>
          <a:p>
            <a:pPr eaLnBrk="1" hangingPunct="1"/>
            <a:r>
              <a:rPr lang="en-US" altLang="en-US"/>
              <a:t>Polyalphabetic Substitution Cipher</a:t>
            </a:r>
            <a:endParaRPr lang="en-IN" altLang="en-US"/>
          </a:p>
        </p:txBody>
      </p:sp>
      <p:sp>
        <p:nvSpPr>
          <p:cNvPr id="48131" name="Content Placeholder 2">
            <a:extLst>
              <a:ext uri="{FF2B5EF4-FFF2-40B4-BE49-F238E27FC236}">
                <a16:creationId xmlns:a16="http://schemas.microsoft.com/office/drawing/2014/main" id="{B8B5DF55-B247-E502-E157-488AD876DE08}"/>
              </a:ext>
            </a:extLst>
          </p:cNvPr>
          <p:cNvSpPr>
            <a:spLocks noGrp="1" noChangeArrowheads="1"/>
          </p:cNvSpPr>
          <p:nvPr>
            <p:ph idx="1"/>
          </p:nvPr>
        </p:nvSpPr>
        <p:spPr/>
        <p:txBody>
          <a:bodyPr>
            <a:normAutofit lnSpcReduction="10000"/>
          </a:bodyPr>
          <a:lstStyle/>
          <a:p>
            <a:pPr eaLnBrk="1" hangingPunct="1"/>
            <a:r>
              <a:rPr lang="en-US" altLang="en-US" dirty="0"/>
              <a:t>This cipher uses multiple one-character keys. </a:t>
            </a:r>
          </a:p>
          <a:p>
            <a:pPr eaLnBrk="1" hangingPunct="1"/>
            <a:r>
              <a:rPr lang="en-US" altLang="en-US" dirty="0"/>
              <a:t>Each of the keys encrypts one plain text character. The first key encrypts the first plain text character; the second key encrypts the second plain text character, and so on. </a:t>
            </a:r>
          </a:p>
          <a:p>
            <a:pPr eaLnBrk="1" hangingPunct="1"/>
            <a:r>
              <a:rPr lang="en-US" altLang="en-US" dirty="0"/>
              <a:t>After all the keys are used, they are recycled. Thus, if we have 30 one-letter keys, every 30</a:t>
            </a:r>
            <a:r>
              <a:rPr lang="en-US" altLang="en-US" baseline="30000" dirty="0"/>
              <a:t>th</a:t>
            </a:r>
            <a:r>
              <a:rPr lang="en-US" altLang="en-US" dirty="0"/>
              <a:t> character in the plain text would be replaced with the same key. </a:t>
            </a:r>
          </a:p>
          <a:p>
            <a:pPr eaLnBrk="1" hangingPunct="1"/>
            <a:r>
              <a:rPr lang="en-US" altLang="en-US" dirty="0"/>
              <a:t>This number (in this case, 30) is called as the </a:t>
            </a:r>
            <a:r>
              <a:rPr lang="en-US" altLang="en-US" b="1" dirty="0"/>
              <a:t>period </a:t>
            </a:r>
            <a:r>
              <a:rPr lang="en-US" altLang="en-US" dirty="0"/>
              <a:t>of the cipher.</a:t>
            </a:r>
          </a:p>
          <a:p>
            <a:pPr eaLnBrk="1" hangingPunct="1"/>
            <a:endParaRPr lang="en-US" altLang="en-US" dirty="0"/>
          </a:p>
          <a:p>
            <a:pPr eaLnBrk="1" hangingPunct="1"/>
            <a:r>
              <a:rPr lang="en-US" altLang="en-US" dirty="0"/>
              <a:t>Example: </a:t>
            </a:r>
            <a:r>
              <a:rPr lang="en-US" altLang="en-US" dirty="0" err="1"/>
              <a:t>Vigenére</a:t>
            </a:r>
            <a:r>
              <a:rPr lang="en-US" altLang="en-US" dirty="0"/>
              <a:t> Cipher</a:t>
            </a:r>
            <a:endParaRPr lang="en-IN" altLang="en-US" dirty="0"/>
          </a:p>
        </p:txBody>
      </p:sp>
      <p:sp>
        <p:nvSpPr>
          <p:cNvPr id="48132" name="Slide Number Placeholder 4">
            <a:extLst>
              <a:ext uri="{FF2B5EF4-FFF2-40B4-BE49-F238E27FC236}">
                <a16:creationId xmlns:a16="http://schemas.microsoft.com/office/drawing/2014/main" id="{74E0CBBD-7F99-6E80-934F-5B371CDA00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913B84A-82BE-4BD0-9707-AAE3A915500A}" type="slidenum">
              <a:rPr lang="en-US" altLang="en-US" sz="1400"/>
              <a:pPr>
                <a:spcBef>
                  <a:spcPct val="0"/>
                </a:spcBef>
                <a:buClrTx/>
                <a:buSzTx/>
                <a:buFontTx/>
                <a:buNone/>
              </a:pPr>
              <a:t>47</a:t>
            </a:fld>
            <a:endParaRPr lang="en-US" altLang="en-US" sz="140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AB3A-2669-B78A-1D58-6D65CAC508C0}"/>
              </a:ext>
            </a:extLst>
          </p:cNvPr>
          <p:cNvSpPr>
            <a:spLocks noGrp="1"/>
          </p:cNvSpPr>
          <p:nvPr>
            <p:ph type="title"/>
          </p:nvPr>
        </p:nvSpPr>
        <p:spPr/>
        <p:txBody>
          <a:bodyPr/>
          <a:lstStyle/>
          <a:p>
            <a:r>
              <a:rPr lang="en-IN" dirty="0" err="1"/>
              <a:t>Vigenere</a:t>
            </a:r>
            <a:r>
              <a:rPr lang="en-IN" dirty="0"/>
              <a:t> Cipher</a:t>
            </a:r>
          </a:p>
        </p:txBody>
      </p:sp>
      <p:sp>
        <p:nvSpPr>
          <p:cNvPr id="3" name="Content Placeholder 2">
            <a:extLst>
              <a:ext uri="{FF2B5EF4-FFF2-40B4-BE49-F238E27FC236}">
                <a16:creationId xmlns:a16="http://schemas.microsoft.com/office/drawing/2014/main" id="{FFAE9987-E625-7193-BF69-8DCED3D53857}"/>
              </a:ext>
            </a:extLst>
          </p:cNvPr>
          <p:cNvSpPr>
            <a:spLocks noGrp="1"/>
          </p:cNvSpPr>
          <p:nvPr>
            <p:ph idx="1"/>
          </p:nvPr>
        </p:nvSpPr>
        <p:spPr/>
        <p:txBody>
          <a:bodyPr/>
          <a:lstStyle/>
          <a:p>
            <a:r>
              <a:rPr lang="en-US" dirty="0"/>
              <a:t>The Vigenère cipher uses </a:t>
            </a:r>
            <a:r>
              <a:rPr lang="en-US" dirty="0">
                <a:solidFill>
                  <a:srgbClr val="FF0000"/>
                </a:solidFill>
              </a:rPr>
              <a:t>26 distinct </a:t>
            </a:r>
            <a:r>
              <a:rPr lang="en-US" dirty="0"/>
              <a:t>cipher alphabets. </a:t>
            </a:r>
          </a:p>
          <a:p>
            <a:r>
              <a:rPr lang="en-US" dirty="0"/>
              <a:t>The 26 cipher alphabets are contained in the Vigenère Square, shown on the next slide, which has a plaintext alphabet followed by 26 cipher alphabets, each one shifted by one more letter with respect to the previous one. </a:t>
            </a:r>
          </a:p>
          <a:p>
            <a:r>
              <a:rPr lang="en-US" dirty="0"/>
              <a:t>Hence, row number 1 represents a cipher alphabet with a Caesar shift of 1, row number 2 represents a cipher alphabet with a Caesar shift of 2, and so on.</a:t>
            </a:r>
          </a:p>
          <a:p>
            <a:endParaRPr lang="en-IN" dirty="0"/>
          </a:p>
        </p:txBody>
      </p:sp>
    </p:spTree>
    <p:extLst>
      <p:ext uri="{BB962C8B-B14F-4D97-AF65-F5344CB8AC3E}">
        <p14:creationId xmlns:p14="http://schemas.microsoft.com/office/powerpoint/2010/main" val="355035629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AB3A-2669-B78A-1D58-6D65CAC508C0}"/>
              </a:ext>
            </a:extLst>
          </p:cNvPr>
          <p:cNvSpPr>
            <a:spLocks noGrp="1"/>
          </p:cNvSpPr>
          <p:nvPr>
            <p:ph type="title"/>
          </p:nvPr>
        </p:nvSpPr>
        <p:spPr/>
        <p:txBody>
          <a:bodyPr/>
          <a:lstStyle/>
          <a:p>
            <a:r>
              <a:rPr lang="en-IN" dirty="0" err="1"/>
              <a:t>Vigenere</a:t>
            </a:r>
            <a:r>
              <a:rPr lang="en-IN" dirty="0"/>
              <a:t> Square</a:t>
            </a:r>
          </a:p>
        </p:txBody>
      </p:sp>
      <p:pic>
        <p:nvPicPr>
          <p:cNvPr id="3074" name="Picture 2">
            <a:extLst>
              <a:ext uri="{FF2B5EF4-FFF2-40B4-BE49-F238E27FC236}">
                <a16:creationId xmlns:a16="http://schemas.microsoft.com/office/drawing/2014/main" id="{B9F7EE96-E992-8608-5BBD-FDCBC01496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98569" y="93393"/>
            <a:ext cx="5372845" cy="6764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1289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AB3A-2669-B78A-1D58-6D65CAC508C0}"/>
              </a:ext>
            </a:extLst>
          </p:cNvPr>
          <p:cNvSpPr>
            <a:spLocks noGrp="1"/>
          </p:cNvSpPr>
          <p:nvPr>
            <p:ph type="title"/>
          </p:nvPr>
        </p:nvSpPr>
        <p:spPr/>
        <p:txBody>
          <a:bodyPr/>
          <a:lstStyle/>
          <a:p>
            <a:r>
              <a:rPr lang="en-IN" dirty="0" err="1"/>
              <a:t>Vigenere</a:t>
            </a:r>
            <a:r>
              <a:rPr lang="en-IN" dirty="0"/>
              <a:t> Cipher</a:t>
            </a:r>
          </a:p>
        </p:txBody>
      </p:sp>
      <p:sp>
        <p:nvSpPr>
          <p:cNvPr id="3" name="Content Placeholder 2">
            <a:extLst>
              <a:ext uri="{FF2B5EF4-FFF2-40B4-BE49-F238E27FC236}">
                <a16:creationId xmlns:a16="http://schemas.microsoft.com/office/drawing/2014/main" id="{FFAE9987-E625-7193-BF69-8DCED3D53857}"/>
              </a:ext>
            </a:extLst>
          </p:cNvPr>
          <p:cNvSpPr>
            <a:spLocks noGrp="1"/>
          </p:cNvSpPr>
          <p:nvPr>
            <p:ph idx="1"/>
          </p:nvPr>
        </p:nvSpPr>
        <p:spPr/>
        <p:txBody>
          <a:bodyPr/>
          <a:lstStyle/>
          <a:p>
            <a:r>
              <a:rPr lang="en-US" dirty="0"/>
              <a:t>A different row of the square can be used to encrypt each letter of the message. </a:t>
            </a:r>
          </a:p>
          <a:p>
            <a:r>
              <a:rPr lang="en-US" dirty="0"/>
              <a:t>In other words, the sender might encrypt the first letter according to row 5, the second according to row 14, and the third letter according to row 21, and so on. </a:t>
            </a:r>
          </a:p>
          <a:p>
            <a:r>
              <a:rPr lang="en-US" dirty="0"/>
              <a:t>In order to unscramble the message, it is important that the intended receiver knows which row of the Vigenère Square has been used to encipher each letter, and so there must be an agreed system of switching between rows. </a:t>
            </a:r>
          </a:p>
          <a:p>
            <a:r>
              <a:rPr lang="en-US" dirty="0"/>
              <a:t>This agreement is achieved via a keyword.</a:t>
            </a:r>
          </a:p>
          <a:p>
            <a:endParaRPr lang="en-IN" dirty="0"/>
          </a:p>
        </p:txBody>
      </p:sp>
    </p:spTree>
    <p:extLst>
      <p:ext uri="{BB962C8B-B14F-4D97-AF65-F5344CB8AC3E}">
        <p14:creationId xmlns:p14="http://schemas.microsoft.com/office/powerpoint/2010/main" val="76872881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AB3A-2669-B78A-1D58-6D65CAC508C0}"/>
              </a:ext>
            </a:extLst>
          </p:cNvPr>
          <p:cNvSpPr>
            <a:spLocks noGrp="1"/>
          </p:cNvSpPr>
          <p:nvPr>
            <p:ph type="title"/>
          </p:nvPr>
        </p:nvSpPr>
        <p:spPr/>
        <p:txBody>
          <a:bodyPr/>
          <a:lstStyle/>
          <a:p>
            <a:r>
              <a:rPr lang="en-IN" dirty="0" err="1"/>
              <a:t>Vigenere</a:t>
            </a:r>
            <a:r>
              <a:rPr lang="en-IN" dirty="0"/>
              <a:t> Cipher – Example</a:t>
            </a:r>
          </a:p>
        </p:txBody>
      </p:sp>
      <p:sp>
        <p:nvSpPr>
          <p:cNvPr id="3" name="Content Placeholder 2">
            <a:extLst>
              <a:ext uri="{FF2B5EF4-FFF2-40B4-BE49-F238E27FC236}">
                <a16:creationId xmlns:a16="http://schemas.microsoft.com/office/drawing/2014/main" id="{FFAE9987-E625-7193-BF69-8DCED3D53857}"/>
              </a:ext>
            </a:extLst>
          </p:cNvPr>
          <p:cNvSpPr>
            <a:spLocks noGrp="1"/>
          </p:cNvSpPr>
          <p:nvPr>
            <p:ph idx="1"/>
          </p:nvPr>
        </p:nvSpPr>
        <p:spPr/>
        <p:txBody>
          <a:bodyPr>
            <a:normAutofit lnSpcReduction="10000"/>
          </a:bodyPr>
          <a:lstStyle/>
          <a:p>
            <a:r>
              <a:rPr lang="en-IN" dirty="0"/>
              <a:t>Plain text: </a:t>
            </a:r>
            <a:r>
              <a:rPr lang="en-US" dirty="0"/>
              <a:t>Divert Troops To East Ridge</a:t>
            </a:r>
          </a:p>
          <a:p>
            <a:r>
              <a:rPr lang="en-IN" dirty="0"/>
              <a:t>Keyword: WHITE</a:t>
            </a:r>
          </a:p>
          <a:p>
            <a:endParaRPr lang="en-IN" dirty="0"/>
          </a:p>
          <a:p>
            <a:r>
              <a:rPr lang="en-IN" dirty="0"/>
              <a:t>Step 1: Go to column D and row W. Cipher text letter is Z.</a:t>
            </a:r>
          </a:p>
          <a:p>
            <a:r>
              <a:rPr lang="en-IN" dirty="0"/>
              <a:t>Step 2: Go to column I and row H. Cipher text letter is P.</a:t>
            </a:r>
          </a:p>
          <a:p>
            <a:r>
              <a:rPr lang="en-IN" dirty="0"/>
              <a:t>Step 3: Go to column V and row I. Cipher text letter is D.</a:t>
            </a:r>
          </a:p>
          <a:p>
            <a:r>
              <a:rPr lang="en-IN" dirty="0"/>
              <a:t>…</a:t>
            </a:r>
          </a:p>
          <a:p>
            <a:r>
              <a:rPr lang="en-IN" dirty="0"/>
              <a:t>Demo: </a:t>
            </a:r>
            <a:r>
              <a:rPr lang="en-IN" dirty="0">
                <a:hlinkClick r:id="rId2"/>
              </a:rPr>
              <a:t>https://www.simonsingh.net/The_Black_Chamber/v_square.html</a:t>
            </a:r>
            <a:endParaRPr lang="en-IN" dirty="0"/>
          </a:p>
          <a:p>
            <a:endParaRPr lang="en-IN" dirty="0"/>
          </a:p>
        </p:txBody>
      </p:sp>
    </p:spTree>
    <p:extLst>
      <p:ext uri="{BB962C8B-B14F-4D97-AF65-F5344CB8AC3E}">
        <p14:creationId xmlns:p14="http://schemas.microsoft.com/office/powerpoint/2010/main" val="39441044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6C31012-A738-6003-126C-24B40410FB47}"/>
              </a:ext>
            </a:extLst>
          </p:cNvPr>
          <p:cNvSpPr>
            <a:spLocks noGrp="1" noChangeArrowheads="1"/>
          </p:cNvSpPr>
          <p:nvPr>
            <p:ph type="title"/>
          </p:nvPr>
        </p:nvSpPr>
        <p:spPr/>
        <p:txBody>
          <a:bodyPr/>
          <a:lstStyle/>
          <a:p>
            <a:pPr eaLnBrk="1" hangingPunct="1"/>
            <a:r>
              <a:rPr lang="en-US" altLang="en-US"/>
              <a:t>Playfair Cipher</a:t>
            </a:r>
            <a:endParaRPr lang="en-IN" altLang="en-US"/>
          </a:p>
        </p:txBody>
      </p:sp>
      <p:sp>
        <p:nvSpPr>
          <p:cNvPr id="51203" name="Content Placeholder 2">
            <a:extLst>
              <a:ext uri="{FF2B5EF4-FFF2-40B4-BE49-F238E27FC236}">
                <a16:creationId xmlns:a16="http://schemas.microsoft.com/office/drawing/2014/main" id="{2A6E2A80-6EA5-B056-3175-5A3A266182D2}"/>
              </a:ext>
            </a:extLst>
          </p:cNvPr>
          <p:cNvSpPr>
            <a:spLocks noGrp="1" noChangeArrowheads="1"/>
          </p:cNvSpPr>
          <p:nvPr>
            <p:ph idx="1"/>
          </p:nvPr>
        </p:nvSpPr>
        <p:spPr/>
        <p:txBody>
          <a:bodyPr/>
          <a:lstStyle/>
          <a:p>
            <a:pPr eaLnBrk="1" hangingPunct="1"/>
            <a:r>
              <a:rPr lang="en-US" altLang="en-US" dirty="0"/>
              <a:t>Firstly, the sender and receiver must agree on a keyword. </a:t>
            </a:r>
          </a:p>
          <a:p>
            <a:pPr eaLnBrk="1" hangingPunct="1"/>
            <a:r>
              <a:rPr lang="en-US" altLang="en-US" dirty="0"/>
              <a:t>The letters of the alphabet are written in a square, beginning with the keyword and with I-J combined into one element. </a:t>
            </a:r>
          </a:p>
          <a:p>
            <a:pPr eaLnBrk="1" hangingPunct="1"/>
            <a:r>
              <a:rPr lang="en-US" altLang="en-US" dirty="0"/>
              <a:t>We then break the message into pairs of letters. </a:t>
            </a:r>
          </a:p>
          <a:p>
            <a:pPr eaLnBrk="1" hangingPunct="1"/>
            <a:r>
              <a:rPr lang="en-US" altLang="en-US" dirty="0"/>
              <a:t>The two letters in a digraph must be different.</a:t>
            </a:r>
          </a:p>
          <a:p>
            <a:pPr eaLnBrk="1" hangingPunct="1"/>
            <a:r>
              <a:rPr lang="en-US" altLang="en-US" dirty="0"/>
              <a:t>Example follows.</a:t>
            </a:r>
            <a:endParaRPr lang="en-IN" altLang="en-US" dirty="0"/>
          </a:p>
        </p:txBody>
      </p:sp>
      <p:sp>
        <p:nvSpPr>
          <p:cNvPr id="51204" name="Slide Number Placeholder 4">
            <a:extLst>
              <a:ext uri="{FF2B5EF4-FFF2-40B4-BE49-F238E27FC236}">
                <a16:creationId xmlns:a16="http://schemas.microsoft.com/office/drawing/2014/main" id="{D27038EA-80FD-E2A1-AC55-34C429E617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353EFF4-DBCC-4FD2-AD9D-BEB2120CF8CE}" type="slidenum">
              <a:rPr lang="en-US" altLang="en-US" sz="1400"/>
              <a:pPr>
                <a:spcBef>
                  <a:spcPct val="0"/>
                </a:spcBef>
                <a:buClrTx/>
                <a:buSzTx/>
                <a:buFontTx/>
                <a:buNone/>
              </a:pPr>
              <a:t>52</a:t>
            </a:fld>
            <a:endParaRPr lang="en-US" altLang="en-US" sz="140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6C31012-A738-6003-126C-24B40410FB47}"/>
              </a:ext>
            </a:extLst>
          </p:cNvPr>
          <p:cNvSpPr>
            <a:spLocks noGrp="1" noChangeArrowheads="1"/>
          </p:cNvSpPr>
          <p:nvPr>
            <p:ph type="title"/>
          </p:nvPr>
        </p:nvSpPr>
        <p:spPr/>
        <p:txBody>
          <a:bodyPr/>
          <a:lstStyle/>
          <a:p>
            <a:pPr eaLnBrk="1" hangingPunct="1"/>
            <a:r>
              <a:rPr lang="en-US" altLang="en-US"/>
              <a:t>Playfair Cipher</a:t>
            </a:r>
            <a:endParaRPr lang="en-IN" altLang="en-US"/>
          </a:p>
        </p:txBody>
      </p:sp>
      <p:sp>
        <p:nvSpPr>
          <p:cNvPr id="51203" name="Content Placeholder 2">
            <a:extLst>
              <a:ext uri="{FF2B5EF4-FFF2-40B4-BE49-F238E27FC236}">
                <a16:creationId xmlns:a16="http://schemas.microsoft.com/office/drawing/2014/main" id="{2A6E2A80-6EA5-B056-3175-5A3A266182D2}"/>
              </a:ext>
            </a:extLst>
          </p:cNvPr>
          <p:cNvSpPr>
            <a:spLocks noGrp="1" noChangeArrowheads="1"/>
          </p:cNvSpPr>
          <p:nvPr>
            <p:ph idx="1"/>
          </p:nvPr>
        </p:nvSpPr>
        <p:spPr/>
        <p:txBody>
          <a:bodyPr/>
          <a:lstStyle/>
          <a:p>
            <a:pPr eaLnBrk="1" hangingPunct="1"/>
            <a:r>
              <a:rPr lang="en-IN" altLang="en-US" dirty="0"/>
              <a:t>Plain text: </a:t>
            </a:r>
            <a:r>
              <a:rPr lang="en-US" altLang="en-US" dirty="0"/>
              <a:t>Meet me at the Hammersmith Bridge tonight</a:t>
            </a:r>
            <a:endParaRPr lang="en-IN" altLang="en-US" dirty="0"/>
          </a:p>
          <a:p>
            <a:pPr eaLnBrk="1" hangingPunct="1"/>
            <a:r>
              <a:rPr lang="en-IN" altLang="en-US" dirty="0"/>
              <a:t>Keyword: Charles</a:t>
            </a:r>
          </a:p>
          <a:p>
            <a:pPr eaLnBrk="1" hangingPunct="1"/>
            <a:r>
              <a:rPr lang="en-IN" altLang="en-US" dirty="0"/>
              <a:t>Write the keyword in a square, followed by all the English alphabets that are not in the keyword in the alphabetic order. Combine I and J in one cell. </a:t>
            </a:r>
            <a:endParaRPr lang="en-US" altLang="en-US" dirty="0"/>
          </a:p>
        </p:txBody>
      </p:sp>
      <p:sp>
        <p:nvSpPr>
          <p:cNvPr id="51204" name="Slide Number Placeholder 4">
            <a:extLst>
              <a:ext uri="{FF2B5EF4-FFF2-40B4-BE49-F238E27FC236}">
                <a16:creationId xmlns:a16="http://schemas.microsoft.com/office/drawing/2014/main" id="{D27038EA-80FD-E2A1-AC55-34C429E617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353EFF4-DBCC-4FD2-AD9D-BEB2120CF8CE}" type="slidenum">
              <a:rPr lang="en-US" altLang="en-US" sz="1400"/>
              <a:pPr>
                <a:spcBef>
                  <a:spcPct val="0"/>
                </a:spcBef>
                <a:buClrTx/>
                <a:buSzTx/>
                <a:buFontTx/>
                <a:buNone/>
              </a:pPr>
              <a:t>53</a:t>
            </a:fld>
            <a:endParaRPr lang="en-US" altLang="en-US" sz="1400"/>
          </a:p>
        </p:txBody>
      </p:sp>
      <p:pic>
        <p:nvPicPr>
          <p:cNvPr id="3" name="Picture 2">
            <a:extLst>
              <a:ext uri="{FF2B5EF4-FFF2-40B4-BE49-F238E27FC236}">
                <a16:creationId xmlns:a16="http://schemas.microsoft.com/office/drawing/2014/main" id="{DEAE3502-9E60-7E0E-CE06-2A31806D4C9B}"/>
              </a:ext>
            </a:extLst>
          </p:cNvPr>
          <p:cNvPicPr>
            <a:picLocks noChangeAspect="1"/>
          </p:cNvPicPr>
          <p:nvPr/>
        </p:nvPicPr>
        <p:blipFill>
          <a:blip r:embed="rId2"/>
          <a:stretch>
            <a:fillRect/>
          </a:stretch>
        </p:blipFill>
        <p:spPr>
          <a:xfrm>
            <a:off x="3074060" y="3833695"/>
            <a:ext cx="4271962" cy="2201907"/>
          </a:xfrm>
          <a:prstGeom prst="rect">
            <a:avLst/>
          </a:prstGeom>
        </p:spPr>
      </p:pic>
    </p:spTree>
    <p:extLst>
      <p:ext uri="{BB962C8B-B14F-4D97-AF65-F5344CB8AC3E}">
        <p14:creationId xmlns:p14="http://schemas.microsoft.com/office/powerpoint/2010/main" val="195225417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6C31012-A738-6003-126C-24B40410FB47}"/>
              </a:ext>
            </a:extLst>
          </p:cNvPr>
          <p:cNvSpPr>
            <a:spLocks noGrp="1" noChangeArrowheads="1"/>
          </p:cNvSpPr>
          <p:nvPr>
            <p:ph type="title"/>
          </p:nvPr>
        </p:nvSpPr>
        <p:spPr/>
        <p:txBody>
          <a:bodyPr/>
          <a:lstStyle/>
          <a:p>
            <a:pPr eaLnBrk="1" hangingPunct="1"/>
            <a:r>
              <a:rPr lang="en-US" altLang="en-US"/>
              <a:t>Playfair Cipher</a:t>
            </a:r>
            <a:endParaRPr lang="en-IN" altLang="en-US"/>
          </a:p>
        </p:txBody>
      </p:sp>
      <p:sp>
        <p:nvSpPr>
          <p:cNvPr id="51203" name="Content Placeholder 2">
            <a:extLst>
              <a:ext uri="{FF2B5EF4-FFF2-40B4-BE49-F238E27FC236}">
                <a16:creationId xmlns:a16="http://schemas.microsoft.com/office/drawing/2014/main" id="{2A6E2A80-6EA5-B056-3175-5A3A266182D2}"/>
              </a:ext>
            </a:extLst>
          </p:cNvPr>
          <p:cNvSpPr>
            <a:spLocks noGrp="1" noChangeArrowheads="1"/>
          </p:cNvSpPr>
          <p:nvPr>
            <p:ph idx="1"/>
          </p:nvPr>
        </p:nvSpPr>
        <p:spPr/>
        <p:txBody>
          <a:bodyPr/>
          <a:lstStyle/>
          <a:p>
            <a:pPr eaLnBrk="1" hangingPunct="1"/>
            <a:r>
              <a:rPr lang="en-IN" altLang="en-US" dirty="0"/>
              <a:t>Plain text: </a:t>
            </a:r>
            <a:r>
              <a:rPr lang="en-US" altLang="en-US" dirty="0"/>
              <a:t>Met me at Hammersmith Bridge tonight</a:t>
            </a:r>
            <a:endParaRPr lang="en-IN" altLang="en-US" dirty="0"/>
          </a:p>
          <a:p>
            <a:pPr eaLnBrk="1" hangingPunct="1"/>
            <a:r>
              <a:rPr lang="en-IN" altLang="en-US" dirty="0"/>
              <a:t>Keyword: Charles</a:t>
            </a:r>
          </a:p>
          <a:p>
            <a:pPr eaLnBrk="1" hangingPunct="1"/>
            <a:r>
              <a:rPr lang="en-IN" altLang="en-US" dirty="0"/>
              <a:t>Write the keyword in a square, followed by all the English alphabets that are not in the keyword in the alphabetic order. Combine I and J in one cell. </a:t>
            </a:r>
          </a:p>
          <a:p>
            <a:pPr eaLnBrk="1" hangingPunct="1"/>
            <a:r>
              <a:rPr lang="en-IN" altLang="en-US" dirty="0"/>
              <a:t>Split the plain text into digraphs (pairs of letters): </a:t>
            </a:r>
            <a:r>
              <a:rPr lang="en-US" altLang="en-US" dirty="0"/>
              <a:t>ME TM EA TH AM XM ER SM IT HB RI DG ET ON IG HT</a:t>
            </a:r>
          </a:p>
          <a:p>
            <a:pPr lvl="1"/>
            <a:r>
              <a:rPr lang="en-US" altLang="en-US" dirty="0"/>
              <a:t>Note: Both the letters in diagraph cannot be the same, so an X has been added while breaking Ha</a:t>
            </a:r>
            <a:r>
              <a:rPr lang="en-US" altLang="en-US" u="sng" dirty="0"/>
              <a:t>mm</a:t>
            </a:r>
            <a:r>
              <a:rPr lang="en-US" altLang="en-US" dirty="0"/>
              <a:t>ersmith</a:t>
            </a:r>
          </a:p>
          <a:p>
            <a:endParaRPr lang="en-US" altLang="en-US" dirty="0"/>
          </a:p>
        </p:txBody>
      </p:sp>
      <p:sp>
        <p:nvSpPr>
          <p:cNvPr id="51204" name="Slide Number Placeholder 4">
            <a:extLst>
              <a:ext uri="{FF2B5EF4-FFF2-40B4-BE49-F238E27FC236}">
                <a16:creationId xmlns:a16="http://schemas.microsoft.com/office/drawing/2014/main" id="{D27038EA-80FD-E2A1-AC55-34C429E617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353EFF4-DBCC-4FD2-AD9D-BEB2120CF8CE}" type="slidenum">
              <a:rPr lang="en-US" altLang="en-US" sz="1400"/>
              <a:pPr>
                <a:spcBef>
                  <a:spcPct val="0"/>
                </a:spcBef>
                <a:buClrTx/>
                <a:buSzTx/>
                <a:buFontTx/>
                <a:buNone/>
              </a:pPr>
              <a:t>54</a:t>
            </a:fld>
            <a:endParaRPr lang="en-US" altLang="en-US" sz="1400"/>
          </a:p>
        </p:txBody>
      </p:sp>
    </p:spTree>
    <p:extLst>
      <p:ext uri="{BB962C8B-B14F-4D97-AF65-F5344CB8AC3E}">
        <p14:creationId xmlns:p14="http://schemas.microsoft.com/office/powerpoint/2010/main" val="36334979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6C31012-A738-6003-126C-24B40410FB47}"/>
              </a:ext>
            </a:extLst>
          </p:cNvPr>
          <p:cNvSpPr>
            <a:spLocks noGrp="1" noChangeArrowheads="1"/>
          </p:cNvSpPr>
          <p:nvPr>
            <p:ph type="title"/>
          </p:nvPr>
        </p:nvSpPr>
        <p:spPr/>
        <p:txBody>
          <a:bodyPr/>
          <a:lstStyle/>
          <a:p>
            <a:pPr eaLnBrk="1" hangingPunct="1"/>
            <a:r>
              <a:rPr lang="en-US" altLang="en-US" dirty="0"/>
              <a:t>Playfair Cipher – Encryption </a:t>
            </a:r>
            <a:endParaRPr lang="en-IN" altLang="en-US" dirty="0"/>
          </a:p>
        </p:txBody>
      </p:sp>
      <p:sp>
        <p:nvSpPr>
          <p:cNvPr id="51203" name="Content Placeholder 2">
            <a:extLst>
              <a:ext uri="{FF2B5EF4-FFF2-40B4-BE49-F238E27FC236}">
                <a16:creationId xmlns:a16="http://schemas.microsoft.com/office/drawing/2014/main" id="{2A6E2A80-6EA5-B056-3175-5A3A266182D2}"/>
              </a:ext>
            </a:extLst>
          </p:cNvPr>
          <p:cNvSpPr>
            <a:spLocks noGrp="1" noChangeArrowheads="1"/>
          </p:cNvSpPr>
          <p:nvPr>
            <p:ph idx="1"/>
          </p:nvPr>
        </p:nvSpPr>
        <p:spPr/>
        <p:txBody>
          <a:bodyPr>
            <a:normAutofit fontScale="92500" lnSpcReduction="20000"/>
          </a:bodyPr>
          <a:lstStyle/>
          <a:p>
            <a:r>
              <a:rPr lang="en-US" altLang="en-US" dirty="0"/>
              <a:t>The digraphs fall into one of three categories - both letters are in the same row, or both letters are in the same column, or the letters share neither a row nor a column.</a:t>
            </a:r>
          </a:p>
          <a:p>
            <a:pPr lvl="1"/>
            <a:r>
              <a:rPr lang="en-US" altLang="en-US" dirty="0"/>
              <a:t>If both letters are in the same row, then they are replaced by the letters to the immediate right of each one; 'mi' becomes 'NK'. If a letter is at the end of a row , it is replaced by the letter at the beginning; '</a:t>
            </a:r>
            <a:r>
              <a:rPr lang="en-US" altLang="en-US" dirty="0" err="1"/>
              <a:t>ni</a:t>
            </a:r>
            <a:r>
              <a:rPr lang="en-US" altLang="en-US" dirty="0"/>
              <a:t>' becomes 'GK'.</a:t>
            </a:r>
          </a:p>
          <a:p>
            <a:pPr lvl="1"/>
            <a:r>
              <a:rPr lang="en-US" altLang="en-US" dirty="0"/>
              <a:t>If both letters are in the same column, then they are replaced by the letter immediately beneath each one; '</a:t>
            </a:r>
            <a:r>
              <a:rPr lang="en-US" altLang="en-US" dirty="0" err="1"/>
              <a:t>ge</a:t>
            </a:r>
            <a:r>
              <a:rPr lang="en-US" altLang="en-US" dirty="0"/>
              <a:t>' becomes 'OG'. If a is at the bottom of a column, it is replaced by the letter at the top; 've' becomes 'CG'.</a:t>
            </a:r>
          </a:p>
          <a:p>
            <a:pPr lvl="1"/>
            <a:r>
              <a:rPr lang="en-US" altLang="en-US" dirty="0"/>
              <a:t>If the digraph letters are neither in the same row nor the same column, the rule differs. To encipher the first letter, look along its row until you reach the column containing the second letter; the letter at this intersection replaces the first letter. To encipher the second letter, look along its row until you reach the column containing the first letter; the letter at the intersection replaces the second letter. Hence, 'me' becomes 'GD'.</a:t>
            </a:r>
          </a:p>
        </p:txBody>
      </p:sp>
      <p:sp>
        <p:nvSpPr>
          <p:cNvPr id="51204" name="Slide Number Placeholder 4">
            <a:extLst>
              <a:ext uri="{FF2B5EF4-FFF2-40B4-BE49-F238E27FC236}">
                <a16:creationId xmlns:a16="http://schemas.microsoft.com/office/drawing/2014/main" id="{D27038EA-80FD-E2A1-AC55-34C429E617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353EFF4-DBCC-4FD2-AD9D-BEB2120CF8CE}" type="slidenum">
              <a:rPr lang="en-US" altLang="en-US" sz="1400"/>
              <a:pPr>
                <a:spcBef>
                  <a:spcPct val="0"/>
                </a:spcBef>
                <a:buClrTx/>
                <a:buSzTx/>
                <a:buFontTx/>
                <a:buNone/>
              </a:pPr>
              <a:t>55</a:t>
            </a:fld>
            <a:endParaRPr lang="en-US" altLang="en-US" sz="1400"/>
          </a:p>
        </p:txBody>
      </p:sp>
    </p:spTree>
    <p:extLst>
      <p:ext uri="{BB962C8B-B14F-4D97-AF65-F5344CB8AC3E}">
        <p14:creationId xmlns:p14="http://schemas.microsoft.com/office/powerpoint/2010/main" val="21284146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36C31012-A738-6003-126C-24B40410FB47}"/>
              </a:ext>
            </a:extLst>
          </p:cNvPr>
          <p:cNvSpPr>
            <a:spLocks noGrp="1" noChangeArrowheads="1"/>
          </p:cNvSpPr>
          <p:nvPr>
            <p:ph type="title"/>
          </p:nvPr>
        </p:nvSpPr>
        <p:spPr/>
        <p:txBody>
          <a:bodyPr/>
          <a:lstStyle/>
          <a:p>
            <a:pPr eaLnBrk="1" hangingPunct="1"/>
            <a:r>
              <a:rPr lang="en-US" altLang="en-US" dirty="0"/>
              <a:t>Playfair Cipher – Demo </a:t>
            </a:r>
            <a:endParaRPr lang="en-IN" altLang="en-US" dirty="0"/>
          </a:p>
        </p:txBody>
      </p:sp>
      <p:sp>
        <p:nvSpPr>
          <p:cNvPr id="51203" name="Content Placeholder 2">
            <a:extLst>
              <a:ext uri="{FF2B5EF4-FFF2-40B4-BE49-F238E27FC236}">
                <a16:creationId xmlns:a16="http://schemas.microsoft.com/office/drawing/2014/main" id="{2A6E2A80-6EA5-B056-3175-5A3A266182D2}"/>
              </a:ext>
            </a:extLst>
          </p:cNvPr>
          <p:cNvSpPr>
            <a:spLocks noGrp="1" noChangeArrowheads="1"/>
          </p:cNvSpPr>
          <p:nvPr>
            <p:ph idx="1"/>
          </p:nvPr>
        </p:nvSpPr>
        <p:spPr/>
        <p:txBody>
          <a:bodyPr>
            <a:normAutofit/>
          </a:bodyPr>
          <a:lstStyle/>
          <a:p>
            <a:r>
              <a:rPr lang="en-US" altLang="en-US" dirty="0">
                <a:hlinkClick r:id="rId2"/>
              </a:rPr>
              <a:t>https://www.simonsingh.net/The_Black_Chamber/playfair_cipher.html</a:t>
            </a:r>
            <a:endParaRPr lang="en-US" altLang="en-US" dirty="0"/>
          </a:p>
          <a:p>
            <a:endParaRPr lang="en-US" altLang="en-US" dirty="0"/>
          </a:p>
        </p:txBody>
      </p:sp>
      <p:sp>
        <p:nvSpPr>
          <p:cNvPr id="51204" name="Slide Number Placeholder 4">
            <a:extLst>
              <a:ext uri="{FF2B5EF4-FFF2-40B4-BE49-F238E27FC236}">
                <a16:creationId xmlns:a16="http://schemas.microsoft.com/office/drawing/2014/main" id="{D27038EA-80FD-E2A1-AC55-34C429E617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353EFF4-DBCC-4FD2-AD9D-BEB2120CF8CE}" type="slidenum">
              <a:rPr lang="en-US" altLang="en-US" sz="1400"/>
              <a:pPr>
                <a:spcBef>
                  <a:spcPct val="0"/>
                </a:spcBef>
                <a:buClrTx/>
                <a:buSzTx/>
                <a:buFontTx/>
                <a:buNone/>
              </a:pPr>
              <a:t>56</a:t>
            </a:fld>
            <a:endParaRPr lang="en-US" altLang="en-US" sz="1400"/>
          </a:p>
        </p:txBody>
      </p:sp>
    </p:spTree>
    <p:extLst>
      <p:ext uri="{BB962C8B-B14F-4D97-AF65-F5344CB8AC3E}">
        <p14:creationId xmlns:p14="http://schemas.microsoft.com/office/powerpoint/2010/main" val="326156971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52919-0DEB-BFBF-8A7E-A8547748A776}"/>
              </a:ext>
            </a:extLst>
          </p:cNvPr>
          <p:cNvSpPr>
            <a:spLocks noGrp="1"/>
          </p:cNvSpPr>
          <p:nvPr>
            <p:ph type="title"/>
          </p:nvPr>
        </p:nvSpPr>
        <p:spPr/>
        <p:txBody>
          <a:bodyPr/>
          <a:lstStyle/>
          <a:p>
            <a:r>
              <a:rPr lang="en-IN" dirty="0"/>
              <a:t>Traditional Cryptography: Transposition Technique Example</a:t>
            </a:r>
          </a:p>
        </p:txBody>
      </p:sp>
      <p:sp>
        <p:nvSpPr>
          <p:cNvPr id="4" name="Text Placeholder 3">
            <a:extLst>
              <a:ext uri="{FF2B5EF4-FFF2-40B4-BE49-F238E27FC236}">
                <a16:creationId xmlns:a16="http://schemas.microsoft.com/office/drawing/2014/main" id="{0C18715D-F6F3-C1ED-BA27-B5B99AC847A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6163269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52919-0DEB-BFBF-8A7E-A8547748A776}"/>
              </a:ext>
            </a:extLst>
          </p:cNvPr>
          <p:cNvSpPr>
            <a:spLocks noGrp="1"/>
          </p:cNvSpPr>
          <p:nvPr>
            <p:ph type="title"/>
          </p:nvPr>
        </p:nvSpPr>
        <p:spPr/>
        <p:txBody>
          <a:bodyPr/>
          <a:lstStyle/>
          <a:p>
            <a:r>
              <a:rPr lang="en-IN" dirty="0"/>
              <a:t>Rail Fence Technique</a:t>
            </a:r>
          </a:p>
        </p:txBody>
      </p:sp>
      <p:sp>
        <p:nvSpPr>
          <p:cNvPr id="3" name="Content Placeholder 2">
            <a:extLst>
              <a:ext uri="{FF2B5EF4-FFF2-40B4-BE49-F238E27FC236}">
                <a16:creationId xmlns:a16="http://schemas.microsoft.com/office/drawing/2014/main" id="{F3126668-F4D3-1924-FA4C-DF104715836F}"/>
              </a:ext>
            </a:extLst>
          </p:cNvPr>
          <p:cNvSpPr>
            <a:spLocks noGrp="1"/>
          </p:cNvSpPr>
          <p:nvPr>
            <p:ph idx="1"/>
          </p:nvPr>
        </p:nvSpPr>
        <p:spPr/>
        <p:txBody>
          <a:bodyPr/>
          <a:lstStyle/>
          <a:p>
            <a:pPr marL="514350" indent="-514350">
              <a:buFont typeface="+mj-lt"/>
              <a:buAutoNum type="arabicPeriod"/>
            </a:pPr>
            <a:r>
              <a:rPr lang="en-US" dirty="0"/>
              <a:t>Write down the plain text message as a sequence of diagonals.</a:t>
            </a:r>
          </a:p>
          <a:p>
            <a:pPr marL="514350" indent="-514350">
              <a:buFont typeface="+mj-lt"/>
              <a:buAutoNum type="arabicPeriod"/>
            </a:pPr>
            <a:r>
              <a:rPr lang="en-US" dirty="0"/>
              <a:t>Read the plain text written in step 1 as a sequence of rows.</a:t>
            </a:r>
          </a:p>
          <a:p>
            <a:endParaRPr lang="en-IN" dirty="0"/>
          </a:p>
        </p:txBody>
      </p:sp>
      <p:pic>
        <p:nvPicPr>
          <p:cNvPr id="5" name="Picture 4">
            <a:extLst>
              <a:ext uri="{FF2B5EF4-FFF2-40B4-BE49-F238E27FC236}">
                <a16:creationId xmlns:a16="http://schemas.microsoft.com/office/drawing/2014/main" id="{6555A0C8-DC46-EE76-201E-38C3C9424D7B}"/>
              </a:ext>
            </a:extLst>
          </p:cNvPr>
          <p:cNvPicPr>
            <a:picLocks noChangeAspect="1"/>
          </p:cNvPicPr>
          <p:nvPr/>
        </p:nvPicPr>
        <p:blipFill>
          <a:blip r:embed="rId2"/>
          <a:stretch>
            <a:fillRect/>
          </a:stretch>
        </p:blipFill>
        <p:spPr>
          <a:xfrm>
            <a:off x="1130319" y="2834423"/>
            <a:ext cx="9071919" cy="3879990"/>
          </a:xfrm>
          <a:prstGeom prst="rect">
            <a:avLst/>
          </a:prstGeom>
        </p:spPr>
      </p:pic>
    </p:spTree>
    <p:extLst>
      <p:ext uri="{BB962C8B-B14F-4D97-AF65-F5344CB8AC3E}">
        <p14:creationId xmlns:p14="http://schemas.microsoft.com/office/powerpoint/2010/main" val="21295909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F783-DC98-EE5B-AB32-78CCB9A93B7D}"/>
              </a:ext>
            </a:extLst>
          </p:cNvPr>
          <p:cNvSpPr>
            <a:spLocks noGrp="1"/>
          </p:cNvSpPr>
          <p:nvPr>
            <p:ph type="title"/>
          </p:nvPr>
        </p:nvSpPr>
        <p:spPr/>
        <p:txBody>
          <a:bodyPr/>
          <a:lstStyle/>
          <a:p>
            <a:r>
              <a:rPr lang="en-IN" dirty="0"/>
              <a:t>Rail Fence Technique: Demo</a:t>
            </a:r>
          </a:p>
        </p:txBody>
      </p:sp>
      <p:sp>
        <p:nvSpPr>
          <p:cNvPr id="3" name="Content Placeholder 2">
            <a:extLst>
              <a:ext uri="{FF2B5EF4-FFF2-40B4-BE49-F238E27FC236}">
                <a16:creationId xmlns:a16="http://schemas.microsoft.com/office/drawing/2014/main" id="{E124300C-632F-64B8-C514-AC1CCA747E50}"/>
              </a:ext>
            </a:extLst>
          </p:cNvPr>
          <p:cNvSpPr>
            <a:spLocks noGrp="1"/>
          </p:cNvSpPr>
          <p:nvPr>
            <p:ph idx="1"/>
          </p:nvPr>
        </p:nvSpPr>
        <p:spPr/>
        <p:txBody>
          <a:bodyPr/>
          <a:lstStyle/>
          <a:p>
            <a:r>
              <a:rPr lang="en-IN" dirty="0">
                <a:hlinkClick r:id="rId2"/>
              </a:rPr>
              <a:t>https://www.simonsingh.net/The_Black_Chamber/railfencecipher.html</a:t>
            </a:r>
            <a:endParaRPr lang="en-IN" dirty="0"/>
          </a:p>
          <a:p>
            <a:endParaRPr lang="en-IN" dirty="0"/>
          </a:p>
          <a:p>
            <a:r>
              <a:rPr lang="en-IN" dirty="0"/>
              <a:t>OR: shorturl.at/dkLY1</a:t>
            </a:r>
          </a:p>
        </p:txBody>
      </p:sp>
    </p:spTree>
    <p:extLst>
      <p:ext uri="{BB962C8B-B14F-4D97-AF65-F5344CB8AC3E}">
        <p14:creationId xmlns:p14="http://schemas.microsoft.com/office/powerpoint/2010/main" val="189845264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F3B8CF-56A5-8DFC-71A7-29D01C114684}"/>
              </a:ext>
            </a:extLst>
          </p:cNvPr>
          <p:cNvSpPr>
            <a:spLocks noGrp="1"/>
          </p:cNvSpPr>
          <p:nvPr>
            <p:ph type="title"/>
          </p:nvPr>
        </p:nvSpPr>
        <p:spPr/>
        <p:txBody>
          <a:bodyPr/>
          <a:lstStyle/>
          <a:p>
            <a:r>
              <a:rPr lang="en-IN" dirty="0"/>
              <a:t>Modern Computer-based Cryptography</a:t>
            </a:r>
          </a:p>
        </p:txBody>
      </p:sp>
      <p:sp>
        <p:nvSpPr>
          <p:cNvPr id="5" name="Text Placeholder 4">
            <a:extLst>
              <a:ext uri="{FF2B5EF4-FFF2-40B4-BE49-F238E27FC236}">
                <a16:creationId xmlns:a16="http://schemas.microsoft.com/office/drawing/2014/main" id="{26C833EA-2F60-A659-C260-CCE3AECAEB2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9663520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1ADF07E6-E0F1-4857-77EF-1D8EBEDB90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1D29729-9E0D-4B4B-8F70-7B5635799015}" type="slidenum">
              <a:rPr lang="en-US" altLang="en-US" sz="1400"/>
              <a:pPr>
                <a:spcBef>
                  <a:spcPct val="0"/>
                </a:spcBef>
                <a:buClrTx/>
                <a:buSzTx/>
                <a:buFontTx/>
                <a:buNone/>
              </a:pPr>
              <a:t>61</a:t>
            </a:fld>
            <a:endParaRPr lang="en-US" altLang="en-US" sz="1400"/>
          </a:p>
        </p:txBody>
      </p:sp>
      <p:sp>
        <p:nvSpPr>
          <p:cNvPr id="39939" name="Rectangle 2">
            <a:extLst>
              <a:ext uri="{FF2B5EF4-FFF2-40B4-BE49-F238E27FC236}">
                <a16:creationId xmlns:a16="http://schemas.microsoft.com/office/drawing/2014/main" id="{FB07BA0C-62C2-421B-E730-8281F93077EE}"/>
              </a:ext>
            </a:extLst>
          </p:cNvPr>
          <p:cNvSpPr>
            <a:spLocks noGrp="1" noChangeArrowheads="1"/>
          </p:cNvSpPr>
          <p:nvPr>
            <p:ph type="title"/>
          </p:nvPr>
        </p:nvSpPr>
        <p:spPr/>
        <p:txBody>
          <a:bodyPr/>
          <a:lstStyle/>
          <a:p>
            <a:pPr eaLnBrk="1" hangingPunct="1"/>
            <a:r>
              <a:rPr lang="en-US" altLang="en-US"/>
              <a:t>Encryption and Decryption</a:t>
            </a:r>
          </a:p>
        </p:txBody>
      </p:sp>
      <p:sp>
        <p:nvSpPr>
          <p:cNvPr id="39940" name="Rectangle 3">
            <a:extLst>
              <a:ext uri="{FF2B5EF4-FFF2-40B4-BE49-F238E27FC236}">
                <a16:creationId xmlns:a16="http://schemas.microsoft.com/office/drawing/2014/main" id="{B87AC933-7EBB-B8C0-D920-94A948DF3ED5}"/>
              </a:ext>
            </a:extLst>
          </p:cNvPr>
          <p:cNvSpPr>
            <a:spLocks noGrp="1" noChangeArrowheads="1"/>
          </p:cNvSpPr>
          <p:nvPr>
            <p:ph type="body" idx="1"/>
          </p:nvPr>
        </p:nvSpPr>
        <p:spPr/>
        <p:txBody>
          <a:bodyPr>
            <a:normAutofit fontScale="92500" lnSpcReduction="10000"/>
          </a:bodyPr>
          <a:lstStyle/>
          <a:p>
            <a:pPr eaLnBrk="1" hangingPunct="1">
              <a:lnSpc>
                <a:spcPct val="90000"/>
              </a:lnSpc>
            </a:pPr>
            <a:r>
              <a:rPr lang="en-US" altLang="en-US" sz="3600" dirty="0"/>
              <a:t>Encryption</a:t>
            </a:r>
          </a:p>
          <a:p>
            <a:pPr lvl="1" eaLnBrk="1" hangingPunct="1">
              <a:lnSpc>
                <a:spcPct val="90000"/>
              </a:lnSpc>
            </a:pPr>
            <a:r>
              <a:rPr lang="en-US" altLang="en-US" sz="3200" dirty="0"/>
              <a:t>Conversion of </a:t>
            </a:r>
            <a:r>
              <a:rPr lang="en-US" altLang="en-US" sz="3200" i="1" dirty="0"/>
              <a:t>plain text </a:t>
            </a:r>
            <a:r>
              <a:rPr lang="en-US" altLang="en-US" sz="3200" dirty="0"/>
              <a:t>into </a:t>
            </a:r>
            <a:r>
              <a:rPr lang="en-US" altLang="en-US" sz="3200" i="1" dirty="0"/>
              <a:t>cipher text</a:t>
            </a:r>
          </a:p>
          <a:p>
            <a:pPr lvl="1" eaLnBrk="1" hangingPunct="1">
              <a:lnSpc>
                <a:spcPct val="90000"/>
              </a:lnSpc>
            </a:pPr>
            <a:endParaRPr lang="en-US" altLang="en-US" sz="3200" dirty="0"/>
          </a:p>
          <a:p>
            <a:pPr eaLnBrk="1" hangingPunct="1">
              <a:lnSpc>
                <a:spcPct val="90000"/>
              </a:lnSpc>
            </a:pPr>
            <a:r>
              <a:rPr lang="en-US" altLang="en-US" sz="3600" dirty="0"/>
              <a:t>Decryption</a:t>
            </a:r>
          </a:p>
          <a:p>
            <a:pPr lvl="1" eaLnBrk="1" hangingPunct="1">
              <a:lnSpc>
                <a:spcPct val="90000"/>
              </a:lnSpc>
            </a:pPr>
            <a:r>
              <a:rPr lang="en-US" altLang="en-US" sz="3200" dirty="0"/>
              <a:t>Conversion of </a:t>
            </a:r>
            <a:r>
              <a:rPr lang="en-US" altLang="en-US" sz="3200" i="1" dirty="0"/>
              <a:t>cipher text </a:t>
            </a:r>
            <a:r>
              <a:rPr lang="en-US" altLang="en-US" sz="3200" dirty="0"/>
              <a:t>into </a:t>
            </a:r>
            <a:r>
              <a:rPr lang="en-US" altLang="en-US" sz="3200" i="1" dirty="0"/>
              <a:t>plain text</a:t>
            </a:r>
          </a:p>
          <a:p>
            <a:pPr eaLnBrk="1" hangingPunct="1">
              <a:lnSpc>
                <a:spcPct val="90000"/>
              </a:lnSpc>
            </a:pPr>
            <a:endParaRPr lang="en-US" altLang="en-US" sz="3600" dirty="0"/>
          </a:p>
          <a:p>
            <a:pPr eaLnBrk="1" hangingPunct="1">
              <a:lnSpc>
                <a:spcPct val="90000"/>
              </a:lnSpc>
            </a:pPr>
            <a:r>
              <a:rPr lang="en-US" altLang="en-US" sz="3600" dirty="0"/>
              <a:t>Two Aspects</a:t>
            </a:r>
          </a:p>
          <a:p>
            <a:pPr lvl="1" eaLnBrk="1" hangingPunct="1">
              <a:lnSpc>
                <a:spcPct val="90000"/>
              </a:lnSpc>
            </a:pPr>
            <a:r>
              <a:rPr lang="en-US" altLang="en-US" sz="3200" dirty="0"/>
              <a:t>Algorithm</a:t>
            </a:r>
          </a:p>
          <a:p>
            <a:pPr lvl="1" eaLnBrk="1" hangingPunct="1">
              <a:lnSpc>
                <a:spcPct val="90000"/>
              </a:lnSpc>
            </a:pPr>
            <a:r>
              <a:rPr lang="en-US" altLang="en-US" sz="3200" dirty="0"/>
              <a:t>Key</a:t>
            </a:r>
          </a:p>
        </p:txBody>
      </p:sp>
      <p:pic>
        <p:nvPicPr>
          <p:cNvPr id="39941" name="Picture 4" descr="BD05299_">
            <a:extLst>
              <a:ext uri="{FF2B5EF4-FFF2-40B4-BE49-F238E27FC236}">
                <a16:creationId xmlns:a16="http://schemas.microsoft.com/office/drawing/2014/main" id="{942B3107-0909-F42A-DC8D-C72B9B1AF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4495800"/>
            <a:ext cx="1828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6160844"/>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42C87913-D30A-2E2A-65FF-3AB96AF78D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F571196-BE43-41E6-88A1-BC53ABBE0A90}" type="slidenum">
              <a:rPr lang="en-US" altLang="en-US" sz="1400"/>
              <a:pPr>
                <a:spcBef>
                  <a:spcPct val="0"/>
                </a:spcBef>
                <a:buClrTx/>
                <a:buSzTx/>
                <a:buFontTx/>
                <a:buNone/>
              </a:pPr>
              <a:t>62</a:t>
            </a:fld>
            <a:endParaRPr lang="en-US" altLang="en-US" sz="1400"/>
          </a:p>
        </p:txBody>
      </p:sp>
      <p:sp>
        <p:nvSpPr>
          <p:cNvPr id="41987" name="Rectangle 2">
            <a:extLst>
              <a:ext uri="{FF2B5EF4-FFF2-40B4-BE49-F238E27FC236}">
                <a16:creationId xmlns:a16="http://schemas.microsoft.com/office/drawing/2014/main" id="{03B5BB10-6021-DC61-B76A-7D497654FF32}"/>
              </a:ext>
            </a:extLst>
          </p:cNvPr>
          <p:cNvSpPr>
            <a:spLocks noGrp="1" noChangeArrowheads="1"/>
          </p:cNvSpPr>
          <p:nvPr>
            <p:ph type="title"/>
          </p:nvPr>
        </p:nvSpPr>
        <p:spPr/>
        <p:txBody>
          <a:bodyPr/>
          <a:lstStyle/>
          <a:p>
            <a:pPr eaLnBrk="1" hangingPunct="1"/>
            <a:r>
              <a:rPr lang="en-US" altLang="en-US"/>
              <a:t>Encryption</a:t>
            </a:r>
          </a:p>
        </p:txBody>
      </p:sp>
      <p:sp>
        <p:nvSpPr>
          <p:cNvPr id="41988" name="Rectangle 3">
            <a:extLst>
              <a:ext uri="{FF2B5EF4-FFF2-40B4-BE49-F238E27FC236}">
                <a16:creationId xmlns:a16="http://schemas.microsoft.com/office/drawing/2014/main" id="{D666C412-8BD3-6990-C431-3DF5E27D5E21}"/>
              </a:ext>
            </a:extLst>
          </p:cNvPr>
          <p:cNvSpPr>
            <a:spLocks noGrp="1" noChangeArrowheads="1"/>
          </p:cNvSpPr>
          <p:nvPr>
            <p:ph type="body" idx="1"/>
          </p:nvPr>
        </p:nvSpPr>
        <p:spPr/>
        <p:txBody>
          <a:bodyPr/>
          <a:lstStyle/>
          <a:p>
            <a:pPr eaLnBrk="1" hangingPunct="1"/>
            <a:endParaRPr lang="en-GB" altLang="en-US"/>
          </a:p>
        </p:txBody>
      </p:sp>
      <p:sp>
        <p:nvSpPr>
          <p:cNvPr id="41989" name="Rectangle 4">
            <a:extLst>
              <a:ext uri="{FF2B5EF4-FFF2-40B4-BE49-F238E27FC236}">
                <a16:creationId xmlns:a16="http://schemas.microsoft.com/office/drawing/2014/main" id="{6ED5E626-05CA-29F5-8073-D0F6A07405D3}"/>
              </a:ext>
            </a:extLst>
          </p:cNvPr>
          <p:cNvSpPr>
            <a:spLocks noChangeArrowheads="1"/>
          </p:cNvSpPr>
          <p:nvPr/>
        </p:nvSpPr>
        <p:spPr bwMode="auto">
          <a:xfrm>
            <a:off x="3124200" y="2209800"/>
            <a:ext cx="2286000" cy="838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Plain text</a:t>
            </a:r>
          </a:p>
        </p:txBody>
      </p:sp>
      <p:sp>
        <p:nvSpPr>
          <p:cNvPr id="41990" name="Rectangle 5">
            <a:extLst>
              <a:ext uri="{FF2B5EF4-FFF2-40B4-BE49-F238E27FC236}">
                <a16:creationId xmlns:a16="http://schemas.microsoft.com/office/drawing/2014/main" id="{5788B728-A936-A5CD-C8CE-150B83E0ECD6}"/>
              </a:ext>
            </a:extLst>
          </p:cNvPr>
          <p:cNvSpPr>
            <a:spLocks noChangeArrowheads="1"/>
          </p:cNvSpPr>
          <p:nvPr/>
        </p:nvSpPr>
        <p:spPr bwMode="auto">
          <a:xfrm>
            <a:off x="31242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Encrypt</a:t>
            </a:r>
          </a:p>
        </p:txBody>
      </p:sp>
      <p:sp>
        <p:nvSpPr>
          <p:cNvPr id="41991" name="Rectangle 6">
            <a:extLst>
              <a:ext uri="{FF2B5EF4-FFF2-40B4-BE49-F238E27FC236}">
                <a16:creationId xmlns:a16="http://schemas.microsoft.com/office/drawing/2014/main" id="{1231A3E3-5A3F-6A51-3DD3-E857CDC4D329}"/>
              </a:ext>
            </a:extLst>
          </p:cNvPr>
          <p:cNvSpPr>
            <a:spLocks noChangeArrowheads="1"/>
          </p:cNvSpPr>
          <p:nvPr/>
        </p:nvSpPr>
        <p:spPr bwMode="auto">
          <a:xfrm>
            <a:off x="3124200" y="4876800"/>
            <a:ext cx="2362200" cy="7620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Cipher text</a:t>
            </a:r>
          </a:p>
        </p:txBody>
      </p:sp>
      <p:sp>
        <p:nvSpPr>
          <p:cNvPr id="41992" name="AutoShape 7">
            <a:extLst>
              <a:ext uri="{FF2B5EF4-FFF2-40B4-BE49-F238E27FC236}">
                <a16:creationId xmlns:a16="http://schemas.microsoft.com/office/drawing/2014/main" id="{31C0B7F0-4B86-9E39-D5E0-0F8295C35A33}"/>
              </a:ext>
            </a:extLst>
          </p:cNvPr>
          <p:cNvSpPr>
            <a:spLocks noChangeArrowheads="1"/>
          </p:cNvSpPr>
          <p:nvPr/>
        </p:nvSpPr>
        <p:spPr bwMode="auto">
          <a:xfrm>
            <a:off x="40386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1993" name="AutoShape 8">
            <a:extLst>
              <a:ext uri="{FF2B5EF4-FFF2-40B4-BE49-F238E27FC236}">
                <a16:creationId xmlns:a16="http://schemas.microsoft.com/office/drawing/2014/main" id="{87BED24B-3036-7359-4457-0FC3F9B81E12}"/>
              </a:ext>
            </a:extLst>
          </p:cNvPr>
          <p:cNvSpPr>
            <a:spLocks noChangeArrowheads="1"/>
          </p:cNvSpPr>
          <p:nvPr/>
        </p:nvSpPr>
        <p:spPr bwMode="auto">
          <a:xfrm>
            <a:off x="40386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1994" name="Rectangle 9">
            <a:extLst>
              <a:ext uri="{FF2B5EF4-FFF2-40B4-BE49-F238E27FC236}">
                <a16:creationId xmlns:a16="http://schemas.microsoft.com/office/drawing/2014/main" id="{DC3E3948-7635-5A02-C922-62FEF52719CE}"/>
              </a:ext>
            </a:extLst>
          </p:cNvPr>
          <p:cNvSpPr>
            <a:spLocks noChangeArrowheads="1"/>
          </p:cNvSpPr>
          <p:nvPr/>
        </p:nvSpPr>
        <p:spPr bwMode="auto">
          <a:xfrm>
            <a:off x="6781800" y="2209800"/>
            <a:ext cx="2286000" cy="838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My name is XYZ</a:t>
            </a:r>
          </a:p>
        </p:txBody>
      </p:sp>
      <p:sp>
        <p:nvSpPr>
          <p:cNvPr id="41995" name="Rectangle 10">
            <a:extLst>
              <a:ext uri="{FF2B5EF4-FFF2-40B4-BE49-F238E27FC236}">
                <a16:creationId xmlns:a16="http://schemas.microsoft.com/office/drawing/2014/main" id="{A896113E-0354-BF8B-92EB-6D1B08DEE0D4}"/>
              </a:ext>
            </a:extLst>
          </p:cNvPr>
          <p:cNvSpPr>
            <a:spLocks noChangeArrowheads="1"/>
          </p:cNvSpPr>
          <p:nvPr/>
        </p:nvSpPr>
        <p:spPr bwMode="auto">
          <a:xfrm>
            <a:off x="67818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Encrypt</a:t>
            </a:r>
          </a:p>
        </p:txBody>
      </p:sp>
      <p:sp>
        <p:nvSpPr>
          <p:cNvPr id="41996" name="Rectangle 11">
            <a:extLst>
              <a:ext uri="{FF2B5EF4-FFF2-40B4-BE49-F238E27FC236}">
                <a16:creationId xmlns:a16="http://schemas.microsoft.com/office/drawing/2014/main" id="{74DB22EC-9680-76F5-3588-98646B8FBDE5}"/>
              </a:ext>
            </a:extLst>
          </p:cNvPr>
          <p:cNvSpPr>
            <a:spLocks noChangeArrowheads="1"/>
          </p:cNvSpPr>
          <p:nvPr/>
        </p:nvSpPr>
        <p:spPr bwMode="auto">
          <a:xfrm>
            <a:off x="6781800" y="4876800"/>
            <a:ext cx="2362200" cy="7620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G%er@17*</a:t>
            </a:r>
          </a:p>
        </p:txBody>
      </p:sp>
      <p:sp>
        <p:nvSpPr>
          <p:cNvPr id="41997" name="AutoShape 12">
            <a:extLst>
              <a:ext uri="{FF2B5EF4-FFF2-40B4-BE49-F238E27FC236}">
                <a16:creationId xmlns:a16="http://schemas.microsoft.com/office/drawing/2014/main" id="{B61F9A84-D6A4-C946-3B85-264B33255275}"/>
              </a:ext>
            </a:extLst>
          </p:cNvPr>
          <p:cNvSpPr>
            <a:spLocks noChangeArrowheads="1"/>
          </p:cNvSpPr>
          <p:nvPr/>
        </p:nvSpPr>
        <p:spPr bwMode="auto">
          <a:xfrm>
            <a:off x="76962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1998" name="AutoShape 13">
            <a:extLst>
              <a:ext uri="{FF2B5EF4-FFF2-40B4-BE49-F238E27FC236}">
                <a16:creationId xmlns:a16="http://schemas.microsoft.com/office/drawing/2014/main" id="{BDC79DF2-3081-B359-2257-620995DE7DD0}"/>
              </a:ext>
            </a:extLst>
          </p:cNvPr>
          <p:cNvSpPr>
            <a:spLocks noChangeArrowheads="1"/>
          </p:cNvSpPr>
          <p:nvPr/>
        </p:nvSpPr>
        <p:spPr bwMode="auto">
          <a:xfrm>
            <a:off x="76962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Tree>
    <p:extLst>
      <p:ext uri="{BB962C8B-B14F-4D97-AF65-F5344CB8AC3E}">
        <p14:creationId xmlns:p14="http://schemas.microsoft.com/office/powerpoint/2010/main" val="1158850447"/>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7A982CEB-E24C-4F56-0EC0-B9C6E94E83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FEF088E-C7A0-4AA3-8D7D-651AEC821EAE}" type="slidenum">
              <a:rPr lang="en-US" altLang="en-US" sz="1400"/>
              <a:pPr>
                <a:spcBef>
                  <a:spcPct val="0"/>
                </a:spcBef>
                <a:buClrTx/>
                <a:buSzTx/>
                <a:buFontTx/>
                <a:buNone/>
              </a:pPr>
              <a:t>63</a:t>
            </a:fld>
            <a:endParaRPr lang="en-US" altLang="en-US" sz="1400"/>
          </a:p>
        </p:txBody>
      </p:sp>
      <p:sp>
        <p:nvSpPr>
          <p:cNvPr id="44035" name="Rectangle 2">
            <a:extLst>
              <a:ext uri="{FF2B5EF4-FFF2-40B4-BE49-F238E27FC236}">
                <a16:creationId xmlns:a16="http://schemas.microsoft.com/office/drawing/2014/main" id="{03B24FAB-6F06-09BC-C31D-E29513C847AE}"/>
              </a:ext>
            </a:extLst>
          </p:cNvPr>
          <p:cNvSpPr>
            <a:spLocks noGrp="1" noChangeArrowheads="1"/>
          </p:cNvSpPr>
          <p:nvPr>
            <p:ph type="title"/>
          </p:nvPr>
        </p:nvSpPr>
        <p:spPr/>
        <p:txBody>
          <a:bodyPr/>
          <a:lstStyle/>
          <a:p>
            <a:pPr eaLnBrk="1" hangingPunct="1"/>
            <a:r>
              <a:rPr lang="en-US" altLang="en-US"/>
              <a:t>Decryption</a:t>
            </a:r>
          </a:p>
        </p:txBody>
      </p:sp>
      <p:sp>
        <p:nvSpPr>
          <p:cNvPr id="44036" name="Rectangle 3">
            <a:extLst>
              <a:ext uri="{FF2B5EF4-FFF2-40B4-BE49-F238E27FC236}">
                <a16:creationId xmlns:a16="http://schemas.microsoft.com/office/drawing/2014/main" id="{BC2DD677-96AA-52B3-DE22-BEC0C5CC8928}"/>
              </a:ext>
            </a:extLst>
          </p:cNvPr>
          <p:cNvSpPr>
            <a:spLocks noGrp="1" noChangeArrowheads="1"/>
          </p:cNvSpPr>
          <p:nvPr>
            <p:ph type="body" idx="1"/>
          </p:nvPr>
        </p:nvSpPr>
        <p:spPr/>
        <p:txBody>
          <a:bodyPr/>
          <a:lstStyle/>
          <a:p>
            <a:pPr eaLnBrk="1" hangingPunct="1"/>
            <a:endParaRPr lang="en-GB" altLang="en-US"/>
          </a:p>
        </p:txBody>
      </p:sp>
      <p:sp>
        <p:nvSpPr>
          <p:cNvPr id="44037" name="Rectangle 4">
            <a:extLst>
              <a:ext uri="{FF2B5EF4-FFF2-40B4-BE49-F238E27FC236}">
                <a16:creationId xmlns:a16="http://schemas.microsoft.com/office/drawing/2014/main" id="{7416BEE7-7173-C779-EC20-C9D76AB49502}"/>
              </a:ext>
            </a:extLst>
          </p:cNvPr>
          <p:cNvSpPr>
            <a:spLocks noChangeArrowheads="1"/>
          </p:cNvSpPr>
          <p:nvPr/>
        </p:nvSpPr>
        <p:spPr bwMode="auto">
          <a:xfrm>
            <a:off x="3124200" y="2209800"/>
            <a:ext cx="2286000" cy="838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Cipher text</a:t>
            </a:r>
          </a:p>
        </p:txBody>
      </p:sp>
      <p:sp>
        <p:nvSpPr>
          <p:cNvPr id="44038" name="Rectangle 5">
            <a:extLst>
              <a:ext uri="{FF2B5EF4-FFF2-40B4-BE49-F238E27FC236}">
                <a16:creationId xmlns:a16="http://schemas.microsoft.com/office/drawing/2014/main" id="{A45E4C43-896D-93BF-089B-FEF2FEFD6A9A}"/>
              </a:ext>
            </a:extLst>
          </p:cNvPr>
          <p:cNvSpPr>
            <a:spLocks noChangeArrowheads="1"/>
          </p:cNvSpPr>
          <p:nvPr/>
        </p:nvSpPr>
        <p:spPr bwMode="auto">
          <a:xfrm>
            <a:off x="31242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Decrypt</a:t>
            </a:r>
          </a:p>
        </p:txBody>
      </p:sp>
      <p:sp>
        <p:nvSpPr>
          <p:cNvPr id="44039" name="Rectangle 6">
            <a:extLst>
              <a:ext uri="{FF2B5EF4-FFF2-40B4-BE49-F238E27FC236}">
                <a16:creationId xmlns:a16="http://schemas.microsoft.com/office/drawing/2014/main" id="{8EB05BE6-B80D-189D-D070-B5D99A697DE2}"/>
              </a:ext>
            </a:extLst>
          </p:cNvPr>
          <p:cNvSpPr>
            <a:spLocks noChangeArrowheads="1"/>
          </p:cNvSpPr>
          <p:nvPr/>
        </p:nvSpPr>
        <p:spPr bwMode="auto">
          <a:xfrm>
            <a:off x="3124200" y="4876800"/>
            <a:ext cx="2362200" cy="7620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Plain text</a:t>
            </a:r>
          </a:p>
        </p:txBody>
      </p:sp>
      <p:sp>
        <p:nvSpPr>
          <p:cNvPr id="44040" name="AutoShape 7">
            <a:extLst>
              <a:ext uri="{FF2B5EF4-FFF2-40B4-BE49-F238E27FC236}">
                <a16:creationId xmlns:a16="http://schemas.microsoft.com/office/drawing/2014/main" id="{2AFFAEC0-5140-35E7-3037-563122261890}"/>
              </a:ext>
            </a:extLst>
          </p:cNvPr>
          <p:cNvSpPr>
            <a:spLocks noChangeArrowheads="1"/>
          </p:cNvSpPr>
          <p:nvPr/>
        </p:nvSpPr>
        <p:spPr bwMode="auto">
          <a:xfrm>
            <a:off x="40386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4041" name="AutoShape 8">
            <a:extLst>
              <a:ext uri="{FF2B5EF4-FFF2-40B4-BE49-F238E27FC236}">
                <a16:creationId xmlns:a16="http://schemas.microsoft.com/office/drawing/2014/main" id="{1259D405-5323-C0CB-45BE-02E256ECD4E7}"/>
              </a:ext>
            </a:extLst>
          </p:cNvPr>
          <p:cNvSpPr>
            <a:spLocks noChangeArrowheads="1"/>
          </p:cNvSpPr>
          <p:nvPr/>
        </p:nvSpPr>
        <p:spPr bwMode="auto">
          <a:xfrm>
            <a:off x="40386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4042" name="Rectangle 9">
            <a:extLst>
              <a:ext uri="{FF2B5EF4-FFF2-40B4-BE49-F238E27FC236}">
                <a16:creationId xmlns:a16="http://schemas.microsoft.com/office/drawing/2014/main" id="{A1E3BA1D-38DE-239E-5EA8-89D019995E2E}"/>
              </a:ext>
            </a:extLst>
          </p:cNvPr>
          <p:cNvSpPr>
            <a:spLocks noChangeArrowheads="1"/>
          </p:cNvSpPr>
          <p:nvPr/>
        </p:nvSpPr>
        <p:spPr bwMode="auto">
          <a:xfrm>
            <a:off x="6781800" y="2209800"/>
            <a:ext cx="2286000" cy="838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G%er@17*</a:t>
            </a:r>
          </a:p>
          <a:p>
            <a:pPr algn="ctr" eaLnBrk="1" hangingPunct="1">
              <a:spcBef>
                <a:spcPct val="0"/>
              </a:spcBef>
              <a:buClrTx/>
              <a:buSzTx/>
              <a:buFontTx/>
              <a:buNone/>
            </a:pPr>
            <a:endParaRPr lang="en-US" altLang="en-US" sz="2400" dirty="0"/>
          </a:p>
        </p:txBody>
      </p:sp>
      <p:sp>
        <p:nvSpPr>
          <p:cNvPr id="44043" name="Rectangle 10">
            <a:extLst>
              <a:ext uri="{FF2B5EF4-FFF2-40B4-BE49-F238E27FC236}">
                <a16:creationId xmlns:a16="http://schemas.microsoft.com/office/drawing/2014/main" id="{E3BA7716-C14A-0E2A-B36C-E78A639047DE}"/>
              </a:ext>
            </a:extLst>
          </p:cNvPr>
          <p:cNvSpPr>
            <a:spLocks noChangeArrowheads="1"/>
          </p:cNvSpPr>
          <p:nvPr/>
        </p:nvSpPr>
        <p:spPr bwMode="auto">
          <a:xfrm>
            <a:off x="67818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Decrypt</a:t>
            </a:r>
          </a:p>
        </p:txBody>
      </p:sp>
      <p:sp>
        <p:nvSpPr>
          <p:cNvPr id="44044" name="Rectangle 11">
            <a:extLst>
              <a:ext uri="{FF2B5EF4-FFF2-40B4-BE49-F238E27FC236}">
                <a16:creationId xmlns:a16="http://schemas.microsoft.com/office/drawing/2014/main" id="{6F0DA329-E40D-43F7-8A40-0180DBBB5185}"/>
              </a:ext>
            </a:extLst>
          </p:cNvPr>
          <p:cNvSpPr>
            <a:spLocks noChangeArrowheads="1"/>
          </p:cNvSpPr>
          <p:nvPr/>
        </p:nvSpPr>
        <p:spPr bwMode="auto">
          <a:xfrm>
            <a:off x="6781800" y="4876800"/>
            <a:ext cx="2362200" cy="7620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t>My name is XYZ</a:t>
            </a:r>
          </a:p>
        </p:txBody>
      </p:sp>
      <p:sp>
        <p:nvSpPr>
          <p:cNvPr id="44045" name="AutoShape 12">
            <a:extLst>
              <a:ext uri="{FF2B5EF4-FFF2-40B4-BE49-F238E27FC236}">
                <a16:creationId xmlns:a16="http://schemas.microsoft.com/office/drawing/2014/main" id="{1E30F935-8133-DC2F-831A-53B5B3D56CF4}"/>
              </a:ext>
            </a:extLst>
          </p:cNvPr>
          <p:cNvSpPr>
            <a:spLocks noChangeArrowheads="1"/>
          </p:cNvSpPr>
          <p:nvPr/>
        </p:nvSpPr>
        <p:spPr bwMode="auto">
          <a:xfrm>
            <a:off x="76962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4046" name="AutoShape 13">
            <a:extLst>
              <a:ext uri="{FF2B5EF4-FFF2-40B4-BE49-F238E27FC236}">
                <a16:creationId xmlns:a16="http://schemas.microsoft.com/office/drawing/2014/main" id="{4AC420DC-29B6-DA78-CF45-0688F94BB262}"/>
              </a:ext>
            </a:extLst>
          </p:cNvPr>
          <p:cNvSpPr>
            <a:spLocks noChangeArrowheads="1"/>
          </p:cNvSpPr>
          <p:nvPr/>
        </p:nvSpPr>
        <p:spPr bwMode="auto">
          <a:xfrm>
            <a:off x="76962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Tree>
    <p:extLst>
      <p:ext uri="{BB962C8B-B14F-4D97-AF65-F5344CB8AC3E}">
        <p14:creationId xmlns:p14="http://schemas.microsoft.com/office/powerpoint/2010/main" val="3284307036"/>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41191477-C213-0F20-79E7-6C633B0879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1C27176-5023-4192-91D7-BF49E9A94383}" type="slidenum">
              <a:rPr lang="en-US" altLang="en-US" sz="1400"/>
              <a:pPr>
                <a:spcBef>
                  <a:spcPct val="0"/>
                </a:spcBef>
                <a:buClrTx/>
                <a:buSzTx/>
                <a:buFontTx/>
                <a:buNone/>
              </a:pPr>
              <a:t>64</a:t>
            </a:fld>
            <a:endParaRPr lang="en-US" altLang="en-US" sz="1400"/>
          </a:p>
        </p:txBody>
      </p:sp>
      <p:sp>
        <p:nvSpPr>
          <p:cNvPr id="55299" name="Rectangle 2">
            <a:extLst>
              <a:ext uri="{FF2B5EF4-FFF2-40B4-BE49-F238E27FC236}">
                <a16:creationId xmlns:a16="http://schemas.microsoft.com/office/drawing/2014/main" id="{6ADA65F5-CC4A-4623-253D-1327CC309B2D}"/>
              </a:ext>
            </a:extLst>
          </p:cNvPr>
          <p:cNvSpPr>
            <a:spLocks noGrp="1" noChangeArrowheads="1"/>
          </p:cNvSpPr>
          <p:nvPr>
            <p:ph type="title"/>
          </p:nvPr>
        </p:nvSpPr>
        <p:spPr/>
        <p:txBody>
          <a:bodyPr/>
          <a:lstStyle/>
          <a:p>
            <a:pPr eaLnBrk="1" hangingPunct="1"/>
            <a:r>
              <a:rPr lang="en-US" altLang="en-US"/>
              <a:t>Algorithm and Key</a:t>
            </a:r>
          </a:p>
        </p:txBody>
      </p:sp>
      <p:sp>
        <p:nvSpPr>
          <p:cNvPr id="55300" name="Rectangle 3">
            <a:extLst>
              <a:ext uri="{FF2B5EF4-FFF2-40B4-BE49-F238E27FC236}">
                <a16:creationId xmlns:a16="http://schemas.microsoft.com/office/drawing/2014/main" id="{451CE5E3-C96E-8918-5DF4-1C7921FC1913}"/>
              </a:ext>
            </a:extLst>
          </p:cNvPr>
          <p:cNvSpPr>
            <a:spLocks noGrp="1" noChangeArrowheads="1"/>
          </p:cNvSpPr>
          <p:nvPr>
            <p:ph type="body" idx="1"/>
          </p:nvPr>
        </p:nvSpPr>
        <p:spPr/>
        <p:txBody>
          <a:bodyPr>
            <a:normAutofit/>
          </a:bodyPr>
          <a:lstStyle/>
          <a:p>
            <a:pPr eaLnBrk="1" hangingPunct="1">
              <a:lnSpc>
                <a:spcPct val="90000"/>
              </a:lnSpc>
            </a:pPr>
            <a:r>
              <a:rPr lang="en-US" altLang="en-US" sz="3600" dirty="0"/>
              <a:t>Encryption/Decryption Algorithm</a:t>
            </a:r>
          </a:p>
          <a:p>
            <a:pPr lvl="1" eaLnBrk="1" hangingPunct="1">
              <a:lnSpc>
                <a:spcPct val="90000"/>
              </a:lnSpc>
            </a:pPr>
            <a:r>
              <a:rPr lang="en-US" altLang="en-US" sz="3200" dirty="0"/>
              <a:t>Specifies the operations to be performed</a:t>
            </a:r>
          </a:p>
          <a:p>
            <a:pPr lvl="1" eaLnBrk="1" hangingPunct="1">
              <a:lnSpc>
                <a:spcPct val="90000"/>
              </a:lnSpc>
            </a:pPr>
            <a:r>
              <a:rPr lang="en-US" altLang="en-US" sz="3200" dirty="0"/>
              <a:t>Examples: DES, IDEA, AES</a:t>
            </a:r>
          </a:p>
          <a:p>
            <a:pPr lvl="1" eaLnBrk="1" hangingPunct="1">
              <a:lnSpc>
                <a:spcPct val="90000"/>
              </a:lnSpc>
            </a:pPr>
            <a:r>
              <a:rPr lang="en-US" altLang="en-US" sz="3200" dirty="0"/>
              <a:t>Known to everybody</a:t>
            </a:r>
          </a:p>
          <a:p>
            <a:pPr eaLnBrk="1" hangingPunct="1">
              <a:lnSpc>
                <a:spcPct val="90000"/>
              </a:lnSpc>
            </a:pPr>
            <a:endParaRPr lang="en-US" altLang="en-US" sz="3600" dirty="0"/>
          </a:p>
          <a:p>
            <a:pPr eaLnBrk="1" hangingPunct="1">
              <a:lnSpc>
                <a:spcPct val="90000"/>
              </a:lnSpc>
            </a:pPr>
            <a:r>
              <a:rPr lang="en-US" altLang="en-US" sz="3600" dirty="0"/>
              <a:t>Key</a:t>
            </a:r>
          </a:p>
          <a:p>
            <a:pPr lvl="1" eaLnBrk="1" hangingPunct="1">
              <a:lnSpc>
                <a:spcPct val="90000"/>
              </a:lnSpc>
            </a:pPr>
            <a:r>
              <a:rPr lang="en-US" altLang="en-US" sz="3200" dirty="0"/>
              <a:t>Must be kept secret</a:t>
            </a:r>
          </a:p>
          <a:p>
            <a:pPr lvl="1" eaLnBrk="1" hangingPunct="1">
              <a:lnSpc>
                <a:spcPct val="90000"/>
              </a:lnSpc>
            </a:pPr>
            <a:r>
              <a:rPr lang="en-US" altLang="en-US" sz="3200" dirty="0"/>
              <a:t>Usually at least 128 bits</a:t>
            </a:r>
          </a:p>
          <a:p>
            <a:pPr lvl="1" eaLnBrk="1" hangingPunct="1">
              <a:lnSpc>
                <a:spcPct val="90000"/>
              </a:lnSpc>
            </a:pPr>
            <a:endParaRPr lang="en-US" altLang="en-US" sz="3200" dirty="0"/>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a:extLst>
              <a:ext uri="{FF2B5EF4-FFF2-40B4-BE49-F238E27FC236}">
                <a16:creationId xmlns:a16="http://schemas.microsoft.com/office/drawing/2014/main" id="{4ADF6C61-BE9A-2D2A-BDA4-4D2EDAC828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6DC7397-9C06-41B9-B84E-54038A0441F1}" type="slidenum">
              <a:rPr lang="en-US" altLang="en-US" sz="1400"/>
              <a:pPr>
                <a:spcBef>
                  <a:spcPct val="0"/>
                </a:spcBef>
                <a:buClrTx/>
                <a:buSzTx/>
                <a:buFontTx/>
                <a:buNone/>
              </a:pPr>
              <a:t>65</a:t>
            </a:fld>
            <a:endParaRPr lang="en-US" altLang="en-US" sz="1400"/>
          </a:p>
        </p:txBody>
      </p:sp>
      <p:sp>
        <p:nvSpPr>
          <p:cNvPr id="57347" name="Rectangle 2">
            <a:extLst>
              <a:ext uri="{FF2B5EF4-FFF2-40B4-BE49-F238E27FC236}">
                <a16:creationId xmlns:a16="http://schemas.microsoft.com/office/drawing/2014/main" id="{325B5A1E-B2DA-21B3-BF48-5694050329CE}"/>
              </a:ext>
            </a:extLst>
          </p:cNvPr>
          <p:cNvSpPr>
            <a:spLocks noGrp="1" noChangeArrowheads="1"/>
          </p:cNvSpPr>
          <p:nvPr>
            <p:ph type="title"/>
          </p:nvPr>
        </p:nvSpPr>
        <p:spPr/>
        <p:txBody>
          <a:bodyPr/>
          <a:lstStyle/>
          <a:p>
            <a:pPr eaLnBrk="1" hangingPunct="1"/>
            <a:r>
              <a:rPr lang="en-US" altLang="en-US"/>
              <a:t>Key Range</a:t>
            </a:r>
          </a:p>
        </p:txBody>
      </p:sp>
      <p:sp>
        <p:nvSpPr>
          <p:cNvPr id="57348" name="Rectangle 3">
            <a:extLst>
              <a:ext uri="{FF2B5EF4-FFF2-40B4-BE49-F238E27FC236}">
                <a16:creationId xmlns:a16="http://schemas.microsoft.com/office/drawing/2014/main" id="{05E9B8FE-A3CF-9407-268B-F71C2BED5C66}"/>
              </a:ext>
            </a:extLst>
          </p:cNvPr>
          <p:cNvSpPr>
            <a:spLocks noChangeArrowheads="1"/>
          </p:cNvSpPr>
          <p:nvPr/>
        </p:nvSpPr>
        <p:spPr bwMode="auto">
          <a:xfrm>
            <a:off x="1527175" y="2466976"/>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AU" altLang="en-US" sz="1200">
                <a:latin typeface="Times New Roman" panose="02020603050405020304" pitchFamily="18" charset="0"/>
                <a:cs typeface="Times New Roman" panose="02020603050405020304" pitchFamily="18" charset="0"/>
              </a:rPr>
              <a:t> </a:t>
            </a:r>
            <a:endParaRPr lang="en-US" altLang="en-US" sz="1200">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en-US" sz="2400">
              <a:latin typeface="Times New Roman" panose="02020603050405020304" pitchFamily="18" charset="0"/>
            </a:endParaRPr>
          </a:p>
        </p:txBody>
      </p:sp>
      <p:sp>
        <p:nvSpPr>
          <p:cNvPr id="57349" name="Text Box 4">
            <a:extLst>
              <a:ext uri="{FF2B5EF4-FFF2-40B4-BE49-F238E27FC236}">
                <a16:creationId xmlns:a16="http://schemas.microsoft.com/office/drawing/2014/main" id="{A2636A2C-3E58-19AD-9535-2B46844E4BB2}"/>
              </a:ext>
            </a:extLst>
          </p:cNvPr>
          <p:cNvSpPr txBox="1">
            <a:spLocks noChangeArrowheads="1"/>
          </p:cNvSpPr>
          <p:nvPr/>
        </p:nvSpPr>
        <p:spPr bwMode="auto">
          <a:xfrm>
            <a:off x="1400709" y="1289813"/>
            <a:ext cx="8483030" cy="528564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A 2-bit binary number has four possible states:</a:t>
            </a:r>
          </a:p>
          <a:p>
            <a:pPr>
              <a:spcBef>
                <a:spcPct val="0"/>
              </a:spcBef>
              <a:buClrTx/>
              <a:buSzTx/>
              <a:buFontTx/>
              <a:buNone/>
            </a:pPr>
            <a:r>
              <a:rPr lang="en-US" altLang="en-US" sz="1800" b="1">
                <a:latin typeface="Times New Roman" panose="02020603050405020304" pitchFamily="18" charset="0"/>
              </a:rPr>
              <a:t>00</a:t>
            </a:r>
          </a:p>
          <a:p>
            <a:pPr>
              <a:spcBef>
                <a:spcPct val="0"/>
              </a:spcBef>
              <a:buClrTx/>
              <a:buSzTx/>
              <a:buFontTx/>
              <a:buNone/>
            </a:pPr>
            <a:r>
              <a:rPr lang="en-US" altLang="en-US" sz="1800" b="1">
                <a:latin typeface="Times New Roman" panose="02020603050405020304" pitchFamily="18" charset="0"/>
              </a:rPr>
              <a:t>01</a:t>
            </a:r>
          </a:p>
          <a:p>
            <a:pPr>
              <a:spcBef>
                <a:spcPct val="0"/>
              </a:spcBef>
              <a:buClrTx/>
              <a:buSzTx/>
              <a:buFontTx/>
              <a:buNone/>
            </a:pPr>
            <a:r>
              <a:rPr lang="en-US" altLang="en-US" sz="1800" b="1">
                <a:latin typeface="Times New Roman" panose="02020603050405020304" pitchFamily="18" charset="0"/>
              </a:rPr>
              <a:t>10</a:t>
            </a:r>
          </a:p>
          <a:p>
            <a:pPr>
              <a:spcBef>
                <a:spcPct val="0"/>
              </a:spcBef>
              <a:buClrTx/>
              <a:buSzTx/>
              <a:buFontTx/>
              <a:buNone/>
            </a:pPr>
            <a:r>
              <a:rPr lang="en-US" altLang="en-US" sz="1800" b="1">
                <a:latin typeface="Times New Roman" panose="02020603050405020304" pitchFamily="18" charset="0"/>
              </a:rPr>
              <a:t>11</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Tx/>
              <a:buNone/>
            </a:pPr>
            <a:r>
              <a:rPr lang="en-US" altLang="en-US" sz="1800" b="1">
                <a:latin typeface="Times New Roman" panose="02020603050405020304" pitchFamily="18" charset="0"/>
              </a:rPr>
              <a:t>If we have one more bit to make it a 3-bit binary number, the number of possible states also doubles to eight, as follows:</a:t>
            </a:r>
          </a:p>
          <a:p>
            <a:pPr>
              <a:spcBef>
                <a:spcPct val="0"/>
              </a:spcBef>
              <a:buClrTx/>
              <a:buSzTx/>
              <a:buFontTx/>
              <a:buNone/>
            </a:pPr>
            <a:r>
              <a:rPr lang="en-US" altLang="en-US" sz="1800" b="1">
                <a:latin typeface="Times New Roman" panose="02020603050405020304" pitchFamily="18" charset="0"/>
              </a:rPr>
              <a:t>000</a:t>
            </a:r>
          </a:p>
          <a:p>
            <a:pPr>
              <a:spcBef>
                <a:spcPct val="0"/>
              </a:spcBef>
              <a:buClrTx/>
              <a:buSzTx/>
              <a:buFontTx/>
              <a:buNone/>
            </a:pPr>
            <a:r>
              <a:rPr lang="en-US" altLang="en-US" sz="1800" b="1">
                <a:latin typeface="Times New Roman" panose="02020603050405020304" pitchFamily="18" charset="0"/>
              </a:rPr>
              <a:t>001</a:t>
            </a:r>
          </a:p>
          <a:p>
            <a:pPr>
              <a:spcBef>
                <a:spcPct val="0"/>
              </a:spcBef>
              <a:buClrTx/>
              <a:buSzTx/>
              <a:buFontTx/>
              <a:buNone/>
            </a:pPr>
            <a:r>
              <a:rPr lang="en-US" altLang="en-US" sz="1800" b="1">
                <a:latin typeface="Times New Roman" panose="02020603050405020304" pitchFamily="18" charset="0"/>
              </a:rPr>
              <a:t>010</a:t>
            </a:r>
          </a:p>
          <a:p>
            <a:pPr>
              <a:spcBef>
                <a:spcPct val="0"/>
              </a:spcBef>
              <a:buClrTx/>
              <a:buSzTx/>
              <a:buFontTx/>
              <a:buNone/>
            </a:pPr>
            <a:r>
              <a:rPr lang="en-US" altLang="en-US" sz="1800" b="1">
                <a:latin typeface="Times New Roman" panose="02020603050405020304" pitchFamily="18" charset="0"/>
              </a:rPr>
              <a:t>011</a:t>
            </a:r>
          </a:p>
          <a:p>
            <a:pPr>
              <a:spcBef>
                <a:spcPct val="0"/>
              </a:spcBef>
              <a:buClrTx/>
              <a:buSzTx/>
              <a:buFontTx/>
              <a:buNone/>
            </a:pPr>
            <a:r>
              <a:rPr lang="en-US" altLang="en-US" sz="1800" b="1">
                <a:latin typeface="Times New Roman" panose="02020603050405020304" pitchFamily="18" charset="0"/>
              </a:rPr>
              <a:t>100</a:t>
            </a:r>
          </a:p>
          <a:p>
            <a:pPr>
              <a:spcBef>
                <a:spcPct val="0"/>
              </a:spcBef>
              <a:buClrTx/>
              <a:buSzTx/>
              <a:buFontTx/>
              <a:buNone/>
            </a:pPr>
            <a:r>
              <a:rPr lang="en-US" altLang="en-US" sz="1800" b="1">
                <a:latin typeface="Times New Roman" panose="02020603050405020304" pitchFamily="18" charset="0"/>
              </a:rPr>
              <a:t>101</a:t>
            </a:r>
          </a:p>
          <a:p>
            <a:pPr>
              <a:spcBef>
                <a:spcPct val="0"/>
              </a:spcBef>
              <a:buClrTx/>
              <a:buSzTx/>
              <a:buFontTx/>
              <a:buNone/>
            </a:pPr>
            <a:r>
              <a:rPr lang="en-US" altLang="en-US" sz="1800" b="1">
                <a:latin typeface="Times New Roman" panose="02020603050405020304" pitchFamily="18" charset="0"/>
              </a:rPr>
              <a:t>110</a:t>
            </a:r>
          </a:p>
          <a:p>
            <a:pPr>
              <a:spcBef>
                <a:spcPct val="0"/>
              </a:spcBef>
              <a:buClrTx/>
              <a:buSzTx/>
              <a:buFontTx/>
              <a:buNone/>
            </a:pPr>
            <a:r>
              <a:rPr lang="en-US" altLang="en-US" sz="1800" b="1">
                <a:latin typeface="Times New Roman" panose="02020603050405020304" pitchFamily="18" charset="0"/>
              </a:rPr>
              <a:t>111</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Tx/>
              <a:buNone/>
            </a:pPr>
            <a:r>
              <a:rPr lang="en-US" altLang="en-US" sz="1800" b="1">
                <a:latin typeface="Times New Roman" panose="02020603050405020304" pitchFamily="18" charset="0"/>
              </a:rPr>
              <a:t>In general, if an </a:t>
            </a:r>
            <a:r>
              <a:rPr lang="en-US" altLang="en-US" sz="1800" b="1" i="1">
                <a:latin typeface="Times New Roman" panose="02020603050405020304" pitchFamily="18" charset="0"/>
              </a:rPr>
              <a:t>n bit </a:t>
            </a:r>
            <a:r>
              <a:rPr lang="en-US" altLang="en-US" sz="1800" b="1">
                <a:latin typeface="Times New Roman" panose="02020603050405020304" pitchFamily="18" charset="0"/>
              </a:rPr>
              <a:t>binary number has </a:t>
            </a:r>
            <a:r>
              <a:rPr lang="en-US" altLang="en-US" sz="1800" b="1" i="1">
                <a:latin typeface="Times New Roman" panose="02020603050405020304" pitchFamily="18" charset="0"/>
              </a:rPr>
              <a:t>k</a:t>
            </a:r>
            <a:r>
              <a:rPr lang="en-US" altLang="en-US" sz="1800" b="1">
                <a:latin typeface="Times New Roman" panose="02020603050405020304" pitchFamily="18" charset="0"/>
              </a:rPr>
              <a:t> possible states, an </a:t>
            </a:r>
            <a:r>
              <a:rPr lang="en-US" altLang="en-US" sz="1800" b="1" i="1">
                <a:latin typeface="Times New Roman" panose="02020603050405020304" pitchFamily="18" charset="0"/>
              </a:rPr>
              <a:t>n+1 bit</a:t>
            </a:r>
            <a:r>
              <a:rPr lang="en-US" altLang="en-US" sz="1800" b="1">
                <a:latin typeface="Times New Roman" panose="02020603050405020304" pitchFamily="18" charset="0"/>
              </a:rPr>
              <a:t> binary number will have </a:t>
            </a:r>
            <a:r>
              <a:rPr lang="en-US" altLang="en-US" sz="1800" b="1" i="1">
                <a:latin typeface="Times New Roman" panose="02020603050405020304" pitchFamily="18" charset="0"/>
              </a:rPr>
              <a:t>2k</a:t>
            </a:r>
            <a:r>
              <a:rPr lang="en-US" altLang="en-US" sz="1800" b="1">
                <a:latin typeface="Times New Roman" panose="02020603050405020304" pitchFamily="18" charset="0"/>
              </a:rPr>
              <a:t> possible states.</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a:extLst>
              <a:ext uri="{FF2B5EF4-FFF2-40B4-BE49-F238E27FC236}">
                <a16:creationId xmlns:a16="http://schemas.microsoft.com/office/drawing/2014/main" id="{E0E77E96-4E9F-4B7F-9380-F556351F10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3976B05-98A9-433F-82DA-D7F652C0EAC0}" type="slidenum">
              <a:rPr lang="en-US" altLang="en-US" sz="1400"/>
              <a:pPr>
                <a:spcBef>
                  <a:spcPct val="0"/>
                </a:spcBef>
                <a:buClrTx/>
                <a:buSzTx/>
                <a:buFontTx/>
                <a:buNone/>
              </a:pPr>
              <a:t>66</a:t>
            </a:fld>
            <a:endParaRPr lang="en-US" altLang="en-US" sz="1400"/>
          </a:p>
        </p:txBody>
      </p:sp>
      <p:sp>
        <p:nvSpPr>
          <p:cNvPr id="59395" name="Rectangle 2">
            <a:extLst>
              <a:ext uri="{FF2B5EF4-FFF2-40B4-BE49-F238E27FC236}">
                <a16:creationId xmlns:a16="http://schemas.microsoft.com/office/drawing/2014/main" id="{D346A0B5-77A3-EDD3-3974-66195832B344}"/>
              </a:ext>
            </a:extLst>
          </p:cNvPr>
          <p:cNvSpPr>
            <a:spLocks noGrp="1" noChangeArrowheads="1"/>
          </p:cNvSpPr>
          <p:nvPr>
            <p:ph type="title"/>
          </p:nvPr>
        </p:nvSpPr>
        <p:spPr/>
        <p:txBody>
          <a:bodyPr/>
          <a:lstStyle/>
          <a:p>
            <a:pPr eaLnBrk="1" hangingPunct="1"/>
            <a:r>
              <a:rPr lang="en-US" altLang="en-US"/>
              <a:t>Brute Force Attack</a:t>
            </a:r>
          </a:p>
        </p:txBody>
      </p:sp>
      <p:sp>
        <p:nvSpPr>
          <p:cNvPr id="59396" name="Rectangle 3">
            <a:extLst>
              <a:ext uri="{FF2B5EF4-FFF2-40B4-BE49-F238E27FC236}">
                <a16:creationId xmlns:a16="http://schemas.microsoft.com/office/drawing/2014/main" id="{2A96CC3E-AB84-81AA-F522-3EEB0BB20463}"/>
              </a:ext>
            </a:extLst>
          </p:cNvPr>
          <p:cNvSpPr>
            <a:spLocks noChangeArrowheads="1"/>
          </p:cNvSpPr>
          <p:nvPr/>
        </p:nvSpPr>
        <p:spPr bwMode="auto">
          <a:xfrm>
            <a:off x="1527175" y="2466976"/>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AU" altLang="en-US" sz="1200">
                <a:latin typeface="Times New Roman" panose="02020603050405020304" pitchFamily="18" charset="0"/>
                <a:cs typeface="Times New Roman" panose="02020603050405020304" pitchFamily="18" charset="0"/>
              </a:rPr>
              <a:t> </a:t>
            </a:r>
            <a:endParaRPr lang="en-US" altLang="en-US" sz="1200">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en-US" sz="2400">
              <a:latin typeface="Times New Roman" panose="02020603050405020304" pitchFamily="18" charset="0"/>
            </a:endParaRPr>
          </a:p>
        </p:txBody>
      </p:sp>
      <p:grpSp>
        <p:nvGrpSpPr>
          <p:cNvPr id="59397" name="Group 4">
            <a:extLst>
              <a:ext uri="{FF2B5EF4-FFF2-40B4-BE49-F238E27FC236}">
                <a16:creationId xmlns:a16="http://schemas.microsoft.com/office/drawing/2014/main" id="{DB871745-857C-537A-720C-4E912DBF961C}"/>
              </a:ext>
            </a:extLst>
          </p:cNvPr>
          <p:cNvGrpSpPr>
            <a:grpSpLocks/>
          </p:cNvGrpSpPr>
          <p:nvPr/>
        </p:nvGrpSpPr>
        <p:grpSpPr bwMode="auto">
          <a:xfrm>
            <a:off x="963523" y="1267618"/>
            <a:ext cx="9701301" cy="5088732"/>
            <a:chOff x="1956" y="1440"/>
            <a:chExt cx="8412" cy="7764"/>
          </a:xfrm>
        </p:grpSpPr>
        <p:sp>
          <p:nvSpPr>
            <p:cNvPr id="59398" name="Rectangle 5">
              <a:extLst>
                <a:ext uri="{FF2B5EF4-FFF2-40B4-BE49-F238E27FC236}">
                  <a16:creationId xmlns:a16="http://schemas.microsoft.com/office/drawing/2014/main" id="{B26D419E-F398-B385-CD79-2B8DE706E07A}"/>
                </a:ext>
              </a:extLst>
            </p:cNvPr>
            <p:cNvSpPr>
              <a:spLocks noChangeArrowheads="1"/>
            </p:cNvSpPr>
            <p:nvPr/>
          </p:nvSpPr>
          <p:spPr bwMode="auto">
            <a:xfrm>
              <a:off x="1956" y="1440"/>
              <a:ext cx="8412" cy="776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399" name="Text Box 6">
              <a:extLst>
                <a:ext uri="{FF2B5EF4-FFF2-40B4-BE49-F238E27FC236}">
                  <a16:creationId xmlns:a16="http://schemas.microsoft.com/office/drawing/2014/main" id="{22B9F3CA-43ED-FD4B-2162-5334195A107C}"/>
                </a:ext>
              </a:extLst>
            </p:cNvPr>
            <p:cNvSpPr txBox="1">
              <a:spLocks noChangeArrowheads="1"/>
            </p:cNvSpPr>
            <p:nvPr/>
          </p:nvSpPr>
          <p:spPr bwMode="auto">
            <a:xfrm>
              <a:off x="3012" y="2700"/>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59400" name="Text Box 7">
              <a:extLst>
                <a:ext uri="{FF2B5EF4-FFF2-40B4-BE49-F238E27FC236}">
                  <a16:creationId xmlns:a16="http://schemas.microsoft.com/office/drawing/2014/main" id="{27A7F870-B4F8-DEEB-8A4E-11CE7AF992CD}"/>
                </a:ext>
              </a:extLst>
            </p:cNvPr>
            <p:cNvSpPr txBox="1">
              <a:spLocks noChangeArrowheads="1"/>
            </p:cNvSpPr>
            <p:nvPr/>
          </p:nvSpPr>
          <p:spPr bwMode="auto">
            <a:xfrm>
              <a:off x="2964" y="3226"/>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R$9O0-=-P;.</a:t>
              </a:r>
            </a:p>
          </p:txBody>
        </p:sp>
        <p:sp>
          <p:nvSpPr>
            <p:cNvPr id="59401" name="Text Box 8">
              <a:extLst>
                <a:ext uri="{FF2B5EF4-FFF2-40B4-BE49-F238E27FC236}">
                  <a16:creationId xmlns:a16="http://schemas.microsoft.com/office/drawing/2014/main" id="{E276B84F-350A-EEF7-C948-57ED683F9799}"/>
                </a:ext>
              </a:extLst>
            </p:cNvPr>
            <p:cNvSpPr txBox="1">
              <a:spLocks noChangeArrowheads="1"/>
            </p:cNvSpPr>
            <p:nvPr/>
          </p:nvSpPr>
          <p:spPr bwMode="auto">
            <a:xfrm>
              <a:off x="5532" y="3286"/>
              <a:ext cx="12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Decrypt</a:t>
              </a:r>
            </a:p>
          </p:txBody>
        </p:sp>
        <p:grpSp>
          <p:nvGrpSpPr>
            <p:cNvPr id="59402" name="Group 9">
              <a:extLst>
                <a:ext uri="{FF2B5EF4-FFF2-40B4-BE49-F238E27FC236}">
                  <a16:creationId xmlns:a16="http://schemas.microsoft.com/office/drawing/2014/main" id="{1DC5382D-EBFD-60E4-FC01-E7B14B21B123}"/>
                </a:ext>
              </a:extLst>
            </p:cNvPr>
            <p:cNvGrpSpPr>
              <a:grpSpLocks/>
            </p:cNvGrpSpPr>
            <p:nvPr/>
          </p:nvGrpSpPr>
          <p:grpSpPr bwMode="auto">
            <a:xfrm rot="-5401343">
              <a:off x="5296" y="2583"/>
              <a:ext cx="1008" cy="288"/>
              <a:chOff x="6480" y="4032"/>
              <a:chExt cx="1008" cy="288"/>
            </a:xfrm>
          </p:grpSpPr>
          <p:sp>
            <p:nvSpPr>
              <p:cNvPr id="59437" name="Line 10">
                <a:extLst>
                  <a:ext uri="{FF2B5EF4-FFF2-40B4-BE49-F238E27FC236}">
                    <a16:creationId xmlns:a16="http://schemas.microsoft.com/office/drawing/2014/main" id="{60AF2C77-4190-9749-17AF-2600741CC5A4}"/>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8" name="Oval 11">
                <a:extLst>
                  <a:ext uri="{FF2B5EF4-FFF2-40B4-BE49-F238E27FC236}">
                    <a16:creationId xmlns:a16="http://schemas.microsoft.com/office/drawing/2014/main" id="{EF7596D9-238D-B71E-0D16-94FF4CC2D835}"/>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39" name="Line 12">
                <a:extLst>
                  <a:ext uri="{FF2B5EF4-FFF2-40B4-BE49-F238E27FC236}">
                    <a16:creationId xmlns:a16="http://schemas.microsoft.com/office/drawing/2014/main" id="{CD6E3122-3B31-5F40-5CB3-6440F676910B}"/>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40" name="Line 13">
                <a:extLst>
                  <a:ext uri="{FF2B5EF4-FFF2-40B4-BE49-F238E27FC236}">
                    <a16:creationId xmlns:a16="http://schemas.microsoft.com/office/drawing/2014/main" id="{5C6B1C83-CC0D-A016-4430-1B273C5EA9EB}"/>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41" name="Line 14">
                <a:extLst>
                  <a:ext uri="{FF2B5EF4-FFF2-40B4-BE49-F238E27FC236}">
                    <a16:creationId xmlns:a16="http://schemas.microsoft.com/office/drawing/2014/main" id="{4B5FF316-84AB-C17E-47BB-62B9DD40F11C}"/>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grpSp>
        <p:sp>
          <p:nvSpPr>
            <p:cNvPr id="59403" name="AutoShape 15">
              <a:extLst>
                <a:ext uri="{FF2B5EF4-FFF2-40B4-BE49-F238E27FC236}">
                  <a16:creationId xmlns:a16="http://schemas.microsoft.com/office/drawing/2014/main" id="{23284313-3D99-9507-EA4C-3CEDA6EAA97A}"/>
                </a:ext>
              </a:extLst>
            </p:cNvPr>
            <p:cNvSpPr>
              <a:spLocks noChangeArrowheads="1"/>
            </p:cNvSpPr>
            <p:nvPr/>
          </p:nvSpPr>
          <p:spPr bwMode="auto">
            <a:xfrm>
              <a:off x="4764" y="3318"/>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04" name="Text Box 16">
              <a:extLst>
                <a:ext uri="{FF2B5EF4-FFF2-40B4-BE49-F238E27FC236}">
                  <a16:creationId xmlns:a16="http://schemas.microsoft.com/office/drawing/2014/main" id="{C9E6FBC3-3218-2F8C-3ECC-7A3FE1EE64D1}"/>
                </a:ext>
              </a:extLst>
            </p:cNvPr>
            <p:cNvSpPr txBox="1">
              <a:spLocks noChangeArrowheads="1"/>
            </p:cNvSpPr>
            <p:nvPr/>
          </p:nvSpPr>
          <p:spPr bwMode="auto">
            <a:xfrm>
              <a:off x="6144" y="2202"/>
              <a:ext cx="1848" cy="708"/>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Try with key = 0</a:t>
              </a:r>
            </a:p>
          </p:txBody>
        </p:sp>
        <p:sp>
          <p:nvSpPr>
            <p:cNvPr id="59405" name="Text Box 17">
              <a:extLst>
                <a:ext uri="{FF2B5EF4-FFF2-40B4-BE49-F238E27FC236}">
                  <a16:creationId xmlns:a16="http://schemas.microsoft.com/office/drawing/2014/main" id="{F26C14D3-9567-5BBB-CA91-D4DF23D47F80}"/>
                </a:ext>
              </a:extLst>
            </p:cNvPr>
            <p:cNvSpPr txBox="1">
              <a:spLocks noChangeArrowheads="1"/>
            </p:cNvSpPr>
            <p:nvPr/>
          </p:nvSpPr>
          <p:spPr bwMode="auto">
            <a:xfrm>
              <a:off x="8040" y="2688"/>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Plain text</a:t>
              </a:r>
            </a:p>
          </p:txBody>
        </p:sp>
        <p:sp>
          <p:nvSpPr>
            <p:cNvPr id="59406" name="Text Box 18">
              <a:extLst>
                <a:ext uri="{FF2B5EF4-FFF2-40B4-BE49-F238E27FC236}">
                  <a16:creationId xmlns:a16="http://schemas.microsoft.com/office/drawing/2014/main" id="{E28BB22A-F00F-BA9B-EA34-B2ECDE6B25BC}"/>
                </a:ext>
              </a:extLst>
            </p:cNvPr>
            <p:cNvSpPr txBox="1">
              <a:spLocks noChangeArrowheads="1"/>
            </p:cNvSpPr>
            <p:nvPr/>
          </p:nvSpPr>
          <p:spPr bwMode="auto">
            <a:xfrm>
              <a:off x="7992" y="3214"/>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V^510-&gt;o2</a:t>
              </a:r>
            </a:p>
          </p:txBody>
        </p:sp>
        <p:sp>
          <p:nvSpPr>
            <p:cNvPr id="59407" name="AutoShape 19">
              <a:extLst>
                <a:ext uri="{FF2B5EF4-FFF2-40B4-BE49-F238E27FC236}">
                  <a16:creationId xmlns:a16="http://schemas.microsoft.com/office/drawing/2014/main" id="{204E2321-8699-CB76-46BA-185290A04523}"/>
                </a:ext>
              </a:extLst>
            </p:cNvPr>
            <p:cNvSpPr>
              <a:spLocks noChangeArrowheads="1"/>
            </p:cNvSpPr>
            <p:nvPr/>
          </p:nvSpPr>
          <p:spPr bwMode="auto">
            <a:xfrm>
              <a:off x="7236" y="3342"/>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08" name="Text Box 20">
              <a:extLst>
                <a:ext uri="{FF2B5EF4-FFF2-40B4-BE49-F238E27FC236}">
                  <a16:creationId xmlns:a16="http://schemas.microsoft.com/office/drawing/2014/main" id="{C6E0CCBC-3A49-6EF6-8A3E-AE2138108EDC}"/>
                </a:ext>
              </a:extLst>
            </p:cNvPr>
            <p:cNvSpPr txBox="1">
              <a:spLocks noChangeArrowheads="1"/>
            </p:cNvSpPr>
            <p:nvPr/>
          </p:nvSpPr>
          <p:spPr bwMode="auto">
            <a:xfrm>
              <a:off x="3012" y="4692"/>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59409" name="Text Box 21">
              <a:extLst>
                <a:ext uri="{FF2B5EF4-FFF2-40B4-BE49-F238E27FC236}">
                  <a16:creationId xmlns:a16="http://schemas.microsoft.com/office/drawing/2014/main" id="{7A192359-3424-1F96-7ADE-5B2AF12D1AE1}"/>
                </a:ext>
              </a:extLst>
            </p:cNvPr>
            <p:cNvSpPr txBox="1">
              <a:spLocks noChangeArrowheads="1"/>
            </p:cNvSpPr>
            <p:nvPr/>
          </p:nvSpPr>
          <p:spPr bwMode="auto">
            <a:xfrm>
              <a:off x="2964" y="5218"/>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R$9O0-=-P;.</a:t>
              </a:r>
            </a:p>
          </p:txBody>
        </p:sp>
        <p:sp>
          <p:nvSpPr>
            <p:cNvPr id="59410" name="Text Box 22">
              <a:extLst>
                <a:ext uri="{FF2B5EF4-FFF2-40B4-BE49-F238E27FC236}">
                  <a16:creationId xmlns:a16="http://schemas.microsoft.com/office/drawing/2014/main" id="{2E4AB72C-B780-9343-6847-FD0ED024AA55}"/>
                </a:ext>
              </a:extLst>
            </p:cNvPr>
            <p:cNvSpPr txBox="1">
              <a:spLocks noChangeArrowheads="1"/>
            </p:cNvSpPr>
            <p:nvPr/>
          </p:nvSpPr>
          <p:spPr bwMode="auto">
            <a:xfrm>
              <a:off x="5532" y="5278"/>
              <a:ext cx="12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Decrypt</a:t>
              </a:r>
            </a:p>
          </p:txBody>
        </p:sp>
        <p:grpSp>
          <p:nvGrpSpPr>
            <p:cNvPr id="59411" name="Group 23">
              <a:extLst>
                <a:ext uri="{FF2B5EF4-FFF2-40B4-BE49-F238E27FC236}">
                  <a16:creationId xmlns:a16="http://schemas.microsoft.com/office/drawing/2014/main" id="{D994D6F1-92B7-AA90-1A11-23BC3919BF8E}"/>
                </a:ext>
              </a:extLst>
            </p:cNvPr>
            <p:cNvGrpSpPr>
              <a:grpSpLocks/>
            </p:cNvGrpSpPr>
            <p:nvPr/>
          </p:nvGrpSpPr>
          <p:grpSpPr bwMode="auto">
            <a:xfrm rot="-5401343">
              <a:off x="5296" y="4575"/>
              <a:ext cx="1008" cy="288"/>
              <a:chOff x="6480" y="4032"/>
              <a:chExt cx="1008" cy="288"/>
            </a:xfrm>
          </p:grpSpPr>
          <p:sp>
            <p:nvSpPr>
              <p:cNvPr id="59432" name="Line 24">
                <a:extLst>
                  <a:ext uri="{FF2B5EF4-FFF2-40B4-BE49-F238E27FC236}">
                    <a16:creationId xmlns:a16="http://schemas.microsoft.com/office/drawing/2014/main" id="{48EA4544-2F0F-7131-E720-2C66C077D054}"/>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3" name="Oval 25">
                <a:extLst>
                  <a:ext uri="{FF2B5EF4-FFF2-40B4-BE49-F238E27FC236}">
                    <a16:creationId xmlns:a16="http://schemas.microsoft.com/office/drawing/2014/main" id="{C092E4F6-6FBC-BB89-9BA4-CBF16059FAC0}"/>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34" name="Line 26">
                <a:extLst>
                  <a:ext uri="{FF2B5EF4-FFF2-40B4-BE49-F238E27FC236}">
                    <a16:creationId xmlns:a16="http://schemas.microsoft.com/office/drawing/2014/main" id="{A6D2501F-7707-72B0-C73A-2FAE351A9AB2}"/>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5" name="Line 27">
                <a:extLst>
                  <a:ext uri="{FF2B5EF4-FFF2-40B4-BE49-F238E27FC236}">
                    <a16:creationId xmlns:a16="http://schemas.microsoft.com/office/drawing/2014/main" id="{18E716BD-7473-AE0A-4817-427BAE7808E8}"/>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6" name="Line 28">
                <a:extLst>
                  <a:ext uri="{FF2B5EF4-FFF2-40B4-BE49-F238E27FC236}">
                    <a16:creationId xmlns:a16="http://schemas.microsoft.com/office/drawing/2014/main" id="{73CDDC44-7F7D-5FB2-1CC2-EC336AA5C986}"/>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grpSp>
        <p:sp>
          <p:nvSpPr>
            <p:cNvPr id="59412" name="AutoShape 29">
              <a:extLst>
                <a:ext uri="{FF2B5EF4-FFF2-40B4-BE49-F238E27FC236}">
                  <a16:creationId xmlns:a16="http://schemas.microsoft.com/office/drawing/2014/main" id="{7CC87502-5280-B2A7-56CC-2981C16D8DBB}"/>
                </a:ext>
              </a:extLst>
            </p:cNvPr>
            <p:cNvSpPr>
              <a:spLocks noChangeArrowheads="1"/>
            </p:cNvSpPr>
            <p:nvPr/>
          </p:nvSpPr>
          <p:spPr bwMode="auto">
            <a:xfrm>
              <a:off x="4764" y="5310"/>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13" name="Text Box 30">
              <a:extLst>
                <a:ext uri="{FF2B5EF4-FFF2-40B4-BE49-F238E27FC236}">
                  <a16:creationId xmlns:a16="http://schemas.microsoft.com/office/drawing/2014/main" id="{9E7B7734-DCDB-FC80-4252-20243E6407C8}"/>
                </a:ext>
              </a:extLst>
            </p:cNvPr>
            <p:cNvSpPr txBox="1">
              <a:spLocks noChangeArrowheads="1"/>
            </p:cNvSpPr>
            <p:nvPr/>
          </p:nvSpPr>
          <p:spPr bwMode="auto">
            <a:xfrm>
              <a:off x="6144" y="4194"/>
              <a:ext cx="1824" cy="708"/>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Try with key = 1</a:t>
              </a:r>
            </a:p>
          </p:txBody>
        </p:sp>
        <p:sp>
          <p:nvSpPr>
            <p:cNvPr id="59414" name="Text Box 31">
              <a:extLst>
                <a:ext uri="{FF2B5EF4-FFF2-40B4-BE49-F238E27FC236}">
                  <a16:creationId xmlns:a16="http://schemas.microsoft.com/office/drawing/2014/main" id="{579B2604-3521-4BCB-48C0-630D7FA29DE7}"/>
                </a:ext>
              </a:extLst>
            </p:cNvPr>
            <p:cNvSpPr txBox="1">
              <a:spLocks noChangeArrowheads="1"/>
            </p:cNvSpPr>
            <p:nvPr/>
          </p:nvSpPr>
          <p:spPr bwMode="auto">
            <a:xfrm>
              <a:off x="8040" y="4680"/>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Plain text</a:t>
              </a:r>
            </a:p>
          </p:txBody>
        </p:sp>
        <p:sp>
          <p:nvSpPr>
            <p:cNvPr id="59415" name="Text Box 32">
              <a:extLst>
                <a:ext uri="{FF2B5EF4-FFF2-40B4-BE49-F238E27FC236}">
                  <a16:creationId xmlns:a16="http://schemas.microsoft.com/office/drawing/2014/main" id="{2C47558D-D98A-067C-C834-A3C3BA39E734}"/>
                </a:ext>
              </a:extLst>
            </p:cNvPr>
            <p:cNvSpPr txBox="1">
              <a:spLocks noChangeArrowheads="1"/>
            </p:cNvSpPr>
            <p:nvPr/>
          </p:nvSpPr>
          <p:spPr bwMode="auto">
            <a:xfrm>
              <a:off x="7992" y="5206"/>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7/5vc_=;a1</a:t>
              </a:r>
            </a:p>
          </p:txBody>
        </p:sp>
        <p:sp>
          <p:nvSpPr>
            <p:cNvPr id="59416" name="AutoShape 33">
              <a:extLst>
                <a:ext uri="{FF2B5EF4-FFF2-40B4-BE49-F238E27FC236}">
                  <a16:creationId xmlns:a16="http://schemas.microsoft.com/office/drawing/2014/main" id="{A11A23AB-FE65-71E8-719B-4351DE8B4102}"/>
                </a:ext>
              </a:extLst>
            </p:cNvPr>
            <p:cNvSpPr>
              <a:spLocks noChangeArrowheads="1"/>
            </p:cNvSpPr>
            <p:nvPr/>
          </p:nvSpPr>
          <p:spPr bwMode="auto">
            <a:xfrm>
              <a:off x="7236" y="5334"/>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17" name="Text Box 34">
              <a:extLst>
                <a:ext uri="{FF2B5EF4-FFF2-40B4-BE49-F238E27FC236}">
                  <a16:creationId xmlns:a16="http://schemas.microsoft.com/office/drawing/2014/main" id="{5A0F4E2B-109D-D33C-5AA5-89BB5939318F}"/>
                </a:ext>
              </a:extLst>
            </p:cNvPr>
            <p:cNvSpPr txBox="1">
              <a:spLocks noChangeArrowheads="1"/>
            </p:cNvSpPr>
            <p:nvPr/>
          </p:nvSpPr>
          <p:spPr bwMode="auto">
            <a:xfrm>
              <a:off x="3036" y="7714"/>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59418" name="Text Box 35">
              <a:extLst>
                <a:ext uri="{FF2B5EF4-FFF2-40B4-BE49-F238E27FC236}">
                  <a16:creationId xmlns:a16="http://schemas.microsoft.com/office/drawing/2014/main" id="{0204F944-A6A9-8E72-BD7F-A24D05920687}"/>
                </a:ext>
              </a:extLst>
            </p:cNvPr>
            <p:cNvSpPr txBox="1">
              <a:spLocks noChangeArrowheads="1"/>
            </p:cNvSpPr>
            <p:nvPr/>
          </p:nvSpPr>
          <p:spPr bwMode="auto">
            <a:xfrm>
              <a:off x="2988" y="8240"/>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R$9O0-=-P;.</a:t>
              </a:r>
            </a:p>
          </p:txBody>
        </p:sp>
        <p:sp>
          <p:nvSpPr>
            <p:cNvPr id="59419" name="Text Box 36">
              <a:extLst>
                <a:ext uri="{FF2B5EF4-FFF2-40B4-BE49-F238E27FC236}">
                  <a16:creationId xmlns:a16="http://schemas.microsoft.com/office/drawing/2014/main" id="{F44EECEB-8A65-C849-AD00-EDB91AC751BF}"/>
                </a:ext>
              </a:extLst>
            </p:cNvPr>
            <p:cNvSpPr txBox="1">
              <a:spLocks noChangeArrowheads="1"/>
            </p:cNvSpPr>
            <p:nvPr/>
          </p:nvSpPr>
          <p:spPr bwMode="auto">
            <a:xfrm>
              <a:off x="5556" y="8300"/>
              <a:ext cx="12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Decrypt</a:t>
              </a:r>
            </a:p>
          </p:txBody>
        </p:sp>
        <p:grpSp>
          <p:nvGrpSpPr>
            <p:cNvPr id="59420" name="Group 37">
              <a:extLst>
                <a:ext uri="{FF2B5EF4-FFF2-40B4-BE49-F238E27FC236}">
                  <a16:creationId xmlns:a16="http://schemas.microsoft.com/office/drawing/2014/main" id="{5DAFF341-2279-65B4-0E33-BB796A2B982C}"/>
                </a:ext>
              </a:extLst>
            </p:cNvPr>
            <p:cNvGrpSpPr>
              <a:grpSpLocks/>
            </p:cNvGrpSpPr>
            <p:nvPr/>
          </p:nvGrpSpPr>
          <p:grpSpPr bwMode="auto">
            <a:xfrm rot="-5401343">
              <a:off x="5320" y="7597"/>
              <a:ext cx="1008" cy="288"/>
              <a:chOff x="6480" y="4032"/>
              <a:chExt cx="1008" cy="288"/>
            </a:xfrm>
          </p:grpSpPr>
          <p:sp>
            <p:nvSpPr>
              <p:cNvPr id="59427" name="Line 38">
                <a:extLst>
                  <a:ext uri="{FF2B5EF4-FFF2-40B4-BE49-F238E27FC236}">
                    <a16:creationId xmlns:a16="http://schemas.microsoft.com/office/drawing/2014/main" id="{351EC017-3F84-FF7D-09F2-5D05A93C42E1}"/>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28" name="Oval 39">
                <a:extLst>
                  <a:ext uri="{FF2B5EF4-FFF2-40B4-BE49-F238E27FC236}">
                    <a16:creationId xmlns:a16="http://schemas.microsoft.com/office/drawing/2014/main" id="{94D2C927-A70C-D233-9E70-509D73D2CA90}"/>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29" name="Line 40">
                <a:extLst>
                  <a:ext uri="{FF2B5EF4-FFF2-40B4-BE49-F238E27FC236}">
                    <a16:creationId xmlns:a16="http://schemas.microsoft.com/office/drawing/2014/main" id="{C73DABE7-1E65-431F-D15F-B4AB1A562D4F}"/>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0" name="Line 41">
                <a:extLst>
                  <a:ext uri="{FF2B5EF4-FFF2-40B4-BE49-F238E27FC236}">
                    <a16:creationId xmlns:a16="http://schemas.microsoft.com/office/drawing/2014/main" id="{7301869D-BAAA-7442-1C46-E9EBE054EEFA}"/>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sp>
            <p:nvSpPr>
              <p:cNvPr id="59431" name="Line 42">
                <a:extLst>
                  <a:ext uri="{FF2B5EF4-FFF2-40B4-BE49-F238E27FC236}">
                    <a16:creationId xmlns:a16="http://schemas.microsoft.com/office/drawing/2014/main" id="{F31FBCDA-5CDC-0324-25D8-0BE28CF8CE9C}"/>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3200"/>
              </a:p>
            </p:txBody>
          </p:sp>
        </p:grpSp>
        <p:sp>
          <p:nvSpPr>
            <p:cNvPr id="59421" name="AutoShape 43">
              <a:extLst>
                <a:ext uri="{FF2B5EF4-FFF2-40B4-BE49-F238E27FC236}">
                  <a16:creationId xmlns:a16="http://schemas.microsoft.com/office/drawing/2014/main" id="{F8B98B47-A3EB-E250-DC44-4C76866E0DEF}"/>
                </a:ext>
              </a:extLst>
            </p:cNvPr>
            <p:cNvSpPr>
              <a:spLocks noChangeArrowheads="1"/>
            </p:cNvSpPr>
            <p:nvPr/>
          </p:nvSpPr>
          <p:spPr bwMode="auto">
            <a:xfrm>
              <a:off x="4788" y="8332"/>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22" name="Text Box 44">
              <a:extLst>
                <a:ext uri="{FF2B5EF4-FFF2-40B4-BE49-F238E27FC236}">
                  <a16:creationId xmlns:a16="http://schemas.microsoft.com/office/drawing/2014/main" id="{C6107AE1-88ED-8946-427E-51BAEA9D4AEC}"/>
                </a:ext>
              </a:extLst>
            </p:cNvPr>
            <p:cNvSpPr txBox="1">
              <a:spLocks noChangeArrowheads="1"/>
            </p:cNvSpPr>
            <p:nvPr/>
          </p:nvSpPr>
          <p:spPr bwMode="auto">
            <a:xfrm>
              <a:off x="6168" y="7216"/>
              <a:ext cx="1848" cy="708"/>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Try with key = 90,171,451,191</a:t>
              </a:r>
            </a:p>
          </p:txBody>
        </p:sp>
        <p:sp>
          <p:nvSpPr>
            <p:cNvPr id="59423" name="Text Box 45">
              <a:extLst>
                <a:ext uri="{FF2B5EF4-FFF2-40B4-BE49-F238E27FC236}">
                  <a16:creationId xmlns:a16="http://schemas.microsoft.com/office/drawing/2014/main" id="{14DF609D-68A0-16D0-3CA9-483D8E2B2769}"/>
                </a:ext>
              </a:extLst>
            </p:cNvPr>
            <p:cNvSpPr txBox="1">
              <a:spLocks noChangeArrowheads="1"/>
            </p:cNvSpPr>
            <p:nvPr/>
          </p:nvSpPr>
          <p:spPr bwMode="auto">
            <a:xfrm>
              <a:off x="8064" y="7702"/>
              <a:ext cx="1428"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Plain text</a:t>
              </a:r>
            </a:p>
          </p:txBody>
        </p:sp>
        <p:sp>
          <p:nvSpPr>
            <p:cNvPr id="59424" name="Text Box 46">
              <a:extLst>
                <a:ext uri="{FF2B5EF4-FFF2-40B4-BE49-F238E27FC236}">
                  <a16:creationId xmlns:a16="http://schemas.microsoft.com/office/drawing/2014/main" id="{EAC9D083-242B-8F77-B73A-950241BA176B}"/>
                </a:ext>
              </a:extLst>
            </p:cNvPr>
            <p:cNvSpPr txBox="1">
              <a:spLocks noChangeArrowheads="1"/>
            </p:cNvSpPr>
            <p:nvPr/>
          </p:nvSpPr>
          <p:spPr bwMode="auto">
            <a:xfrm>
              <a:off x="8016" y="8228"/>
              <a:ext cx="1512" cy="4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To: Payroll</a:t>
              </a:r>
            </a:p>
          </p:txBody>
        </p:sp>
        <p:sp>
          <p:nvSpPr>
            <p:cNvPr id="59425" name="AutoShape 47">
              <a:extLst>
                <a:ext uri="{FF2B5EF4-FFF2-40B4-BE49-F238E27FC236}">
                  <a16:creationId xmlns:a16="http://schemas.microsoft.com/office/drawing/2014/main" id="{46F89361-6555-34B2-3441-EFCE2B45DA60}"/>
                </a:ext>
              </a:extLst>
            </p:cNvPr>
            <p:cNvSpPr>
              <a:spLocks noChangeArrowheads="1"/>
            </p:cNvSpPr>
            <p:nvPr/>
          </p:nvSpPr>
          <p:spPr bwMode="auto">
            <a:xfrm>
              <a:off x="7260" y="8356"/>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a:p>
          </p:txBody>
        </p:sp>
        <p:sp>
          <p:nvSpPr>
            <p:cNvPr id="59426" name="Text Box 48">
              <a:extLst>
                <a:ext uri="{FF2B5EF4-FFF2-40B4-BE49-F238E27FC236}">
                  <a16:creationId xmlns:a16="http://schemas.microsoft.com/office/drawing/2014/main" id="{CC8A635D-90E5-CCDC-CE6E-B6C439BE7133}"/>
                </a:ext>
              </a:extLst>
            </p:cNvPr>
            <p:cNvSpPr txBox="1">
              <a:spLocks noChangeArrowheads="1"/>
            </p:cNvSpPr>
            <p:nvPr/>
          </p:nvSpPr>
          <p:spPr bwMode="auto">
            <a:xfrm>
              <a:off x="5568" y="5952"/>
              <a:ext cx="492" cy="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sym typeface="Symbol" panose="05050102010706020507" pitchFamily="18" charset="2"/>
                </a:rPr>
                <a:t></a:t>
              </a:r>
              <a:endParaRPr lang="en-US" altLang="en-US" sz="2000">
                <a:latin typeface="Times New Roman" panose="02020603050405020304" pitchFamily="18" charset="0"/>
              </a:endParaRPr>
            </a:p>
            <a:p>
              <a:pPr>
                <a:spcBef>
                  <a:spcPct val="0"/>
                </a:spcBef>
                <a:buClrTx/>
                <a:buSzTx/>
                <a:buFontTx/>
                <a:buNone/>
              </a:pPr>
              <a:r>
                <a:rPr lang="en-US" altLang="en-US" sz="2000">
                  <a:latin typeface="Times New Roman" panose="02020603050405020304" pitchFamily="18" charset="0"/>
                  <a:sym typeface="Symbol" panose="05050102010706020507" pitchFamily="18" charset="2"/>
                </a:rPr>
                <a:t></a:t>
              </a:r>
              <a:endParaRPr lang="en-US" altLang="en-US" sz="2000">
                <a:latin typeface="Times New Roman" panose="02020603050405020304" pitchFamily="18" charset="0"/>
              </a:endParaRPr>
            </a:p>
            <a:p>
              <a:pPr>
                <a:spcBef>
                  <a:spcPct val="0"/>
                </a:spcBef>
                <a:buClrTx/>
                <a:buSzTx/>
                <a:buFontTx/>
                <a:buNone/>
              </a:pPr>
              <a:r>
                <a:rPr lang="en-US" altLang="en-US" sz="2000">
                  <a:latin typeface="Times New Roman" panose="02020603050405020304" pitchFamily="18" charset="0"/>
                  <a:sym typeface="Symbol" panose="05050102010706020507" pitchFamily="18" charset="2"/>
                </a:rPr>
                <a:t></a:t>
              </a:r>
              <a:endParaRPr lang="en-US" altLang="en-US" sz="2000">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4">
            <a:extLst>
              <a:ext uri="{FF2B5EF4-FFF2-40B4-BE49-F238E27FC236}">
                <a16:creationId xmlns:a16="http://schemas.microsoft.com/office/drawing/2014/main" id="{256E18B0-020B-F666-146C-3F4E1BA2E6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06CBE84-B23B-4AA9-9C99-EE8D87F25D25}" type="slidenum">
              <a:rPr lang="en-US" altLang="en-US" sz="1400"/>
              <a:pPr>
                <a:spcBef>
                  <a:spcPct val="0"/>
                </a:spcBef>
                <a:buClrTx/>
                <a:buSzTx/>
                <a:buFontTx/>
                <a:buNone/>
              </a:pPr>
              <a:t>67</a:t>
            </a:fld>
            <a:endParaRPr lang="en-US" altLang="en-US" sz="1400"/>
          </a:p>
        </p:txBody>
      </p:sp>
      <p:sp>
        <p:nvSpPr>
          <p:cNvPr id="61443" name="Rectangle 2">
            <a:extLst>
              <a:ext uri="{FF2B5EF4-FFF2-40B4-BE49-F238E27FC236}">
                <a16:creationId xmlns:a16="http://schemas.microsoft.com/office/drawing/2014/main" id="{B69AEB1C-1F27-92A6-5DA4-CE2A07C6A517}"/>
              </a:ext>
            </a:extLst>
          </p:cNvPr>
          <p:cNvSpPr>
            <a:spLocks noGrp="1" noChangeArrowheads="1"/>
          </p:cNvSpPr>
          <p:nvPr>
            <p:ph type="title"/>
          </p:nvPr>
        </p:nvSpPr>
        <p:spPr/>
        <p:txBody>
          <a:bodyPr/>
          <a:lstStyle/>
          <a:p>
            <a:pPr eaLnBrk="1" hangingPunct="1"/>
            <a:r>
              <a:rPr lang="en-US" altLang="en-US"/>
              <a:t>Types of Cipher</a:t>
            </a:r>
          </a:p>
        </p:txBody>
      </p:sp>
      <p:grpSp>
        <p:nvGrpSpPr>
          <p:cNvPr id="61444" name="Group 3">
            <a:extLst>
              <a:ext uri="{FF2B5EF4-FFF2-40B4-BE49-F238E27FC236}">
                <a16:creationId xmlns:a16="http://schemas.microsoft.com/office/drawing/2014/main" id="{7C2618FB-F1B7-F8C5-13EA-9A126BC943A6}"/>
              </a:ext>
            </a:extLst>
          </p:cNvPr>
          <p:cNvGrpSpPr>
            <a:grpSpLocks/>
          </p:cNvGrpSpPr>
          <p:nvPr/>
        </p:nvGrpSpPr>
        <p:grpSpPr bwMode="auto">
          <a:xfrm>
            <a:off x="2514600" y="1981200"/>
            <a:ext cx="7315200" cy="3581400"/>
            <a:chOff x="2244" y="6684"/>
            <a:chExt cx="7836" cy="2916"/>
          </a:xfrm>
        </p:grpSpPr>
        <p:sp>
          <p:nvSpPr>
            <p:cNvPr id="61445" name="Rectangle 4">
              <a:extLst>
                <a:ext uri="{FF2B5EF4-FFF2-40B4-BE49-F238E27FC236}">
                  <a16:creationId xmlns:a16="http://schemas.microsoft.com/office/drawing/2014/main" id="{6FC2B26C-EC14-AEDC-5950-099C8409B6B0}"/>
                </a:ext>
              </a:extLst>
            </p:cNvPr>
            <p:cNvSpPr>
              <a:spLocks noChangeArrowheads="1"/>
            </p:cNvSpPr>
            <p:nvPr/>
          </p:nvSpPr>
          <p:spPr bwMode="auto">
            <a:xfrm>
              <a:off x="2244" y="6684"/>
              <a:ext cx="7836" cy="291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1446" name="Text Box 5">
              <a:extLst>
                <a:ext uri="{FF2B5EF4-FFF2-40B4-BE49-F238E27FC236}">
                  <a16:creationId xmlns:a16="http://schemas.microsoft.com/office/drawing/2014/main" id="{3C9B2FDF-281E-20E1-12F7-72E1153F5E98}"/>
                </a:ext>
              </a:extLst>
            </p:cNvPr>
            <p:cNvSpPr txBox="1">
              <a:spLocks noChangeArrowheads="1"/>
            </p:cNvSpPr>
            <p:nvPr/>
          </p:nvSpPr>
          <p:spPr bwMode="auto">
            <a:xfrm>
              <a:off x="4692" y="7154"/>
              <a:ext cx="26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Algorithm Types</a:t>
              </a:r>
            </a:p>
          </p:txBody>
        </p:sp>
        <p:sp>
          <p:nvSpPr>
            <p:cNvPr id="61447" name="Text Box 6">
              <a:extLst>
                <a:ext uri="{FF2B5EF4-FFF2-40B4-BE49-F238E27FC236}">
                  <a16:creationId xmlns:a16="http://schemas.microsoft.com/office/drawing/2014/main" id="{EF9BEDA7-E684-67A6-4351-3F28D1195E43}"/>
                </a:ext>
              </a:extLst>
            </p:cNvPr>
            <p:cNvSpPr txBox="1">
              <a:spLocks noChangeArrowheads="1"/>
            </p:cNvSpPr>
            <p:nvPr/>
          </p:nvSpPr>
          <p:spPr bwMode="auto">
            <a:xfrm>
              <a:off x="3192" y="8533"/>
              <a:ext cx="2592"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Stream Ciphers</a:t>
              </a:r>
            </a:p>
          </p:txBody>
        </p:sp>
        <p:sp>
          <p:nvSpPr>
            <p:cNvPr id="61448" name="Text Box 7">
              <a:extLst>
                <a:ext uri="{FF2B5EF4-FFF2-40B4-BE49-F238E27FC236}">
                  <a16:creationId xmlns:a16="http://schemas.microsoft.com/office/drawing/2014/main" id="{301A6893-BD6F-25B0-6E13-A296189D2FC6}"/>
                </a:ext>
              </a:extLst>
            </p:cNvPr>
            <p:cNvSpPr txBox="1">
              <a:spLocks noChangeArrowheads="1"/>
            </p:cNvSpPr>
            <p:nvPr/>
          </p:nvSpPr>
          <p:spPr bwMode="auto">
            <a:xfrm>
              <a:off x="6696" y="8521"/>
              <a:ext cx="2592"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Block Ciphers</a:t>
              </a:r>
            </a:p>
          </p:txBody>
        </p:sp>
        <p:sp>
          <p:nvSpPr>
            <p:cNvPr id="61449" name="Line 8">
              <a:extLst>
                <a:ext uri="{FF2B5EF4-FFF2-40B4-BE49-F238E27FC236}">
                  <a16:creationId xmlns:a16="http://schemas.microsoft.com/office/drawing/2014/main" id="{37A36CEA-0400-177C-E8BC-A65FEF03126C}"/>
                </a:ext>
              </a:extLst>
            </p:cNvPr>
            <p:cNvSpPr>
              <a:spLocks noChangeShapeType="1"/>
            </p:cNvSpPr>
            <p:nvPr/>
          </p:nvSpPr>
          <p:spPr bwMode="auto">
            <a:xfrm>
              <a:off x="6072" y="7598"/>
              <a:ext cx="0" cy="5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50" name="Line 9">
              <a:extLst>
                <a:ext uri="{FF2B5EF4-FFF2-40B4-BE49-F238E27FC236}">
                  <a16:creationId xmlns:a16="http://schemas.microsoft.com/office/drawing/2014/main" id="{3722634E-F6ED-AE1D-96EB-706D8F3918E4}"/>
                </a:ext>
              </a:extLst>
            </p:cNvPr>
            <p:cNvSpPr>
              <a:spLocks noChangeShapeType="1"/>
            </p:cNvSpPr>
            <p:nvPr/>
          </p:nvSpPr>
          <p:spPr bwMode="auto">
            <a:xfrm>
              <a:off x="4680" y="8138"/>
              <a:ext cx="29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51" name="Line 10">
              <a:extLst>
                <a:ext uri="{FF2B5EF4-FFF2-40B4-BE49-F238E27FC236}">
                  <a16:creationId xmlns:a16="http://schemas.microsoft.com/office/drawing/2014/main" id="{CF419F19-C960-DB5A-A0F0-A0B1F31F92ED}"/>
                </a:ext>
              </a:extLst>
            </p:cNvPr>
            <p:cNvSpPr>
              <a:spLocks noChangeShapeType="1"/>
            </p:cNvSpPr>
            <p:nvPr/>
          </p:nvSpPr>
          <p:spPr bwMode="auto">
            <a:xfrm>
              <a:off x="4668" y="8138"/>
              <a:ext cx="0" cy="3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52" name="Line 11">
              <a:extLst>
                <a:ext uri="{FF2B5EF4-FFF2-40B4-BE49-F238E27FC236}">
                  <a16:creationId xmlns:a16="http://schemas.microsoft.com/office/drawing/2014/main" id="{2F0D8470-9C87-7121-DCCD-A3FC525B60EF}"/>
                </a:ext>
              </a:extLst>
            </p:cNvPr>
            <p:cNvSpPr>
              <a:spLocks noChangeShapeType="1"/>
            </p:cNvSpPr>
            <p:nvPr/>
          </p:nvSpPr>
          <p:spPr bwMode="auto">
            <a:xfrm>
              <a:off x="7608" y="8150"/>
              <a:ext cx="0" cy="3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a:extLst>
              <a:ext uri="{FF2B5EF4-FFF2-40B4-BE49-F238E27FC236}">
                <a16:creationId xmlns:a16="http://schemas.microsoft.com/office/drawing/2014/main" id="{C174C6AA-CCEE-AE4A-0DF8-9D11DB3C201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9AE52A1-A648-423F-845A-CBC4B7B76946}" type="slidenum">
              <a:rPr lang="en-US" altLang="en-US" sz="1400"/>
              <a:pPr>
                <a:spcBef>
                  <a:spcPct val="0"/>
                </a:spcBef>
                <a:buClrTx/>
                <a:buSzTx/>
                <a:buFontTx/>
                <a:buNone/>
              </a:pPr>
              <a:t>68</a:t>
            </a:fld>
            <a:endParaRPr lang="en-US" altLang="en-US" sz="1400"/>
          </a:p>
        </p:txBody>
      </p:sp>
      <p:sp>
        <p:nvSpPr>
          <p:cNvPr id="63491" name="Rectangle 2">
            <a:extLst>
              <a:ext uri="{FF2B5EF4-FFF2-40B4-BE49-F238E27FC236}">
                <a16:creationId xmlns:a16="http://schemas.microsoft.com/office/drawing/2014/main" id="{C377584D-07C6-0D54-D69B-5B4ED82029AF}"/>
              </a:ext>
            </a:extLst>
          </p:cNvPr>
          <p:cNvSpPr>
            <a:spLocks noGrp="1" noChangeArrowheads="1"/>
          </p:cNvSpPr>
          <p:nvPr>
            <p:ph type="title"/>
          </p:nvPr>
        </p:nvSpPr>
        <p:spPr/>
        <p:txBody>
          <a:bodyPr/>
          <a:lstStyle/>
          <a:p>
            <a:pPr eaLnBrk="1" hangingPunct="1"/>
            <a:r>
              <a:rPr lang="en-US" altLang="en-US"/>
              <a:t>Stream Cipher Example</a:t>
            </a:r>
          </a:p>
        </p:txBody>
      </p:sp>
      <p:grpSp>
        <p:nvGrpSpPr>
          <p:cNvPr id="63492" name="Group 3">
            <a:extLst>
              <a:ext uri="{FF2B5EF4-FFF2-40B4-BE49-F238E27FC236}">
                <a16:creationId xmlns:a16="http://schemas.microsoft.com/office/drawing/2014/main" id="{D50327FD-2B65-98EB-5028-E49B24A323BC}"/>
              </a:ext>
            </a:extLst>
          </p:cNvPr>
          <p:cNvGrpSpPr>
            <a:grpSpLocks/>
          </p:cNvGrpSpPr>
          <p:nvPr/>
        </p:nvGrpSpPr>
        <p:grpSpPr bwMode="auto">
          <a:xfrm>
            <a:off x="838199" y="1506875"/>
            <a:ext cx="9939391" cy="4554877"/>
            <a:chOff x="2286" y="1735"/>
            <a:chExt cx="8100" cy="3760"/>
          </a:xfrm>
        </p:grpSpPr>
        <p:sp>
          <p:nvSpPr>
            <p:cNvPr id="63493" name="Rectangle 4">
              <a:extLst>
                <a:ext uri="{FF2B5EF4-FFF2-40B4-BE49-F238E27FC236}">
                  <a16:creationId xmlns:a16="http://schemas.microsoft.com/office/drawing/2014/main" id="{655475F6-3028-5959-FB12-219005CD3080}"/>
                </a:ext>
              </a:extLst>
            </p:cNvPr>
            <p:cNvSpPr>
              <a:spLocks noChangeArrowheads="1"/>
            </p:cNvSpPr>
            <p:nvPr/>
          </p:nvSpPr>
          <p:spPr bwMode="auto">
            <a:xfrm>
              <a:off x="2286" y="1735"/>
              <a:ext cx="8100" cy="37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63494" name="Text Box 5">
              <a:extLst>
                <a:ext uri="{FF2B5EF4-FFF2-40B4-BE49-F238E27FC236}">
                  <a16:creationId xmlns:a16="http://schemas.microsoft.com/office/drawing/2014/main" id="{E8EA71FE-C7EB-94E5-3867-C9BE6E0AEC25}"/>
                </a:ext>
              </a:extLst>
            </p:cNvPr>
            <p:cNvSpPr txBox="1">
              <a:spLocks noChangeAspect="1" noChangeArrowheads="1"/>
            </p:cNvSpPr>
            <p:nvPr/>
          </p:nvSpPr>
          <p:spPr bwMode="auto">
            <a:xfrm>
              <a:off x="3726" y="3047"/>
              <a:ext cx="1200" cy="4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solidFill>
                    <a:srgbClr val="000000"/>
                  </a:solidFill>
                  <a:latin typeface="Times New Roman" panose="02020603050405020304" pitchFamily="18" charset="0"/>
                </a:rPr>
                <a:t>Pay 100</a:t>
              </a:r>
            </a:p>
          </p:txBody>
        </p:sp>
        <p:sp>
          <p:nvSpPr>
            <p:cNvPr id="63495" name="Text Box 6">
              <a:extLst>
                <a:ext uri="{FF2B5EF4-FFF2-40B4-BE49-F238E27FC236}">
                  <a16:creationId xmlns:a16="http://schemas.microsoft.com/office/drawing/2014/main" id="{0FCB82A0-6D46-D30B-5E7A-3FEF8DB211E7}"/>
                </a:ext>
              </a:extLst>
            </p:cNvPr>
            <p:cNvSpPr txBox="1">
              <a:spLocks noChangeAspect="1" noChangeArrowheads="1"/>
            </p:cNvSpPr>
            <p:nvPr/>
          </p:nvSpPr>
          <p:spPr bwMode="auto">
            <a:xfrm>
              <a:off x="5445" y="3055"/>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solidFill>
                    <a:srgbClr val="000000"/>
                  </a:solidFill>
                  <a:latin typeface="Times New Roman" panose="02020603050405020304" pitchFamily="18" charset="0"/>
                </a:rPr>
                <a:t>01011100</a:t>
              </a:r>
              <a:r>
                <a:rPr lang="en-US" altLang="en-US" sz="2000">
                  <a:solidFill>
                    <a:srgbClr val="000000"/>
                  </a:solidFill>
                  <a:latin typeface="Times New Roman" panose="02020603050405020304" pitchFamily="18" charset="0"/>
                </a:rPr>
                <a:t>1</a:t>
              </a:r>
            </a:p>
            <a:p>
              <a:pPr>
                <a:spcBef>
                  <a:spcPct val="0"/>
                </a:spcBef>
                <a:buClrTx/>
                <a:buSzTx/>
                <a:buFontTx/>
                <a:buNone/>
              </a:pPr>
              <a:endParaRPr lang="en-US" altLang="en-US" sz="2000">
                <a:solidFill>
                  <a:srgbClr val="000000"/>
                </a:solidFill>
                <a:latin typeface="Times New Roman" panose="02020603050405020304" pitchFamily="18" charset="0"/>
              </a:endParaRPr>
            </a:p>
          </p:txBody>
        </p:sp>
        <p:sp>
          <p:nvSpPr>
            <p:cNvPr id="63496" name="Text Box 7">
              <a:extLst>
                <a:ext uri="{FF2B5EF4-FFF2-40B4-BE49-F238E27FC236}">
                  <a16:creationId xmlns:a16="http://schemas.microsoft.com/office/drawing/2014/main" id="{058B2AC5-E18C-65D7-FF4E-899479C62A73}"/>
                </a:ext>
              </a:extLst>
            </p:cNvPr>
            <p:cNvSpPr txBox="1">
              <a:spLocks noChangeAspect="1" noChangeArrowheads="1"/>
            </p:cNvSpPr>
            <p:nvPr/>
          </p:nvSpPr>
          <p:spPr bwMode="auto">
            <a:xfrm>
              <a:off x="5445" y="3565"/>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solidFill>
                    <a:srgbClr val="000000"/>
                  </a:solidFill>
                  <a:latin typeface="Times New Roman" panose="02020603050405020304" pitchFamily="18" charset="0"/>
                </a:rPr>
                <a:t>100101011</a:t>
              </a:r>
            </a:p>
          </p:txBody>
        </p:sp>
        <p:sp>
          <p:nvSpPr>
            <p:cNvPr id="63497" name="Text Box 8">
              <a:extLst>
                <a:ext uri="{FF2B5EF4-FFF2-40B4-BE49-F238E27FC236}">
                  <a16:creationId xmlns:a16="http://schemas.microsoft.com/office/drawing/2014/main" id="{2B45B855-E831-ACDC-FC22-68C71F97E3E4}"/>
                </a:ext>
              </a:extLst>
            </p:cNvPr>
            <p:cNvSpPr txBox="1">
              <a:spLocks noChangeAspect="1" noChangeArrowheads="1"/>
            </p:cNvSpPr>
            <p:nvPr/>
          </p:nvSpPr>
          <p:spPr bwMode="auto">
            <a:xfrm>
              <a:off x="3546" y="4405"/>
              <a:ext cx="156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solidFill>
                    <a:srgbClr val="000000"/>
                  </a:solidFill>
                  <a:latin typeface="Times New Roman" panose="02020603050405020304" pitchFamily="18" charset="0"/>
                </a:rPr>
                <a:t>ZTU91_^%D</a:t>
              </a:r>
            </a:p>
          </p:txBody>
        </p:sp>
        <p:sp>
          <p:nvSpPr>
            <p:cNvPr id="63498" name="Text Box 9">
              <a:extLst>
                <a:ext uri="{FF2B5EF4-FFF2-40B4-BE49-F238E27FC236}">
                  <a16:creationId xmlns:a16="http://schemas.microsoft.com/office/drawing/2014/main" id="{B6203116-B72D-406E-25BE-86165BA83C44}"/>
                </a:ext>
              </a:extLst>
            </p:cNvPr>
            <p:cNvSpPr txBox="1">
              <a:spLocks noChangeAspect="1" noChangeArrowheads="1"/>
            </p:cNvSpPr>
            <p:nvPr/>
          </p:nvSpPr>
          <p:spPr bwMode="auto">
            <a:xfrm>
              <a:off x="3006" y="3471"/>
              <a:ext cx="540"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rgbClr val="000000"/>
                  </a:solidFill>
                  <a:latin typeface="Times New Roman" panose="02020603050405020304" pitchFamily="18" charset="0"/>
                </a:rPr>
                <a:t>+</a:t>
              </a:r>
            </a:p>
          </p:txBody>
        </p:sp>
        <p:sp>
          <p:nvSpPr>
            <p:cNvPr id="63499" name="Text Box 10">
              <a:extLst>
                <a:ext uri="{FF2B5EF4-FFF2-40B4-BE49-F238E27FC236}">
                  <a16:creationId xmlns:a16="http://schemas.microsoft.com/office/drawing/2014/main" id="{1E4BF5F4-5A17-05F2-9915-EDA41D744936}"/>
                </a:ext>
              </a:extLst>
            </p:cNvPr>
            <p:cNvSpPr txBox="1">
              <a:spLocks noChangeAspect="1" noChangeArrowheads="1"/>
            </p:cNvSpPr>
            <p:nvPr/>
          </p:nvSpPr>
          <p:spPr bwMode="auto">
            <a:xfrm>
              <a:off x="5511" y="4405"/>
              <a:ext cx="156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11001001</a:t>
              </a:r>
            </a:p>
          </p:txBody>
        </p:sp>
        <p:sp>
          <p:nvSpPr>
            <p:cNvPr id="63500" name="Line 11">
              <a:extLst>
                <a:ext uri="{FF2B5EF4-FFF2-40B4-BE49-F238E27FC236}">
                  <a16:creationId xmlns:a16="http://schemas.microsoft.com/office/drawing/2014/main" id="{A6B92DE2-8E05-122B-0BD3-20E41FFFE79F}"/>
                </a:ext>
              </a:extLst>
            </p:cNvPr>
            <p:cNvSpPr>
              <a:spLocks noChangeShapeType="1"/>
            </p:cNvSpPr>
            <p:nvPr/>
          </p:nvSpPr>
          <p:spPr bwMode="auto">
            <a:xfrm>
              <a:off x="3366" y="4105"/>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63501" name="Line 12">
              <a:extLst>
                <a:ext uri="{FF2B5EF4-FFF2-40B4-BE49-F238E27FC236}">
                  <a16:creationId xmlns:a16="http://schemas.microsoft.com/office/drawing/2014/main" id="{26C94EC8-8859-1EA1-8B32-62F07003F22B}"/>
                </a:ext>
              </a:extLst>
            </p:cNvPr>
            <p:cNvSpPr>
              <a:spLocks noChangeShapeType="1"/>
            </p:cNvSpPr>
            <p:nvPr/>
          </p:nvSpPr>
          <p:spPr bwMode="auto">
            <a:xfrm>
              <a:off x="3366" y="5005"/>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63502" name="Text Box 13">
              <a:extLst>
                <a:ext uri="{FF2B5EF4-FFF2-40B4-BE49-F238E27FC236}">
                  <a16:creationId xmlns:a16="http://schemas.microsoft.com/office/drawing/2014/main" id="{CEDFC6F4-518C-D5B5-01DB-569BA7933F35}"/>
                </a:ext>
              </a:extLst>
            </p:cNvPr>
            <p:cNvSpPr txBox="1">
              <a:spLocks noChangeArrowheads="1"/>
            </p:cNvSpPr>
            <p:nvPr/>
          </p:nvSpPr>
          <p:spPr bwMode="auto">
            <a:xfrm>
              <a:off x="7686" y="2953"/>
              <a:ext cx="126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Plain text</a:t>
              </a:r>
            </a:p>
          </p:txBody>
        </p:sp>
        <p:sp>
          <p:nvSpPr>
            <p:cNvPr id="63503" name="Text Box 14">
              <a:extLst>
                <a:ext uri="{FF2B5EF4-FFF2-40B4-BE49-F238E27FC236}">
                  <a16:creationId xmlns:a16="http://schemas.microsoft.com/office/drawing/2014/main" id="{41001636-6C3D-CA7F-D630-F391E6C078B5}"/>
                </a:ext>
              </a:extLst>
            </p:cNvPr>
            <p:cNvSpPr txBox="1">
              <a:spLocks noChangeArrowheads="1"/>
            </p:cNvSpPr>
            <p:nvPr/>
          </p:nvSpPr>
          <p:spPr bwMode="auto">
            <a:xfrm>
              <a:off x="7686" y="4405"/>
              <a:ext cx="144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Cipher text</a:t>
              </a:r>
            </a:p>
          </p:txBody>
        </p:sp>
        <p:sp>
          <p:nvSpPr>
            <p:cNvPr id="63504" name="Text Box 15">
              <a:extLst>
                <a:ext uri="{FF2B5EF4-FFF2-40B4-BE49-F238E27FC236}">
                  <a16:creationId xmlns:a16="http://schemas.microsoft.com/office/drawing/2014/main" id="{82C23C95-FDB6-39E8-E794-9C9849F511A6}"/>
                </a:ext>
              </a:extLst>
            </p:cNvPr>
            <p:cNvSpPr txBox="1">
              <a:spLocks noChangeArrowheads="1"/>
            </p:cNvSpPr>
            <p:nvPr/>
          </p:nvSpPr>
          <p:spPr bwMode="auto">
            <a:xfrm>
              <a:off x="7086" y="3587"/>
              <a:ext cx="294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XOR operation with the key</a:t>
              </a:r>
            </a:p>
          </p:txBody>
        </p:sp>
        <p:sp>
          <p:nvSpPr>
            <p:cNvPr id="63505" name="Text Box 16">
              <a:extLst>
                <a:ext uri="{FF2B5EF4-FFF2-40B4-BE49-F238E27FC236}">
                  <a16:creationId xmlns:a16="http://schemas.microsoft.com/office/drawing/2014/main" id="{86347D6C-E31D-11AF-03F4-172F83CFA7B1}"/>
                </a:ext>
              </a:extLst>
            </p:cNvPr>
            <p:cNvSpPr txBox="1">
              <a:spLocks noChangeArrowheads="1"/>
            </p:cNvSpPr>
            <p:nvPr/>
          </p:nvSpPr>
          <p:spPr bwMode="auto">
            <a:xfrm>
              <a:off x="3546" y="2095"/>
              <a:ext cx="13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In normal format</a:t>
              </a:r>
            </a:p>
          </p:txBody>
        </p:sp>
        <p:sp>
          <p:nvSpPr>
            <p:cNvPr id="63506" name="Text Box 17">
              <a:extLst>
                <a:ext uri="{FF2B5EF4-FFF2-40B4-BE49-F238E27FC236}">
                  <a16:creationId xmlns:a16="http://schemas.microsoft.com/office/drawing/2014/main" id="{42981F18-2901-2BB4-C72D-6E24B4068FB0}"/>
                </a:ext>
              </a:extLst>
            </p:cNvPr>
            <p:cNvSpPr txBox="1">
              <a:spLocks noChangeArrowheads="1"/>
            </p:cNvSpPr>
            <p:nvPr/>
          </p:nvSpPr>
          <p:spPr bwMode="auto">
            <a:xfrm>
              <a:off x="5445" y="2095"/>
              <a:ext cx="13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In binary format</a:t>
              </a:r>
            </a:p>
          </p:txBody>
        </p:sp>
      </p:gr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4">
            <a:extLst>
              <a:ext uri="{FF2B5EF4-FFF2-40B4-BE49-F238E27FC236}">
                <a16:creationId xmlns:a16="http://schemas.microsoft.com/office/drawing/2014/main" id="{412479BD-0914-96C3-ED28-876E358DB8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7E2CA68-330B-4221-A4B3-D3907FFDB4A4}" type="slidenum">
              <a:rPr lang="en-US" altLang="en-US" sz="1400"/>
              <a:pPr>
                <a:spcBef>
                  <a:spcPct val="0"/>
                </a:spcBef>
                <a:buClrTx/>
                <a:buSzTx/>
                <a:buFontTx/>
                <a:buNone/>
              </a:pPr>
              <a:t>69</a:t>
            </a:fld>
            <a:endParaRPr lang="en-US" altLang="en-US" sz="1400"/>
          </a:p>
        </p:txBody>
      </p:sp>
      <p:sp>
        <p:nvSpPr>
          <p:cNvPr id="65539" name="Rectangle 2">
            <a:extLst>
              <a:ext uri="{FF2B5EF4-FFF2-40B4-BE49-F238E27FC236}">
                <a16:creationId xmlns:a16="http://schemas.microsoft.com/office/drawing/2014/main" id="{C521A314-E1FA-106F-CECA-AB7E6F027BA6}"/>
              </a:ext>
            </a:extLst>
          </p:cNvPr>
          <p:cNvSpPr>
            <a:spLocks noGrp="1" noChangeArrowheads="1"/>
          </p:cNvSpPr>
          <p:nvPr>
            <p:ph type="title"/>
          </p:nvPr>
        </p:nvSpPr>
        <p:spPr/>
        <p:txBody>
          <a:bodyPr/>
          <a:lstStyle/>
          <a:p>
            <a:pPr eaLnBrk="1" hangingPunct="1"/>
            <a:r>
              <a:rPr lang="en-US" altLang="en-US"/>
              <a:t>Block Cipher Example</a:t>
            </a:r>
          </a:p>
        </p:txBody>
      </p:sp>
      <p:grpSp>
        <p:nvGrpSpPr>
          <p:cNvPr id="65540" name="Group 3">
            <a:extLst>
              <a:ext uri="{FF2B5EF4-FFF2-40B4-BE49-F238E27FC236}">
                <a16:creationId xmlns:a16="http://schemas.microsoft.com/office/drawing/2014/main" id="{F5CD5051-CD6E-6736-EB7B-3D53D530F4BE}"/>
              </a:ext>
            </a:extLst>
          </p:cNvPr>
          <p:cNvGrpSpPr>
            <a:grpSpLocks/>
          </p:cNvGrpSpPr>
          <p:nvPr/>
        </p:nvGrpSpPr>
        <p:grpSpPr bwMode="auto">
          <a:xfrm>
            <a:off x="694362" y="1466119"/>
            <a:ext cx="10114052" cy="4890231"/>
            <a:chOff x="2595" y="2157"/>
            <a:chExt cx="7569" cy="8367"/>
          </a:xfrm>
        </p:grpSpPr>
        <p:sp>
          <p:nvSpPr>
            <p:cNvPr id="65541" name="Rectangle 4">
              <a:extLst>
                <a:ext uri="{FF2B5EF4-FFF2-40B4-BE49-F238E27FC236}">
                  <a16:creationId xmlns:a16="http://schemas.microsoft.com/office/drawing/2014/main" id="{3840BD40-5E78-712B-458B-6884823559F5}"/>
                </a:ext>
              </a:extLst>
            </p:cNvPr>
            <p:cNvSpPr>
              <a:spLocks noChangeArrowheads="1"/>
            </p:cNvSpPr>
            <p:nvPr/>
          </p:nvSpPr>
          <p:spPr bwMode="auto">
            <a:xfrm>
              <a:off x="2601" y="2157"/>
              <a:ext cx="7560" cy="836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GB" altLang="en-US" sz="3600">
                <a:latin typeface="Times New Roman" panose="02020603050405020304" pitchFamily="18" charset="0"/>
              </a:endParaRPr>
            </a:p>
          </p:txBody>
        </p:sp>
        <p:sp>
          <p:nvSpPr>
            <p:cNvPr id="65542" name="Text Box 5">
              <a:extLst>
                <a:ext uri="{FF2B5EF4-FFF2-40B4-BE49-F238E27FC236}">
                  <a16:creationId xmlns:a16="http://schemas.microsoft.com/office/drawing/2014/main" id="{3120D0C0-1036-A9D4-1B8D-DF8B0DF84C44}"/>
                </a:ext>
              </a:extLst>
            </p:cNvPr>
            <p:cNvSpPr txBox="1">
              <a:spLocks noChangeArrowheads="1"/>
            </p:cNvSpPr>
            <p:nvPr/>
          </p:nvSpPr>
          <p:spPr bwMode="auto">
            <a:xfrm>
              <a:off x="3501" y="26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FOUR</a:t>
              </a:r>
            </a:p>
          </p:txBody>
        </p:sp>
        <p:sp>
          <p:nvSpPr>
            <p:cNvPr id="65543" name="Text Box 6">
              <a:extLst>
                <a:ext uri="{FF2B5EF4-FFF2-40B4-BE49-F238E27FC236}">
                  <a16:creationId xmlns:a16="http://schemas.microsoft.com/office/drawing/2014/main" id="{814960D3-F8E3-5D09-9157-BDA44E7FE5D7}"/>
                </a:ext>
              </a:extLst>
            </p:cNvPr>
            <p:cNvSpPr txBox="1">
              <a:spLocks noChangeArrowheads="1"/>
            </p:cNvSpPr>
            <p:nvPr/>
          </p:nvSpPr>
          <p:spPr bwMode="auto">
            <a:xfrm>
              <a:off x="5142" y="26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_AND_</a:t>
              </a:r>
            </a:p>
          </p:txBody>
        </p:sp>
        <p:sp>
          <p:nvSpPr>
            <p:cNvPr id="65544" name="Text Box 7">
              <a:extLst>
                <a:ext uri="{FF2B5EF4-FFF2-40B4-BE49-F238E27FC236}">
                  <a16:creationId xmlns:a16="http://schemas.microsoft.com/office/drawing/2014/main" id="{6C528549-A6BD-E45A-F31E-E9D2A82A94CC}"/>
                </a:ext>
              </a:extLst>
            </p:cNvPr>
            <p:cNvSpPr txBox="1">
              <a:spLocks noChangeArrowheads="1"/>
            </p:cNvSpPr>
            <p:nvPr/>
          </p:nvSpPr>
          <p:spPr bwMode="auto">
            <a:xfrm>
              <a:off x="6921" y="26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FOUR</a:t>
              </a:r>
            </a:p>
          </p:txBody>
        </p:sp>
        <p:sp>
          <p:nvSpPr>
            <p:cNvPr id="65545" name="Text Box 8">
              <a:extLst>
                <a:ext uri="{FF2B5EF4-FFF2-40B4-BE49-F238E27FC236}">
                  <a16:creationId xmlns:a16="http://schemas.microsoft.com/office/drawing/2014/main" id="{58DCDF40-E395-29F3-7FA1-F220AEB7218C}"/>
                </a:ext>
              </a:extLst>
            </p:cNvPr>
            <p:cNvSpPr txBox="1">
              <a:spLocks noChangeArrowheads="1"/>
            </p:cNvSpPr>
            <p:nvPr/>
          </p:nvSpPr>
          <p:spPr bwMode="auto">
            <a:xfrm>
              <a:off x="8181" y="2684"/>
              <a:ext cx="12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Plain text</a:t>
              </a:r>
            </a:p>
          </p:txBody>
        </p:sp>
        <p:sp>
          <p:nvSpPr>
            <p:cNvPr id="65546" name="Text Box 9">
              <a:extLst>
                <a:ext uri="{FF2B5EF4-FFF2-40B4-BE49-F238E27FC236}">
                  <a16:creationId xmlns:a16="http://schemas.microsoft.com/office/drawing/2014/main" id="{6B1C0A13-9C5B-700D-6FCA-F5C28972061A}"/>
                </a:ext>
              </a:extLst>
            </p:cNvPr>
            <p:cNvSpPr txBox="1">
              <a:spLocks noChangeArrowheads="1"/>
            </p:cNvSpPr>
            <p:nvPr/>
          </p:nvSpPr>
          <p:spPr bwMode="auto">
            <a:xfrm>
              <a:off x="3501"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65547" name="Text Box 10">
              <a:extLst>
                <a:ext uri="{FF2B5EF4-FFF2-40B4-BE49-F238E27FC236}">
                  <a16:creationId xmlns:a16="http://schemas.microsoft.com/office/drawing/2014/main" id="{24D5906F-188D-6031-3828-65CB5508FD04}"/>
                </a:ext>
              </a:extLst>
            </p:cNvPr>
            <p:cNvSpPr txBox="1">
              <a:spLocks noChangeArrowheads="1"/>
            </p:cNvSpPr>
            <p:nvPr/>
          </p:nvSpPr>
          <p:spPr bwMode="auto">
            <a:xfrm>
              <a:off x="5142"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65548" name="Text Box 11">
              <a:extLst>
                <a:ext uri="{FF2B5EF4-FFF2-40B4-BE49-F238E27FC236}">
                  <a16:creationId xmlns:a16="http://schemas.microsoft.com/office/drawing/2014/main" id="{CC9356A4-72D8-281D-BC0E-2C2777F3199E}"/>
                </a:ext>
              </a:extLst>
            </p:cNvPr>
            <p:cNvSpPr txBox="1">
              <a:spLocks noChangeArrowheads="1"/>
            </p:cNvSpPr>
            <p:nvPr/>
          </p:nvSpPr>
          <p:spPr bwMode="auto">
            <a:xfrm>
              <a:off x="6921" y="358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65549" name="Line 12">
              <a:extLst>
                <a:ext uri="{FF2B5EF4-FFF2-40B4-BE49-F238E27FC236}">
                  <a16:creationId xmlns:a16="http://schemas.microsoft.com/office/drawing/2014/main" id="{8945AFD4-6475-C48E-8979-1BFB540E6A53}"/>
                </a:ext>
              </a:extLst>
            </p:cNvPr>
            <p:cNvSpPr>
              <a:spLocks noChangeShapeType="1"/>
            </p:cNvSpPr>
            <p:nvPr/>
          </p:nvSpPr>
          <p:spPr bwMode="auto">
            <a:xfrm>
              <a:off x="386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0" name="Line 13">
              <a:extLst>
                <a:ext uri="{FF2B5EF4-FFF2-40B4-BE49-F238E27FC236}">
                  <a16:creationId xmlns:a16="http://schemas.microsoft.com/office/drawing/2014/main" id="{AFB1DF9C-AA4D-ED40-BD06-1D95E17BCF9D}"/>
                </a:ext>
              </a:extLst>
            </p:cNvPr>
            <p:cNvSpPr>
              <a:spLocks noChangeShapeType="1"/>
            </p:cNvSpPr>
            <p:nvPr/>
          </p:nvSpPr>
          <p:spPr bwMode="auto">
            <a:xfrm>
              <a:off x="566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1" name="Line 14">
              <a:extLst>
                <a:ext uri="{FF2B5EF4-FFF2-40B4-BE49-F238E27FC236}">
                  <a16:creationId xmlns:a16="http://schemas.microsoft.com/office/drawing/2014/main" id="{499B1FE6-9E35-0F39-54C4-69DE2040044C}"/>
                </a:ext>
              </a:extLst>
            </p:cNvPr>
            <p:cNvSpPr>
              <a:spLocks noChangeShapeType="1"/>
            </p:cNvSpPr>
            <p:nvPr/>
          </p:nvSpPr>
          <p:spPr bwMode="auto">
            <a:xfrm>
              <a:off x="7401" y="32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2" name="Text Box 15">
              <a:extLst>
                <a:ext uri="{FF2B5EF4-FFF2-40B4-BE49-F238E27FC236}">
                  <a16:creationId xmlns:a16="http://schemas.microsoft.com/office/drawing/2014/main" id="{6A28FA93-FC17-A172-5D45-E3F56E8B6DE3}"/>
                </a:ext>
              </a:extLst>
            </p:cNvPr>
            <p:cNvSpPr txBox="1">
              <a:spLocks noChangeArrowheads="1"/>
            </p:cNvSpPr>
            <p:nvPr/>
          </p:nvSpPr>
          <p:spPr bwMode="auto">
            <a:xfrm>
              <a:off x="3501"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VFa%</a:t>
              </a:r>
            </a:p>
          </p:txBody>
        </p:sp>
        <p:sp>
          <p:nvSpPr>
            <p:cNvPr id="65553" name="Text Box 16">
              <a:extLst>
                <a:ext uri="{FF2B5EF4-FFF2-40B4-BE49-F238E27FC236}">
                  <a16:creationId xmlns:a16="http://schemas.microsoft.com/office/drawing/2014/main" id="{BCE14DAD-D536-EA4F-FA0E-EA986F311502}"/>
                </a:ext>
              </a:extLst>
            </p:cNvPr>
            <p:cNvSpPr txBox="1">
              <a:spLocks noChangeArrowheads="1"/>
            </p:cNvSpPr>
            <p:nvPr/>
          </p:nvSpPr>
          <p:spPr bwMode="auto">
            <a:xfrm>
              <a:off x="6921"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VFa%</a:t>
              </a:r>
            </a:p>
          </p:txBody>
        </p:sp>
        <p:sp>
          <p:nvSpPr>
            <p:cNvPr id="65554" name="Text Box 17">
              <a:extLst>
                <a:ext uri="{FF2B5EF4-FFF2-40B4-BE49-F238E27FC236}">
                  <a16:creationId xmlns:a16="http://schemas.microsoft.com/office/drawing/2014/main" id="{26E84A35-53D9-C708-A070-C0790090E92F}"/>
                </a:ext>
              </a:extLst>
            </p:cNvPr>
            <p:cNvSpPr txBox="1">
              <a:spLocks noChangeArrowheads="1"/>
            </p:cNvSpPr>
            <p:nvPr/>
          </p:nvSpPr>
          <p:spPr bwMode="auto">
            <a:xfrm>
              <a:off x="5142" y="4484"/>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*yT1x</a:t>
              </a:r>
            </a:p>
          </p:txBody>
        </p:sp>
        <p:sp>
          <p:nvSpPr>
            <p:cNvPr id="65555" name="Text Box 18">
              <a:extLst>
                <a:ext uri="{FF2B5EF4-FFF2-40B4-BE49-F238E27FC236}">
                  <a16:creationId xmlns:a16="http://schemas.microsoft.com/office/drawing/2014/main" id="{018CB791-45E3-93CF-73A7-4A10C7B7C999}"/>
                </a:ext>
              </a:extLst>
            </p:cNvPr>
            <p:cNvSpPr txBox="1">
              <a:spLocks noChangeArrowheads="1"/>
            </p:cNvSpPr>
            <p:nvPr/>
          </p:nvSpPr>
          <p:spPr bwMode="auto">
            <a:xfrm>
              <a:off x="8181" y="4484"/>
              <a:ext cx="138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Cipher text</a:t>
              </a:r>
            </a:p>
          </p:txBody>
        </p:sp>
        <p:sp>
          <p:nvSpPr>
            <p:cNvPr id="65556" name="Line 19">
              <a:extLst>
                <a:ext uri="{FF2B5EF4-FFF2-40B4-BE49-F238E27FC236}">
                  <a16:creationId xmlns:a16="http://schemas.microsoft.com/office/drawing/2014/main" id="{32A287CF-6D60-FDB3-31A4-FE8922F35B1E}"/>
                </a:ext>
              </a:extLst>
            </p:cNvPr>
            <p:cNvSpPr>
              <a:spLocks noChangeShapeType="1"/>
            </p:cNvSpPr>
            <p:nvPr/>
          </p:nvSpPr>
          <p:spPr bwMode="auto">
            <a:xfrm>
              <a:off x="386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7" name="Line 20">
              <a:extLst>
                <a:ext uri="{FF2B5EF4-FFF2-40B4-BE49-F238E27FC236}">
                  <a16:creationId xmlns:a16="http://schemas.microsoft.com/office/drawing/2014/main" id="{350ED2E1-588B-8404-CCBE-A4954DA61489}"/>
                </a:ext>
              </a:extLst>
            </p:cNvPr>
            <p:cNvSpPr>
              <a:spLocks noChangeShapeType="1"/>
            </p:cNvSpPr>
            <p:nvPr/>
          </p:nvSpPr>
          <p:spPr bwMode="auto">
            <a:xfrm>
              <a:off x="566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8" name="Line 21">
              <a:extLst>
                <a:ext uri="{FF2B5EF4-FFF2-40B4-BE49-F238E27FC236}">
                  <a16:creationId xmlns:a16="http://schemas.microsoft.com/office/drawing/2014/main" id="{F63AC3C9-9C0F-1618-5851-85E188BC0FD8}"/>
                </a:ext>
              </a:extLst>
            </p:cNvPr>
            <p:cNvSpPr>
              <a:spLocks noChangeShapeType="1"/>
            </p:cNvSpPr>
            <p:nvPr/>
          </p:nvSpPr>
          <p:spPr bwMode="auto">
            <a:xfrm>
              <a:off x="7401" y="4124"/>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59" name="Text Box 22">
              <a:extLst>
                <a:ext uri="{FF2B5EF4-FFF2-40B4-BE49-F238E27FC236}">
                  <a16:creationId xmlns:a16="http://schemas.microsoft.com/office/drawing/2014/main" id="{7FC1399B-05DC-E38A-B9A9-E552454F5521}"/>
                </a:ext>
              </a:extLst>
            </p:cNvPr>
            <p:cNvSpPr txBox="1">
              <a:spLocks noChangeArrowheads="1"/>
            </p:cNvSpPr>
            <p:nvPr/>
          </p:nvSpPr>
          <p:spPr bwMode="auto">
            <a:xfrm>
              <a:off x="3248" y="5124"/>
              <a:ext cx="6179" cy="5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(a) The Encryption Process at the sender’s end</a:t>
              </a:r>
            </a:p>
          </p:txBody>
        </p:sp>
        <p:sp>
          <p:nvSpPr>
            <p:cNvPr id="65560" name="Text Box 23">
              <a:extLst>
                <a:ext uri="{FF2B5EF4-FFF2-40B4-BE49-F238E27FC236}">
                  <a16:creationId xmlns:a16="http://schemas.microsoft.com/office/drawing/2014/main" id="{01722A71-7758-32FA-3F85-53F216567472}"/>
                </a:ext>
              </a:extLst>
            </p:cNvPr>
            <p:cNvSpPr txBox="1">
              <a:spLocks noChangeArrowheads="1"/>
            </p:cNvSpPr>
            <p:nvPr/>
          </p:nvSpPr>
          <p:spPr bwMode="auto">
            <a:xfrm>
              <a:off x="3507"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VFa%</a:t>
              </a:r>
            </a:p>
          </p:txBody>
        </p:sp>
        <p:sp>
          <p:nvSpPr>
            <p:cNvPr id="65561" name="Text Box 24">
              <a:extLst>
                <a:ext uri="{FF2B5EF4-FFF2-40B4-BE49-F238E27FC236}">
                  <a16:creationId xmlns:a16="http://schemas.microsoft.com/office/drawing/2014/main" id="{4EBA1785-10F0-4C96-1AA6-B465FB75F7E0}"/>
                </a:ext>
              </a:extLst>
            </p:cNvPr>
            <p:cNvSpPr txBox="1">
              <a:spLocks noChangeArrowheads="1"/>
            </p:cNvSpPr>
            <p:nvPr/>
          </p:nvSpPr>
          <p:spPr bwMode="auto">
            <a:xfrm>
              <a:off x="6927"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VFa%</a:t>
              </a:r>
            </a:p>
          </p:txBody>
        </p:sp>
        <p:sp>
          <p:nvSpPr>
            <p:cNvPr id="65562" name="Text Box 25">
              <a:extLst>
                <a:ext uri="{FF2B5EF4-FFF2-40B4-BE49-F238E27FC236}">
                  <a16:creationId xmlns:a16="http://schemas.microsoft.com/office/drawing/2014/main" id="{730A03B0-C2F7-D971-4CD3-1CA77E1EE15B}"/>
                </a:ext>
              </a:extLst>
            </p:cNvPr>
            <p:cNvSpPr txBox="1">
              <a:spLocks noChangeArrowheads="1"/>
            </p:cNvSpPr>
            <p:nvPr/>
          </p:nvSpPr>
          <p:spPr bwMode="auto">
            <a:xfrm>
              <a:off x="5148" y="7236"/>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*yT1x</a:t>
              </a:r>
            </a:p>
          </p:txBody>
        </p:sp>
        <p:sp>
          <p:nvSpPr>
            <p:cNvPr id="65563" name="Text Box 26">
              <a:extLst>
                <a:ext uri="{FF2B5EF4-FFF2-40B4-BE49-F238E27FC236}">
                  <a16:creationId xmlns:a16="http://schemas.microsoft.com/office/drawing/2014/main" id="{22A80525-6606-5267-275A-3662D7D4B368}"/>
                </a:ext>
              </a:extLst>
            </p:cNvPr>
            <p:cNvSpPr txBox="1">
              <a:spLocks noChangeArrowheads="1"/>
            </p:cNvSpPr>
            <p:nvPr/>
          </p:nvSpPr>
          <p:spPr bwMode="auto">
            <a:xfrm>
              <a:off x="8187" y="7236"/>
              <a:ext cx="138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Cipher text</a:t>
              </a:r>
            </a:p>
          </p:txBody>
        </p:sp>
        <p:sp>
          <p:nvSpPr>
            <p:cNvPr id="65564" name="Line 27">
              <a:extLst>
                <a:ext uri="{FF2B5EF4-FFF2-40B4-BE49-F238E27FC236}">
                  <a16:creationId xmlns:a16="http://schemas.microsoft.com/office/drawing/2014/main" id="{219DD578-1781-80BA-B996-6C78300BD639}"/>
                </a:ext>
              </a:extLst>
            </p:cNvPr>
            <p:cNvSpPr>
              <a:spLocks noChangeShapeType="1"/>
            </p:cNvSpPr>
            <p:nvPr/>
          </p:nvSpPr>
          <p:spPr bwMode="auto">
            <a:xfrm>
              <a:off x="386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65" name="Line 28">
              <a:extLst>
                <a:ext uri="{FF2B5EF4-FFF2-40B4-BE49-F238E27FC236}">
                  <a16:creationId xmlns:a16="http://schemas.microsoft.com/office/drawing/2014/main" id="{497B881D-AEBC-02ED-0345-74301DBE66AE}"/>
                </a:ext>
              </a:extLst>
            </p:cNvPr>
            <p:cNvSpPr>
              <a:spLocks noChangeShapeType="1"/>
            </p:cNvSpPr>
            <p:nvPr/>
          </p:nvSpPr>
          <p:spPr bwMode="auto">
            <a:xfrm>
              <a:off x="566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66" name="Line 29">
              <a:extLst>
                <a:ext uri="{FF2B5EF4-FFF2-40B4-BE49-F238E27FC236}">
                  <a16:creationId xmlns:a16="http://schemas.microsoft.com/office/drawing/2014/main" id="{470100C0-293F-3F3B-8B57-529A01358064}"/>
                </a:ext>
              </a:extLst>
            </p:cNvPr>
            <p:cNvSpPr>
              <a:spLocks noChangeShapeType="1"/>
            </p:cNvSpPr>
            <p:nvPr/>
          </p:nvSpPr>
          <p:spPr bwMode="auto">
            <a:xfrm>
              <a:off x="7406" y="7780"/>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67" name="Text Box 30">
              <a:extLst>
                <a:ext uri="{FF2B5EF4-FFF2-40B4-BE49-F238E27FC236}">
                  <a16:creationId xmlns:a16="http://schemas.microsoft.com/office/drawing/2014/main" id="{DB793234-C07B-E049-AB74-5BF088D982B6}"/>
                </a:ext>
              </a:extLst>
            </p:cNvPr>
            <p:cNvSpPr txBox="1">
              <a:spLocks noChangeArrowheads="1"/>
            </p:cNvSpPr>
            <p:nvPr/>
          </p:nvSpPr>
          <p:spPr bwMode="auto">
            <a:xfrm>
              <a:off x="3506"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65568" name="Text Box 31">
              <a:extLst>
                <a:ext uri="{FF2B5EF4-FFF2-40B4-BE49-F238E27FC236}">
                  <a16:creationId xmlns:a16="http://schemas.microsoft.com/office/drawing/2014/main" id="{9FEEC9F2-3109-9A61-204F-197F3EF61110}"/>
                </a:ext>
              </a:extLst>
            </p:cNvPr>
            <p:cNvSpPr txBox="1">
              <a:spLocks noChangeArrowheads="1"/>
            </p:cNvSpPr>
            <p:nvPr/>
          </p:nvSpPr>
          <p:spPr bwMode="auto">
            <a:xfrm>
              <a:off x="5147"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65569" name="Text Box 32">
              <a:extLst>
                <a:ext uri="{FF2B5EF4-FFF2-40B4-BE49-F238E27FC236}">
                  <a16:creationId xmlns:a16="http://schemas.microsoft.com/office/drawing/2014/main" id="{80B58BD2-88F8-CBFA-9BAE-4ED4058EDEF2}"/>
                </a:ext>
              </a:extLst>
            </p:cNvPr>
            <p:cNvSpPr txBox="1">
              <a:spLocks noChangeArrowheads="1"/>
            </p:cNvSpPr>
            <p:nvPr/>
          </p:nvSpPr>
          <p:spPr bwMode="auto">
            <a:xfrm>
              <a:off x="6926" y="8144"/>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65570" name="Line 33">
              <a:extLst>
                <a:ext uri="{FF2B5EF4-FFF2-40B4-BE49-F238E27FC236}">
                  <a16:creationId xmlns:a16="http://schemas.microsoft.com/office/drawing/2014/main" id="{5BA3CE1C-2AD4-35BC-F69E-E6987C5DBA27}"/>
                </a:ext>
              </a:extLst>
            </p:cNvPr>
            <p:cNvSpPr>
              <a:spLocks noChangeShapeType="1"/>
            </p:cNvSpPr>
            <p:nvPr/>
          </p:nvSpPr>
          <p:spPr bwMode="auto">
            <a:xfrm>
              <a:off x="388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71" name="Line 34">
              <a:extLst>
                <a:ext uri="{FF2B5EF4-FFF2-40B4-BE49-F238E27FC236}">
                  <a16:creationId xmlns:a16="http://schemas.microsoft.com/office/drawing/2014/main" id="{7DC73245-9B40-8756-48F3-7590A07649AF}"/>
                </a:ext>
              </a:extLst>
            </p:cNvPr>
            <p:cNvSpPr>
              <a:spLocks noChangeShapeType="1"/>
            </p:cNvSpPr>
            <p:nvPr/>
          </p:nvSpPr>
          <p:spPr bwMode="auto">
            <a:xfrm>
              <a:off x="568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72" name="Line 35">
              <a:extLst>
                <a:ext uri="{FF2B5EF4-FFF2-40B4-BE49-F238E27FC236}">
                  <a16:creationId xmlns:a16="http://schemas.microsoft.com/office/drawing/2014/main" id="{116CBB5C-F2F8-7DDB-79B4-4C4890B3D3FD}"/>
                </a:ext>
              </a:extLst>
            </p:cNvPr>
            <p:cNvSpPr>
              <a:spLocks noChangeShapeType="1"/>
            </p:cNvSpPr>
            <p:nvPr/>
          </p:nvSpPr>
          <p:spPr bwMode="auto">
            <a:xfrm>
              <a:off x="7424" y="8688"/>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800"/>
            </a:p>
          </p:txBody>
        </p:sp>
        <p:sp>
          <p:nvSpPr>
            <p:cNvPr id="65573" name="Text Box 36">
              <a:extLst>
                <a:ext uri="{FF2B5EF4-FFF2-40B4-BE49-F238E27FC236}">
                  <a16:creationId xmlns:a16="http://schemas.microsoft.com/office/drawing/2014/main" id="{84E889D2-35B4-D7DF-E125-7571D6BDFCCE}"/>
                </a:ext>
              </a:extLst>
            </p:cNvPr>
            <p:cNvSpPr txBox="1">
              <a:spLocks noChangeArrowheads="1"/>
            </p:cNvSpPr>
            <p:nvPr/>
          </p:nvSpPr>
          <p:spPr bwMode="auto">
            <a:xfrm>
              <a:off x="3506" y="9069"/>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FOUR</a:t>
              </a:r>
            </a:p>
          </p:txBody>
        </p:sp>
        <p:sp>
          <p:nvSpPr>
            <p:cNvPr id="65574" name="Text Box 37">
              <a:extLst>
                <a:ext uri="{FF2B5EF4-FFF2-40B4-BE49-F238E27FC236}">
                  <a16:creationId xmlns:a16="http://schemas.microsoft.com/office/drawing/2014/main" id="{55C88762-3697-C2CD-D29D-06E52D8EA5E1}"/>
                </a:ext>
              </a:extLst>
            </p:cNvPr>
            <p:cNvSpPr txBox="1">
              <a:spLocks noChangeArrowheads="1"/>
            </p:cNvSpPr>
            <p:nvPr/>
          </p:nvSpPr>
          <p:spPr bwMode="auto">
            <a:xfrm>
              <a:off x="5147" y="9069"/>
              <a:ext cx="108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_AND_</a:t>
              </a:r>
            </a:p>
          </p:txBody>
        </p:sp>
        <p:sp>
          <p:nvSpPr>
            <p:cNvPr id="65575" name="Text Box 38">
              <a:extLst>
                <a:ext uri="{FF2B5EF4-FFF2-40B4-BE49-F238E27FC236}">
                  <a16:creationId xmlns:a16="http://schemas.microsoft.com/office/drawing/2014/main" id="{79047F61-E44B-CB73-7C33-FDD6A4DB6985}"/>
                </a:ext>
              </a:extLst>
            </p:cNvPr>
            <p:cNvSpPr txBox="1">
              <a:spLocks noChangeArrowheads="1"/>
            </p:cNvSpPr>
            <p:nvPr/>
          </p:nvSpPr>
          <p:spPr bwMode="auto">
            <a:xfrm>
              <a:off x="6926" y="9069"/>
              <a:ext cx="900" cy="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FOUR</a:t>
              </a:r>
            </a:p>
          </p:txBody>
        </p:sp>
        <p:sp>
          <p:nvSpPr>
            <p:cNvPr id="65576" name="Text Box 39">
              <a:extLst>
                <a:ext uri="{FF2B5EF4-FFF2-40B4-BE49-F238E27FC236}">
                  <a16:creationId xmlns:a16="http://schemas.microsoft.com/office/drawing/2014/main" id="{F0C87B20-D3C4-C168-1FA0-30EB8A85903A}"/>
                </a:ext>
              </a:extLst>
            </p:cNvPr>
            <p:cNvSpPr txBox="1">
              <a:spLocks noChangeArrowheads="1"/>
            </p:cNvSpPr>
            <p:nvPr/>
          </p:nvSpPr>
          <p:spPr bwMode="auto">
            <a:xfrm>
              <a:off x="8186" y="9069"/>
              <a:ext cx="12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b="1">
                  <a:latin typeface="Times New Roman" panose="02020603050405020304" pitchFamily="18" charset="0"/>
                </a:rPr>
                <a:t>Plain text</a:t>
              </a:r>
            </a:p>
          </p:txBody>
        </p:sp>
        <p:sp>
          <p:nvSpPr>
            <p:cNvPr id="65577" name="Text Box 40">
              <a:extLst>
                <a:ext uri="{FF2B5EF4-FFF2-40B4-BE49-F238E27FC236}">
                  <a16:creationId xmlns:a16="http://schemas.microsoft.com/office/drawing/2014/main" id="{C154CE55-B409-05A2-E6F8-0C1699BBCA9A}"/>
                </a:ext>
              </a:extLst>
            </p:cNvPr>
            <p:cNvSpPr txBox="1">
              <a:spLocks noChangeArrowheads="1"/>
            </p:cNvSpPr>
            <p:nvPr/>
          </p:nvSpPr>
          <p:spPr bwMode="auto">
            <a:xfrm>
              <a:off x="3253" y="9734"/>
              <a:ext cx="6179" cy="5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(b) The Decryption Process at the receiver’s end</a:t>
              </a:r>
            </a:p>
          </p:txBody>
        </p:sp>
        <p:sp>
          <p:nvSpPr>
            <p:cNvPr id="65578" name="Line 41">
              <a:extLst>
                <a:ext uri="{FF2B5EF4-FFF2-40B4-BE49-F238E27FC236}">
                  <a16:creationId xmlns:a16="http://schemas.microsoft.com/office/drawing/2014/main" id="{A6C9E57F-B254-702A-7258-E071EE5F4BDE}"/>
                </a:ext>
              </a:extLst>
            </p:cNvPr>
            <p:cNvSpPr>
              <a:spLocks noChangeShapeType="1"/>
            </p:cNvSpPr>
            <p:nvPr/>
          </p:nvSpPr>
          <p:spPr bwMode="auto">
            <a:xfrm>
              <a:off x="2595" y="6363"/>
              <a:ext cx="756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800"/>
            </a:p>
          </p:txBody>
        </p:sp>
      </p:gr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CE046C46-47E3-42EB-FC85-77B70DEA63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2C415A7-EEB5-479C-8D79-626C87E01FF1}" type="slidenum">
              <a:rPr lang="en-US" altLang="en-US" sz="1400"/>
              <a:pPr>
                <a:spcBef>
                  <a:spcPct val="0"/>
                </a:spcBef>
                <a:buClrTx/>
                <a:buSzTx/>
                <a:buFontTx/>
                <a:buNone/>
              </a:pPr>
              <a:t>70</a:t>
            </a:fld>
            <a:endParaRPr lang="en-US" altLang="en-US" sz="1400"/>
          </a:p>
        </p:txBody>
      </p:sp>
      <p:sp>
        <p:nvSpPr>
          <p:cNvPr id="67587" name="Rectangle 2">
            <a:extLst>
              <a:ext uri="{FF2B5EF4-FFF2-40B4-BE49-F238E27FC236}">
                <a16:creationId xmlns:a16="http://schemas.microsoft.com/office/drawing/2014/main" id="{53E3F2C5-2DD3-AE58-905D-4C56DACC5854}"/>
              </a:ext>
            </a:extLst>
          </p:cNvPr>
          <p:cNvSpPr>
            <a:spLocks noGrp="1" noChangeArrowheads="1"/>
          </p:cNvSpPr>
          <p:nvPr>
            <p:ph type="title"/>
          </p:nvPr>
        </p:nvSpPr>
        <p:spPr/>
        <p:txBody>
          <a:bodyPr/>
          <a:lstStyle/>
          <a:p>
            <a:pPr eaLnBrk="1" hangingPunct="1"/>
            <a:r>
              <a:rPr lang="en-US" altLang="en-US"/>
              <a:t>Key Types</a:t>
            </a:r>
          </a:p>
        </p:txBody>
      </p:sp>
      <p:sp>
        <p:nvSpPr>
          <p:cNvPr id="67588" name="Rectangle 3">
            <a:extLst>
              <a:ext uri="{FF2B5EF4-FFF2-40B4-BE49-F238E27FC236}">
                <a16:creationId xmlns:a16="http://schemas.microsoft.com/office/drawing/2014/main" id="{8BC0CEB2-B4B7-5019-6651-8338EAB61002}"/>
              </a:ext>
            </a:extLst>
          </p:cNvPr>
          <p:cNvSpPr>
            <a:spLocks noGrp="1" noChangeArrowheads="1"/>
          </p:cNvSpPr>
          <p:nvPr>
            <p:ph type="body" idx="1"/>
          </p:nvPr>
        </p:nvSpPr>
        <p:spPr/>
        <p:txBody>
          <a:bodyPr>
            <a:normAutofit/>
          </a:bodyPr>
          <a:lstStyle/>
          <a:p>
            <a:pPr eaLnBrk="1" hangingPunct="1"/>
            <a:r>
              <a:rPr lang="en-US" altLang="en-US" sz="4000" dirty="0"/>
              <a:t>Symmetric Key Encryption</a:t>
            </a:r>
            <a:endParaRPr lang="en-US" altLang="en-US" sz="3600" dirty="0"/>
          </a:p>
          <a:p>
            <a:pPr lvl="1" eaLnBrk="1" hangingPunct="1"/>
            <a:r>
              <a:rPr lang="en-US" altLang="en-US" sz="3600" dirty="0"/>
              <a:t>The </a:t>
            </a:r>
            <a:r>
              <a:rPr lang="en-US" altLang="en-US" sz="3600" i="1" dirty="0"/>
              <a:t>same </a:t>
            </a:r>
            <a:r>
              <a:rPr lang="en-US" altLang="en-US" sz="3600" dirty="0"/>
              <a:t>key is used for encryption and decryption</a:t>
            </a:r>
            <a:endParaRPr lang="en-US" altLang="en-US" sz="4000" dirty="0"/>
          </a:p>
          <a:p>
            <a:pPr eaLnBrk="1" hangingPunct="1"/>
            <a:r>
              <a:rPr lang="en-US" altLang="en-US" sz="4000" dirty="0"/>
              <a:t>Asymmetric Key Encryption </a:t>
            </a:r>
            <a:endParaRPr lang="en-US" altLang="en-US" sz="3600" dirty="0"/>
          </a:p>
          <a:p>
            <a:pPr lvl="1" eaLnBrk="1" hangingPunct="1"/>
            <a:r>
              <a:rPr lang="en-US" altLang="en-US" sz="3600" dirty="0"/>
              <a:t>One key used for encryption</a:t>
            </a:r>
          </a:p>
          <a:p>
            <a:pPr lvl="1" eaLnBrk="1" hangingPunct="1"/>
            <a:r>
              <a:rPr lang="en-US" altLang="en-US" sz="3600" dirty="0"/>
              <a:t>Another, </a:t>
            </a:r>
            <a:r>
              <a:rPr lang="en-US" altLang="en-US" sz="3600" i="1" dirty="0"/>
              <a:t>different </a:t>
            </a:r>
            <a:r>
              <a:rPr lang="en-US" altLang="en-US" sz="3600" dirty="0"/>
              <a:t>key used for decryption</a:t>
            </a:r>
            <a:endParaRPr lang="en-US" altLang="en-US" sz="4000" dirty="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86B7F57E-8C9A-4339-5E80-2FFD3B5D25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19EA386-AEC1-481A-9C7F-E88CB815DF86}" type="slidenum">
              <a:rPr lang="en-US" altLang="en-US" sz="1400"/>
              <a:pPr>
                <a:spcBef>
                  <a:spcPct val="0"/>
                </a:spcBef>
                <a:buClrTx/>
                <a:buSzTx/>
                <a:buFontTx/>
                <a:buNone/>
              </a:pPr>
              <a:t>71</a:t>
            </a:fld>
            <a:endParaRPr lang="en-US" altLang="en-US" sz="1400"/>
          </a:p>
        </p:txBody>
      </p:sp>
      <p:sp>
        <p:nvSpPr>
          <p:cNvPr id="69635" name="Rectangle 2">
            <a:extLst>
              <a:ext uri="{FF2B5EF4-FFF2-40B4-BE49-F238E27FC236}">
                <a16:creationId xmlns:a16="http://schemas.microsoft.com/office/drawing/2014/main" id="{1BE14344-FC44-FEF4-2FC6-44E51F2489F8}"/>
              </a:ext>
            </a:extLst>
          </p:cNvPr>
          <p:cNvSpPr>
            <a:spLocks noGrp="1" noChangeArrowheads="1"/>
          </p:cNvSpPr>
          <p:nvPr>
            <p:ph type="title"/>
          </p:nvPr>
        </p:nvSpPr>
        <p:spPr/>
        <p:txBody>
          <a:bodyPr/>
          <a:lstStyle/>
          <a:p>
            <a:pPr eaLnBrk="1" hangingPunct="1"/>
            <a:r>
              <a:rPr lang="en-US" altLang="en-US"/>
              <a:t>Symmetric Key Encryption</a:t>
            </a:r>
          </a:p>
        </p:txBody>
      </p:sp>
      <p:sp>
        <p:nvSpPr>
          <p:cNvPr id="69636" name="Rectangle 3">
            <a:extLst>
              <a:ext uri="{FF2B5EF4-FFF2-40B4-BE49-F238E27FC236}">
                <a16:creationId xmlns:a16="http://schemas.microsoft.com/office/drawing/2014/main" id="{0B82CF9D-1BF9-77E5-849D-E92FEB19A573}"/>
              </a:ext>
            </a:extLst>
          </p:cNvPr>
          <p:cNvSpPr>
            <a:spLocks noGrp="1" noChangeArrowheads="1"/>
          </p:cNvSpPr>
          <p:nvPr>
            <p:ph type="body" idx="1"/>
          </p:nvPr>
        </p:nvSpPr>
        <p:spPr/>
        <p:txBody>
          <a:bodyPr/>
          <a:lstStyle/>
          <a:p>
            <a:pPr eaLnBrk="1" hangingPunct="1"/>
            <a:r>
              <a:rPr lang="en-US" altLang="en-US" dirty="0"/>
              <a:t>Also called as Private Key Encryption</a:t>
            </a:r>
          </a:p>
          <a:p>
            <a:pPr eaLnBrk="1" hangingPunct="1"/>
            <a:r>
              <a:rPr lang="en-US" altLang="en-US" dirty="0"/>
              <a:t>Each party has only one key</a:t>
            </a:r>
          </a:p>
          <a:p>
            <a:pPr eaLnBrk="1" hangingPunct="1"/>
            <a:r>
              <a:rPr lang="en-US" altLang="en-US" dirty="0"/>
              <a:t>Key must be kept secret</a:t>
            </a:r>
          </a:p>
          <a:p>
            <a:pPr eaLnBrk="1" hangingPunct="1"/>
            <a:r>
              <a:rPr lang="en-US" altLang="en-US" dirty="0"/>
              <a:t>The same key is used for encryption and decryption</a:t>
            </a:r>
          </a:p>
          <a:p>
            <a:pPr eaLnBrk="1" hangingPunct="1"/>
            <a:r>
              <a:rPr lang="en-US" altLang="en-US" dirty="0"/>
              <a:t>Examples: DES, AES, Blowfish</a:t>
            </a:r>
            <a:endParaRPr lang="en-US" altLang="en-US" sz="3600" dirty="0"/>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7A38560E-B98F-6AB3-2B01-65A21341D1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0B43894-66DC-4F26-B9C4-9B9EBFC0893D}" type="slidenum">
              <a:rPr lang="en-US" altLang="en-US" sz="1400"/>
              <a:pPr>
                <a:spcBef>
                  <a:spcPct val="0"/>
                </a:spcBef>
                <a:buClrTx/>
                <a:buSzTx/>
                <a:buFontTx/>
                <a:buNone/>
              </a:pPr>
              <a:t>72</a:t>
            </a:fld>
            <a:endParaRPr lang="en-US" altLang="en-US" sz="1400"/>
          </a:p>
        </p:txBody>
      </p:sp>
      <p:sp>
        <p:nvSpPr>
          <p:cNvPr id="71683" name="Rectangle 2">
            <a:extLst>
              <a:ext uri="{FF2B5EF4-FFF2-40B4-BE49-F238E27FC236}">
                <a16:creationId xmlns:a16="http://schemas.microsoft.com/office/drawing/2014/main" id="{79D91691-4609-0A86-70D1-E0555F6E3DC1}"/>
              </a:ext>
            </a:extLst>
          </p:cNvPr>
          <p:cNvSpPr>
            <a:spLocks noGrp="1" noChangeArrowheads="1"/>
          </p:cNvSpPr>
          <p:nvPr>
            <p:ph type="title"/>
          </p:nvPr>
        </p:nvSpPr>
        <p:spPr/>
        <p:txBody>
          <a:bodyPr/>
          <a:lstStyle/>
          <a:p>
            <a:pPr eaLnBrk="1" hangingPunct="1"/>
            <a:r>
              <a:rPr lang="en-US" altLang="en-US"/>
              <a:t>Symmetric Key Encryption: Example</a:t>
            </a:r>
          </a:p>
        </p:txBody>
      </p:sp>
      <p:grpSp>
        <p:nvGrpSpPr>
          <p:cNvPr id="71684" name="Group 3">
            <a:extLst>
              <a:ext uri="{FF2B5EF4-FFF2-40B4-BE49-F238E27FC236}">
                <a16:creationId xmlns:a16="http://schemas.microsoft.com/office/drawing/2014/main" id="{51A3285E-C7B7-26B0-3171-1F879A65BAA2}"/>
              </a:ext>
            </a:extLst>
          </p:cNvPr>
          <p:cNvGrpSpPr>
            <a:grpSpLocks/>
          </p:cNvGrpSpPr>
          <p:nvPr/>
        </p:nvGrpSpPr>
        <p:grpSpPr bwMode="auto">
          <a:xfrm>
            <a:off x="2971800" y="1819275"/>
            <a:ext cx="6172200" cy="4267200"/>
            <a:chOff x="912" y="1344"/>
            <a:chExt cx="3888" cy="2688"/>
          </a:xfrm>
        </p:grpSpPr>
        <p:sp>
          <p:nvSpPr>
            <p:cNvPr id="71685" name="Rectangle 4">
              <a:extLst>
                <a:ext uri="{FF2B5EF4-FFF2-40B4-BE49-F238E27FC236}">
                  <a16:creationId xmlns:a16="http://schemas.microsoft.com/office/drawing/2014/main" id="{E557596C-4424-8C45-3384-16616BF234DB}"/>
                </a:ext>
              </a:extLst>
            </p:cNvPr>
            <p:cNvSpPr>
              <a:spLocks noChangeArrowheads="1"/>
            </p:cNvSpPr>
            <p:nvPr/>
          </p:nvSpPr>
          <p:spPr bwMode="auto">
            <a:xfrm>
              <a:off x="912" y="1344"/>
              <a:ext cx="1296" cy="48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My name is XYZ</a:t>
              </a:r>
            </a:p>
          </p:txBody>
        </p:sp>
        <p:sp>
          <p:nvSpPr>
            <p:cNvPr id="71686" name="Rectangle 5">
              <a:extLst>
                <a:ext uri="{FF2B5EF4-FFF2-40B4-BE49-F238E27FC236}">
                  <a16:creationId xmlns:a16="http://schemas.microsoft.com/office/drawing/2014/main" id="{D96BE80B-5BAE-4345-8356-22BB078D99EB}"/>
                </a:ext>
              </a:extLst>
            </p:cNvPr>
            <p:cNvSpPr>
              <a:spLocks noChangeArrowheads="1"/>
            </p:cNvSpPr>
            <p:nvPr/>
          </p:nvSpPr>
          <p:spPr bwMode="auto">
            <a:xfrm>
              <a:off x="2448" y="1344"/>
              <a:ext cx="912" cy="48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Encrypt</a:t>
              </a:r>
            </a:p>
          </p:txBody>
        </p:sp>
        <p:sp>
          <p:nvSpPr>
            <p:cNvPr id="71687" name="AutoShape 6">
              <a:extLst>
                <a:ext uri="{FF2B5EF4-FFF2-40B4-BE49-F238E27FC236}">
                  <a16:creationId xmlns:a16="http://schemas.microsoft.com/office/drawing/2014/main" id="{C9F68455-F618-1AC7-0037-1741EA0CAD94}"/>
                </a:ext>
              </a:extLst>
            </p:cNvPr>
            <p:cNvSpPr>
              <a:spLocks noChangeArrowheads="1"/>
            </p:cNvSpPr>
            <p:nvPr/>
          </p:nvSpPr>
          <p:spPr bwMode="auto">
            <a:xfrm>
              <a:off x="244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688" name="AutoShape 7">
              <a:extLst>
                <a:ext uri="{FF2B5EF4-FFF2-40B4-BE49-F238E27FC236}">
                  <a16:creationId xmlns:a16="http://schemas.microsoft.com/office/drawing/2014/main" id="{AA467DBE-2239-48EF-8FF6-5DF8A005E597}"/>
                </a:ext>
              </a:extLst>
            </p:cNvPr>
            <p:cNvSpPr>
              <a:spLocks noChangeArrowheads="1"/>
            </p:cNvSpPr>
            <p:nvPr/>
          </p:nvSpPr>
          <p:spPr bwMode="auto">
            <a:xfrm>
              <a:off x="316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689" name="Rectangle 8">
              <a:extLst>
                <a:ext uri="{FF2B5EF4-FFF2-40B4-BE49-F238E27FC236}">
                  <a16:creationId xmlns:a16="http://schemas.microsoft.com/office/drawing/2014/main" id="{2F94D2ED-6351-D237-A3CA-D1E4154BF515}"/>
                </a:ext>
              </a:extLst>
            </p:cNvPr>
            <p:cNvSpPr>
              <a:spLocks noChangeArrowheads="1"/>
            </p:cNvSpPr>
            <p:nvPr/>
          </p:nvSpPr>
          <p:spPr bwMode="auto">
            <a:xfrm>
              <a:off x="2208" y="2112"/>
              <a:ext cx="672" cy="336"/>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Algorithm</a:t>
              </a:r>
            </a:p>
          </p:txBody>
        </p:sp>
        <p:sp>
          <p:nvSpPr>
            <p:cNvPr id="71690" name="Rectangle 9">
              <a:extLst>
                <a:ext uri="{FF2B5EF4-FFF2-40B4-BE49-F238E27FC236}">
                  <a16:creationId xmlns:a16="http://schemas.microsoft.com/office/drawing/2014/main" id="{7C8FDE4B-AB87-03D8-8C06-542DCFCD4F5E}"/>
                </a:ext>
              </a:extLst>
            </p:cNvPr>
            <p:cNvSpPr>
              <a:spLocks noChangeArrowheads="1"/>
            </p:cNvSpPr>
            <p:nvPr/>
          </p:nvSpPr>
          <p:spPr bwMode="auto">
            <a:xfrm>
              <a:off x="3024" y="2112"/>
              <a:ext cx="480" cy="336"/>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K</a:t>
              </a:r>
            </a:p>
          </p:txBody>
        </p:sp>
        <p:sp>
          <p:nvSpPr>
            <p:cNvPr id="71691" name="Rectangle 10">
              <a:extLst>
                <a:ext uri="{FF2B5EF4-FFF2-40B4-BE49-F238E27FC236}">
                  <a16:creationId xmlns:a16="http://schemas.microsoft.com/office/drawing/2014/main" id="{5134D805-927E-35BA-337C-08760E6BAB78}"/>
                </a:ext>
              </a:extLst>
            </p:cNvPr>
            <p:cNvSpPr>
              <a:spLocks noChangeArrowheads="1"/>
            </p:cNvSpPr>
            <p:nvPr/>
          </p:nvSpPr>
          <p:spPr bwMode="auto">
            <a:xfrm>
              <a:off x="3600" y="1344"/>
              <a:ext cx="1008" cy="48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G%er@17*</a:t>
              </a:r>
            </a:p>
          </p:txBody>
        </p:sp>
        <p:sp>
          <p:nvSpPr>
            <p:cNvPr id="71692" name="Rectangle 11">
              <a:extLst>
                <a:ext uri="{FF2B5EF4-FFF2-40B4-BE49-F238E27FC236}">
                  <a16:creationId xmlns:a16="http://schemas.microsoft.com/office/drawing/2014/main" id="{C9BCA075-C236-1399-E828-26E5900411D3}"/>
                </a:ext>
              </a:extLst>
            </p:cNvPr>
            <p:cNvSpPr>
              <a:spLocks noChangeArrowheads="1"/>
            </p:cNvSpPr>
            <p:nvPr/>
          </p:nvSpPr>
          <p:spPr bwMode="auto">
            <a:xfrm>
              <a:off x="3504" y="2928"/>
              <a:ext cx="1296" cy="48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My name is XYZ</a:t>
              </a:r>
            </a:p>
          </p:txBody>
        </p:sp>
        <p:sp>
          <p:nvSpPr>
            <p:cNvPr id="71693" name="Rectangle 12">
              <a:extLst>
                <a:ext uri="{FF2B5EF4-FFF2-40B4-BE49-F238E27FC236}">
                  <a16:creationId xmlns:a16="http://schemas.microsoft.com/office/drawing/2014/main" id="{DDF65272-CB13-8267-7EE1-8DD4D7ABFAA6}"/>
                </a:ext>
              </a:extLst>
            </p:cNvPr>
            <p:cNvSpPr>
              <a:spLocks noChangeArrowheads="1"/>
            </p:cNvSpPr>
            <p:nvPr/>
          </p:nvSpPr>
          <p:spPr bwMode="auto">
            <a:xfrm>
              <a:off x="2352" y="2928"/>
              <a:ext cx="912" cy="48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Decrypt</a:t>
              </a:r>
            </a:p>
          </p:txBody>
        </p:sp>
        <p:sp>
          <p:nvSpPr>
            <p:cNvPr id="71694" name="AutoShape 13">
              <a:extLst>
                <a:ext uri="{FF2B5EF4-FFF2-40B4-BE49-F238E27FC236}">
                  <a16:creationId xmlns:a16="http://schemas.microsoft.com/office/drawing/2014/main" id="{37BF26A3-1EC0-5B7E-1B25-C84549CFFCB9}"/>
                </a:ext>
              </a:extLst>
            </p:cNvPr>
            <p:cNvSpPr>
              <a:spLocks noChangeArrowheads="1"/>
            </p:cNvSpPr>
            <p:nvPr/>
          </p:nvSpPr>
          <p:spPr bwMode="auto">
            <a:xfrm>
              <a:off x="235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695" name="AutoShape 14">
              <a:extLst>
                <a:ext uri="{FF2B5EF4-FFF2-40B4-BE49-F238E27FC236}">
                  <a16:creationId xmlns:a16="http://schemas.microsoft.com/office/drawing/2014/main" id="{2F06A045-5BDE-BE58-586A-85BA3F3E38B3}"/>
                </a:ext>
              </a:extLst>
            </p:cNvPr>
            <p:cNvSpPr>
              <a:spLocks noChangeArrowheads="1"/>
            </p:cNvSpPr>
            <p:nvPr/>
          </p:nvSpPr>
          <p:spPr bwMode="auto">
            <a:xfrm>
              <a:off x="307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696" name="Rectangle 15">
              <a:extLst>
                <a:ext uri="{FF2B5EF4-FFF2-40B4-BE49-F238E27FC236}">
                  <a16:creationId xmlns:a16="http://schemas.microsoft.com/office/drawing/2014/main" id="{0F60007A-18D5-2479-32CC-217D906AFAE2}"/>
                </a:ext>
              </a:extLst>
            </p:cNvPr>
            <p:cNvSpPr>
              <a:spLocks noChangeArrowheads="1"/>
            </p:cNvSpPr>
            <p:nvPr/>
          </p:nvSpPr>
          <p:spPr bwMode="auto">
            <a:xfrm>
              <a:off x="2112" y="3696"/>
              <a:ext cx="672" cy="336"/>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Algorithm</a:t>
              </a:r>
            </a:p>
          </p:txBody>
        </p:sp>
        <p:sp>
          <p:nvSpPr>
            <p:cNvPr id="71697" name="Rectangle 16">
              <a:extLst>
                <a:ext uri="{FF2B5EF4-FFF2-40B4-BE49-F238E27FC236}">
                  <a16:creationId xmlns:a16="http://schemas.microsoft.com/office/drawing/2014/main" id="{820BC68E-8BC4-6BB1-F5E3-4A546ABB641A}"/>
                </a:ext>
              </a:extLst>
            </p:cNvPr>
            <p:cNvSpPr>
              <a:spLocks noChangeArrowheads="1"/>
            </p:cNvSpPr>
            <p:nvPr/>
          </p:nvSpPr>
          <p:spPr bwMode="auto">
            <a:xfrm>
              <a:off x="2928" y="3696"/>
              <a:ext cx="480" cy="336"/>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K</a:t>
              </a:r>
            </a:p>
          </p:txBody>
        </p:sp>
        <p:sp>
          <p:nvSpPr>
            <p:cNvPr id="71698" name="Rectangle 17">
              <a:extLst>
                <a:ext uri="{FF2B5EF4-FFF2-40B4-BE49-F238E27FC236}">
                  <a16:creationId xmlns:a16="http://schemas.microsoft.com/office/drawing/2014/main" id="{0012A155-9FD5-B024-8EF5-DF3DE53F6737}"/>
                </a:ext>
              </a:extLst>
            </p:cNvPr>
            <p:cNvSpPr>
              <a:spLocks noChangeArrowheads="1"/>
            </p:cNvSpPr>
            <p:nvPr/>
          </p:nvSpPr>
          <p:spPr bwMode="auto">
            <a:xfrm>
              <a:off x="1104" y="2928"/>
              <a:ext cx="1008" cy="48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G%er@17*</a:t>
              </a:r>
            </a:p>
          </p:txBody>
        </p:sp>
        <p:sp>
          <p:nvSpPr>
            <p:cNvPr id="71699" name="AutoShape 18">
              <a:extLst>
                <a:ext uri="{FF2B5EF4-FFF2-40B4-BE49-F238E27FC236}">
                  <a16:creationId xmlns:a16="http://schemas.microsoft.com/office/drawing/2014/main" id="{C59EA51F-2AC8-C96F-E756-B1977710550A}"/>
                </a:ext>
              </a:extLst>
            </p:cNvPr>
            <p:cNvSpPr>
              <a:spLocks noChangeArrowheads="1"/>
            </p:cNvSpPr>
            <p:nvPr/>
          </p:nvSpPr>
          <p:spPr bwMode="auto">
            <a:xfrm>
              <a:off x="2208"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700" name="AutoShape 19">
              <a:extLst>
                <a:ext uri="{FF2B5EF4-FFF2-40B4-BE49-F238E27FC236}">
                  <a16:creationId xmlns:a16="http://schemas.microsoft.com/office/drawing/2014/main" id="{1CA7A9BD-3B14-D16B-C8B3-108E8999A88F}"/>
                </a:ext>
              </a:extLst>
            </p:cNvPr>
            <p:cNvSpPr>
              <a:spLocks noChangeArrowheads="1"/>
            </p:cNvSpPr>
            <p:nvPr/>
          </p:nvSpPr>
          <p:spPr bwMode="auto">
            <a:xfrm>
              <a:off x="3360"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701" name="AutoShape 20">
              <a:extLst>
                <a:ext uri="{FF2B5EF4-FFF2-40B4-BE49-F238E27FC236}">
                  <a16:creationId xmlns:a16="http://schemas.microsoft.com/office/drawing/2014/main" id="{E707E3CE-880E-4228-A390-7B0A9EC9F8E6}"/>
                </a:ext>
              </a:extLst>
            </p:cNvPr>
            <p:cNvSpPr>
              <a:spLocks noChangeArrowheads="1"/>
            </p:cNvSpPr>
            <p:nvPr/>
          </p:nvSpPr>
          <p:spPr bwMode="auto">
            <a:xfrm>
              <a:off x="2112"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71702" name="AutoShape 21">
              <a:extLst>
                <a:ext uri="{FF2B5EF4-FFF2-40B4-BE49-F238E27FC236}">
                  <a16:creationId xmlns:a16="http://schemas.microsoft.com/office/drawing/2014/main" id="{BCE06740-C3F6-73E3-FE3A-4474B624B0E0}"/>
                </a:ext>
              </a:extLst>
            </p:cNvPr>
            <p:cNvSpPr>
              <a:spLocks noChangeArrowheads="1"/>
            </p:cNvSpPr>
            <p:nvPr/>
          </p:nvSpPr>
          <p:spPr bwMode="auto">
            <a:xfrm>
              <a:off x="3264"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6">
            <a:extLst>
              <a:ext uri="{FF2B5EF4-FFF2-40B4-BE49-F238E27FC236}">
                <a16:creationId xmlns:a16="http://schemas.microsoft.com/office/drawing/2014/main" id="{5117F69E-6F33-89E1-A9A9-692BE2B2E97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F71BB31-F7B5-4AAF-8949-557DB20BF289}" type="slidenum">
              <a:rPr lang="en-US" altLang="en-US" sz="1400">
                <a:solidFill>
                  <a:schemeClr val="bg2"/>
                </a:solidFill>
              </a:rPr>
              <a:pPr>
                <a:spcBef>
                  <a:spcPct val="0"/>
                </a:spcBef>
                <a:buClrTx/>
                <a:buSzTx/>
                <a:buFontTx/>
                <a:buNone/>
              </a:pPr>
              <a:t>73</a:t>
            </a:fld>
            <a:endParaRPr lang="en-US" altLang="en-US" sz="1400">
              <a:solidFill>
                <a:schemeClr val="bg2"/>
              </a:solidFill>
            </a:endParaRPr>
          </a:p>
        </p:txBody>
      </p:sp>
      <p:sp>
        <p:nvSpPr>
          <p:cNvPr id="73731" name="Rectangle 1026">
            <a:extLst>
              <a:ext uri="{FF2B5EF4-FFF2-40B4-BE49-F238E27FC236}">
                <a16:creationId xmlns:a16="http://schemas.microsoft.com/office/drawing/2014/main" id="{E1749DFD-0D87-37F4-705C-2BDF2B47CDE0}"/>
              </a:ext>
            </a:extLst>
          </p:cNvPr>
          <p:cNvSpPr>
            <a:spLocks noGrp="1" noChangeArrowheads="1"/>
          </p:cNvSpPr>
          <p:nvPr>
            <p:ph type="ctrTitle"/>
          </p:nvPr>
        </p:nvSpPr>
        <p:spPr/>
        <p:txBody>
          <a:bodyPr/>
          <a:lstStyle/>
          <a:p>
            <a:pPr eaLnBrk="1" hangingPunct="1"/>
            <a:r>
              <a:rPr lang="en-US" altLang="en-US"/>
              <a:t>Data Encryption Standard (DES)</a:t>
            </a:r>
            <a:endParaRPr lang="en-GB" altLang="en-US"/>
          </a:p>
        </p:txBody>
      </p:sp>
      <p:sp>
        <p:nvSpPr>
          <p:cNvPr id="73732" name="Rectangle 1027">
            <a:extLst>
              <a:ext uri="{FF2B5EF4-FFF2-40B4-BE49-F238E27FC236}">
                <a16:creationId xmlns:a16="http://schemas.microsoft.com/office/drawing/2014/main" id="{B4C6E6CC-0D6F-CF80-706B-0389B487426D}"/>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a:extLst>
              <a:ext uri="{FF2B5EF4-FFF2-40B4-BE49-F238E27FC236}">
                <a16:creationId xmlns:a16="http://schemas.microsoft.com/office/drawing/2014/main" id="{5C10155F-3305-F005-8941-9B72134D65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A1120BF-ABFF-4A74-A6BC-FAD9FACD2FAE}" type="slidenum">
              <a:rPr lang="en-US" altLang="en-US" sz="1400"/>
              <a:pPr>
                <a:spcBef>
                  <a:spcPct val="0"/>
                </a:spcBef>
                <a:buClrTx/>
                <a:buSzTx/>
                <a:buFontTx/>
                <a:buNone/>
              </a:pPr>
              <a:t>74</a:t>
            </a:fld>
            <a:endParaRPr lang="en-US" altLang="en-US" sz="1400"/>
          </a:p>
        </p:txBody>
      </p:sp>
      <p:sp>
        <p:nvSpPr>
          <p:cNvPr id="75779" name="Rectangle 1026">
            <a:extLst>
              <a:ext uri="{FF2B5EF4-FFF2-40B4-BE49-F238E27FC236}">
                <a16:creationId xmlns:a16="http://schemas.microsoft.com/office/drawing/2014/main" id="{9B6AC017-3C3E-84F8-32DF-7F18C168C9A0}"/>
              </a:ext>
            </a:extLst>
          </p:cNvPr>
          <p:cNvSpPr>
            <a:spLocks noGrp="1" noChangeArrowheads="1"/>
          </p:cNvSpPr>
          <p:nvPr>
            <p:ph type="title"/>
          </p:nvPr>
        </p:nvSpPr>
        <p:spPr/>
        <p:txBody>
          <a:bodyPr/>
          <a:lstStyle/>
          <a:p>
            <a:pPr eaLnBrk="1" hangingPunct="1"/>
            <a:r>
              <a:rPr lang="en-US" altLang="en-US"/>
              <a:t>DES History</a:t>
            </a:r>
            <a:endParaRPr lang="en-GB" altLang="en-US"/>
          </a:p>
        </p:txBody>
      </p:sp>
      <p:sp>
        <p:nvSpPr>
          <p:cNvPr id="75780" name="Rectangle 1027">
            <a:extLst>
              <a:ext uri="{FF2B5EF4-FFF2-40B4-BE49-F238E27FC236}">
                <a16:creationId xmlns:a16="http://schemas.microsoft.com/office/drawing/2014/main" id="{57232292-1846-1DE1-B17F-8B949F695EB1}"/>
              </a:ext>
            </a:extLst>
          </p:cNvPr>
          <p:cNvSpPr>
            <a:spLocks noGrp="1" noChangeArrowheads="1"/>
          </p:cNvSpPr>
          <p:nvPr>
            <p:ph type="body" idx="1"/>
          </p:nvPr>
        </p:nvSpPr>
        <p:spPr/>
        <p:txBody>
          <a:bodyPr>
            <a:normAutofit/>
          </a:bodyPr>
          <a:lstStyle/>
          <a:p>
            <a:pPr eaLnBrk="1" hangingPunct="1"/>
            <a:r>
              <a:rPr lang="en-US" altLang="en-US" sz="3600" dirty="0"/>
              <a:t>Created by National Security Agency (NSA)</a:t>
            </a:r>
          </a:p>
          <a:p>
            <a:pPr lvl="1" eaLnBrk="1" hangingPunct="1"/>
            <a:r>
              <a:rPr lang="en-US" altLang="en-US" sz="3200" dirty="0"/>
              <a:t>Created by US President Truman’s top-secret order in 1962</a:t>
            </a:r>
          </a:p>
          <a:p>
            <a:pPr lvl="1" eaLnBrk="1" hangingPunct="1"/>
            <a:r>
              <a:rPr lang="en-US" altLang="en-US" sz="3200" dirty="0"/>
              <a:t>Cryptography-related aims</a:t>
            </a:r>
          </a:p>
          <a:p>
            <a:pPr lvl="2" eaLnBrk="1" hangingPunct="1"/>
            <a:r>
              <a:rPr lang="en-US" altLang="en-US" sz="2800" dirty="0"/>
              <a:t>Maintain security of government information</a:t>
            </a:r>
          </a:p>
          <a:p>
            <a:pPr lvl="2" eaLnBrk="1" hangingPunct="1"/>
            <a:r>
              <a:rPr lang="en-US" altLang="en-US" sz="2800" dirty="0"/>
              <a:t>Gather foreign intelligence</a:t>
            </a:r>
          </a:p>
          <a:p>
            <a:pPr eaLnBrk="1" hangingPunct="1"/>
            <a:r>
              <a:rPr lang="en-US" altLang="en-US" sz="3600" dirty="0"/>
              <a:t>DES was announced in 1975</a:t>
            </a:r>
            <a:endParaRPr lang="en-GB" altLang="en-US" sz="36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4">
            <a:extLst>
              <a:ext uri="{FF2B5EF4-FFF2-40B4-BE49-F238E27FC236}">
                <a16:creationId xmlns:a16="http://schemas.microsoft.com/office/drawing/2014/main" id="{159A474E-D349-48F7-3D4C-4351D8386A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01098E2-E9CC-48B4-A154-EF83B78D84C7}" type="slidenum">
              <a:rPr lang="en-US" altLang="en-US" sz="1400"/>
              <a:pPr>
                <a:spcBef>
                  <a:spcPct val="0"/>
                </a:spcBef>
                <a:buClrTx/>
                <a:buSzTx/>
                <a:buFontTx/>
                <a:buNone/>
              </a:pPr>
              <a:t>75</a:t>
            </a:fld>
            <a:endParaRPr lang="en-US" altLang="en-US" sz="1400"/>
          </a:p>
        </p:txBody>
      </p:sp>
      <p:sp>
        <p:nvSpPr>
          <p:cNvPr id="77827" name="Rectangle 2">
            <a:extLst>
              <a:ext uri="{FF2B5EF4-FFF2-40B4-BE49-F238E27FC236}">
                <a16:creationId xmlns:a16="http://schemas.microsoft.com/office/drawing/2014/main" id="{D4A7432C-E29E-F867-9D12-2F84096C138F}"/>
              </a:ext>
            </a:extLst>
          </p:cNvPr>
          <p:cNvSpPr>
            <a:spLocks noGrp="1" noChangeArrowheads="1"/>
          </p:cNvSpPr>
          <p:nvPr>
            <p:ph type="title"/>
          </p:nvPr>
        </p:nvSpPr>
        <p:spPr/>
        <p:txBody>
          <a:bodyPr/>
          <a:lstStyle/>
          <a:p>
            <a:pPr eaLnBrk="1" hangingPunct="1"/>
            <a:r>
              <a:rPr lang="en-US" altLang="en-US"/>
              <a:t>Conceptual View of DES</a:t>
            </a:r>
          </a:p>
        </p:txBody>
      </p:sp>
      <p:grpSp>
        <p:nvGrpSpPr>
          <p:cNvPr id="77828" name="Group 3">
            <a:extLst>
              <a:ext uri="{FF2B5EF4-FFF2-40B4-BE49-F238E27FC236}">
                <a16:creationId xmlns:a16="http://schemas.microsoft.com/office/drawing/2014/main" id="{EB665146-2342-7270-75E6-85F5E6FD9E9B}"/>
              </a:ext>
            </a:extLst>
          </p:cNvPr>
          <p:cNvGrpSpPr>
            <a:grpSpLocks/>
          </p:cNvGrpSpPr>
          <p:nvPr/>
        </p:nvGrpSpPr>
        <p:grpSpPr bwMode="auto">
          <a:xfrm>
            <a:off x="963291" y="1389882"/>
            <a:ext cx="10050605" cy="4774611"/>
            <a:chOff x="1788" y="4466"/>
            <a:chExt cx="8676" cy="3924"/>
          </a:xfrm>
        </p:grpSpPr>
        <p:sp>
          <p:nvSpPr>
            <p:cNvPr id="77829" name="Rectangle 4">
              <a:extLst>
                <a:ext uri="{FF2B5EF4-FFF2-40B4-BE49-F238E27FC236}">
                  <a16:creationId xmlns:a16="http://schemas.microsoft.com/office/drawing/2014/main" id="{C51A3898-7722-E5C2-A7E8-DFFC309DDF97}"/>
                </a:ext>
              </a:extLst>
            </p:cNvPr>
            <p:cNvSpPr>
              <a:spLocks noChangeArrowheads="1"/>
            </p:cNvSpPr>
            <p:nvPr/>
          </p:nvSpPr>
          <p:spPr bwMode="auto">
            <a:xfrm>
              <a:off x="1788" y="4466"/>
              <a:ext cx="8676" cy="39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30" name="Text Box 5">
              <a:extLst>
                <a:ext uri="{FF2B5EF4-FFF2-40B4-BE49-F238E27FC236}">
                  <a16:creationId xmlns:a16="http://schemas.microsoft.com/office/drawing/2014/main" id="{5F855F1B-A327-9891-F494-C794546FC411}"/>
                </a:ext>
              </a:extLst>
            </p:cNvPr>
            <p:cNvSpPr txBox="1">
              <a:spLocks noChangeArrowheads="1"/>
            </p:cNvSpPr>
            <p:nvPr/>
          </p:nvSpPr>
          <p:spPr bwMode="auto">
            <a:xfrm>
              <a:off x="3084" y="4958"/>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Plain text</a:t>
              </a:r>
            </a:p>
          </p:txBody>
        </p:sp>
        <p:sp>
          <p:nvSpPr>
            <p:cNvPr id="77831" name="Text Box 6">
              <a:extLst>
                <a:ext uri="{FF2B5EF4-FFF2-40B4-BE49-F238E27FC236}">
                  <a16:creationId xmlns:a16="http://schemas.microsoft.com/office/drawing/2014/main" id="{4DFBB64A-5929-A978-9C3B-E983C04918FC}"/>
                </a:ext>
              </a:extLst>
            </p:cNvPr>
            <p:cNvSpPr txBox="1">
              <a:spLocks noChangeArrowheads="1"/>
            </p:cNvSpPr>
            <p:nvPr/>
          </p:nvSpPr>
          <p:spPr bwMode="auto">
            <a:xfrm>
              <a:off x="1956" y="5918"/>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56-bit Key</a:t>
              </a:r>
            </a:p>
          </p:txBody>
        </p:sp>
        <p:sp>
          <p:nvSpPr>
            <p:cNvPr id="77832" name="Text Box 7">
              <a:extLst>
                <a:ext uri="{FF2B5EF4-FFF2-40B4-BE49-F238E27FC236}">
                  <a16:creationId xmlns:a16="http://schemas.microsoft.com/office/drawing/2014/main" id="{0ED6CFAB-3619-64AE-BF48-2BC1CD359EB4}"/>
                </a:ext>
              </a:extLst>
            </p:cNvPr>
            <p:cNvSpPr txBox="1">
              <a:spLocks noChangeArrowheads="1"/>
            </p:cNvSpPr>
            <p:nvPr/>
          </p:nvSpPr>
          <p:spPr bwMode="auto">
            <a:xfrm>
              <a:off x="3264" y="6050"/>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DES</a:t>
              </a:r>
            </a:p>
          </p:txBody>
        </p:sp>
        <p:sp>
          <p:nvSpPr>
            <p:cNvPr id="77833" name="Text Box 8">
              <a:extLst>
                <a:ext uri="{FF2B5EF4-FFF2-40B4-BE49-F238E27FC236}">
                  <a16:creationId xmlns:a16="http://schemas.microsoft.com/office/drawing/2014/main" id="{F0897C5B-A93E-79C0-0613-E948DBDFDF01}"/>
                </a:ext>
              </a:extLst>
            </p:cNvPr>
            <p:cNvSpPr txBox="1">
              <a:spLocks noChangeArrowheads="1"/>
            </p:cNvSpPr>
            <p:nvPr/>
          </p:nvSpPr>
          <p:spPr bwMode="auto">
            <a:xfrm>
              <a:off x="3060" y="6854"/>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Cipher text</a:t>
              </a:r>
            </a:p>
          </p:txBody>
        </p:sp>
        <p:sp>
          <p:nvSpPr>
            <p:cNvPr id="77834" name="AutoShape 9">
              <a:extLst>
                <a:ext uri="{FF2B5EF4-FFF2-40B4-BE49-F238E27FC236}">
                  <a16:creationId xmlns:a16="http://schemas.microsoft.com/office/drawing/2014/main" id="{8D79CD19-1BEE-DDB5-D528-A4D0F78D6694}"/>
                </a:ext>
              </a:extLst>
            </p:cNvPr>
            <p:cNvSpPr>
              <a:spLocks noChangeArrowheads="1"/>
            </p:cNvSpPr>
            <p:nvPr/>
          </p:nvSpPr>
          <p:spPr bwMode="auto">
            <a:xfrm>
              <a:off x="3624" y="5630"/>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35" name="AutoShape 10">
              <a:extLst>
                <a:ext uri="{FF2B5EF4-FFF2-40B4-BE49-F238E27FC236}">
                  <a16:creationId xmlns:a16="http://schemas.microsoft.com/office/drawing/2014/main" id="{C59DD5E7-37F1-CF61-2E50-BA31A2C2EC78}"/>
                </a:ext>
              </a:extLst>
            </p:cNvPr>
            <p:cNvSpPr>
              <a:spLocks noChangeArrowheads="1"/>
            </p:cNvSpPr>
            <p:nvPr/>
          </p:nvSpPr>
          <p:spPr bwMode="auto">
            <a:xfrm>
              <a:off x="3612" y="6434"/>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36" name="AutoShape 11">
              <a:extLst>
                <a:ext uri="{FF2B5EF4-FFF2-40B4-BE49-F238E27FC236}">
                  <a16:creationId xmlns:a16="http://schemas.microsoft.com/office/drawing/2014/main" id="{98E7C36D-8B81-B5AD-0826-B186DEF3D155}"/>
                </a:ext>
              </a:extLst>
            </p:cNvPr>
            <p:cNvSpPr>
              <a:spLocks noChangeArrowheads="1"/>
            </p:cNvSpPr>
            <p:nvPr/>
          </p:nvSpPr>
          <p:spPr bwMode="auto">
            <a:xfrm>
              <a:off x="2136" y="6218"/>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37" name="Text Box 12">
              <a:extLst>
                <a:ext uri="{FF2B5EF4-FFF2-40B4-BE49-F238E27FC236}">
                  <a16:creationId xmlns:a16="http://schemas.microsoft.com/office/drawing/2014/main" id="{E163655C-A5EE-71EE-4B04-B11C9B7CB5B6}"/>
                </a:ext>
              </a:extLst>
            </p:cNvPr>
            <p:cNvSpPr txBox="1">
              <a:spLocks noChangeArrowheads="1"/>
            </p:cNvSpPr>
            <p:nvPr/>
          </p:nvSpPr>
          <p:spPr bwMode="auto">
            <a:xfrm>
              <a:off x="3060" y="7706"/>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Block 1</a:t>
              </a:r>
            </a:p>
          </p:txBody>
        </p:sp>
        <p:sp>
          <p:nvSpPr>
            <p:cNvPr id="77838" name="Text Box 13">
              <a:extLst>
                <a:ext uri="{FF2B5EF4-FFF2-40B4-BE49-F238E27FC236}">
                  <a16:creationId xmlns:a16="http://schemas.microsoft.com/office/drawing/2014/main" id="{3EC57D06-DDF3-CE8B-6E3E-079FD19E1EFB}"/>
                </a:ext>
              </a:extLst>
            </p:cNvPr>
            <p:cNvSpPr txBox="1">
              <a:spLocks noChangeArrowheads="1"/>
            </p:cNvSpPr>
            <p:nvPr/>
          </p:nvSpPr>
          <p:spPr bwMode="auto">
            <a:xfrm>
              <a:off x="5724" y="4946"/>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Plain text</a:t>
              </a:r>
            </a:p>
          </p:txBody>
        </p:sp>
        <p:sp>
          <p:nvSpPr>
            <p:cNvPr id="77839" name="Text Box 14">
              <a:extLst>
                <a:ext uri="{FF2B5EF4-FFF2-40B4-BE49-F238E27FC236}">
                  <a16:creationId xmlns:a16="http://schemas.microsoft.com/office/drawing/2014/main" id="{000E8A2B-E91B-28D2-0DD6-6EE46F7F2260}"/>
                </a:ext>
              </a:extLst>
            </p:cNvPr>
            <p:cNvSpPr txBox="1">
              <a:spLocks noChangeArrowheads="1"/>
            </p:cNvSpPr>
            <p:nvPr/>
          </p:nvSpPr>
          <p:spPr bwMode="auto">
            <a:xfrm>
              <a:off x="4596" y="5906"/>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56-bit Key</a:t>
              </a:r>
            </a:p>
          </p:txBody>
        </p:sp>
        <p:sp>
          <p:nvSpPr>
            <p:cNvPr id="77840" name="Text Box 15">
              <a:extLst>
                <a:ext uri="{FF2B5EF4-FFF2-40B4-BE49-F238E27FC236}">
                  <a16:creationId xmlns:a16="http://schemas.microsoft.com/office/drawing/2014/main" id="{B0629931-DDC3-E367-B1CF-7D1303548C7D}"/>
                </a:ext>
              </a:extLst>
            </p:cNvPr>
            <p:cNvSpPr txBox="1">
              <a:spLocks noChangeArrowheads="1"/>
            </p:cNvSpPr>
            <p:nvPr/>
          </p:nvSpPr>
          <p:spPr bwMode="auto">
            <a:xfrm>
              <a:off x="5904" y="6038"/>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DES</a:t>
              </a:r>
            </a:p>
          </p:txBody>
        </p:sp>
        <p:sp>
          <p:nvSpPr>
            <p:cNvPr id="77841" name="Text Box 16">
              <a:extLst>
                <a:ext uri="{FF2B5EF4-FFF2-40B4-BE49-F238E27FC236}">
                  <a16:creationId xmlns:a16="http://schemas.microsoft.com/office/drawing/2014/main" id="{E1F8E346-B62F-F668-5E4C-9D648E4FAFA3}"/>
                </a:ext>
              </a:extLst>
            </p:cNvPr>
            <p:cNvSpPr txBox="1">
              <a:spLocks noChangeArrowheads="1"/>
            </p:cNvSpPr>
            <p:nvPr/>
          </p:nvSpPr>
          <p:spPr bwMode="auto">
            <a:xfrm>
              <a:off x="5700" y="6842"/>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Cipher text</a:t>
              </a:r>
            </a:p>
          </p:txBody>
        </p:sp>
        <p:sp>
          <p:nvSpPr>
            <p:cNvPr id="77842" name="AutoShape 17">
              <a:extLst>
                <a:ext uri="{FF2B5EF4-FFF2-40B4-BE49-F238E27FC236}">
                  <a16:creationId xmlns:a16="http://schemas.microsoft.com/office/drawing/2014/main" id="{F6D9BDDC-419B-93E5-0C03-D7840FA12A14}"/>
                </a:ext>
              </a:extLst>
            </p:cNvPr>
            <p:cNvSpPr>
              <a:spLocks noChangeArrowheads="1"/>
            </p:cNvSpPr>
            <p:nvPr/>
          </p:nvSpPr>
          <p:spPr bwMode="auto">
            <a:xfrm>
              <a:off x="6264" y="5618"/>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43" name="AutoShape 18">
              <a:extLst>
                <a:ext uri="{FF2B5EF4-FFF2-40B4-BE49-F238E27FC236}">
                  <a16:creationId xmlns:a16="http://schemas.microsoft.com/office/drawing/2014/main" id="{E422A9B9-2064-8786-AABE-FEE700EA1560}"/>
                </a:ext>
              </a:extLst>
            </p:cNvPr>
            <p:cNvSpPr>
              <a:spLocks noChangeArrowheads="1"/>
            </p:cNvSpPr>
            <p:nvPr/>
          </p:nvSpPr>
          <p:spPr bwMode="auto">
            <a:xfrm>
              <a:off x="6252" y="6422"/>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44" name="AutoShape 19">
              <a:extLst>
                <a:ext uri="{FF2B5EF4-FFF2-40B4-BE49-F238E27FC236}">
                  <a16:creationId xmlns:a16="http://schemas.microsoft.com/office/drawing/2014/main" id="{46CACF31-186B-9B28-10C6-BF8C9A64FCD5}"/>
                </a:ext>
              </a:extLst>
            </p:cNvPr>
            <p:cNvSpPr>
              <a:spLocks noChangeArrowheads="1"/>
            </p:cNvSpPr>
            <p:nvPr/>
          </p:nvSpPr>
          <p:spPr bwMode="auto">
            <a:xfrm>
              <a:off x="4776" y="6206"/>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45" name="Text Box 20">
              <a:extLst>
                <a:ext uri="{FF2B5EF4-FFF2-40B4-BE49-F238E27FC236}">
                  <a16:creationId xmlns:a16="http://schemas.microsoft.com/office/drawing/2014/main" id="{A29D7FE3-42D7-1AA1-5BDC-8E0DE6C5B201}"/>
                </a:ext>
              </a:extLst>
            </p:cNvPr>
            <p:cNvSpPr txBox="1">
              <a:spLocks noChangeArrowheads="1"/>
            </p:cNvSpPr>
            <p:nvPr/>
          </p:nvSpPr>
          <p:spPr bwMode="auto">
            <a:xfrm>
              <a:off x="5700" y="7694"/>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Block 2</a:t>
              </a:r>
            </a:p>
          </p:txBody>
        </p:sp>
        <p:sp>
          <p:nvSpPr>
            <p:cNvPr id="77846" name="Text Box 21">
              <a:extLst>
                <a:ext uri="{FF2B5EF4-FFF2-40B4-BE49-F238E27FC236}">
                  <a16:creationId xmlns:a16="http://schemas.microsoft.com/office/drawing/2014/main" id="{B78D7554-54F3-D573-BC07-DBA9CE48305B}"/>
                </a:ext>
              </a:extLst>
            </p:cNvPr>
            <p:cNvSpPr txBox="1">
              <a:spLocks noChangeArrowheads="1"/>
            </p:cNvSpPr>
            <p:nvPr/>
          </p:nvSpPr>
          <p:spPr bwMode="auto">
            <a:xfrm>
              <a:off x="8604" y="4922"/>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Plain text</a:t>
              </a:r>
            </a:p>
          </p:txBody>
        </p:sp>
        <p:sp>
          <p:nvSpPr>
            <p:cNvPr id="77847" name="Text Box 22">
              <a:extLst>
                <a:ext uri="{FF2B5EF4-FFF2-40B4-BE49-F238E27FC236}">
                  <a16:creationId xmlns:a16="http://schemas.microsoft.com/office/drawing/2014/main" id="{93C41314-BCB1-AAC3-D443-8E45EBE0408B}"/>
                </a:ext>
              </a:extLst>
            </p:cNvPr>
            <p:cNvSpPr txBox="1">
              <a:spLocks noChangeArrowheads="1"/>
            </p:cNvSpPr>
            <p:nvPr/>
          </p:nvSpPr>
          <p:spPr bwMode="auto">
            <a:xfrm>
              <a:off x="7476" y="5882"/>
              <a:ext cx="127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56-bit Key</a:t>
              </a:r>
            </a:p>
          </p:txBody>
        </p:sp>
        <p:sp>
          <p:nvSpPr>
            <p:cNvPr id="77848" name="Text Box 23">
              <a:extLst>
                <a:ext uri="{FF2B5EF4-FFF2-40B4-BE49-F238E27FC236}">
                  <a16:creationId xmlns:a16="http://schemas.microsoft.com/office/drawing/2014/main" id="{7C2FA657-C20D-E919-96EC-3C35FE2421EC}"/>
                </a:ext>
              </a:extLst>
            </p:cNvPr>
            <p:cNvSpPr txBox="1">
              <a:spLocks noChangeArrowheads="1"/>
            </p:cNvSpPr>
            <p:nvPr/>
          </p:nvSpPr>
          <p:spPr bwMode="auto">
            <a:xfrm>
              <a:off x="8784" y="6014"/>
              <a:ext cx="816" cy="3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DES</a:t>
              </a:r>
            </a:p>
          </p:txBody>
        </p:sp>
        <p:sp>
          <p:nvSpPr>
            <p:cNvPr id="77849" name="Text Box 24">
              <a:extLst>
                <a:ext uri="{FF2B5EF4-FFF2-40B4-BE49-F238E27FC236}">
                  <a16:creationId xmlns:a16="http://schemas.microsoft.com/office/drawing/2014/main" id="{B380DC34-6742-3432-C886-0C099899BBA4}"/>
                </a:ext>
              </a:extLst>
            </p:cNvPr>
            <p:cNvSpPr txBox="1">
              <a:spLocks noChangeArrowheads="1"/>
            </p:cNvSpPr>
            <p:nvPr/>
          </p:nvSpPr>
          <p:spPr bwMode="auto">
            <a:xfrm>
              <a:off x="8580" y="6818"/>
              <a:ext cx="1248"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64-bit Cipher text</a:t>
              </a:r>
            </a:p>
          </p:txBody>
        </p:sp>
        <p:sp>
          <p:nvSpPr>
            <p:cNvPr id="77850" name="AutoShape 25">
              <a:extLst>
                <a:ext uri="{FF2B5EF4-FFF2-40B4-BE49-F238E27FC236}">
                  <a16:creationId xmlns:a16="http://schemas.microsoft.com/office/drawing/2014/main" id="{AD759FBD-6588-6ABD-8BFB-56B75F7E6084}"/>
                </a:ext>
              </a:extLst>
            </p:cNvPr>
            <p:cNvSpPr>
              <a:spLocks noChangeArrowheads="1"/>
            </p:cNvSpPr>
            <p:nvPr/>
          </p:nvSpPr>
          <p:spPr bwMode="auto">
            <a:xfrm>
              <a:off x="9144" y="5594"/>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51" name="AutoShape 26">
              <a:extLst>
                <a:ext uri="{FF2B5EF4-FFF2-40B4-BE49-F238E27FC236}">
                  <a16:creationId xmlns:a16="http://schemas.microsoft.com/office/drawing/2014/main" id="{DECFAA75-5E14-352B-9E48-970EB4121DCC}"/>
                </a:ext>
              </a:extLst>
            </p:cNvPr>
            <p:cNvSpPr>
              <a:spLocks noChangeArrowheads="1"/>
            </p:cNvSpPr>
            <p:nvPr/>
          </p:nvSpPr>
          <p:spPr bwMode="auto">
            <a:xfrm>
              <a:off x="9132" y="6398"/>
              <a:ext cx="192" cy="408"/>
            </a:xfrm>
            <a:prstGeom prst="downArrow">
              <a:avLst>
                <a:gd name="adj1" fmla="val 50000"/>
                <a:gd name="adj2" fmla="val 53125"/>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52" name="AutoShape 27">
              <a:extLst>
                <a:ext uri="{FF2B5EF4-FFF2-40B4-BE49-F238E27FC236}">
                  <a16:creationId xmlns:a16="http://schemas.microsoft.com/office/drawing/2014/main" id="{4A1E0474-A096-A63D-4B4B-3436F7C8AB58}"/>
                </a:ext>
              </a:extLst>
            </p:cNvPr>
            <p:cNvSpPr>
              <a:spLocks noChangeArrowheads="1"/>
            </p:cNvSpPr>
            <p:nvPr/>
          </p:nvSpPr>
          <p:spPr bwMode="auto">
            <a:xfrm>
              <a:off x="7656" y="6182"/>
              <a:ext cx="1128" cy="179"/>
            </a:xfrm>
            <a:prstGeom prst="rightArrow">
              <a:avLst>
                <a:gd name="adj1" fmla="val 50000"/>
                <a:gd name="adj2" fmla="val 157542"/>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7853" name="Text Box 28">
              <a:extLst>
                <a:ext uri="{FF2B5EF4-FFF2-40B4-BE49-F238E27FC236}">
                  <a16:creationId xmlns:a16="http://schemas.microsoft.com/office/drawing/2014/main" id="{47750BB6-5E3E-0F54-116E-5575E363D2DB}"/>
                </a:ext>
              </a:extLst>
            </p:cNvPr>
            <p:cNvSpPr txBox="1">
              <a:spLocks noChangeArrowheads="1"/>
            </p:cNvSpPr>
            <p:nvPr/>
          </p:nvSpPr>
          <p:spPr bwMode="auto">
            <a:xfrm>
              <a:off x="8580" y="7670"/>
              <a:ext cx="126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Block n</a:t>
              </a:r>
            </a:p>
          </p:txBody>
        </p:sp>
        <p:sp>
          <p:nvSpPr>
            <p:cNvPr id="77854" name="Text Box 29">
              <a:extLst>
                <a:ext uri="{FF2B5EF4-FFF2-40B4-BE49-F238E27FC236}">
                  <a16:creationId xmlns:a16="http://schemas.microsoft.com/office/drawing/2014/main" id="{83A164F6-5348-2749-DDDB-CDC34AC8DF3A}"/>
                </a:ext>
              </a:extLst>
            </p:cNvPr>
            <p:cNvSpPr txBox="1">
              <a:spLocks noChangeArrowheads="1"/>
            </p:cNvSpPr>
            <p:nvPr/>
          </p:nvSpPr>
          <p:spPr bwMode="auto">
            <a:xfrm>
              <a:off x="7200" y="5450"/>
              <a:ext cx="108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sym typeface="Symbol" panose="05050102010706020507" pitchFamily="18" charset="2"/>
                </a:rPr>
                <a:t></a:t>
              </a:r>
              <a:endParaRPr lang="en-US" altLang="en-US" sz="1800" b="1">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a:extLst>
              <a:ext uri="{FF2B5EF4-FFF2-40B4-BE49-F238E27FC236}">
                <a16:creationId xmlns:a16="http://schemas.microsoft.com/office/drawing/2014/main" id="{E7A6D56F-71F0-E2E6-517B-4CDD6117CB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AC89B48-9A9C-49A3-979E-23173CBDCEB7}" type="slidenum">
              <a:rPr lang="en-US" altLang="en-US" sz="1400"/>
              <a:pPr>
                <a:spcBef>
                  <a:spcPct val="0"/>
                </a:spcBef>
                <a:buClrTx/>
                <a:buSzTx/>
                <a:buFontTx/>
                <a:buNone/>
              </a:pPr>
              <a:t>76</a:t>
            </a:fld>
            <a:endParaRPr lang="en-US" altLang="en-US" sz="1400"/>
          </a:p>
        </p:txBody>
      </p:sp>
      <p:sp>
        <p:nvSpPr>
          <p:cNvPr id="79875" name="Rectangle 2">
            <a:extLst>
              <a:ext uri="{FF2B5EF4-FFF2-40B4-BE49-F238E27FC236}">
                <a16:creationId xmlns:a16="http://schemas.microsoft.com/office/drawing/2014/main" id="{9B8738FF-FC1D-95C9-2083-7BC2B7234822}"/>
              </a:ext>
            </a:extLst>
          </p:cNvPr>
          <p:cNvSpPr>
            <a:spLocks noGrp="1" noChangeArrowheads="1"/>
          </p:cNvSpPr>
          <p:nvPr>
            <p:ph type="title"/>
          </p:nvPr>
        </p:nvSpPr>
        <p:spPr/>
        <p:txBody>
          <a:bodyPr/>
          <a:lstStyle/>
          <a:p>
            <a:pPr eaLnBrk="1" hangingPunct="1"/>
            <a:r>
              <a:rPr lang="en-US" altLang="en-US"/>
              <a:t>Broad Level Steps in DES</a:t>
            </a:r>
          </a:p>
        </p:txBody>
      </p:sp>
      <p:grpSp>
        <p:nvGrpSpPr>
          <p:cNvPr id="79876" name="Group 3">
            <a:extLst>
              <a:ext uri="{FF2B5EF4-FFF2-40B4-BE49-F238E27FC236}">
                <a16:creationId xmlns:a16="http://schemas.microsoft.com/office/drawing/2014/main" id="{3F4E8783-9F5F-4C26-EAFF-A4C480962F7A}"/>
              </a:ext>
            </a:extLst>
          </p:cNvPr>
          <p:cNvGrpSpPr>
            <a:grpSpLocks/>
          </p:cNvGrpSpPr>
          <p:nvPr/>
        </p:nvGrpSpPr>
        <p:grpSpPr bwMode="auto">
          <a:xfrm>
            <a:off x="969195" y="1371600"/>
            <a:ext cx="9798122" cy="4984750"/>
            <a:chOff x="2520" y="1653"/>
            <a:chExt cx="7356" cy="6204"/>
          </a:xfrm>
        </p:grpSpPr>
        <p:sp>
          <p:nvSpPr>
            <p:cNvPr id="79877" name="Rectangle 4">
              <a:extLst>
                <a:ext uri="{FF2B5EF4-FFF2-40B4-BE49-F238E27FC236}">
                  <a16:creationId xmlns:a16="http://schemas.microsoft.com/office/drawing/2014/main" id="{30377327-D32F-1721-2147-D6C80CE61076}"/>
                </a:ext>
              </a:extLst>
            </p:cNvPr>
            <p:cNvSpPr>
              <a:spLocks noChangeArrowheads="1"/>
            </p:cNvSpPr>
            <p:nvPr/>
          </p:nvSpPr>
          <p:spPr bwMode="auto">
            <a:xfrm>
              <a:off x="2520" y="1653"/>
              <a:ext cx="7356" cy="620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78" name="Text Box 5">
              <a:extLst>
                <a:ext uri="{FF2B5EF4-FFF2-40B4-BE49-F238E27FC236}">
                  <a16:creationId xmlns:a16="http://schemas.microsoft.com/office/drawing/2014/main" id="{875DDB40-4FA4-2E9F-273E-0101447CC780}"/>
                </a:ext>
              </a:extLst>
            </p:cNvPr>
            <p:cNvSpPr txBox="1">
              <a:spLocks noChangeArrowheads="1"/>
            </p:cNvSpPr>
            <p:nvPr/>
          </p:nvSpPr>
          <p:spPr bwMode="auto">
            <a:xfrm>
              <a:off x="6036" y="2905"/>
              <a:ext cx="2028" cy="6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Initial Permutation (IP)</a:t>
              </a:r>
            </a:p>
          </p:txBody>
        </p:sp>
        <p:sp>
          <p:nvSpPr>
            <p:cNvPr id="79879" name="Text Box 6">
              <a:extLst>
                <a:ext uri="{FF2B5EF4-FFF2-40B4-BE49-F238E27FC236}">
                  <a16:creationId xmlns:a16="http://schemas.microsoft.com/office/drawing/2014/main" id="{D0C1CE5F-B425-3F11-0E02-18C469A0E5E1}"/>
                </a:ext>
              </a:extLst>
            </p:cNvPr>
            <p:cNvSpPr txBox="1">
              <a:spLocks noChangeArrowheads="1"/>
            </p:cNvSpPr>
            <p:nvPr/>
          </p:nvSpPr>
          <p:spPr bwMode="auto">
            <a:xfrm>
              <a:off x="6060" y="3961"/>
              <a:ext cx="1020"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LPT</a:t>
              </a:r>
            </a:p>
          </p:txBody>
        </p:sp>
        <p:sp>
          <p:nvSpPr>
            <p:cNvPr id="79880" name="Text Box 7">
              <a:extLst>
                <a:ext uri="{FF2B5EF4-FFF2-40B4-BE49-F238E27FC236}">
                  <a16:creationId xmlns:a16="http://schemas.microsoft.com/office/drawing/2014/main" id="{A0830037-DE64-FEEE-E79C-40E611A05C82}"/>
                </a:ext>
              </a:extLst>
            </p:cNvPr>
            <p:cNvSpPr txBox="1">
              <a:spLocks noChangeArrowheads="1"/>
            </p:cNvSpPr>
            <p:nvPr/>
          </p:nvSpPr>
          <p:spPr bwMode="auto">
            <a:xfrm>
              <a:off x="7080" y="3961"/>
              <a:ext cx="1020"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RPT</a:t>
              </a:r>
            </a:p>
          </p:txBody>
        </p:sp>
        <p:sp>
          <p:nvSpPr>
            <p:cNvPr id="79881" name="AutoShape 8">
              <a:extLst>
                <a:ext uri="{FF2B5EF4-FFF2-40B4-BE49-F238E27FC236}">
                  <a16:creationId xmlns:a16="http://schemas.microsoft.com/office/drawing/2014/main" id="{16411E4D-B879-7240-3832-2BA8DA02197F}"/>
                </a:ext>
              </a:extLst>
            </p:cNvPr>
            <p:cNvSpPr>
              <a:spLocks noChangeArrowheads="1"/>
            </p:cNvSpPr>
            <p:nvPr/>
          </p:nvSpPr>
          <p:spPr bwMode="auto">
            <a:xfrm>
              <a:off x="6048" y="4789"/>
              <a:ext cx="1008" cy="67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16 </a:t>
              </a:r>
              <a:r>
                <a:rPr lang="en-US" altLang="en-US" sz="1800" b="1" i="1">
                  <a:latin typeface="Times New Roman" panose="02020603050405020304" pitchFamily="18" charset="0"/>
                </a:rPr>
                <a:t>rounds</a:t>
              </a:r>
              <a:endParaRPr lang="en-US" altLang="en-US" sz="1800" b="1">
                <a:latin typeface="Times New Roman" panose="02020603050405020304" pitchFamily="18" charset="0"/>
              </a:endParaRPr>
            </a:p>
          </p:txBody>
        </p:sp>
        <p:sp>
          <p:nvSpPr>
            <p:cNvPr id="79882" name="AutoShape 9">
              <a:extLst>
                <a:ext uri="{FF2B5EF4-FFF2-40B4-BE49-F238E27FC236}">
                  <a16:creationId xmlns:a16="http://schemas.microsoft.com/office/drawing/2014/main" id="{34A38749-759E-9062-A3DA-8763A77B0970}"/>
                </a:ext>
              </a:extLst>
            </p:cNvPr>
            <p:cNvSpPr>
              <a:spLocks noChangeArrowheads="1"/>
            </p:cNvSpPr>
            <p:nvPr/>
          </p:nvSpPr>
          <p:spPr bwMode="auto">
            <a:xfrm>
              <a:off x="7056" y="4789"/>
              <a:ext cx="1008" cy="672"/>
            </a:xfrm>
            <a:prstGeom prst="flowChartAlternate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16 </a:t>
              </a:r>
              <a:r>
                <a:rPr lang="en-US" altLang="en-US" sz="1800" b="1" i="1">
                  <a:latin typeface="Times New Roman" panose="02020603050405020304" pitchFamily="18" charset="0"/>
                </a:rPr>
                <a:t>rounds</a:t>
              </a:r>
              <a:endParaRPr lang="en-US" altLang="en-US" sz="1800" b="1">
                <a:latin typeface="Times New Roman" panose="02020603050405020304" pitchFamily="18" charset="0"/>
              </a:endParaRPr>
            </a:p>
          </p:txBody>
        </p:sp>
        <p:sp>
          <p:nvSpPr>
            <p:cNvPr id="79883" name="Text Box 10">
              <a:extLst>
                <a:ext uri="{FF2B5EF4-FFF2-40B4-BE49-F238E27FC236}">
                  <a16:creationId xmlns:a16="http://schemas.microsoft.com/office/drawing/2014/main" id="{52509D6F-4CEA-FF9E-8A65-B55071669320}"/>
                </a:ext>
              </a:extLst>
            </p:cNvPr>
            <p:cNvSpPr txBox="1">
              <a:spLocks noChangeArrowheads="1"/>
            </p:cNvSpPr>
            <p:nvPr/>
          </p:nvSpPr>
          <p:spPr bwMode="auto">
            <a:xfrm>
              <a:off x="4680" y="4969"/>
              <a:ext cx="79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Key</a:t>
              </a:r>
            </a:p>
          </p:txBody>
        </p:sp>
        <p:sp>
          <p:nvSpPr>
            <p:cNvPr id="79884" name="AutoShape 11">
              <a:extLst>
                <a:ext uri="{FF2B5EF4-FFF2-40B4-BE49-F238E27FC236}">
                  <a16:creationId xmlns:a16="http://schemas.microsoft.com/office/drawing/2014/main" id="{0E1BBFB0-CB69-FF83-C14C-280A469158FD}"/>
                </a:ext>
              </a:extLst>
            </p:cNvPr>
            <p:cNvSpPr>
              <a:spLocks noChangeArrowheads="1"/>
            </p:cNvSpPr>
            <p:nvPr/>
          </p:nvSpPr>
          <p:spPr bwMode="auto">
            <a:xfrm>
              <a:off x="5436" y="5017"/>
              <a:ext cx="552" cy="288"/>
            </a:xfrm>
            <a:prstGeom prst="rightArrow">
              <a:avLst>
                <a:gd name="adj1" fmla="val 50000"/>
                <a:gd name="adj2" fmla="val 47917"/>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85" name="Text Box 12">
              <a:extLst>
                <a:ext uri="{FF2B5EF4-FFF2-40B4-BE49-F238E27FC236}">
                  <a16:creationId xmlns:a16="http://schemas.microsoft.com/office/drawing/2014/main" id="{C99A0773-3AAD-8C12-BDCD-34AF0D84AEB5}"/>
                </a:ext>
              </a:extLst>
            </p:cNvPr>
            <p:cNvSpPr txBox="1">
              <a:spLocks noChangeArrowheads="1"/>
            </p:cNvSpPr>
            <p:nvPr/>
          </p:nvSpPr>
          <p:spPr bwMode="auto">
            <a:xfrm>
              <a:off x="8688" y="4945"/>
              <a:ext cx="79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Key</a:t>
              </a:r>
            </a:p>
          </p:txBody>
        </p:sp>
        <p:sp>
          <p:nvSpPr>
            <p:cNvPr id="79886" name="AutoShape 13">
              <a:extLst>
                <a:ext uri="{FF2B5EF4-FFF2-40B4-BE49-F238E27FC236}">
                  <a16:creationId xmlns:a16="http://schemas.microsoft.com/office/drawing/2014/main" id="{9D102221-ABD7-9C5E-37E4-8630DEA911AF}"/>
                </a:ext>
              </a:extLst>
            </p:cNvPr>
            <p:cNvSpPr>
              <a:spLocks noChangeArrowheads="1"/>
            </p:cNvSpPr>
            <p:nvPr/>
          </p:nvSpPr>
          <p:spPr bwMode="auto">
            <a:xfrm>
              <a:off x="8124" y="5017"/>
              <a:ext cx="528" cy="263"/>
            </a:xfrm>
            <a:prstGeom prst="leftArrow">
              <a:avLst>
                <a:gd name="adj1" fmla="val 50000"/>
                <a:gd name="adj2" fmla="val 50190"/>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87" name="Text Box 14">
              <a:extLst>
                <a:ext uri="{FF2B5EF4-FFF2-40B4-BE49-F238E27FC236}">
                  <a16:creationId xmlns:a16="http://schemas.microsoft.com/office/drawing/2014/main" id="{DAD966F4-C305-4A5D-5131-F97DE1E56CF1}"/>
                </a:ext>
              </a:extLst>
            </p:cNvPr>
            <p:cNvSpPr txBox="1">
              <a:spLocks noChangeArrowheads="1"/>
            </p:cNvSpPr>
            <p:nvPr/>
          </p:nvSpPr>
          <p:spPr bwMode="auto">
            <a:xfrm>
              <a:off x="6084" y="5893"/>
              <a:ext cx="2028" cy="6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Final Permutation (FP)</a:t>
              </a:r>
            </a:p>
          </p:txBody>
        </p:sp>
        <p:sp>
          <p:nvSpPr>
            <p:cNvPr id="79888" name="AutoShape 15">
              <a:extLst>
                <a:ext uri="{FF2B5EF4-FFF2-40B4-BE49-F238E27FC236}">
                  <a16:creationId xmlns:a16="http://schemas.microsoft.com/office/drawing/2014/main" id="{4664B751-B7FC-885F-A34D-237533B9376F}"/>
                </a:ext>
              </a:extLst>
            </p:cNvPr>
            <p:cNvSpPr>
              <a:spLocks noChangeArrowheads="1"/>
            </p:cNvSpPr>
            <p:nvPr/>
          </p:nvSpPr>
          <p:spPr bwMode="auto">
            <a:xfrm>
              <a:off x="6900" y="2557"/>
              <a:ext cx="215" cy="360"/>
            </a:xfrm>
            <a:prstGeom prst="downArrow">
              <a:avLst>
                <a:gd name="adj1" fmla="val 50000"/>
                <a:gd name="adj2" fmla="val 4186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89" name="AutoShape 16">
              <a:extLst>
                <a:ext uri="{FF2B5EF4-FFF2-40B4-BE49-F238E27FC236}">
                  <a16:creationId xmlns:a16="http://schemas.microsoft.com/office/drawing/2014/main" id="{1FF52974-C80A-E683-AAED-D89CBDDADDF7}"/>
                </a:ext>
              </a:extLst>
            </p:cNvPr>
            <p:cNvSpPr>
              <a:spLocks noChangeArrowheads="1"/>
            </p:cNvSpPr>
            <p:nvPr/>
          </p:nvSpPr>
          <p:spPr bwMode="auto">
            <a:xfrm>
              <a:off x="6432" y="3541"/>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0" name="AutoShape 17">
              <a:extLst>
                <a:ext uri="{FF2B5EF4-FFF2-40B4-BE49-F238E27FC236}">
                  <a16:creationId xmlns:a16="http://schemas.microsoft.com/office/drawing/2014/main" id="{FFD51E0E-6721-E655-3DE8-E0CC33B0C268}"/>
                </a:ext>
              </a:extLst>
            </p:cNvPr>
            <p:cNvSpPr>
              <a:spLocks noChangeArrowheads="1"/>
            </p:cNvSpPr>
            <p:nvPr/>
          </p:nvSpPr>
          <p:spPr bwMode="auto">
            <a:xfrm>
              <a:off x="7476" y="3541"/>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1" name="AutoShape 18">
              <a:extLst>
                <a:ext uri="{FF2B5EF4-FFF2-40B4-BE49-F238E27FC236}">
                  <a16:creationId xmlns:a16="http://schemas.microsoft.com/office/drawing/2014/main" id="{F474A01A-AE88-9619-5F96-1AF6636D5139}"/>
                </a:ext>
              </a:extLst>
            </p:cNvPr>
            <p:cNvSpPr>
              <a:spLocks noChangeArrowheads="1"/>
            </p:cNvSpPr>
            <p:nvPr/>
          </p:nvSpPr>
          <p:spPr bwMode="auto">
            <a:xfrm>
              <a:off x="6432" y="439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2" name="AutoShape 19">
              <a:extLst>
                <a:ext uri="{FF2B5EF4-FFF2-40B4-BE49-F238E27FC236}">
                  <a16:creationId xmlns:a16="http://schemas.microsoft.com/office/drawing/2014/main" id="{87925284-2D6B-8CF2-014A-7D3F0A3B429A}"/>
                </a:ext>
              </a:extLst>
            </p:cNvPr>
            <p:cNvSpPr>
              <a:spLocks noChangeArrowheads="1"/>
            </p:cNvSpPr>
            <p:nvPr/>
          </p:nvSpPr>
          <p:spPr bwMode="auto">
            <a:xfrm>
              <a:off x="7512" y="439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3" name="AutoShape 20">
              <a:extLst>
                <a:ext uri="{FF2B5EF4-FFF2-40B4-BE49-F238E27FC236}">
                  <a16:creationId xmlns:a16="http://schemas.microsoft.com/office/drawing/2014/main" id="{B79EC129-F1D8-F5BC-6461-43D44A3D7BED}"/>
                </a:ext>
              </a:extLst>
            </p:cNvPr>
            <p:cNvSpPr>
              <a:spLocks noChangeArrowheads="1"/>
            </p:cNvSpPr>
            <p:nvPr/>
          </p:nvSpPr>
          <p:spPr bwMode="auto">
            <a:xfrm>
              <a:off x="6468" y="547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4" name="AutoShape 21">
              <a:extLst>
                <a:ext uri="{FF2B5EF4-FFF2-40B4-BE49-F238E27FC236}">
                  <a16:creationId xmlns:a16="http://schemas.microsoft.com/office/drawing/2014/main" id="{E23D2CD3-97A8-97A2-306D-C05BB778696F}"/>
                </a:ext>
              </a:extLst>
            </p:cNvPr>
            <p:cNvSpPr>
              <a:spLocks noChangeArrowheads="1"/>
            </p:cNvSpPr>
            <p:nvPr/>
          </p:nvSpPr>
          <p:spPr bwMode="auto">
            <a:xfrm>
              <a:off x="7500" y="5473"/>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5" name="AutoShape 22">
              <a:extLst>
                <a:ext uri="{FF2B5EF4-FFF2-40B4-BE49-F238E27FC236}">
                  <a16:creationId xmlns:a16="http://schemas.microsoft.com/office/drawing/2014/main" id="{B648AB4B-1D42-F5C6-8156-660D0011346A}"/>
                </a:ext>
              </a:extLst>
            </p:cNvPr>
            <p:cNvSpPr>
              <a:spLocks noChangeArrowheads="1"/>
            </p:cNvSpPr>
            <p:nvPr/>
          </p:nvSpPr>
          <p:spPr bwMode="auto">
            <a:xfrm>
              <a:off x="6972" y="6529"/>
              <a:ext cx="215" cy="396"/>
            </a:xfrm>
            <a:prstGeom prst="downArrow">
              <a:avLst>
                <a:gd name="adj1" fmla="val 50000"/>
                <a:gd name="adj2" fmla="val 4604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79896" name="Text Box 23" descr="5%">
              <a:extLst>
                <a:ext uri="{FF2B5EF4-FFF2-40B4-BE49-F238E27FC236}">
                  <a16:creationId xmlns:a16="http://schemas.microsoft.com/office/drawing/2014/main" id="{2483CD88-C01F-34E4-21F2-AAB7C4611F8D}"/>
                </a:ext>
              </a:extLst>
            </p:cNvPr>
            <p:cNvSpPr txBox="1">
              <a:spLocks noChangeArrowheads="1"/>
            </p:cNvSpPr>
            <p:nvPr/>
          </p:nvSpPr>
          <p:spPr bwMode="auto">
            <a:xfrm>
              <a:off x="3540" y="2161"/>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1</a:t>
              </a:r>
            </a:p>
          </p:txBody>
        </p:sp>
        <p:sp>
          <p:nvSpPr>
            <p:cNvPr id="79897" name="Text Box 24" descr="5%">
              <a:extLst>
                <a:ext uri="{FF2B5EF4-FFF2-40B4-BE49-F238E27FC236}">
                  <a16:creationId xmlns:a16="http://schemas.microsoft.com/office/drawing/2014/main" id="{39087CA7-D408-6838-019D-C5E5A80D01A6}"/>
                </a:ext>
              </a:extLst>
            </p:cNvPr>
            <p:cNvSpPr txBox="1">
              <a:spLocks noChangeArrowheads="1"/>
            </p:cNvSpPr>
            <p:nvPr/>
          </p:nvSpPr>
          <p:spPr bwMode="auto">
            <a:xfrm>
              <a:off x="3540" y="3001"/>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2</a:t>
              </a:r>
            </a:p>
          </p:txBody>
        </p:sp>
        <p:sp>
          <p:nvSpPr>
            <p:cNvPr id="79898" name="Text Box 25" descr="5%">
              <a:extLst>
                <a:ext uri="{FF2B5EF4-FFF2-40B4-BE49-F238E27FC236}">
                  <a16:creationId xmlns:a16="http://schemas.microsoft.com/office/drawing/2014/main" id="{DD34D31F-D31E-DCDB-3CC2-551EDCE10343}"/>
                </a:ext>
              </a:extLst>
            </p:cNvPr>
            <p:cNvSpPr txBox="1">
              <a:spLocks noChangeArrowheads="1"/>
            </p:cNvSpPr>
            <p:nvPr/>
          </p:nvSpPr>
          <p:spPr bwMode="auto">
            <a:xfrm>
              <a:off x="3540" y="3901"/>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3</a:t>
              </a:r>
            </a:p>
          </p:txBody>
        </p:sp>
        <p:sp>
          <p:nvSpPr>
            <p:cNvPr id="79899" name="Text Box 26" descr="5%">
              <a:extLst>
                <a:ext uri="{FF2B5EF4-FFF2-40B4-BE49-F238E27FC236}">
                  <a16:creationId xmlns:a16="http://schemas.microsoft.com/office/drawing/2014/main" id="{B0C85EAB-D09B-265B-533C-07A4A95F6975}"/>
                </a:ext>
              </a:extLst>
            </p:cNvPr>
            <p:cNvSpPr txBox="1">
              <a:spLocks noChangeArrowheads="1"/>
            </p:cNvSpPr>
            <p:nvPr/>
          </p:nvSpPr>
          <p:spPr bwMode="auto">
            <a:xfrm>
              <a:off x="3540" y="4981"/>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4</a:t>
              </a:r>
            </a:p>
          </p:txBody>
        </p:sp>
        <p:sp>
          <p:nvSpPr>
            <p:cNvPr id="79900" name="Text Box 27" descr="5%">
              <a:extLst>
                <a:ext uri="{FF2B5EF4-FFF2-40B4-BE49-F238E27FC236}">
                  <a16:creationId xmlns:a16="http://schemas.microsoft.com/office/drawing/2014/main" id="{9B1850AE-F179-6151-EB99-A69D4E07F920}"/>
                </a:ext>
              </a:extLst>
            </p:cNvPr>
            <p:cNvSpPr txBox="1">
              <a:spLocks noChangeArrowheads="1"/>
            </p:cNvSpPr>
            <p:nvPr/>
          </p:nvSpPr>
          <p:spPr bwMode="auto">
            <a:xfrm>
              <a:off x="3540" y="5929"/>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5</a:t>
              </a:r>
            </a:p>
          </p:txBody>
        </p:sp>
        <p:sp>
          <p:nvSpPr>
            <p:cNvPr id="79901" name="Text Box 28" descr="5%">
              <a:extLst>
                <a:ext uri="{FF2B5EF4-FFF2-40B4-BE49-F238E27FC236}">
                  <a16:creationId xmlns:a16="http://schemas.microsoft.com/office/drawing/2014/main" id="{25C9D080-0286-2961-8F36-19314B86C939}"/>
                </a:ext>
              </a:extLst>
            </p:cNvPr>
            <p:cNvSpPr txBox="1">
              <a:spLocks noChangeArrowheads="1"/>
            </p:cNvSpPr>
            <p:nvPr/>
          </p:nvSpPr>
          <p:spPr bwMode="auto">
            <a:xfrm>
              <a:off x="3540" y="6997"/>
              <a:ext cx="1032" cy="384"/>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Step 6</a:t>
              </a:r>
            </a:p>
          </p:txBody>
        </p:sp>
        <p:sp>
          <p:nvSpPr>
            <p:cNvPr id="79902" name="AutoShape 29">
              <a:extLst>
                <a:ext uri="{FF2B5EF4-FFF2-40B4-BE49-F238E27FC236}">
                  <a16:creationId xmlns:a16="http://schemas.microsoft.com/office/drawing/2014/main" id="{684F9D98-BE78-D789-1D82-A86DAF239B62}"/>
                </a:ext>
              </a:extLst>
            </p:cNvPr>
            <p:cNvSpPr>
              <a:spLocks noChangeArrowheads="1"/>
            </p:cNvSpPr>
            <p:nvPr/>
          </p:nvSpPr>
          <p:spPr bwMode="auto">
            <a:xfrm>
              <a:off x="6084" y="2088"/>
              <a:ext cx="1956" cy="456"/>
            </a:xfrm>
            <a:prstGeom prst="flowChartAlternateProcess">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Plain text (64 bits)</a:t>
              </a:r>
            </a:p>
          </p:txBody>
        </p:sp>
        <p:sp>
          <p:nvSpPr>
            <p:cNvPr id="79903" name="AutoShape 30">
              <a:extLst>
                <a:ext uri="{FF2B5EF4-FFF2-40B4-BE49-F238E27FC236}">
                  <a16:creationId xmlns:a16="http://schemas.microsoft.com/office/drawing/2014/main" id="{21592D51-B0EC-F876-BD63-CF4BE8FE520E}"/>
                </a:ext>
              </a:extLst>
            </p:cNvPr>
            <p:cNvSpPr>
              <a:spLocks noChangeArrowheads="1"/>
            </p:cNvSpPr>
            <p:nvPr/>
          </p:nvSpPr>
          <p:spPr bwMode="auto">
            <a:xfrm>
              <a:off x="6096" y="6912"/>
              <a:ext cx="1956" cy="497"/>
            </a:xfrm>
            <a:prstGeom prst="flowChartAlternateProcess">
              <a:avLst/>
            </a:prstGeom>
            <a:solidFill>
              <a:srgbClr val="80808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 (64 bits)</a:t>
              </a:r>
            </a:p>
          </p:txBody>
        </p:sp>
      </p:gr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a:extLst>
              <a:ext uri="{FF2B5EF4-FFF2-40B4-BE49-F238E27FC236}">
                <a16:creationId xmlns:a16="http://schemas.microsoft.com/office/drawing/2014/main" id="{62902C82-6EF4-63B7-3BE5-6A386BEAC0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B16563-F3D6-40FC-8A61-8486C3C6DF72}" type="slidenum">
              <a:rPr lang="en-US" altLang="en-US" sz="1400"/>
              <a:pPr>
                <a:spcBef>
                  <a:spcPct val="0"/>
                </a:spcBef>
                <a:buClrTx/>
                <a:buSzTx/>
                <a:buFontTx/>
                <a:buNone/>
              </a:pPr>
              <a:t>77</a:t>
            </a:fld>
            <a:endParaRPr lang="en-US" altLang="en-US" sz="1400"/>
          </a:p>
        </p:txBody>
      </p:sp>
      <p:sp>
        <p:nvSpPr>
          <p:cNvPr id="81923" name="Rectangle 2">
            <a:extLst>
              <a:ext uri="{FF2B5EF4-FFF2-40B4-BE49-F238E27FC236}">
                <a16:creationId xmlns:a16="http://schemas.microsoft.com/office/drawing/2014/main" id="{85029F35-FC38-B482-4744-2EDE72D373E8}"/>
              </a:ext>
            </a:extLst>
          </p:cNvPr>
          <p:cNvSpPr>
            <a:spLocks noGrp="1" noChangeArrowheads="1"/>
          </p:cNvSpPr>
          <p:nvPr>
            <p:ph type="title"/>
          </p:nvPr>
        </p:nvSpPr>
        <p:spPr/>
        <p:txBody>
          <a:bodyPr/>
          <a:lstStyle/>
          <a:p>
            <a:pPr eaLnBrk="1" hangingPunct="1"/>
            <a:r>
              <a:rPr lang="en-US" altLang="en-US"/>
              <a:t>Details of One Round in DES</a:t>
            </a:r>
          </a:p>
        </p:txBody>
      </p:sp>
      <p:grpSp>
        <p:nvGrpSpPr>
          <p:cNvPr id="81924" name="Group 3">
            <a:extLst>
              <a:ext uri="{FF2B5EF4-FFF2-40B4-BE49-F238E27FC236}">
                <a16:creationId xmlns:a16="http://schemas.microsoft.com/office/drawing/2014/main" id="{2EBB6359-066C-F0BA-5561-8F4DDAFEA5FB}"/>
              </a:ext>
            </a:extLst>
          </p:cNvPr>
          <p:cNvGrpSpPr>
            <a:grpSpLocks/>
          </p:cNvGrpSpPr>
          <p:nvPr/>
        </p:nvGrpSpPr>
        <p:grpSpPr bwMode="auto">
          <a:xfrm>
            <a:off x="1099924" y="1447800"/>
            <a:ext cx="9369442" cy="4908550"/>
            <a:chOff x="3588" y="5100"/>
            <a:chExt cx="5100" cy="4368"/>
          </a:xfrm>
        </p:grpSpPr>
        <p:sp>
          <p:nvSpPr>
            <p:cNvPr id="81925" name="Rectangle 4">
              <a:extLst>
                <a:ext uri="{FF2B5EF4-FFF2-40B4-BE49-F238E27FC236}">
                  <a16:creationId xmlns:a16="http://schemas.microsoft.com/office/drawing/2014/main" id="{0B68114B-0DCD-B70D-2B48-CA05BF146B33}"/>
                </a:ext>
              </a:extLst>
            </p:cNvPr>
            <p:cNvSpPr>
              <a:spLocks noChangeArrowheads="1"/>
            </p:cNvSpPr>
            <p:nvPr/>
          </p:nvSpPr>
          <p:spPr bwMode="auto">
            <a:xfrm>
              <a:off x="3588" y="5100"/>
              <a:ext cx="5100" cy="43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81926" name="Text Box 5">
              <a:extLst>
                <a:ext uri="{FF2B5EF4-FFF2-40B4-BE49-F238E27FC236}">
                  <a16:creationId xmlns:a16="http://schemas.microsoft.com/office/drawing/2014/main" id="{846BF0F1-5B39-D0C1-2E44-2F07740CEE10}"/>
                </a:ext>
              </a:extLst>
            </p:cNvPr>
            <p:cNvSpPr txBox="1">
              <a:spLocks noChangeArrowheads="1"/>
            </p:cNvSpPr>
            <p:nvPr/>
          </p:nvSpPr>
          <p:spPr bwMode="auto">
            <a:xfrm>
              <a:off x="4884" y="5558"/>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Key Transformation</a:t>
              </a:r>
            </a:p>
          </p:txBody>
        </p:sp>
        <p:sp>
          <p:nvSpPr>
            <p:cNvPr id="81927" name="Text Box 6">
              <a:extLst>
                <a:ext uri="{FF2B5EF4-FFF2-40B4-BE49-F238E27FC236}">
                  <a16:creationId xmlns:a16="http://schemas.microsoft.com/office/drawing/2014/main" id="{B3299DD3-1228-76E5-E35D-920C2EFD357B}"/>
                </a:ext>
              </a:extLst>
            </p:cNvPr>
            <p:cNvSpPr txBox="1">
              <a:spLocks noChangeArrowheads="1"/>
            </p:cNvSpPr>
            <p:nvPr/>
          </p:nvSpPr>
          <p:spPr bwMode="auto">
            <a:xfrm>
              <a:off x="4872" y="6302"/>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Expansion Permutation</a:t>
              </a:r>
            </a:p>
          </p:txBody>
        </p:sp>
        <p:sp>
          <p:nvSpPr>
            <p:cNvPr id="81928" name="AutoShape 7">
              <a:extLst>
                <a:ext uri="{FF2B5EF4-FFF2-40B4-BE49-F238E27FC236}">
                  <a16:creationId xmlns:a16="http://schemas.microsoft.com/office/drawing/2014/main" id="{3620C7FE-A445-7EA4-FF96-14CF52F6F0C1}"/>
                </a:ext>
              </a:extLst>
            </p:cNvPr>
            <p:cNvSpPr>
              <a:spLocks noChangeArrowheads="1"/>
            </p:cNvSpPr>
            <p:nvPr/>
          </p:nvSpPr>
          <p:spPr bwMode="auto">
            <a:xfrm>
              <a:off x="6000" y="5990"/>
              <a:ext cx="239" cy="312"/>
            </a:xfrm>
            <a:prstGeom prst="downArrow">
              <a:avLst>
                <a:gd name="adj1" fmla="val 50000"/>
                <a:gd name="adj2" fmla="val 3263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81929" name="Text Box 8">
              <a:extLst>
                <a:ext uri="{FF2B5EF4-FFF2-40B4-BE49-F238E27FC236}">
                  <a16:creationId xmlns:a16="http://schemas.microsoft.com/office/drawing/2014/main" id="{D9ADA7D7-1ACC-88C1-E69A-FF5F1C8D36FA}"/>
                </a:ext>
              </a:extLst>
            </p:cNvPr>
            <p:cNvSpPr txBox="1">
              <a:spLocks noChangeArrowheads="1"/>
            </p:cNvSpPr>
            <p:nvPr/>
          </p:nvSpPr>
          <p:spPr bwMode="auto">
            <a:xfrm>
              <a:off x="4884" y="7069"/>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S-Box Substitution</a:t>
              </a:r>
            </a:p>
          </p:txBody>
        </p:sp>
        <p:sp>
          <p:nvSpPr>
            <p:cNvPr id="81930" name="Text Box 9">
              <a:extLst>
                <a:ext uri="{FF2B5EF4-FFF2-40B4-BE49-F238E27FC236}">
                  <a16:creationId xmlns:a16="http://schemas.microsoft.com/office/drawing/2014/main" id="{E9213CE8-549C-F57B-B150-BD22A579A711}"/>
                </a:ext>
              </a:extLst>
            </p:cNvPr>
            <p:cNvSpPr txBox="1">
              <a:spLocks noChangeArrowheads="1"/>
            </p:cNvSpPr>
            <p:nvPr/>
          </p:nvSpPr>
          <p:spPr bwMode="auto">
            <a:xfrm>
              <a:off x="4872" y="7813"/>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P-Box Permutation</a:t>
              </a:r>
            </a:p>
          </p:txBody>
        </p:sp>
        <p:sp>
          <p:nvSpPr>
            <p:cNvPr id="81931" name="AutoShape 10">
              <a:extLst>
                <a:ext uri="{FF2B5EF4-FFF2-40B4-BE49-F238E27FC236}">
                  <a16:creationId xmlns:a16="http://schemas.microsoft.com/office/drawing/2014/main" id="{18E365F5-22CC-5BC8-EE9A-E8CC4E35B4C6}"/>
                </a:ext>
              </a:extLst>
            </p:cNvPr>
            <p:cNvSpPr>
              <a:spLocks noChangeArrowheads="1"/>
            </p:cNvSpPr>
            <p:nvPr/>
          </p:nvSpPr>
          <p:spPr bwMode="auto">
            <a:xfrm>
              <a:off x="6000" y="7501"/>
              <a:ext cx="239" cy="312"/>
            </a:xfrm>
            <a:prstGeom prst="downArrow">
              <a:avLst>
                <a:gd name="adj1" fmla="val 50000"/>
                <a:gd name="adj2" fmla="val 3263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81932" name="AutoShape 11">
              <a:extLst>
                <a:ext uri="{FF2B5EF4-FFF2-40B4-BE49-F238E27FC236}">
                  <a16:creationId xmlns:a16="http://schemas.microsoft.com/office/drawing/2014/main" id="{0B1D380D-4405-A5AD-25EF-B4A89C543BA5}"/>
                </a:ext>
              </a:extLst>
            </p:cNvPr>
            <p:cNvSpPr>
              <a:spLocks noChangeArrowheads="1"/>
            </p:cNvSpPr>
            <p:nvPr/>
          </p:nvSpPr>
          <p:spPr bwMode="auto">
            <a:xfrm>
              <a:off x="5988" y="6734"/>
              <a:ext cx="239" cy="324"/>
            </a:xfrm>
            <a:prstGeom prst="downArrow">
              <a:avLst>
                <a:gd name="adj1" fmla="val 50000"/>
                <a:gd name="adj2" fmla="val 33891"/>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sp>
          <p:nvSpPr>
            <p:cNvPr id="81933" name="Text Box 12">
              <a:extLst>
                <a:ext uri="{FF2B5EF4-FFF2-40B4-BE49-F238E27FC236}">
                  <a16:creationId xmlns:a16="http://schemas.microsoft.com/office/drawing/2014/main" id="{97199C72-0941-D322-2DDD-6290AFCA7DEC}"/>
                </a:ext>
              </a:extLst>
            </p:cNvPr>
            <p:cNvSpPr txBox="1">
              <a:spLocks noChangeArrowheads="1"/>
            </p:cNvSpPr>
            <p:nvPr/>
          </p:nvSpPr>
          <p:spPr bwMode="auto">
            <a:xfrm>
              <a:off x="4860" y="8569"/>
              <a:ext cx="2676"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XOR and Swap</a:t>
              </a:r>
            </a:p>
          </p:txBody>
        </p:sp>
        <p:sp>
          <p:nvSpPr>
            <p:cNvPr id="81934" name="AutoShape 13">
              <a:extLst>
                <a:ext uri="{FF2B5EF4-FFF2-40B4-BE49-F238E27FC236}">
                  <a16:creationId xmlns:a16="http://schemas.microsoft.com/office/drawing/2014/main" id="{919B1B05-AB81-73FE-4A32-BF5DFD2BB67B}"/>
                </a:ext>
              </a:extLst>
            </p:cNvPr>
            <p:cNvSpPr>
              <a:spLocks noChangeArrowheads="1"/>
            </p:cNvSpPr>
            <p:nvPr/>
          </p:nvSpPr>
          <p:spPr bwMode="auto">
            <a:xfrm>
              <a:off x="5988" y="8245"/>
              <a:ext cx="239" cy="324"/>
            </a:xfrm>
            <a:prstGeom prst="downArrow">
              <a:avLst>
                <a:gd name="adj1" fmla="val 50000"/>
                <a:gd name="adj2" fmla="val 33891"/>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800"/>
            </a:p>
          </p:txBody>
        </p:sp>
      </p:gr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6">
            <a:extLst>
              <a:ext uri="{FF2B5EF4-FFF2-40B4-BE49-F238E27FC236}">
                <a16:creationId xmlns:a16="http://schemas.microsoft.com/office/drawing/2014/main" id="{35F5C03F-9D8A-B67A-AF4E-F535D39EF8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DE08008-02DB-477A-A30C-EBD42C17D876}" type="slidenum">
              <a:rPr lang="en-US" altLang="en-US" sz="1400"/>
              <a:pPr>
                <a:spcBef>
                  <a:spcPct val="0"/>
                </a:spcBef>
                <a:buClrTx/>
                <a:buSzTx/>
                <a:buFontTx/>
                <a:buNone/>
              </a:pPr>
              <a:t>78</a:t>
            </a:fld>
            <a:endParaRPr lang="en-US" altLang="en-US" sz="1400"/>
          </a:p>
        </p:txBody>
      </p:sp>
      <p:sp>
        <p:nvSpPr>
          <p:cNvPr id="83971" name="Rectangle 2">
            <a:extLst>
              <a:ext uri="{FF2B5EF4-FFF2-40B4-BE49-F238E27FC236}">
                <a16:creationId xmlns:a16="http://schemas.microsoft.com/office/drawing/2014/main" id="{877605FF-276F-3648-65B6-A84A804D6D37}"/>
              </a:ext>
            </a:extLst>
          </p:cNvPr>
          <p:cNvSpPr>
            <a:spLocks noGrp="1" noChangeArrowheads="1"/>
          </p:cNvSpPr>
          <p:nvPr>
            <p:ph type="title"/>
          </p:nvPr>
        </p:nvSpPr>
        <p:spPr/>
        <p:txBody>
          <a:bodyPr/>
          <a:lstStyle/>
          <a:p>
            <a:pPr eaLnBrk="1" hangingPunct="1"/>
            <a:r>
              <a:rPr lang="en-US" altLang="en-US"/>
              <a:t>Key Transformation</a:t>
            </a:r>
          </a:p>
        </p:txBody>
      </p:sp>
      <p:graphicFrame>
        <p:nvGraphicFramePr>
          <p:cNvPr id="227456" name="Group 128">
            <a:extLst>
              <a:ext uri="{FF2B5EF4-FFF2-40B4-BE49-F238E27FC236}">
                <a16:creationId xmlns:a16="http://schemas.microsoft.com/office/drawing/2014/main" id="{20A3C185-3BD7-7176-A425-978A7027B748}"/>
              </a:ext>
            </a:extLst>
          </p:cNvPr>
          <p:cNvGraphicFramePr>
            <a:graphicFrameLocks noGrp="1"/>
          </p:cNvGraphicFramePr>
          <p:nvPr>
            <p:ph sz="half" idx="1"/>
            <p:extLst>
              <p:ext uri="{D42A27DB-BD31-4B8C-83A1-F6EECF244321}">
                <p14:modId xmlns:p14="http://schemas.microsoft.com/office/powerpoint/2010/main" val="704618085"/>
              </p:ext>
            </p:extLst>
          </p:nvPr>
        </p:nvGraphicFramePr>
        <p:xfrm>
          <a:off x="2706688" y="2017714"/>
          <a:ext cx="7580312" cy="1554580"/>
        </p:xfrm>
        <a:graphic>
          <a:graphicData uri="http://schemas.openxmlformats.org/drawingml/2006/table">
            <a:tbl>
              <a:tblPr/>
              <a:tblGrid>
                <a:gridCol w="1328737">
                  <a:extLst>
                    <a:ext uri="{9D8B030D-6E8A-4147-A177-3AD203B41FA5}">
                      <a16:colId xmlns:a16="http://schemas.microsoft.com/office/drawing/2014/main" val="20000"/>
                    </a:ext>
                  </a:extLst>
                </a:gridCol>
                <a:gridCol w="388938">
                  <a:extLst>
                    <a:ext uri="{9D8B030D-6E8A-4147-A177-3AD203B41FA5}">
                      <a16:colId xmlns:a16="http://schemas.microsoft.com/office/drawing/2014/main" val="20001"/>
                    </a:ext>
                  </a:extLst>
                </a:gridCol>
                <a:gridCol w="392112">
                  <a:extLst>
                    <a:ext uri="{9D8B030D-6E8A-4147-A177-3AD203B41FA5}">
                      <a16:colId xmlns:a16="http://schemas.microsoft.com/office/drawing/2014/main" val="20002"/>
                    </a:ext>
                  </a:extLst>
                </a:gridCol>
                <a:gridCol w="392113">
                  <a:extLst>
                    <a:ext uri="{9D8B030D-6E8A-4147-A177-3AD203B41FA5}">
                      <a16:colId xmlns:a16="http://schemas.microsoft.com/office/drawing/2014/main" val="20003"/>
                    </a:ext>
                  </a:extLst>
                </a:gridCol>
                <a:gridCol w="387350">
                  <a:extLst>
                    <a:ext uri="{9D8B030D-6E8A-4147-A177-3AD203B41FA5}">
                      <a16:colId xmlns:a16="http://schemas.microsoft.com/office/drawing/2014/main" val="20004"/>
                    </a:ext>
                  </a:extLst>
                </a:gridCol>
                <a:gridCol w="392112">
                  <a:extLst>
                    <a:ext uri="{9D8B030D-6E8A-4147-A177-3AD203B41FA5}">
                      <a16:colId xmlns:a16="http://schemas.microsoft.com/office/drawing/2014/main" val="20005"/>
                    </a:ext>
                  </a:extLst>
                </a:gridCol>
                <a:gridCol w="392113">
                  <a:extLst>
                    <a:ext uri="{9D8B030D-6E8A-4147-A177-3AD203B41FA5}">
                      <a16:colId xmlns:a16="http://schemas.microsoft.com/office/drawing/2014/main" val="20006"/>
                    </a:ext>
                  </a:extLst>
                </a:gridCol>
                <a:gridCol w="392112">
                  <a:extLst>
                    <a:ext uri="{9D8B030D-6E8A-4147-A177-3AD203B41FA5}">
                      <a16:colId xmlns:a16="http://schemas.microsoft.com/office/drawing/2014/main" val="20007"/>
                    </a:ext>
                  </a:extLst>
                </a:gridCol>
                <a:gridCol w="388938">
                  <a:extLst>
                    <a:ext uri="{9D8B030D-6E8A-4147-A177-3AD203B41FA5}">
                      <a16:colId xmlns:a16="http://schemas.microsoft.com/office/drawing/2014/main" val="20008"/>
                    </a:ext>
                  </a:extLst>
                </a:gridCol>
                <a:gridCol w="390525">
                  <a:extLst>
                    <a:ext uri="{9D8B030D-6E8A-4147-A177-3AD203B41FA5}">
                      <a16:colId xmlns:a16="http://schemas.microsoft.com/office/drawing/2014/main" val="20009"/>
                    </a:ext>
                  </a:extLst>
                </a:gridCol>
                <a:gridCol w="390525">
                  <a:extLst>
                    <a:ext uri="{9D8B030D-6E8A-4147-A177-3AD203B41FA5}">
                      <a16:colId xmlns:a16="http://schemas.microsoft.com/office/drawing/2014/main" val="20010"/>
                    </a:ext>
                  </a:extLst>
                </a:gridCol>
                <a:gridCol w="388937">
                  <a:extLst>
                    <a:ext uri="{9D8B030D-6E8A-4147-A177-3AD203B41FA5}">
                      <a16:colId xmlns:a16="http://schemas.microsoft.com/office/drawing/2014/main" val="20011"/>
                    </a:ext>
                  </a:extLst>
                </a:gridCol>
                <a:gridCol w="392113">
                  <a:extLst>
                    <a:ext uri="{9D8B030D-6E8A-4147-A177-3AD203B41FA5}">
                      <a16:colId xmlns:a16="http://schemas.microsoft.com/office/drawing/2014/main" val="20012"/>
                    </a:ext>
                  </a:extLst>
                </a:gridCol>
                <a:gridCol w="392112">
                  <a:extLst>
                    <a:ext uri="{9D8B030D-6E8A-4147-A177-3AD203B41FA5}">
                      <a16:colId xmlns:a16="http://schemas.microsoft.com/office/drawing/2014/main" val="20013"/>
                    </a:ext>
                  </a:extLst>
                </a:gridCol>
                <a:gridCol w="390525">
                  <a:extLst>
                    <a:ext uri="{9D8B030D-6E8A-4147-A177-3AD203B41FA5}">
                      <a16:colId xmlns:a16="http://schemas.microsoft.com/office/drawing/2014/main" val="20014"/>
                    </a:ext>
                  </a:extLst>
                </a:gridCol>
                <a:gridCol w="388938">
                  <a:extLst>
                    <a:ext uri="{9D8B030D-6E8A-4147-A177-3AD203B41FA5}">
                      <a16:colId xmlns:a16="http://schemas.microsoft.com/office/drawing/2014/main" val="20015"/>
                    </a:ext>
                  </a:extLst>
                </a:gridCol>
                <a:gridCol w="392112">
                  <a:extLst>
                    <a:ext uri="{9D8B030D-6E8A-4147-A177-3AD203B41FA5}">
                      <a16:colId xmlns:a16="http://schemas.microsoft.com/office/drawing/2014/main" val="20016"/>
                    </a:ext>
                  </a:extLst>
                </a:gridCol>
              </a:tblGrid>
              <a:tr h="335464">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Round</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3</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4</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5</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6</a:t>
                      </a:r>
                      <a:endParaRPr kumimoji="0" lang="en-US" sz="3200" b="0" i="0" u="none" strike="noStrike" cap="none" normalizeH="0" baseline="0" dirty="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7</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8</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9</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3411">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Number of key bits shifted</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1</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2</a:t>
                      </a:r>
                      <a:endParaRPr kumimoji="0" lang="en-US" sz="3200" b="0" i="0" u="none" strike="noStrike" cap="none" normalizeH="0" baseline="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1</a:t>
                      </a:r>
                      <a:endParaRPr kumimoji="0" lang="en-US" sz="3200" b="0" i="0" u="none" strike="noStrike" cap="none" normalizeH="0" baseline="0" dirty="0">
                        <a:ln>
                          <a:noFill/>
                        </a:ln>
                        <a:solidFill>
                          <a:schemeClr val="tx1"/>
                        </a:solidFill>
                        <a:effectLst/>
                        <a:latin typeface="Arial"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7449" name="Group 121">
            <a:extLst>
              <a:ext uri="{FF2B5EF4-FFF2-40B4-BE49-F238E27FC236}">
                <a16:creationId xmlns:a16="http://schemas.microsoft.com/office/drawing/2014/main" id="{E97B703B-43E5-66FA-6E1E-138F8418A5C7}"/>
              </a:ext>
            </a:extLst>
          </p:cNvPr>
          <p:cNvGraphicFramePr>
            <a:graphicFrameLocks noGrp="1"/>
          </p:cNvGraphicFramePr>
          <p:nvPr>
            <p:ph sz="half" idx="2"/>
          </p:nvPr>
        </p:nvGraphicFramePr>
        <p:xfrm>
          <a:off x="3733800" y="4267201"/>
          <a:ext cx="4953000" cy="1865313"/>
        </p:xfrm>
        <a:graphic>
          <a:graphicData uri="http://schemas.openxmlformats.org/drawingml/2006/table">
            <a:tbl>
              <a:tblPr/>
              <a:tblGrid>
                <a:gridCol w="412750">
                  <a:extLst>
                    <a:ext uri="{9D8B030D-6E8A-4147-A177-3AD203B41FA5}">
                      <a16:colId xmlns:a16="http://schemas.microsoft.com/office/drawing/2014/main" val="20000"/>
                    </a:ext>
                  </a:extLst>
                </a:gridCol>
                <a:gridCol w="412750">
                  <a:extLst>
                    <a:ext uri="{9D8B030D-6E8A-4147-A177-3AD203B41FA5}">
                      <a16:colId xmlns:a16="http://schemas.microsoft.com/office/drawing/2014/main" val="20001"/>
                    </a:ext>
                  </a:extLst>
                </a:gridCol>
                <a:gridCol w="412750">
                  <a:extLst>
                    <a:ext uri="{9D8B030D-6E8A-4147-A177-3AD203B41FA5}">
                      <a16:colId xmlns:a16="http://schemas.microsoft.com/office/drawing/2014/main" val="20002"/>
                    </a:ext>
                  </a:extLst>
                </a:gridCol>
                <a:gridCol w="412750">
                  <a:extLst>
                    <a:ext uri="{9D8B030D-6E8A-4147-A177-3AD203B41FA5}">
                      <a16:colId xmlns:a16="http://schemas.microsoft.com/office/drawing/2014/main" val="20003"/>
                    </a:ext>
                  </a:extLst>
                </a:gridCol>
                <a:gridCol w="412750">
                  <a:extLst>
                    <a:ext uri="{9D8B030D-6E8A-4147-A177-3AD203B41FA5}">
                      <a16:colId xmlns:a16="http://schemas.microsoft.com/office/drawing/2014/main" val="20004"/>
                    </a:ext>
                  </a:extLst>
                </a:gridCol>
                <a:gridCol w="412750">
                  <a:extLst>
                    <a:ext uri="{9D8B030D-6E8A-4147-A177-3AD203B41FA5}">
                      <a16:colId xmlns:a16="http://schemas.microsoft.com/office/drawing/2014/main" val="20005"/>
                    </a:ext>
                  </a:extLst>
                </a:gridCol>
                <a:gridCol w="412750">
                  <a:extLst>
                    <a:ext uri="{9D8B030D-6E8A-4147-A177-3AD203B41FA5}">
                      <a16:colId xmlns:a16="http://schemas.microsoft.com/office/drawing/2014/main" val="20006"/>
                    </a:ext>
                  </a:extLst>
                </a:gridCol>
                <a:gridCol w="412750">
                  <a:extLst>
                    <a:ext uri="{9D8B030D-6E8A-4147-A177-3AD203B41FA5}">
                      <a16:colId xmlns:a16="http://schemas.microsoft.com/office/drawing/2014/main" val="20007"/>
                    </a:ext>
                  </a:extLst>
                </a:gridCol>
                <a:gridCol w="412750">
                  <a:extLst>
                    <a:ext uri="{9D8B030D-6E8A-4147-A177-3AD203B41FA5}">
                      <a16:colId xmlns:a16="http://schemas.microsoft.com/office/drawing/2014/main" val="20008"/>
                    </a:ext>
                  </a:extLst>
                </a:gridCol>
                <a:gridCol w="412750">
                  <a:extLst>
                    <a:ext uri="{9D8B030D-6E8A-4147-A177-3AD203B41FA5}">
                      <a16:colId xmlns:a16="http://schemas.microsoft.com/office/drawing/2014/main" val="20009"/>
                    </a:ext>
                  </a:extLst>
                </a:gridCol>
                <a:gridCol w="412750">
                  <a:extLst>
                    <a:ext uri="{9D8B030D-6E8A-4147-A177-3AD203B41FA5}">
                      <a16:colId xmlns:a16="http://schemas.microsoft.com/office/drawing/2014/main" val="20010"/>
                    </a:ext>
                  </a:extLst>
                </a:gridCol>
                <a:gridCol w="412750">
                  <a:extLst>
                    <a:ext uri="{9D8B030D-6E8A-4147-A177-3AD203B41FA5}">
                      <a16:colId xmlns:a16="http://schemas.microsoft.com/office/drawing/2014/main" val="20011"/>
                    </a:ext>
                  </a:extLst>
                </a:gridCol>
              </a:tblGrid>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51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32</a:t>
                      </a: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4095" name="Text Box 129">
            <a:extLst>
              <a:ext uri="{FF2B5EF4-FFF2-40B4-BE49-F238E27FC236}">
                <a16:creationId xmlns:a16="http://schemas.microsoft.com/office/drawing/2014/main" id="{36D47B92-98AE-5E31-7085-EF1CEA00DD8F}"/>
              </a:ext>
            </a:extLst>
          </p:cNvPr>
          <p:cNvSpPr txBox="1">
            <a:spLocks noChangeArrowheads="1"/>
          </p:cNvSpPr>
          <p:nvPr/>
        </p:nvSpPr>
        <p:spPr bwMode="auto">
          <a:xfrm>
            <a:off x="3869933" y="3676652"/>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lang="en-US" altLang="en-US" sz="2000" dirty="0"/>
              <a:t>Choose 48 of the 56 bits now</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a:extLst>
              <a:ext uri="{FF2B5EF4-FFF2-40B4-BE49-F238E27FC236}">
                <a16:creationId xmlns:a16="http://schemas.microsoft.com/office/drawing/2014/main" id="{7DC268FC-EE13-462E-6E37-5F6CF9F81D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A3C5826-7796-4CC8-88DE-97B1F23A0380}" type="slidenum">
              <a:rPr lang="en-US" altLang="en-US" sz="1400"/>
              <a:pPr>
                <a:spcBef>
                  <a:spcPct val="0"/>
                </a:spcBef>
                <a:buClrTx/>
                <a:buSzTx/>
                <a:buFontTx/>
                <a:buNone/>
              </a:pPr>
              <a:t>79</a:t>
            </a:fld>
            <a:endParaRPr lang="en-US" altLang="en-US" sz="1400"/>
          </a:p>
        </p:txBody>
      </p:sp>
      <p:sp>
        <p:nvSpPr>
          <p:cNvPr id="86019" name="Rectangle 314">
            <a:extLst>
              <a:ext uri="{FF2B5EF4-FFF2-40B4-BE49-F238E27FC236}">
                <a16:creationId xmlns:a16="http://schemas.microsoft.com/office/drawing/2014/main" id="{99800B07-C90E-434B-69BC-72F6F70443C6}"/>
              </a:ext>
            </a:extLst>
          </p:cNvPr>
          <p:cNvSpPr>
            <a:spLocks noGrp="1" noChangeArrowheads="1"/>
          </p:cNvSpPr>
          <p:nvPr>
            <p:ph type="title"/>
          </p:nvPr>
        </p:nvSpPr>
        <p:spPr/>
        <p:txBody>
          <a:bodyPr/>
          <a:lstStyle/>
          <a:p>
            <a:pPr eaLnBrk="1" hangingPunct="1"/>
            <a:r>
              <a:rPr lang="en-US" altLang="en-US"/>
              <a:t>Expansion Permutation – 1/2</a:t>
            </a:r>
          </a:p>
        </p:txBody>
      </p:sp>
      <p:graphicFrame>
        <p:nvGraphicFramePr>
          <p:cNvPr id="230713" name="Group 313">
            <a:extLst>
              <a:ext uri="{FF2B5EF4-FFF2-40B4-BE49-F238E27FC236}">
                <a16:creationId xmlns:a16="http://schemas.microsoft.com/office/drawing/2014/main" id="{36A913A4-DCD5-F94F-8A2F-E5EDA0407D7E}"/>
              </a:ext>
            </a:extLst>
          </p:cNvPr>
          <p:cNvGraphicFramePr>
            <a:graphicFrameLocks noGrp="1"/>
          </p:cNvGraphicFramePr>
          <p:nvPr>
            <p:ph idx="1"/>
          </p:nvPr>
        </p:nvGraphicFramePr>
        <p:xfrm>
          <a:off x="2514600" y="2438400"/>
          <a:ext cx="7772400" cy="2325688"/>
        </p:xfrm>
        <a:graphic>
          <a:graphicData uri="http://schemas.openxmlformats.org/drawingml/2006/table">
            <a:tbl>
              <a:tblPr/>
              <a:tblGrid>
                <a:gridCol w="6477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47700">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647700">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7700">
                  <a:extLst>
                    <a:ext uri="{9D8B030D-6E8A-4147-A177-3AD203B41FA5}">
                      <a16:colId xmlns:a16="http://schemas.microsoft.com/office/drawing/2014/main" val="20010"/>
                    </a:ext>
                  </a:extLst>
                </a:gridCol>
                <a:gridCol w="647700">
                  <a:extLst>
                    <a:ext uri="{9D8B030D-6E8A-4147-A177-3AD203B41FA5}">
                      <a16:colId xmlns:a16="http://schemas.microsoft.com/office/drawing/2014/main" val="20011"/>
                    </a:ext>
                  </a:extLst>
                </a:gridCol>
              </a:tblGrid>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6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a:extLst>
              <a:ext uri="{FF2B5EF4-FFF2-40B4-BE49-F238E27FC236}">
                <a16:creationId xmlns:a16="http://schemas.microsoft.com/office/drawing/2014/main" id="{F7EDF964-5046-BC9A-0492-9668DE2D5F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1ADEEAF-4FE2-4088-B879-6F642DA7C673}" type="slidenum">
              <a:rPr lang="en-US" altLang="en-US" sz="1400"/>
              <a:pPr>
                <a:spcBef>
                  <a:spcPct val="0"/>
                </a:spcBef>
                <a:buClrTx/>
                <a:buSzTx/>
                <a:buFontTx/>
                <a:buNone/>
              </a:pPr>
              <a:t>80</a:t>
            </a:fld>
            <a:endParaRPr lang="en-US" altLang="en-US" sz="1400"/>
          </a:p>
        </p:txBody>
      </p:sp>
      <p:sp>
        <p:nvSpPr>
          <p:cNvPr id="88067" name="Rectangle 2">
            <a:extLst>
              <a:ext uri="{FF2B5EF4-FFF2-40B4-BE49-F238E27FC236}">
                <a16:creationId xmlns:a16="http://schemas.microsoft.com/office/drawing/2014/main" id="{5F803E70-5D52-1D91-577A-8965FE001B8B}"/>
              </a:ext>
            </a:extLst>
          </p:cNvPr>
          <p:cNvSpPr>
            <a:spLocks noGrp="1" noChangeArrowheads="1"/>
          </p:cNvSpPr>
          <p:nvPr>
            <p:ph type="title"/>
          </p:nvPr>
        </p:nvSpPr>
        <p:spPr/>
        <p:txBody>
          <a:bodyPr/>
          <a:lstStyle/>
          <a:p>
            <a:pPr eaLnBrk="1" hangingPunct="1"/>
            <a:r>
              <a:rPr lang="en-US" altLang="en-US"/>
              <a:t>Expansion Permutation – 2/2</a:t>
            </a:r>
          </a:p>
        </p:txBody>
      </p:sp>
      <p:sp>
        <p:nvSpPr>
          <p:cNvPr id="88068" name="Rectangle 3">
            <a:extLst>
              <a:ext uri="{FF2B5EF4-FFF2-40B4-BE49-F238E27FC236}">
                <a16:creationId xmlns:a16="http://schemas.microsoft.com/office/drawing/2014/main" id="{8A929EFB-F4B6-C1EE-EBF0-C36DCA478670}"/>
              </a:ext>
            </a:extLst>
          </p:cNvPr>
          <p:cNvSpPr>
            <a:spLocks noGrp="1" noChangeArrowheads="1"/>
          </p:cNvSpPr>
          <p:nvPr>
            <p:ph type="body" idx="1"/>
          </p:nvPr>
        </p:nvSpPr>
        <p:spPr/>
        <p:txBody>
          <a:bodyPr/>
          <a:lstStyle/>
          <a:p>
            <a:pPr eaLnBrk="1" hangingPunct="1"/>
            <a:endParaRPr lang="en-GB" altLang="en-US"/>
          </a:p>
        </p:txBody>
      </p:sp>
      <p:grpSp>
        <p:nvGrpSpPr>
          <p:cNvPr id="88069" name="Group 4">
            <a:extLst>
              <a:ext uri="{FF2B5EF4-FFF2-40B4-BE49-F238E27FC236}">
                <a16:creationId xmlns:a16="http://schemas.microsoft.com/office/drawing/2014/main" id="{2E993546-98F6-F721-AC94-57A065D76C61}"/>
              </a:ext>
            </a:extLst>
          </p:cNvPr>
          <p:cNvGrpSpPr>
            <a:grpSpLocks/>
          </p:cNvGrpSpPr>
          <p:nvPr/>
        </p:nvGrpSpPr>
        <p:grpSpPr bwMode="auto">
          <a:xfrm>
            <a:off x="2971800" y="1905001"/>
            <a:ext cx="6705600" cy="1539875"/>
            <a:chOff x="2388" y="7016"/>
            <a:chExt cx="8064" cy="2424"/>
          </a:xfrm>
        </p:grpSpPr>
        <p:sp>
          <p:nvSpPr>
            <p:cNvPr id="88168" name="Rectangle 5">
              <a:extLst>
                <a:ext uri="{FF2B5EF4-FFF2-40B4-BE49-F238E27FC236}">
                  <a16:creationId xmlns:a16="http://schemas.microsoft.com/office/drawing/2014/main" id="{69EEF5AC-C569-D127-A915-334FBE7A7E23}"/>
                </a:ext>
              </a:extLst>
            </p:cNvPr>
            <p:cNvSpPr>
              <a:spLocks noChangeArrowheads="1"/>
            </p:cNvSpPr>
            <p:nvPr/>
          </p:nvSpPr>
          <p:spPr bwMode="auto">
            <a:xfrm>
              <a:off x="2388" y="7016"/>
              <a:ext cx="8064" cy="24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88169" name="Text Box 6">
              <a:extLst>
                <a:ext uri="{FF2B5EF4-FFF2-40B4-BE49-F238E27FC236}">
                  <a16:creationId xmlns:a16="http://schemas.microsoft.com/office/drawing/2014/main" id="{A818A06B-F31F-A16E-0243-987F75BE8D61}"/>
                </a:ext>
              </a:extLst>
            </p:cNvPr>
            <p:cNvSpPr txBox="1">
              <a:spLocks noChangeArrowheads="1"/>
            </p:cNvSpPr>
            <p:nvPr/>
          </p:nvSpPr>
          <p:spPr bwMode="auto">
            <a:xfrm>
              <a:off x="2784" y="7462"/>
              <a:ext cx="7248"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Original Right Plain Text (RPT) of 32 bits</a:t>
              </a:r>
              <a:endParaRPr lang="en-US" altLang="en-US" sz="1800"/>
            </a:p>
          </p:txBody>
        </p:sp>
        <p:grpSp>
          <p:nvGrpSpPr>
            <p:cNvPr id="88170" name="Group 7">
              <a:extLst>
                <a:ext uri="{FF2B5EF4-FFF2-40B4-BE49-F238E27FC236}">
                  <a16:creationId xmlns:a16="http://schemas.microsoft.com/office/drawing/2014/main" id="{1195D4FF-0DD2-F37B-4084-292FDFACE203}"/>
                </a:ext>
              </a:extLst>
            </p:cNvPr>
            <p:cNvGrpSpPr>
              <a:grpSpLocks/>
            </p:cNvGrpSpPr>
            <p:nvPr/>
          </p:nvGrpSpPr>
          <p:grpSpPr bwMode="auto">
            <a:xfrm>
              <a:off x="2784" y="8328"/>
              <a:ext cx="1690" cy="324"/>
              <a:chOff x="2784" y="8328"/>
              <a:chExt cx="1690" cy="324"/>
            </a:xfrm>
          </p:grpSpPr>
          <p:sp>
            <p:nvSpPr>
              <p:cNvPr id="88188" name="Text Box 8">
                <a:extLst>
                  <a:ext uri="{FF2B5EF4-FFF2-40B4-BE49-F238E27FC236}">
                    <a16:creationId xmlns:a16="http://schemas.microsoft.com/office/drawing/2014/main" id="{97E12CEF-157E-5188-4EC7-8CA44F42FEBF}"/>
                  </a:ext>
                </a:extLst>
              </p:cNvPr>
              <p:cNvSpPr txBox="1">
                <a:spLocks noChangeArrowheads="1"/>
              </p:cNvSpPr>
              <p:nvPr/>
            </p:nvSpPr>
            <p:spPr bwMode="auto">
              <a:xfrm>
                <a:off x="278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9" name="Text Box 9">
                <a:extLst>
                  <a:ext uri="{FF2B5EF4-FFF2-40B4-BE49-F238E27FC236}">
                    <a16:creationId xmlns:a16="http://schemas.microsoft.com/office/drawing/2014/main" id="{61E35621-DD72-6AE7-A8A9-CB97CFF2678B}"/>
                  </a:ext>
                </a:extLst>
              </p:cNvPr>
              <p:cNvSpPr txBox="1">
                <a:spLocks noChangeArrowheads="1"/>
              </p:cNvSpPr>
              <p:nvPr/>
            </p:nvSpPr>
            <p:spPr bwMode="auto">
              <a:xfrm>
                <a:off x="3192"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90" name="Text Box 10">
                <a:extLst>
                  <a:ext uri="{FF2B5EF4-FFF2-40B4-BE49-F238E27FC236}">
                    <a16:creationId xmlns:a16="http://schemas.microsoft.com/office/drawing/2014/main" id="{901A2657-9CA7-02C6-9302-1656B1AC4DBE}"/>
                  </a:ext>
                </a:extLst>
              </p:cNvPr>
              <p:cNvSpPr txBox="1">
                <a:spLocks noChangeArrowheads="1"/>
              </p:cNvSpPr>
              <p:nvPr/>
            </p:nvSpPr>
            <p:spPr bwMode="auto">
              <a:xfrm>
                <a:off x="362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91" name="Text Box 11">
                <a:extLst>
                  <a:ext uri="{FF2B5EF4-FFF2-40B4-BE49-F238E27FC236}">
                    <a16:creationId xmlns:a16="http://schemas.microsoft.com/office/drawing/2014/main" id="{612333FD-527D-898E-6B09-CA37449EF4C5}"/>
                  </a:ext>
                </a:extLst>
              </p:cNvPr>
              <p:cNvSpPr txBox="1">
                <a:spLocks noChangeArrowheads="1"/>
              </p:cNvSpPr>
              <p:nvPr/>
            </p:nvSpPr>
            <p:spPr bwMode="auto">
              <a:xfrm>
                <a:off x="4043"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grpSp>
          <p:nvGrpSpPr>
            <p:cNvPr id="88171" name="Group 12">
              <a:extLst>
                <a:ext uri="{FF2B5EF4-FFF2-40B4-BE49-F238E27FC236}">
                  <a16:creationId xmlns:a16="http://schemas.microsoft.com/office/drawing/2014/main" id="{0EC69FEA-9DC2-8B0B-5350-40C4F33ED177}"/>
                </a:ext>
              </a:extLst>
            </p:cNvPr>
            <p:cNvGrpSpPr>
              <a:grpSpLocks/>
            </p:cNvGrpSpPr>
            <p:nvPr/>
          </p:nvGrpSpPr>
          <p:grpSpPr bwMode="auto">
            <a:xfrm>
              <a:off x="4764" y="8327"/>
              <a:ext cx="1675" cy="325"/>
              <a:chOff x="4764" y="8327"/>
              <a:chExt cx="1675" cy="325"/>
            </a:xfrm>
          </p:grpSpPr>
          <p:sp>
            <p:nvSpPr>
              <p:cNvPr id="88184" name="Text Box 13">
                <a:extLst>
                  <a:ext uri="{FF2B5EF4-FFF2-40B4-BE49-F238E27FC236}">
                    <a16:creationId xmlns:a16="http://schemas.microsoft.com/office/drawing/2014/main" id="{30778DBC-86F2-53BD-E35C-8299AEBCD318}"/>
                  </a:ext>
                </a:extLst>
              </p:cNvPr>
              <p:cNvSpPr txBox="1">
                <a:spLocks noChangeArrowheads="1"/>
              </p:cNvSpPr>
              <p:nvPr/>
            </p:nvSpPr>
            <p:spPr bwMode="auto">
              <a:xfrm>
                <a:off x="4764"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5" name="Text Box 14">
                <a:extLst>
                  <a:ext uri="{FF2B5EF4-FFF2-40B4-BE49-F238E27FC236}">
                    <a16:creationId xmlns:a16="http://schemas.microsoft.com/office/drawing/2014/main" id="{37A6C4CF-00A6-14B7-E24F-974B1B323471}"/>
                  </a:ext>
                </a:extLst>
              </p:cNvPr>
              <p:cNvSpPr txBox="1">
                <a:spLocks noChangeArrowheads="1"/>
              </p:cNvSpPr>
              <p:nvPr/>
            </p:nvSpPr>
            <p:spPr bwMode="auto">
              <a:xfrm>
                <a:off x="5172"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6" name="Text Box 15">
                <a:extLst>
                  <a:ext uri="{FF2B5EF4-FFF2-40B4-BE49-F238E27FC236}">
                    <a16:creationId xmlns:a16="http://schemas.microsoft.com/office/drawing/2014/main" id="{E2B72520-7D21-B06A-995C-F4F28127329A}"/>
                  </a:ext>
                </a:extLst>
              </p:cNvPr>
              <p:cNvSpPr txBox="1">
                <a:spLocks noChangeArrowheads="1"/>
              </p:cNvSpPr>
              <p:nvPr/>
            </p:nvSpPr>
            <p:spPr bwMode="auto">
              <a:xfrm>
                <a:off x="5577" y="8328"/>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7" name="Text Box 16">
                <a:extLst>
                  <a:ext uri="{FF2B5EF4-FFF2-40B4-BE49-F238E27FC236}">
                    <a16:creationId xmlns:a16="http://schemas.microsoft.com/office/drawing/2014/main" id="{C3AC416B-2EF9-FD53-BBDB-42A5FFD06B11}"/>
                  </a:ext>
                </a:extLst>
              </p:cNvPr>
              <p:cNvSpPr txBox="1">
                <a:spLocks noChangeArrowheads="1"/>
              </p:cNvSpPr>
              <p:nvPr/>
            </p:nvSpPr>
            <p:spPr bwMode="auto">
              <a:xfrm>
                <a:off x="6008" y="8327"/>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grpSp>
          <p:nvGrpSpPr>
            <p:cNvPr id="88172" name="Group 17">
              <a:extLst>
                <a:ext uri="{FF2B5EF4-FFF2-40B4-BE49-F238E27FC236}">
                  <a16:creationId xmlns:a16="http://schemas.microsoft.com/office/drawing/2014/main" id="{1CF4934C-9A05-39D1-8663-653B311D99CF}"/>
                </a:ext>
              </a:extLst>
            </p:cNvPr>
            <p:cNvGrpSpPr>
              <a:grpSpLocks/>
            </p:cNvGrpSpPr>
            <p:nvPr/>
          </p:nvGrpSpPr>
          <p:grpSpPr bwMode="auto">
            <a:xfrm>
              <a:off x="8364" y="8304"/>
              <a:ext cx="1675" cy="324"/>
              <a:chOff x="8364" y="8304"/>
              <a:chExt cx="1675" cy="324"/>
            </a:xfrm>
          </p:grpSpPr>
          <p:sp>
            <p:nvSpPr>
              <p:cNvPr id="88180" name="Text Box 18">
                <a:extLst>
                  <a:ext uri="{FF2B5EF4-FFF2-40B4-BE49-F238E27FC236}">
                    <a16:creationId xmlns:a16="http://schemas.microsoft.com/office/drawing/2014/main" id="{4ABF095B-5C85-998F-6062-C7C5DE54EC6B}"/>
                  </a:ext>
                </a:extLst>
              </p:cNvPr>
              <p:cNvSpPr txBox="1">
                <a:spLocks noChangeArrowheads="1"/>
              </p:cNvSpPr>
              <p:nvPr/>
            </p:nvSpPr>
            <p:spPr bwMode="auto">
              <a:xfrm>
                <a:off x="8364"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1" name="Text Box 19">
                <a:extLst>
                  <a:ext uri="{FF2B5EF4-FFF2-40B4-BE49-F238E27FC236}">
                    <a16:creationId xmlns:a16="http://schemas.microsoft.com/office/drawing/2014/main" id="{39A0F1B0-726E-37AD-7D5E-DA69F1E3DEA2}"/>
                  </a:ext>
                </a:extLst>
              </p:cNvPr>
              <p:cNvSpPr txBox="1">
                <a:spLocks noChangeArrowheads="1"/>
              </p:cNvSpPr>
              <p:nvPr/>
            </p:nvSpPr>
            <p:spPr bwMode="auto">
              <a:xfrm>
                <a:off x="8772"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2" name="Text Box 20">
                <a:extLst>
                  <a:ext uri="{FF2B5EF4-FFF2-40B4-BE49-F238E27FC236}">
                    <a16:creationId xmlns:a16="http://schemas.microsoft.com/office/drawing/2014/main" id="{26287658-3066-FBB3-D7B7-5F8E4B4297C5}"/>
                  </a:ext>
                </a:extLst>
              </p:cNvPr>
              <p:cNvSpPr txBox="1">
                <a:spLocks noChangeArrowheads="1"/>
              </p:cNvSpPr>
              <p:nvPr/>
            </p:nvSpPr>
            <p:spPr bwMode="auto">
              <a:xfrm>
                <a:off x="9176"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83" name="Text Box 21">
                <a:extLst>
                  <a:ext uri="{FF2B5EF4-FFF2-40B4-BE49-F238E27FC236}">
                    <a16:creationId xmlns:a16="http://schemas.microsoft.com/office/drawing/2014/main" id="{27FD3FB3-975A-965D-0E1D-AAD4A7E44672}"/>
                  </a:ext>
                </a:extLst>
              </p:cNvPr>
              <p:cNvSpPr txBox="1">
                <a:spLocks noChangeArrowheads="1"/>
              </p:cNvSpPr>
              <p:nvPr/>
            </p:nvSpPr>
            <p:spPr bwMode="auto">
              <a:xfrm>
                <a:off x="9608" y="8304"/>
                <a:ext cx="431"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sp>
          <p:nvSpPr>
            <p:cNvPr id="88173" name="Text Box 22">
              <a:extLst>
                <a:ext uri="{FF2B5EF4-FFF2-40B4-BE49-F238E27FC236}">
                  <a16:creationId xmlns:a16="http://schemas.microsoft.com/office/drawing/2014/main" id="{B42CF3ED-10AA-1FB7-0943-CF9A402B652A}"/>
                </a:ext>
              </a:extLst>
            </p:cNvPr>
            <p:cNvSpPr txBox="1">
              <a:spLocks noChangeArrowheads="1"/>
            </p:cNvSpPr>
            <p:nvPr/>
          </p:nvSpPr>
          <p:spPr bwMode="auto">
            <a:xfrm>
              <a:off x="7008" y="8278"/>
              <a:ext cx="912"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a:sym typeface="Symbol" panose="05050102010706020507" pitchFamily="18" charset="2"/>
                </a:rPr>
                <a:t></a:t>
              </a:r>
              <a:endParaRPr lang="en-US" altLang="en-US" sz="1800"/>
            </a:p>
          </p:txBody>
        </p:sp>
        <p:sp>
          <p:nvSpPr>
            <p:cNvPr id="88174" name="Text Box 23">
              <a:extLst>
                <a:ext uri="{FF2B5EF4-FFF2-40B4-BE49-F238E27FC236}">
                  <a16:creationId xmlns:a16="http://schemas.microsoft.com/office/drawing/2014/main" id="{8A677216-11C6-8A07-DD17-5B978A9C5D7C}"/>
                </a:ext>
              </a:extLst>
            </p:cNvPr>
            <p:cNvSpPr txBox="1">
              <a:spLocks noChangeArrowheads="1"/>
            </p:cNvSpPr>
            <p:nvPr/>
          </p:nvSpPr>
          <p:spPr bwMode="auto">
            <a:xfrm>
              <a:off x="2784" y="8792"/>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1 (4 bits)</a:t>
              </a:r>
              <a:endParaRPr lang="en-US" altLang="en-US" sz="1800"/>
            </a:p>
          </p:txBody>
        </p:sp>
        <p:sp>
          <p:nvSpPr>
            <p:cNvPr id="88175" name="Text Box 24">
              <a:extLst>
                <a:ext uri="{FF2B5EF4-FFF2-40B4-BE49-F238E27FC236}">
                  <a16:creationId xmlns:a16="http://schemas.microsoft.com/office/drawing/2014/main" id="{F8769119-86ED-AB21-DECA-F57FD2E8E744}"/>
                </a:ext>
              </a:extLst>
            </p:cNvPr>
            <p:cNvSpPr txBox="1">
              <a:spLocks noChangeArrowheads="1"/>
            </p:cNvSpPr>
            <p:nvPr/>
          </p:nvSpPr>
          <p:spPr bwMode="auto">
            <a:xfrm>
              <a:off x="4728" y="8816"/>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2 (4 bits)</a:t>
              </a:r>
              <a:endParaRPr lang="en-US" altLang="en-US" sz="1800"/>
            </a:p>
          </p:txBody>
        </p:sp>
        <p:sp>
          <p:nvSpPr>
            <p:cNvPr id="88176" name="Text Box 25">
              <a:extLst>
                <a:ext uri="{FF2B5EF4-FFF2-40B4-BE49-F238E27FC236}">
                  <a16:creationId xmlns:a16="http://schemas.microsoft.com/office/drawing/2014/main" id="{8F5A6D4A-22CE-F9CA-16A9-6DDD132063DA}"/>
                </a:ext>
              </a:extLst>
            </p:cNvPr>
            <p:cNvSpPr txBox="1">
              <a:spLocks noChangeArrowheads="1"/>
            </p:cNvSpPr>
            <p:nvPr/>
          </p:nvSpPr>
          <p:spPr bwMode="auto">
            <a:xfrm>
              <a:off x="8376" y="8816"/>
              <a:ext cx="174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Block 8 (4 bits)</a:t>
              </a:r>
              <a:endParaRPr lang="en-US" altLang="en-US" sz="1800"/>
            </a:p>
          </p:txBody>
        </p:sp>
        <p:sp>
          <p:nvSpPr>
            <p:cNvPr id="88177" name="AutoShape 26">
              <a:extLst>
                <a:ext uri="{FF2B5EF4-FFF2-40B4-BE49-F238E27FC236}">
                  <a16:creationId xmlns:a16="http://schemas.microsoft.com/office/drawing/2014/main" id="{E5FBEC0F-30D6-06F7-EC86-86D98DDAFE6F}"/>
                </a:ext>
              </a:extLst>
            </p:cNvPr>
            <p:cNvSpPr>
              <a:spLocks noChangeArrowheads="1"/>
            </p:cNvSpPr>
            <p:nvPr/>
          </p:nvSpPr>
          <p:spPr bwMode="auto">
            <a:xfrm>
              <a:off x="3456" y="7966"/>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88178" name="AutoShape 27">
              <a:extLst>
                <a:ext uri="{FF2B5EF4-FFF2-40B4-BE49-F238E27FC236}">
                  <a16:creationId xmlns:a16="http://schemas.microsoft.com/office/drawing/2014/main" id="{CBC8BBD1-8886-56DD-8C04-0E58357F0A0E}"/>
                </a:ext>
              </a:extLst>
            </p:cNvPr>
            <p:cNvSpPr>
              <a:spLocks noChangeArrowheads="1"/>
            </p:cNvSpPr>
            <p:nvPr/>
          </p:nvSpPr>
          <p:spPr bwMode="auto">
            <a:xfrm>
              <a:off x="5388" y="7954"/>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88179" name="AutoShape 28">
              <a:extLst>
                <a:ext uri="{FF2B5EF4-FFF2-40B4-BE49-F238E27FC236}">
                  <a16:creationId xmlns:a16="http://schemas.microsoft.com/office/drawing/2014/main" id="{1F220527-7802-521D-0E83-C1C9FA5F5E9B}"/>
                </a:ext>
              </a:extLst>
            </p:cNvPr>
            <p:cNvSpPr>
              <a:spLocks noChangeArrowheads="1"/>
            </p:cNvSpPr>
            <p:nvPr/>
          </p:nvSpPr>
          <p:spPr bwMode="auto">
            <a:xfrm>
              <a:off x="9036" y="7930"/>
              <a:ext cx="384" cy="276"/>
            </a:xfrm>
            <a:prstGeom prst="downArrow">
              <a:avLst>
                <a:gd name="adj1" fmla="val 50000"/>
                <a:gd name="adj2" fmla="val 25000"/>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88070" name="Group 29">
            <a:extLst>
              <a:ext uri="{FF2B5EF4-FFF2-40B4-BE49-F238E27FC236}">
                <a16:creationId xmlns:a16="http://schemas.microsoft.com/office/drawing/2014/main" id="{86B7C452-CCD8-8A9F-09FB-BDD566A53E6C}"/>
              </a:ext>
            </a:extLst>
          </p:cNvPr>
          <p:cNvGrpSpPr>
            <a:grpSpLocks/>
          </p:cNvGrpSpPr>
          <p:nvPr/>
        </p:nvGrpSpPr>
        <p:grpSpPr bwMode="auto">
          <a:xfrm>
            <a:off x="2209800" y="3657600"/>
            <a:ext cx="8305800" cy="2774950"/>
            <a:chOff x="1608" y="1476"/>
            <a:chExt cx="9444" cy="4368"/>
          </a:xfrm>
        </p:grpSpPr>
        <p:sp>
          <p:nvSpPr>
            <p:cNvPr id="88071" name="Rectangle 30">
              <a:extLst>
                <a:ext uri="{FF2B5EF4-FFF2-40B4-BE49-F238E27FC236}">
                  <a16:creationId xmlns:a16="http://schemas.microsoft.com/office/drawing/2014/main" id="{A7B5EE86-F270-76CD-F142-53BBA70CEEF5}"/>
                </a:ext>
              </a:extLst>
            </p:cNvPr>
            <p:cNvSpPr>
              <a:spLocks noChangeArrowheads="1"/>
            </p:cNvSpPr>
            <p:nvPr/>
          </p:nvSpPr>
          <p:spPr bwMode="auto">
            <a:xfrm>
              <a:off x="1608" y="1476"/>
              <a:ext cx="9444" cy="43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88072" name="Text Box 31">
              <a:extLst>
                <a:ext uri="{FF2B5EF4-FFF2-40B4-BE49-F238E27FC236}">
                  <a16:creationId xmlns:a16="http://schemas.microsoft.com/office/drawing/2014/main" id="{4C36F7A7-03DB-F0F7-8F76-8A45FF03BCE8}"/>
                </a:ext>
              </a:extLst>
            </p:cNvPr>
            <p:cNvSpPr txBox="1">
              <a:spLocks noChangeArrowheads="1"/>
            </p:cNvSpPr>
            <p:nvPr/>
          </p:nvSpPr>
          <p:spPr bwMode="auto">
            <a:xfrm>
              <a:off x="2742" y="312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3" name="Text Box 32">
              <a:extLst>
                <a:ext uri="{FF2B5EF4-FFF2-40B4-BE49-F238E27FC236}">
                  <a16:creationId xmlns:a16="http://schemas.microsoft.com/office/drawing/2014/main" id="{251BB7BC-3F32-C8E3-FDBE-09175C497E01}"/>
                </a:ext>
              </a:extLst>
            </p:cNvPr>
            <p:cNvSpPr txBox="1">
              <a:spLocks noChangeArrowheads="1"/>
            </p:cNvSpPr>
            <p:nvPr/>
          </p:nvSpPr>
          <p:spPr bwMode="auto">
            <a:xfrm>
              <a:off x="3160" y="312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4" name="Text Box 33">
              <a:extLst>
                <a:ext uri="{FF2B5EF4-FFF2-40B4-BE49-F238E27FC236}">
                  <a16:creationId xmlns:a16="http://schemas.microsoft.com/office/drawing/2014/main" id="{DBB12C66-C527-7609-B53E-18B3B9140646}"/>
                </a:ext>
              </a:extLst>
            </p:cNvPr>
            <p:cNvSpPr txBox="1">
              <a:spLocks noChangeArrowheads="1"/>
            </p:cNvSpPr>
            <p:nvPr/>
          </p:nvSpPr>
          <p:spPr bwMode="auto">
            <a:xfrm>
              <a:off x="3590" y="312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5" name="Text Box 34">
              <a:extLst>
                <a:ext uri="{FF2B5EF4-FFF2-40B4-BE49-F238E27FC236}">
                  <a16:creationId xmlns:a16="http://schemas.microsoft.com/office/drawing/2014/main" id="{5612FFB0-1051-32EE-D9B3-163600949E1D}"/>
                </a:ext>
              </a:extLst>
            </p:cNvPr>
            <p:cNvSpPr txBox="1">
              <a:spLocks noChangeArrowheads="1"/>
            </p:cNvSpPr>
            <p:nvPr/>
          </p:nvSpPr>
          <p:spPr bwMode="auto">
            <a:xfrm>
              <a:off x="4020" y="312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6" name="Text Box 35">
              <a:extLst>
                <a:ext uri="{FF2B5EF4-FFF2-40B4-BE49-F238E27FC236}">
                  <a16:creationId xmlns:a16="http://schemas.microsoft.com/office/drawing/2014/main" id="{1E18A00D-CD8E-9C0F-2280-CB1A5DEBBC08}"/>
                </a:ext>
              </a:extLst>
            </p:cNvPr>
            <p:cNvSpPr txBox="1">
              <a:spLocks noChangeArrowheads="1"/>
            </p:cNvSpPr>
            <p:nvPr/>
          </p:nvSpPr>
          <p:spPr bwMode="auto">
            <a:xfrm>
              <a:off x="2515" y="2199"/>
              <a:ext cx="2114"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1 (4 bits)</a:t>
              </a:r>
              <a:endParaRPr lang="en-US" altLang="en-US" sz="1800"/>
            </a:p>
          </p:txBody>
        </p:sp>
        <p:sp>
          <p:nvSpPr>
            <p:cNvPr id="88077" name="Text Box 36">
              <a:extLst>
                <a:ext uri="{FF2B5EF4-FFF2-40B4-BE49-F238E27FC236}">
                  <a16:creationId xmlns:a16="http://schemas.microsoft.com/office/drawing/2014/main" id="{4A330657-127D-51E1-F341-E36EB660620D}"/>
                </a:ext>
              </a:extLst>
            </p:cNvPr>
            <p:cNvSpPr txBox="1">
              <a:spLocks noChangeArrowheads="1"/>
            </p:cNvSpPr>
            <p:nvPr/>
          </p:nvSpPr>
          <p:spPr bwMode="auto">
            <a:xfrm>
              <a:off x="232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8" name="Text Box 37">
              <a:extLst>
                <a:ext uri="{FF2B5EF4-FFF2-40B4-BE49-F238E27FC236}">
                  <a16:creationId xmlns:a16="http://schemas.microsoft.com/office/drawing/2014/main" id="{36DAF23B-FF55-8008-67D6-40D94F3A801E}"/>
                </a:ext>
              </a:extLst>
            </p:cNvPr>
            <p:cNvSpPr txBox="1">
              <a:spLocks noChangeArrowheads="1"/>
            </p:cNvSpPr>
            <p:nvPr/>
          </p:nvSpPr>
          <p:spPr bwMode="auto">
            <a:xfrm>
              <a:off x="2742"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79" name="Text Box 38">
              <a:extLst>
                <a:ext uri="{FF2B5EF4-FFF2-40B4-BE49-F238E27FC236}">
                  <a16:creationId xmlns:a16="http://schemas.microsoft.com/office/drawing/2014/main" id="{AD02D4C3-DFE4-2118-2E9A-96D56BDBDC56}"/>
                </a:ext>
              </a:extLst>
            </p:cNvPr>
            <p:cNvSpPr txBox="1">
              <a:spLocks noChangeArrowheads="1"/>
            </p:cNvSpPr>
            <p:nvPr/>
          </p:nvSpPr>
          <p:spPr bwMode="auto">
            <a:xfrm>
              <a:off x="3172"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0" name="Text Box 39">
              <a:extLst>
                <a:ext uri="{FF2B5EF4-FFF2-40B4-BE49-F238E27FC236}">
                  <a16:creationId xmlns:a16="http://schemas.microsoft.com/office/drawing/2014/main" id="{FF996225-BC05-EE72-70F2-106E3BE2EADC}"/>
                </a:ext>
              </a:extLst>
            </p:cNvPr>
            <p:cNvSpPr txBox="1">
              <a:spLocks noChangeArrowheads="1"/>
            </p:cNvSpPr>
            <p:nvPr/>
          </p:nvSpPr>
          <p:spPr bwMode="auto">
            <a:xfrm>
              <a:off x="3602"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1" name="Text Box 40">
              <a:extLst>
                <a:ext uri="{FF2B5EF4-FFF2-40B4-BE49-F238E27FC236}">
                  <a16:creationId xmlns:a16="http://schemas.microsoft.com/office/drawing/2014/main" id="{730B5269-425B-B4D6-8710-753180B4A5E3}"/>
                </a:ext>
              </a:extLst>
            </p:cNvPr>
            <p:cNvSpPr txBox="1">
              <a:spLocks noChangeArrowheads="1"/>
            </p:cNvSpPr>
            <p:nvPr/>
          </p:nvSpPr>
          <p:spPr bwMode="auto">
            <a:xfrm>
              <a:off x="4035"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2" name="Text Box 41">
              <a:extLst>
                <a:ext uri="{FF2B5EF4-FFF2-40B4-BE49-F238E27FC236}">
                  <a16:creationId xmlns:a16="http://schemas.microsoft.com/office/drawing/2014/main" id="{8A1E12FA-721E-74E4-3477-168196CB838B}"/>
                </a:ext>
              </a:extLst>
            </p:cNvPr>
            <p:cNvSpPr txBox="1">
              <a:spLocks noChangeArrowheads="1"/>
            </p:cNvSpPr>
            <p:nvPr/>
          </p:nvSpPr>
          <p:spPr bwMode="auto">
            <a:xfrm>
              <a:off x="4468" y="3909"/>
              <a:ext cx="428"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3" name="Line 42">
              <a:extLst>
                <a:ext uri="{FF2B5EF4-FFF2-40B4-BE49-F238E27FC236}">
                  <a16:creationId xmlns:a16="http://schemas.microsoft.com/office/drawing/2014/main" id="{8D778711-44E0-EC52-8B94-191787FB2027}"/>
                </a:ext>
              </a:extLst>
            </p:cNvPr>
            <p:cNvSpPr>
              <a:spLocks noChangeShapeType="1"/>
            </p:cNvSpPr>
            <p:nvPr/>
          </p:nvSpPr>
          <p:spPr bwMode="auto">
            <a:xfrm>
              <a:off x="293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084" name="Line 43">
              <a:extLst>
                <a:ext uri="{FF2B5EF4-FFF2-40B4-BE49-F238E27FC236}">
                  <a16:creationId xmlns:a16="http://schemas.microsoft.com/office/drawing/2014/main" id="{7CFD3D20-6250-A22D-9BFF-5400A551D386}"/>
                </a:ext>
              </a:extLst>
            </p:cNvPr>
            <p:cNvSpPr>
              <a:spLocks noChangeShapeType="1"/>
            </p:cNvSpPr>
            <p:nvPr/>
          </p:nvSpPr>
          <p:spPr bwMode="auto">
            <a:xfrm>
              <a:off x="3375"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085" name="Line 44">
              <a:extLst>
                <a:ext uri="{FF2B5EF4-FFF2-40B4-BE49-F238E27FC236}">
                  <a16:creationId xmlns:a16="http://schemas.microsoft.com/office/drawing/2014/main" id="{86DA91F6-5ABA-5BC4-AE0F-2A0AFB3FB94C}"/>
                </a:ext>
              </a:extLst>
            </p:cNvPr>
            <p:cNvSpPr>
              <a:spLocks noChangeShapeType="1"/>
            </p:cNvSpPr>
            <p:nvPr/>
          </p:nvSpPr>
          <p:spPr bwMode="auto">
            <a:xfrm>
              <a:off x="3805"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086" name="Line 45">
              <a:extLst>
                <a:ext uri="{FF2B5EF4-FFF2-40B4-BE49-F238E27FC236}">
                  <a16:creationId xmlns:a16="http://schemas.microsoft.com/office/drawing/2014/main" id="{3365323E-E6FC-D78F-EAFF-F2FC2A9C990A}"/>
                </a:ext>
              </a:extLst>
            </p:cNvPr>
            <p:cNvSpPr>
              <a:spLocks noChangeShapeType="1"/>
            </p:cNvSpPr>
            <p:nvPr/>
          </p:nvSpPr>
          <p:spPr bwMode="auto">
            <a:xfrm>
              <a:off x="4211" y="3351"/>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087" name="Text Box 46">
              <a:extLst>
                <a:ext uri="{FF2B5EF4-FFF2-40B4-BE49-F238E27FC236}">
                  <a16:creationId xmlns:a16="http://schemas.microsoft.com/office/drawing/2014/main" id="{24F1B1F0-3567-8852-0CB1-83E0BCF735F4}"/>
                </a:ext>
              </a:extLst>
            </p:cNvPr>
            <p:cNvSpPr txBox="1">
              <a:spLocks noChangeArrowheads="1"/>
            </p:cNvSpPr>
            <p:nvPr/>
          </p:nvSpPr>
          <p:spPr bwMode="auto">
            <a:xfrm>
              <a:off x="5464"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8" name="Text Box 47">
              <a:extLst>
                <a:ext uri="{FF2B5EF4-FFF2-40B4-BE49-F238E27FC236}">
                  <a16:creationId xmlns:a16="http://schemas.microsoft.com/office/drawing/2014/main" id="{FFDAE1F6-FF14-E627-480A-B5C2EEF93A45}"/>
                </a:ext>
              </a:extLst>
            </p:cNvPr>
            <p:cNvSpPr txBox="1">
              <a:spLocks noChangeArrowheads="1"/>
            </p:cNvSpPr>
            <p:nvPr/>
          </p:nvSpPr>
          <p:spPr bwMode="auto">
            <a:xfrm>
              <a:off x="5882"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89" name="Text Box 48">
              <a:extLst>
                <a:ext uri="{FF2B5EF4-FFF2-40B4-BE49-F238E27FC236}">
                  <a16:creationId xmlns:a16="http://schemas.microsoft.com/office/drawing/2014/main" id="{44CD2D65-D8A8-C6E9-38CC-2C6C8FF00CC1}"/>
                </a:ext>
              </a:extLst>
            </p:cNvPr>
            <p:cNvSpPr txBox="1">
              <a:spLocks noChangeArrowheads="1"/>
            </p:cNvSpPr>
            <p:nvPr/>
          </p:nvSpPr>
          <p:spPr bwMode="auto">
            <a:xfrm>
              <a:off x="6312"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0" name="Text Box 49">
              <a:extLst>
                <a:ext uri="{FF2B5EF4-FFF2-40B4-BE49-F238E27FC236}">
                  <a16:creationId xmlns:a16="http://schemas.microsoft.com/office/drawing/2014/main" id="{E8497979-FC8D-99DE-EFA3-A4475695183A}"/>
                </a:ext>
              </a:extLst>
            </p:cNvPr>
            <p:cNvSpPr txBox="1">
              <a:spLocks noChangeArrowheads="1"/>
            </p:cNvSpPr>
            <p:nvPr/>
          </p:nvSpPr>
          <p:spPr bwMode="auto">
            <a:xfrm>
              <a:off x="6742"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1" name="Text Box 50">
              <a:extLst>
                <a:ext uri="{FF2B5EF4-FFF2-40B4-BE49-F238E27FC236}">
                  <a16:creationId xmlns:a16="http://schemas.microsoft.com/office/drawing/2014/main" id="{9AA48FE3-BC48-4FD9-A4C3-26C0D9F321BF}"/>
                </a:ext>
              </a:extLst>
            </p:cNvPr>
            <p:cNvSpPr txBox="1">
              <a:spLocks noChangeArrowheads="1"/>
            </p:cNvSpPr>
            <p:nvPr/>
          </p:nvSpPr>
          <p:spPr bwMode="auto">
            <a:xfrm>
              <a:off x="5238" y="2211"/>
              <a:ext cx="2113"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2 (4 bits)</a:t>
              </a:r>
              <a:endParaRPr lang="en-US" altLang="en-US" sz="1800"/>
            </a:p>
          </p:txBody>
        </p:sp>
        <p:sp>
          <p:nvSpPr>
            <p:cNvPr id="88092" name="Text Box 51">
              <a:extLst>
                <a:ext uri="{FF2B5EF4-FFF2-40B4-BE49-F238E27FC236}">
                  <a16:creationId xmlns:a16="http://schemas.microsoft.com/office/drawing/2014/main" id="{1F233331-EE1D-2CE1-E0B1-899716F63568}"/>
                </a:ext>
              </a:extLst>
            </p:cNvPr>
            <p:cNvSpPr txBox="1">
              <a:spLocks noChangeArrowheads="1"/>
            </p:cNvSpPr>
            <p:nvPr/>
          </p:nvSpPr>
          <p:spPr bwMode="auto">
            <a:xfrm>
              <a:off x="5449"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3" name="Text Box 52">
              <a:extLst>
                <a:ext uri="{FF2B5EF4-FFF2-40B4-BE49-F238E27FC236}">
                  <a16:creationId xmlns:a16="http://schemas.microsoft.com/office/drawing/2014/main" id="{F32D2894-7E09-2B2B-3187-45D936DBDE4A}"/>
                </a:ext>
              </a:extLst>
            </p:cNvPr>
            <p:cNvSpPr txBox="1">
              <a:spLocks noChangeArrowheads="1"/>
            </p:cNvSpPr>
            <p:nvPr/>
          </p:nvSpPr>
          <p:spPr bwMode="auto">
            <a:xfrm>
              <a:off x="5013"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4" name="Text Box 53">
              <a:extLst>
                <a:ext uri="{FF2B5EF4-FFF2-40B4-BE49-F238E27FC236}">
                  <a16:creationId xmlns:a16="http://schemas.microsoft.com/office/drawing/2014/main" id="{4BA14E4A-A120-F888-3E62-16B324A85BCA}"/>
                </a:ext>
              </a:extLst>
            </p:cNvPr>
            <p:cNvSpPr txBox="1">
              <a:spLocks noChangeArrowheads="1"/>
            </p:cNvSpPr>
            <p:nvPr/>
          </p:nvSpPr>
          <p:spPr bwMode="auto">
            <a:xfrm>
              <a:off x="5879" y="3909"/>
              <a:ext cx="45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5" name="Text Box 54">
              <a:extLst>
                <a:ext uri="{FF2B5EF4-FFF2-40B4-BE49-F238E27FC236}">
                  <a16:creationId xmlns:a16="http://schemas.microsoft.com/office/drawing/2014/main" id="{8BC7A1F3-DED5-AE13-3855-C1480BA5C3BF}"/>
                </a:ext>
              </a:extLst>
            </p:cNvPr>
            <p:cNvSpPr txBox="1">
              <a:spLocks noChangeArrowheads="1"/>
            </p:cNvSpPr>
            <p:nvPr/>
          </p:nvSpPr>
          <p:spPr bwMode="auto">
            <a:xfrm>
              <a:off x="6324"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6" name="Text Box 55">
              <a:extLst>
                <a:ext uri="{FF2B5EF4-FFF2-40B4-BE49-F238E27FC236}">
                  <a16:creationId xmlns:a16="http://schemas.microsoft.com/office/drawing/2014/main" id="{14280FC4-1F30-90EC-C682-F8A293700B8B}"/>
                </a:ext>
              </a:extLst>
            </p:cNvPr>
            <p:cNvSpPr txBox="1">
              <a:spLocks noChangeArrowheads="1"/>
            </p:cNvSpPr>
            <p:nvPr/>
          </p:nvSpPr>
          <p:spPr bwMode="auto">
            <a:xfrm>
              <a:off x="6757" y="3909"/>
              <a:ext cx="414"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7" name="Text Box 56">
              <a:extLst>
                <a:ext uri="{FF2B5EF4-FFF2-40B4-BE49-F238E27FC236}">
                  <a16:creationId xmlns:a16="http://schemas.microsoft.com/office/drawing/2014/main" id="{812FA9F4-9C5B-E0CB-32C3-D75449601193}"/>
                </a:ext>
              </a:extLst>
            </p:cNvPr>
            <p:cNvSpPr txBox="1">
              <a:spLocks noChangeArrowheads="1"/>
            </p:cNvSpPr>
            <p:nvPr/>
          </p:nvSpPr>
          <p:spPr bwMode="auto">
            <a:xfrm>
              <a:off x="7175"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098" name="Line 57">
              <a:extLst>
                <a:ext uri="{FF2B5EF4-FFF2-40B4-BE49-F238E27FC236}">
                  <a16:creationId xmlns:a16="http://schemas.microsoft.com/office/drawing/2014/main" id="{6B5EE774-9FA3-7D46-7390-1EC110585F57}"/>
                </a:ext>
              </a:extLst>
            </p:cNvPr>
            <p:cNvSpPr>
              <a:spLocks noChangeShapeType="1"/>
            </p:cNvSpPr>
            <p:nvPr/>
          </p:nvSpPr>
          <p:spPr bwMode="auto">
            <a:xfrm>
              <a:off x="5655" y="3375"/>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099" name="Line 58">
              <a:extLst>
                <a:ext uri="{FF2B5EF4-FFF2-40B4-BE49-F238E27FC236}">
                  <a16:creationId xmlns:a16="http://schemas.microsoft.com/office/drawing/2014/main" id="{9258D188-5229-EB00-3CB7-C08D745DD8AA}"/>
                </a:ext>
              </a:extLst>
            </p:cNvPr>
            <p:cNvSpPr>
              <a:spLocks noChangeShapeType="1"/>
            </p:cNvSpPr>
            <p:nvPr/>
          </p:nvSpPr>
          <p:spPr bwMode="auto">
            <a:xfrm flipH="1">
              <a:off x="4593" y="3387"/>
              <a:ext cx="1050" cy="6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00" name="Line 59">
              <a:extLst>
                <a:ext uri="{FF2B5EF4-FFF2-40B4-BE49-F238E27FC236}">
                  <a16:creationId xmlns:a16="http://schemas.microsoft.com/office/drawing/2014/main" id="{5EAA1AEA-E826-1455-8D65-156B1B00B93D}"/>
                </a:ext>
              </a:extLst>
            </p:cNvPr>
            <p:cNvSpPr>
              <a:spLocks noChangeShapeType="1"/>
            </p:cNvSpPr>
            <p:nvPr/>
          </p:nvSpPr>
          <p:spPr bwMode="auto">
            <a:xfrm>
              <a:off x="6097"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01" name="Line 60">
              <a:extLst>
                <a:ext uri="{FF2B5EF4-FFF2-40B4-BE49-F238E27FC236}">
                  <a16:creationId xmlns:a16="http://schemas.microsoft.com/office/drawing/2014/main" id="{56EB1D25-1408-F408-65C7-7FAD01E0E727}"/>
                </a:ext>
              </a:extLst>
            </p:cNvPr>
            <p:cNvSpPr>
              <a:spLocks noChangeShapeType="1"/>
            </p:cNvSpPr>
            <p:nvPr/>
          </p:nvSpPr>
          <p:spPr bwMode="auto">
            <a:xfrm>
              <a:off x="6527"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02" name="Line 61">
              <a:extLst>
                <a:ext uri="{FF2B5EF4-FFF2-40B4-BE49-F238E27FC236}">
                  <a16:creationId xmlns:a16="http://schemas.microsoft.com/office/drawing/2014/main" id="{2B8EBB66-B392-5C1D-27D5-2D06745F2C0C}"/>
                </a:ext>
              </a:extLst>
            </p:cNvPr>
            <p:cNvSpPr>
              <a:spLocks noChangeShapeType="1"/>
            </p:cNvSpPr>
            <p:nvPr/>
          </p:nvSpPr>
          <p:spPr bwMode="auto">
            <a:xfrm>
              <a:off x="693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03" name="Text Box 62">
              <a:extLst>
                <a:ext uri="{FF2B5EF4-FFF2-40B4-BE49-F238E27FC236}">
                  <a16:creationId xmlns:a16="http://schemas.microsoft.com/office/drawing/2014/main" id="{8FCE4567-A8BF-D190-8267-F8AEB19AD4CB}"/>
                </a:ext>
              </a:extLst>
            </p:cNvPr>
            <p:cNvSpPr txBox="1">
              <a:spLocks noChangeArrowheads="1"/>
            </p:cNvSpPr>
            <p:nvPr/>
          </p:nvSpPr>
          <p:spPr bwMode="auto">
            <a:xfrm>
              <a:off x="8151" y="3141"/>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04" name="Text Box 63">
              <a:extLst>
                <a:ext uri="{FF2B5EF4-FFF2-40B4-BE49-F238E27FC236}">
                  <a16:creationId xmlns:a16="http://schemas.microsoft.com/office/drawing/2014/main" id="{B161BD3C-6859-411C-FCDB-D7984DA33E7B}"/>
                </a:ext>
              </a:extLst>
            </p:cNvPr>
            <p:cNvSpPr txBox="1">
              <a:spLocks noChangeArrowheads="1"/>
            </p:cNvSpPr>
            <p:nvPr/>
          </p:nvSpPr>
          <p:spPr bwMode="auto">
            <a:xfrm>
              <a:off x="8569" y="3141"/>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05" name="Text Box 64">
              <a:extLst>
                <a:ext uri="{FF2B5EF4-FFF2-40B4-BE49-F238E27FC236}">
                  <a16:creationId xmlns:a16="http://schemas.microsoft.com/office/drawing/2014/main" id="{694AF93A-FDB8-D95F-26BA-442D198C1B37}"/>
                </a:ext>
              </a:extLst>
            </p:cNvPr>
            <p:cNvSpPr txBox="1">
              <a:spLocks noChangeArrowheads="1"/>
            </p:cNvSpPr>
            <p:nvPr/>
          </p:nvSpPr>
          <p:spPr bwMode="auto">
            <a:xfrm>
              <a:off x="8999" y="3141"/>
              <a:ext cx="428"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06" name="Text Box 65">
              <a:extLst>
                <a:ext uri="{FF2B5EF4-FFF2-40B4-BE49-F238E27FC236}">
                  <a16:creationId xmlns:a16="http://schemas.microsoft.com/office/drawing/2014/main" id="{BA68FB61-98C2-1B4C-A5C0-3337FCFA8648}"/>
                </a:ext>
              </a:extLst>
            </p:cNvPr>
            <p:cNvSpPr txBox="1">
              <a:spLocks noChangeArrowheads="1"/>
            </p:cNvSpPr>
            <p:nvPr/>
          </p:nvSpPr>
          <p:spPr bwMode="auto">
            <a:xfrm>
              <a:off x="9426" y="313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07" name="Text Box 66">
              <a:extLst>
                <a:ext uri="{FF2B5EF4-FFF2-40B4-BE49-F238E27FC236}">
                  <a16:creationId xmlns:a16="http://schemas.microsoft.com/office/drawing/2014/main" id="{8C9FC72E-518F-1D32-9126-03224A1CC14C}"/>
                </a:ext>
              </a:extLst>
            </p:cNvPr>
            <p:cNvSpPr txBox="1">
              <a:spLocks noChangeArrowheads="1"/>
            </p:cNvSpPr>
            <p:nvPr/>
          </p:nvSpPr>
          <p:spPr bwMode="auto">
            <a:xfrm>
              <a:off x="7924" y="2211"/>
              <a:ext cx="2113"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Input Block 3 (4 bits)</a:t>
              </a:r>
              <a:endParaRPr lang="en-US" altLang="en-US" sz="1800"/>
            </a:p>
          </p:txBody>
        </p:sp>
        <p:sp>
          <p:nvSpPr>
            <p:cNvPr id="88108" name="Text Box 67">
              <a:extLst>
                <a:ext uri="{FF2B5EF4-FFF2-40B4-BE49-F238E27FC236}">
                  <a16:creationId xmlns:a16="http://schemas.microsoft.com/office/drawing/2014/main" id="{153E90B1-BCA0-1A50-E0C9-D22B25EA9BAC}"/>
                </a:ext>
              </a:extLst>
            </p:cNvPr>
            <p:cNvSpPr txBox="1">
              <a:spLocks noChangeArrowheads="1"/>
            </p:cNvSpPr>
            <p:nvPr/>
          </p:nvSpPr>
          <p:spPr bwMode="auto">
            <a:xfrm>
              <a:off x="7760" y="3909"/>
              <a:ext cx="384"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09" name="Text Box 68">
              <a:extLst>
                <a:ext uri="{FF2B5EF4-FFF2-40B4-BE49-F238E27FC236}">
                  <a16:creationId xmlns:a16="http://schemas.microsoft.com/office/drawing/2014/main" id="{325E93A0-1182-77FA-F98A-B6469B0A8AA8}"/>
                </a:ext>
              </a:extLst>
            </p:cNvPr>
            <p:cNvSpPr txBox="1">
              <a:spLocks noChangeArrowheads="1"/>
            </p:cNvSpPr>
            <p:nvPr/>
          </p:nvSpPr>
          <p:spPr bwMode="auto">
            <a:xfrm>
              <a:off x="815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10" name="Text Box 69">
              <a:extLst>
                <a:ext uri="{FF2B5EF4-FFF2-40B4-BE49-F238E27FC236}">
                  <a16:creationId xmlns:a16="http://schemas.microsoft.com/office/drawing/2014/main" id="{9AF38214-089D-E18E-1059-FD8FBB8FFB58}"/>
                </a:ext>
              </a:extLst>
            </p:cNvPr>
            <p:cNvSpPr txBox="1">
              <a:spLocks noChangeArrowheads="1"/>
            </p:cNvSpPr>
            <p:nvPr/>
          </p:nvSpPr>
          <p:spPr bwMode="auto">
            <a:xfrm>
              <a:off x="8581" y="3909"/>
              <a:ext cx="428"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11" name="Text Box 70">
              <a:extLst>
                <a:ext uri="{FF2B5EF4-FFF2-40B4-BE49-F238E27FC236}">
                  <a16:creationId xmlns:a16="http://schemas.microsoft.com/office/drawing/2014/main" id="{A6CD6E18-B0C9-344A-DFF2-2CC116A249D4}"/>
                </a:ext>
              </a:extLst>
            </p:cNvPr>
            <p:cNvSpPr txBox="1">
              <a:spLocks noChangeArrowheads="1"/>
            </p:cNvSpPr>
            <p:nvPr/>
          </p:nvSpPr>
          <p:spPr bwMode="auto">
            <a:xfrm>
              <a:off x="9010" y="3909"/>
              <a:ext cx="429" cy="32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12" name="Text Box 71">
              <a:extLst>
                <a:ext uri="{FF2B5EF4-FFF2-40B4-BE49-F238E27FC236}">
                  <a16:creationId xmlns:a16="http://schemas.microsoft.com/office/drawing/2014/main" id="{C08481D4-E682-C4DE-5768-E75E12614D7B}"/>
                </a:ext>
              </a:extLst>
            </p:cNvPr>
            <p:cNvSpPr txBox="1">
              <a:spLocks noChangeArrowheads="1"/>
            </p:cNvSpPr>
            <p:nvPr/>
          </p:nvSpPr>
          <p:spPr bwMode="auto">
            <a:xfrm>
              <a:off x="9428"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13" name="Text Box 72">
              <a:extLst>
                <a:ext uri="{FF2B5EF4-FFF2-40B4-BE49-F238E27FC236}">
                  <a16:creationId xmlns:a16="http://schemas.microsoft.com/office/drawing/2014/main" id="{A6743AA4-BBC3-ABB8-2804-A3F39EB0AE9A}"/>
                </a:ext>
              </a:extLst>
            </p:cNvPr>
            <p:cNvSpPr txBox="1">
              <a:spLocks noChangeArrowheads="1"/>
            </p:cNvSpPr>
            <p:nvPr/>
          </p:nvSpPr>
          <p:spPr bwMode="auto">
            <a:xfrm>
              <a:off x="9861" y="3909"/>
              <a:ext cx="429" cy="32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sp>
          <p:nvSpPr>
            <p:cNvPr id="88114" name="Line 73">
              <a:extLst>
                <a:ext uri="{FF2B5EF4-FFF2-40B4-BE49-F238E27FC236}">
                  <a16:creationId xmlns:a16="http://schemas.microsoft.com/office/drawing/2014/main" id="{7CAA2695-C6E6-D881-4301-D80D788B9CE4}"/>
                </a:ext>
              </a:extLst>
            </p:cNvPr>
            <p:cNvSpPr>
              <a:spLocks noChangeShapeType="1"/>
            </p:cNvSpPr>
            <p:nvPr/>
          </p:nvSpPr>
          <p:spPr bwMode="auto">
            <a:xfrm>
              <a:off x="8342" y="3375"/>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15" name="Line 74">
              <a:extLst>
                <a:ext uri="{FF2B5EF4-FFF2-40B4-BE49-F238E27FC236}">
                  <a16:creationId xmlns:a16="http://schemas.microsoft.com/office/drawing/2014/main" id="{A7E81B64-3F17-3354-ED89-47402ACE6229}"/>
                </a:ext>
              </a:extLst>
            </p:cNvPr>
            <p:cNvSpPr>
              <a:spLocks noChangeShapeType="1"/>
            </p:cNvSpPr>
            <p:nvPr/>
          </p:nvSpPr>
          <p:spPr bwMode="auto">
            <a:xfrm flipH="1">
              <a:off x="7828" y="3387"/>
              <a:ext cx="502" cy="12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16" name="Line 75">
              <a:extLst>
                <a:ext uri="{FF2B5EF4-FFF2-40B4-BE49-F238E27FC236}">
                  <a16:creationId xmlns:a16="http://schemas.microsoft.com/office/drawing/2014/main" id="{E69E434C-7B8A-14B8-674B-856C8479A910}"/>
                </a:ext>
              </a:extLst>
            </p:cNvPr>
            <p:cNvSpPr>
              <a:spLocks noChangeShapeType="1"/>
            </p:cNvSpPr>
            <p:nvPr/>
          </p:nvSpPr>
          <p:spPr bwMode="auto">
            <a:xfrm>
              <a:off x="8784"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17" name="Line 76">
              <a:extLst>
                <a:ext uri="{FF2B5EF4-FFF2-40B4-BE49-F238E27FC236}">
                  <a16:creationId xmlns:a16="http://schemas.microsoft.com/office/drawing/2014/main" id="{7246B48A-5B9D-4A77-33A3-0067BECBB798}"/>
                </a:ext>
              </a:extLst>
            </p:cNvPr>
            <p:cNvSpPr>
              <a:spLocks noChangeShapeType="1"/>
            </p:cNvSpPr>
            <p:nvPr/>
          </p:nvSpPr>
          <p:spPr bwMode="auto">
            <a:xfrm>
              <a:off x="9213"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18" name="Line 77">
              <a:extLst>
                <a:ext uri="{FF2B5EF4-FFF2-40B4-BE49-F238E27FC236}">
                  <a16:creationId xmlns:a16="http://schemas.microsoft.com/office/drawing/2014/main" id="{AA9FC58B-08EC-023C-48B9-EEC796186574}"/>
                </a:ext>
              </a:extLst>
            </p:cNvPr>
            <p:cNvSpPr>
              <a:spLocks noChangeShapeType="1"/>
            </p:cNvSpPr>
            <p:nvPr/>
          </p:nvSpPr>
          <p:spPr bwMode="auto">
            <a:xfrm>
              <a:off x="9619" y="3363"/>
              <a:ext cx="0" cy="6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19" name="Text Box 78">
              <a:extLst>
                <a:ext uri="{FF2B5EF4-FFF2-40B4-BE49-F238E27FC236}">
                  <a16:creationId xmlns:a16="http://schemas.microsoft.com/office/drawing/2014/main" id="{1D236975-CDE0-AD82-F29E-5561A3105DDB}"/>
                </a:ext>
              </a:extLst>
            </p:cNvPr>
            <p:cNvSpPr txBox="1">
              <a:spLocks noChangeArrowheads="1"/>
            </p:cNvSpPr>
            <p:nvPr/>
          </p:nvSpPr>
          <p:spPr bwMode="auto">
            <a:xfrm>
              <a:off x="2384" y="4805"/>
              <a:ext cx="2257"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1 (6 bits)</a:t>
              </a:r>
              <a:endParaRPr lang="en-US" altLang="en-US" sz="1800"/>
            </a:p>
          </p:txBody>
        </p:sp>
        <p:sp>
          <p:nvSpPr>
            <p:cNvPr id="88120" name="Text Box 79">
              <a:extLst>
                <a:ext uri="{FF2B5EF4-FFF2-40B4-BE49-F238E27FC236}">
                  <a16:creationId xmlns:a16="http://schemas.microsoft.com/office/drawing/2014/main" id="{E7A2E253-7E8C-F792-5704-7B06C1C8A63B}"/>
                </a:ext>
              </a:extLst>
            </p:cNvPr>
            <p:cNvSpPr txBox="1">
              <a:spLocks noChangeArrowheads="1"/>
            </p:cNvSpPr>
            <p:nvPr/>
          </p:nvSpPr>
          <p:spPr bwMode="auto">
            <a:xfrm>
              <a:off x="5154" y="4817"/>
              <a:ext cx="2257"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2 (6 bits)</a:t>
              </a:r>
              <a:endParaRPr lang="en-US" altLang="en-US" sz="1800"/>
            </a:p>
          </p:txBody>
        </p:sp>
        <p:sp>
          <p:nvSpPr>
            <p:cNvPr id="88121" name="Text Box 80">
              <a:extLst>
                <a:ext uri="{FF2B5EF4-FFF2-40B4-BE49-F238E27FC236}">
                  <a16:creationId xmlns:a16="http://schemas.microsoft.com/office/drawing/2014/main" id="{44909C5B-9D6B-AD50-2E1E-1F5A52A08456}"/>
                </a:ext>
              </a:extLst>
            </p:cNvPr>
            <p:cNvSpPr txBox="1">
              <a:spLocks noChangeArrowheads="1"/>
            </p:cNvSpPr>
            <p:nvPr/>
          </p:nvSpPr>
          <p:spPr bwMode="auto">
            <a:xfrm>
              <a:off x="7960" y="4805"/>
              <a:ext cx="2256"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Output Block 3 (6 bits)</a:t>
              </a:r>
              <a:endParaRPr lang="en-US" altLang="en-US" sz="1800"/>
            </a:p>
          </p:txBody>
        </p:sp>
        <p:sp>
          <p:nvSpPr>
            <p:cNvPr id="88122" name="Line 81">
              <a:extLst>
                <a:ext uri="{FF2B5EF4-FFF2-40B4-BE49-F238E27FC236}">
                  <a16:creationId xmlns:a16="http://schemas.microsoft.com/office/drawing/2014/main" id="{DA368053-A36B-2370-4032-6BCC5C289FE2}"/>
                </a:ext>
              </a:extLst>
            </p:cNvPr>
            <p:cNvSpPr>
              <a:spLocks noChangeShapeType="1"/>
            </p:cNvSpPr>
            <p:nvPr/>
          </p:nvSpPr>
          <p:spPr bwMode="auto">
            <a:xfrm>
              <a:off x="9763" y="3339"/>
              <a:ext cx="6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23" name="Line 82">
              <a:extLst>
                <a:ext uri="{FF2B5EF4-FFF2-40B4-BE49-F238E27FC236}">
                  <a16:creationId xmlns:a16="http://schemas.microsoft.com/office/drawing/2014/main" id="{FC4B0AC2-6388-4740-502C-45152D79C9FC}"/>
                </a:ext>
              </a:extLst>
            </p:cNvPr>
            <p:cNvSpPr>
              <a:spLocks noChangeShapeType="1"/>
            </p:cNvSpPr>
            <p:nvPr/>
          </p:nvSpPr>
          <p:spPr bwMode="auto">
            <a:xfrm flipH="1" flipV="1">
              <a:off x="1906" y="2067"/>
              <a:ext cx="88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24" name="Line 83">
              <a:extLst>
                <a:ext uri="{FF2B5EF4-FFF2-40B4-BE49-F238E27FC236}">
                  <a16:creationId xmlns:a16="http://schemas.microsoft.com/office/drawing/2014/main" id="{59DBFE71-082E-FDAE-BE72-F3A60DB72EFA}"/>
                </a:ext>
              </a:extLst>
            </p:cNvPr>
            <p:cNvSpPr>
              <a:spLocks noChangeShapeType="1"/>
            </p:cNvSpPr>
            <p:nvPr/>
          </p:nvSpPr>
          <p:spPr bwMode="auto">
            <a:xfrm>
              <a:off x="1954" y="4095"/>
              <a:ext cx="6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25" name="Line 84">
              <a:extLst>
                <a:ext uri="{FF2B5EF4-FFF2-40B4-BE49-F238E27FC236}">
                  <a16:creationId xmlns:a16="http://schemas.microsoft.com/office/drawing/2014/main" id="{1BCC00C0-3CD4-BBD7-D87B-B99CBD39B01A}"/>
                </a:ext>
              </a:extLst>
            </p:cNvPr>
            <p:cNvSpPr>
              <a:spLocks noChangeShapeType="1"/>
            </p:cNvSpPr>
            <p:nvPr/>
          </p:nvSpPr>
          <p:spPr bwMode="auto">
            <a:xfrm>
              <a:off x="4211" y="3339"/>
              <a:ext cx="943" cy="6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26" name="Line 85">
              <a:extLst>
                <a:ext uri="{FF2B5EF4-FFF2-40B4-BE49-F238E27FC236}">
                  <a16:creationId xmlns:a16="http://schemas.microsoft.com/office/drawing/2014/main" id="{165C86F8-292D-C2AE-B695-192B78AB8812}"/>
                </a:ext>
              </a:extLst>
            </p:cNvPr>
            <p:cNvSpPr>
              <a:spLocks noChangeShapeType="1"/>
            </p:cNvSpPr>
            <p:nvPr/>
          </p:nvSpPr>
          <p:spPr bwMode="auto">
            <a:xfrm>
              <a:off x="6933" y="3351"/>
              <a:ext cx="501" cy="156"/>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27" name="Text Box 86">
              <a:extLst>
                <a:ext uri="{FF2B5EF4-FFF2-40B4-BE49-F238E27FC236}">
                  <a16:creationId xmlns:a16="http://schemas.microsoft.com/office/drawing/2014/main" id="{651A95B2-9ACC-8E31-3B2F-F497C680646E}"/>
                </a:ext>
              </a:extLst>
            </p:cNvPr>
            <p:cNvSpPr txBox="1">
              <a:spLocks noChangeArrowheads="1"/>
            </p:cNvSpPr>
            <p:nvPr/>
          </p:nvSpPr>
          <p:spPr bwMode="auto">
            <a:xfrm>
              <a:off x="2706"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a:t>
              </a:r>
              <a:endParaRPr lang="en-US" altLang="en-US" sz="1800"/>
            </a:p>
          </p:txBody>
        </p:sp>
        <p:sp>
          <p:nvSpPr>
            <p:cNvPr id="88128" name="Text Box 87">
              <a:extLst>
                <a:ext uri="{FF2B5EF4-FFF2-40B4-BE49-F238E27FC236}">
                  <a16:creationId xmlns:a16="http://schemas.microsoft.com/office/drawing/2014/main" id="{591EB847-225B-28E6-6864-8E17A0A0CB68}"/>
                </a:ext>
              </a:extLst>
            </p:cNvPr>
            <p:cNvSpPr txBox="1">
              <a:spLocks noChangeArrowheads="1"/>
            </p:cNvSpPr>
            <p:nvPr/>
          </p:nvSpPr>
          <p:spPr bwMode="auto">
            <a:xfrm>
              <a:off x="3124"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a:t>
              </a:r>
              <a:endParaRPr lang="en-US" altLang="en-US" sz="1800"/>
            </a:p>
          </p:txBody>
        </p:sp>
        <p:sp>
          <p:nvSpPr>
            <p:cNvPr id="88129" name="Text Box 88">
              <a:extLst>
                <a:ext uri="{FF2B5EF4-FFF2-40B4-BE49-F238E27FC236}">
                  <a16:creationId xmlns:a16="http://schemas.microsoft.com/office/drawing/2014/main" id="{B01348DA-C77E-F491-4736-18F463BE434B}"/>
                </a:ext>
              </a:extLst>
            </p:cNvPr>
            <p:cNvSpPr txBox="1">
              <a:spLocks noChangeArrowheads="1"/>
            </p:cNvSpPr>
            <p:nvPr/>
          </p:nvSpPr>
          <p:spPr bwMode="auto">
            <a:xfrm>
              <a:off x="3566"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a:t>
              </a:r>
              <a:endParaRPr lang="en-US" altLang="en-US" sz="1800"/>
            </a:p>
          </p:txBody>
        </p:sp>
        <p:sp>
          <p:nvSpPr>
            <p:cNvPr id="88130" name="Text Box 89">
              <a:extLst>
                <a:ext uri="{FF2B5EF4-FFF2-40B4-BE49-F238E27FC236}">
                  <a16:creationId xmlns:a16="http://schemas.microsoft.com/office/drawing/2014/main" id="{886B7F66-DBDB-9E9A-29DD-5411F6A19562}"/>
                </a:ext>
              </a:extLst>
            </p:cNvPr>
            <p:cNvSpPr txBox="1">
              <a:spLocks noChangeArrowheads="1"/>
            </p:cNvSpPr>
            <p:nvPr/>
          </p:nvSpPr>
          <p:spPr bwMode="auto">
            <a:xfrm>
              <a:off x="3984" y="2679"/>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a:t>
              </a:r>
              <a:endParaRPr lang="en-US" altLang="en-US" sz="1800"/>
            </a:p>
          </p:txBody>
        </p:sp>
        <p:sp>
          <p:nvSpPr>
            <p:cNvPr id="88131" name="Text Box 90">
              <a:extLst>
                <a:ext uri="{FF2B5EF4-FFF2-40B4-BE49-F238E27FC236}">
                  <a16:creationId xmlns:a16="http://schemas.microsoft.com/office/drawing/2014/main" id="{4B611C6B-C79D-7E10-3AE7-3A97666F4E2A}"/>
                </a:ext>
              </a:extLst>
            </p:cNvPr>
            <p:cNvSpPr txBox="1">
              <a:spLocks noChangeArrowheads="1"/>
            </p:cNvSpPr>
            <p:nvPr/>
          </p:nvSpPr>
          <p:spPr bwMode="auto">
            <a:xfrm>
              <a:off x="5441" y="2703"/>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5</a:t>
              </a:r>
              <a:endParaRPr lang="en-US" altLang="en-US" sz="1800"/>
            </a:p>
          </p:txBody>
        </p:sp>
        <p:sp>
          <p:nvSpPr>
            <p:cNvPr id="88132" name="Text Box 91">
              <a:extLst>
                <a:ext uri="{FF2B5EF4-FFF2-40B4-BE49-F238E27FC236}">
                  <a16:creationId xmlns:a16="http://schemas.microsoft.com/office/drawing/2014/main" id="{34556A9E-9034-8773-B8DE-B0B13A7723D1}"/>
                </a:ext>
              </a:extLst>
            </p:cNvPr>
            <p:cNvSpPr txBox="1">
              <a:spLocks noChangeArrowheads="1"/>
            </p:cNvSpPr>
            <p:nvPr/>
          </p:nvSpPr>
          <p:spPr bwMode="auto">
            <a:xfrm>
              <a:off x="5858"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6</a:t>
              </a:r>
              <a:endParaRPr lang="en-US" altLang="en-US" sz="1800"/>
            </a:p>
          </p:txBody>
        </p:sp>
        <p:sp>
          <p:nvSpPr>
            <p:cNvPr id="88133" name="Text Box 92">
              <a:extLst>
                <a:ext uri="{FF2B5EF4-FFF2-40B4-BE49-F238E27FC236}">
                  <a16:creationId xmlns:a16="http://schemas.microsoft.com/office/drawing/2014/main" id="{8F7033B7-60CD-2D48-580A-BF7F60BEDA32}"/>
                </a:ext>
              </a:extLst>
            </p:cNvPr>
            <p:cNvSpPr txBox="1">
              <a:spLocks noChangeArrowheads="1"/>
            </p:cNvSpPr>
            <p:nvPr/>
          </p:nvSpPr>
          <p:spPr bwMode="auto">
            <a:xfrm>
              <a:off x="6300"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7</a:t>
              </a:r>
              <a:endParaRPr lang="en-US" altLang="en-US" sz="1800"/>
            </a:p>
          </p:txBody>
        </p:sp>
        <p:sp>
          <p:nvSpPr>
            <p:cNvPr id="88134" name="Text Box 93">
              <a:extLst>
                <a:ext uri="{FF2B5EF4-FFF2-40B4-BE49-F238E27FC236}">
                  <a16:creationId xmlns:a16="http://schemas.microsoft.com/office/drawing/2014/main" id="{2533692F-32AD-F0B9-C966-446008166CD1}"/>
                </a:ext>
              </a:extLst>
            </p:cNvPr>
            <p:cNvSpPr txBox="1">
              <a:spLocks noChangeArrowheads="1"/>
            </p:cNvSpPr>
            <p:nvPr/>
          </p:nvSpPr>
          <p:spPr bwMode="auto">
            <a:xfrm>
              <a:off x="6718" y="270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8</a:t>
              </a:r>
              <a:endParaRPr lang="en-US" altLang="en-US" sz="1800"/>
            </a:p>
          </p:txBody>
        </p:sp>
        <p:sp>
          <p:nvSpPr>
            <p:cNvPr id="88135" name="Text Box 94">
              <a:extLst>
                <a:ext uri="{FF2B5EF4-FFF2-40B4-BE49-F238E27FC236}">
                  <a16:creationId xmlns:a16="http://schemas.microsoft.com/office/drawing/2014/main" id="{09CB20FA-6C1E-4924-78B1-53E13F9325A7}"/>
                </a:ext>
              </a:extLst>
            </p:cNvPr>
            <p:cNvSpPr txBox="1">
              <a:spLocks noChangeArrowheads="1"/>
            </p:cNvSpPr>
            <p:nvPr/>
          </p:nvSpPr>
          <p:spPr bwMode="auto">
            <a:xfrm>
              <a:off x="8067" y="2727"/>
              <a:ext cx="526"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29</a:t>
              </a:r>
              <a:endParaRPr lang="en-US" altLang="en-US" sz="1800"/>
            </a:p>
          </p:txBody>
        </p:sp>
        <p:sp>
          <p:nvSpPr>
            <p:cNvPr id="88136" name="Text Box 95">
              <a:extLst>
                <a:ext uri="{FF2B5EF4-FFF2-40B4-BE49-F238E27FC236}">
                  <a16:creationId xmlns:a16="http://schemas.microsoft.com/office/drawing/2014/main" id="{5BDF8493-386D-29E6-03D9-19246782FB6E}"/>
                </a:ext>
              </a:extLst>
            </p:cNvPr>
            <p:cNvSpPr txBox="1">
              <a:spLocks noChangeArrowheads="1"/>
            </p:cNvSpPr>
            <p:nvPr/>
          </p:nvSpPr>
          <p:spPr bwMode="auto">
            <a:xfrm>
              <a:off x="8509" y="2727"/>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30</a:t>
              </a:r>
              <a:endParaRPr lang="en-US" altLang="en-US" sz="1800"/>
            </a:p>
          </p:txBody>
        </p:sp>
        <p:sp>
          <p:nvSpPr>
            <p:cNvPr id="88137" name="Text Box 96">
              <a:extLst>
                <a:ext uri="{FF2B5EF4-FFF2-40B4-BE49-F238E27FC236}">
                  <a16:creationId xmlns:a16="http://schemas.microsoft.com/office/drawing/2014/main" id="{5836F704-DD38-B50D-4E94-0256C0012F1C}"/>
                </a:ext>
              </a:extLst>
            </p:cNvPr>
            <p:cNvSpPr txBox="1">
              <a:spLocks noChangeArrowheads="1"/>
            </p:cNvSpPr>
            <p:nvPr/>
          </p:nvSpPr>
          <p:spPr bwMode="auto">
            <a:xfrm>
              <a:off x="8963" y="2727"/>
              <a:ext cx="48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31</a:t>
              </a:r>
              <a:endParaRPr lang="en-US" altLang="en-US" sz="1800"/>
            </a:p>
          </p:txBody>
        </p:sp>
        <p:sp>
          <p:nvSpPr>
            <p:cNvPr id="88138" name="Text Box 97">
              <a:extLst>
                <a:ext uri="{FF2B5EF4-FFF2-40B4-BE49-F238E27FC236}">
                  <a16:creationId xmlns:a16="http://schemas.microsoft.com/office/drawing/2014/main" id="{1E018363-6421-0DB4-9D5E-A3664A058176}"/>
                </a:ext>
              </a:extLst>
            </p:cNvPr>
            <p:cNvSpPr txBox="1">
              <a:spLocks noChangeArrowheads="1"/>
            </p:cNvSpPr>
            <p:nvPr/>
          </p:nvSpPr>
          <p:spPr bwMode="auto">
            <a:xfrm>
              <a:off x="9440" y="272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32</a:t>
              </a:r>
              <a:endParaRPr lang="en-US" altLang="en-US" sz="1800"/>
            </a:p>
          </p:txBody>
        </p:sp>
        <p:sp>
          <p:nvSpPr>
            <p:cNvPr id="88139" name="Text Box 98">
              <a:extLst>
                <a:ext uri="{FF2B5EF4-FFF2-40B4-BE49-F238E27FC236}">
                  <a16:creationId xmlns:a16="http://schemas.microsoft.com/office/drawing/2014/main" id="{96BCEAE2-0D7D-288A-0A35-663CD093997F}"/>
                </a:ext>
              </a:extLst>
            </p:cNvPr>
            <p:cNvSpPr txBox="1">
              <a:spLocks noChangeArrowheads="1"/>
            </p:cNvSpPr>
            <p:nvPr/>
          </p:nvSpPr>
          <p:spPr bwMode="auto">
            <a:xfrm>
              <a:off x="2348"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a:t>
              </a:r>
              <a:endParaRPr lang="en-US" altLang="en-US" sz="1800"/>
            </a:p>
          </p:txBody>
        </p:sp>
        <p:sp>
          <p:nvSpPr>
            <p:cNvPr id="88140" name="Text Box 99">
              <a:extLst>
                <a:ext uri="{FF2B5EF4-FFF2-40B4-BE49-F238E27FC236}">
                  <a16:creationId xmlns:a16="http://schemas.microsoft.com/office/drawing/2014/main" id="{9A57D16B-F983-3833-1D45-38EFF4D30CA5}"/>
                </a:ext>
              </a:extLst>
            </p:cNvPr>
            <p:cNvSpPr txBox="1">
              <a:spLocks noChangeArrowheads="1"/>
            </p:cNvSpPr>
            <p:nvPr/>
          </p:nvSpPr>
          <p:spPr bwMode="auto">
            <a:xfrm>
              <a:off x="2766"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2</a:t>
              </a:r>
              <a:endParaRPr lang="en-US" altLang="en-US" sz="1800"/>
            </a:p>
          </p:txBody>
        </p:sp>
        <p:sp>
          <p:nvSpPr>
            <p:cNvPr id="88141" name="Text Box 100">
              <a:extLst>
                <a:ext uri="{FF2B5EF4-FFF2-40B4-BE49-F238E27FC236}">
                  <a16:creationId xmlns:a16="http://schemas.microsoft.com/office/drawing/2014/main" id="{3DC6D6B5-036D-22E0-00BC-CF24FFD83D69}"/>
                </a:ext>
              </a:extLst>
            </p:cNvPr>
            <p:cNvSpPr txBox="1">
              <a:spLocks noChangeArrowheads="1"/>
            </p:cNvSpPr>
            <p:nvPr/>
          </p:nvSpPr>
          <p:spPr bwMode="auto">
            <a:xfrm>
              <a:off x="3208"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3</a:t>
              </a:r>
              <a:endParaRPr lang="en-US" altLang="en-US" sz="1800"/>
            </a:p>
          </p:txBody>
        </p:sp>
        <p:sp>
          <p:nvSpPr>
            <p:cNvPr id="88142" name="Text Box 101">
              <a:extLst>
                <a:ext uri="{FF2B5EF4-FFF2-40B4-BE49-F238E27FC236}">
                  <a16:creationId xmlns:a16="http://schemas.microsoft.com/office/drawing/2014/main" id="{FFAE664E-1893-AA0C-4E39-4EE03146E08F}"/>
                </a:ext>
              </a:extLst>
            </p:cNvPr>
            <p:cNvSpPr txBox="1">
              <a:spLocks noChangeArrowheads="1"/>
            </p:cNvSpPr>
            <p:nvPr/>
          </p:nvSpPr>
          <p:spPr bwMode="auto">
            <a:xfrm>
              <a:off x="3626"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a:t>
              </a:r>
              <a:endParaRPr lang="en-US" altLang="en-US" sz="1800"/>
            </a:p>
          </p:txBody>
        </p:sp>
        <p:sp>
          <p:nvSpPr>
            <p:cNvPr id="88143" name="Text Box 102">
              <a:extLst>
                <a:ext uri="{FF2B5EF4-FFF2-40B4-BE49-F238E27FC236}">
                  <a16:creationId xmlns:a16="http://schemas.microsoft.com/office/drawing/2014/main" id="{932348B9-CA62-0290-C4BE-F03BBEF354EC}"/>
                </a:ext>
              </a:extLst>
            </p:cNvPr>
            <p:cNvSpPr txBox="1">
              <a:spLocks noChangeArrowheads="1"/>
            </p:cNvSpPr>
            <p:nvPr/>
          </p:nvSpPr>
          <p:spPr bwMode="auto">
            <a:xfrm>
              <a:off x="4020" y="4383"/>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5</a:t>
              </a:r>
              <a:endParaRPr lang="en-US" altLang="en-US" sz="1800"/>
            </a:p>
          </p:txBody>
        </p:sp>
        <p:sp>
          <p:nvSpPr>
            <p:cNvPr id="88144" name="Text Box 103">
              <a:extLst>
                <a:ext uri="{FF2B5EF4-FFF2-40B4-BE49-F238E27FC236}">
                  <a16:creationId xmlns:a16="http://schemas.microsoft.com/office/drawing/2014/main" id="{7F798AC7-3268-1107-1ED8-B23C44526D1D}"/>
                </a:ext>
              </a:extLst>
            </p:cNvPr>
            <p:cNvSpPr txBox="1">
              <a:spLocks noChangeArrowheads="1"/>
            </p:cNvSpPr>
            <p:nvPr/>
          </p:nvSpPr>
          <p:spPr bwMode="auto">
            <a:xfrm>
              <a:off x="4438" y="4383"/>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6</a:t>
              </a:r>
              <a:endParaRPr lang="en-US" altLang="en-US" sz="1800"/>
            </a:p>
          </p:txBody>
        </p:sp>
        <p:sp>
          <p:nvSpPr>
            <p:cNvPr id="88145" name="Text Box 104">
              <a:extLst>
                <a:ext uri="{FF2B5EF4-FFF2-40B4-BE49-F238E27FC236}">
                  <a16:creationId xmlns:a16="http://schemas.microsoft.com/office/drawing/2014/main" id="{7A599A8B-0391-34CF-F861-D4073F2566D8}"/>
                </a:ext>
              </a:extLst>
            </p:cNvPr>
            <p:cNvSpPr txBox="1">
              <a:spLocks noChangeArrowheads="1"/>
            </p:cNvSpPr>
            <p:nvPr/>
          </p:nvSpPr>
          <p:spPr bwMode="auto">
            <a:xfrm>
              <a:off x="5035" y="4395"/>
              <a:ext cx="429"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7</a:t>
              </a:r>
              <a:endParaRPr lang="en-US" altLang="en-US" sz="1800"/>
            </a:p>
          </p:txBody>
        </p:sp>
        <p:sp>
          <p:nvSpPr>
            <p:cNvPr id="88146" name="Text Box 105">
              <a:extLst>
                <a:ext uri="{FF2B5EF4-FFF2-40B4-BE49-F238E27FC236}">
                  <a16:creationId xmlns:a16="http://schemas.microsoft.com/office/drawing/2014/main" id="{034AC016-94B3-4003-40E3-DB3F64C577EE}"/>
                </a:ext>
              </a:extLst>
            </p:cNvPr>
            <p:cNvSpPr txBox="1">
              <a:spLocks noChangeArrowheads="1"/>
            </p:cNvSpPr>
            <p:nvPr/>
          </p:nvSpPr>
          <p:spPr bwMode="auto">
            <a:xfrm>
              <a:off x="5452" y="4395"/>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8</a:t>
              </a:r>
              <a:endParaRPr lang="en-US" altLang="en-US" sz="1800"/>
            </a:p>
          </p:txBody>
        </p:sp>
        <p:sp>
          <p:nvSpPr>
            <p:cNvPr id="88147" name="Text Box 106">
              <a:extLst>
                <a:ext uri="{FF2B5EF4-FFF2-40B4-BE49-F238E27FC236}">
                  <a16:creationId xmlns:a16="http://schemas.microsoft.com/office/drawing/2014/main" id="{65F26B40-F84D-CF20-EF87-47C476786E53}"/>
                </a:ext>
              </a:extLst>
            </p:cNvPr>
            <p:cNvSpPr txBox="1">
              <a:spLocks noChangeArrowheads="1"/>
            </p:cNvSpPr>
            <p:nvPr/>
          </p:nvSpPr>
          <p:spPr bwMode="auto">
            <a:xfrm>
              <a:off x="5894" y="4395"/>
              <a:ext cx="43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9</a:t>
              </a:r>
              <a:endParaRPr lang="en-US" altLang="en-US" sz="1800"/>
            </a:p>
          </p:txBody>
        </p:sp>
        <p:sp>
          <p:nvSpPr>
            <p:cNvPr id="88148" name="Text Box 107">
              <a:extLst>
                <a:ext uri="{FF2B5EF4-FFF2-40B4-BE49-F238E27FC236}">
                  <a16:creationId xmlns:a16="http://schemas.microsoft.com/office/drawing/2014/main" id="{A632AE3F-E6C0-FAA6-5840-1DA8953FB541}"/>
                </a:ext>
              </a:extLst>
            </p:cNvPr>
            <p:cNvSpPr txBox="1">
              <a:spLocks noChangeArrowheads="1"/>
            </p:cNvSpPr>
            <p:nvPr/>
          </p:nvSpPr>
          <p:spPr bwMode="auto">
            <a:xfrm>
              <a:off x="6240" y="4395"/>
              <a:ext cx="502"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10</a:t>
              </a:r>
              <a:endParaRPr lang="en-US" altLang="en-US" sz="1800"/>
            </a:p>
          </p:txBody>
        </p:sp>
        <p:sp>
          <p:nvSpPr>
            <p:cNvPr id="88149" name="Text Box 108">
              <a:extLst>
                <a:ext uri="{FF2B5EF4-FFF2-40B4-BE49-F238E27FC236}">
                  <a16:creationId xmlns:a16="http://schemas.microsoft.com/office/drawing/2014/main" id="{30038AA5-8A0A-2828-4771-522E4B6C7FB1}"/>
                </a:ext>
              </a:extLst>
            </p:cNvPr>
            <p:cNvSpPr txBox="1">
              <a:spLocks noChangeArrowheads="1"/>
            </p:cNvSpPr>
            <p:nvPr/>
          </p:nvSpPr>
          <p:spPr bwMode="auto">
            <a:xfrm>
              <a:off x="6658" y="4395"/>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11</a:t>
              </a:r>
              <a:endParaRPr lang="en-US" altLang="en-US" sz="1800"/>
            </a:p>
          </p:txBody>
        </p:sp>
        <p:sp>
          <p:nvSpPr>
            <p:cNvPr id="88150" name="Text Box 109">
              <a:extLst>
                <a:ext uri="{FF2B5EF4-FFF2-40B4-BE49-F238E27FC236}">
                  <a16:creationId xmlns:a16="http://schemas.microsoft.com/office/drawing/2014/main" id="{D44AA2F6-547B-583D-23C8-8C6CA30961B4}"/>
                </a:ext>
              </a:extLst>
            </p:cNvPr>
            <p:cNvSpPr txBox="1">
              <a:spLocks noChangeArrowheads="1"/>
            </p:cNvSpPr>
            <p:nvPr/>
          </p:nvSpPr>
          <p:spPr bwMode="auto">
            <a:xfrm>
              <a:off x="7124" y="4395"/>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12</a:t>
              </a:r>
              <a:endParaRPr lang="en-US" altLang="en-US" sz="1800"/>
            </a:p>
          </p:txBody>
        </p:sp>
        <p:sp>
          <p:nvSpPr>
            <p:cNvPr id="88151" name="Text Box 110">
              <a:extLst>
                <a:ext uri="{FF2B5EF4-FFF2-40B4-BE49-F238E27FC236}">
                  <a16:creationId xmlns:a16="http://schemas.microsoft.com/office/drawing/2014/main" id="{FB1473BC-191C-4255-CB41-A5A1B03AB394}"/>
                </a:ext>
              </a:extLst>
            </p:cNvPr>
            <p:cNvSpPr txBox="1">
              <a:spLocks noChangeArrowheads="1"/>
            </p:cNvSpPr>
            <p:nvPr/>
          </p:nvSpPr>
          <p:spPr bwMode="auto">
            <a:xfrm>
              <a:off x="7661" y="4407"/>
              <a:ext cx="502"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43</a:t>
              </a:r>
              <a:endParaRPr lang="en-US" altLang="en-US" sz="1800"/>
            </a:p>
          </p:txBody>
        </p:sp>
        <p:sp>
          <p:nvSpPr>
            <p:cNvPr id="88152" name="Text Box 111">
              <a:extLst>
                <a:ext uri="{FF2B5EF4-FFF2-40B4-BE49-F238E27FC236}">
                  <a16:creationId xmlns:a16="http://schemas.microsoft.com/office/drawing/2014/main" id="{53EA8772-8112-E18E-CAFB-182C13BF9690}"/>
                </a:ext>
              </a:extLst>
            </p:cNvPr>
            <p:cNvSpPr txBox="1">
              <a:spLocks noChangeArrowheads="1"/>
            </p:cNvSpPr>
            <p:nvPr/>
          </p:nvSpPr>
          <p:spPr bwMode="auto">
            <a:xfrm>
              <a:off x="8079" y="440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44</a:t>
              </a:r>
              <a:endParaRPr lang="en-US" altLang="en-US" sz="1800"/>
            </a:p>
          </p:txBody>
        </p:sp>
        <p:sp>
          <p:nvSpPr>
            <p:cNvPr id="88153" name="Text Box 112">
              <a:extLst>
                <a:ext uri="{FF2B5EF4-FFF2-40B4-BE49-F238E27FC236}">
                  <a16:creationId xmlns:a16="http://schemas.microsoft.com/office/drawing/2014/main" id="{7990353B-CF00-E2D1-76EC-C3758BCCF2BC}"/>
                </a:ext>
              </a:extLst>
            </p:cNvPr>
            <p:cNvSpPr txBox="1">
              <a:spLocks noChangeArrowheads="1"/>
            </p:cNvSpPr>
            <p:nvPr/>
          </p:nvSpPr>
          <p:spPr bwMode="auto">
            <a:xfrm>
              <a:off x="8545" y="4407"/>
              <a:ext cx="513"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45</a:t>
              </a:r>
              <a:endParaRPr lang="en-US" altLang="en-US" sz="1800"/>
            </a:p>
          </p:txBody>
        </p:sp>
        <p:sp>
          <p:nvSpPr>
            <p:cNvPr id="88154" name="Text Box 113">
              <a:extLst>
                <a:ext uri="{FF2B5EF4-FFF2-40B4-BE49-F238E27FC236}">
                  <a16:creationId xmlns:a16="http://schemas.microsoft.com/office/drawing/2014/main" id="{C95FA3A4-B290-9330-C58F-9DD99F87718C}"/>
                </a:ext>
              </a:extLst>
            </p:cNvPr>
            <p:cNvSpPr txBox="1">
              <a:spLocks noChangeArrowheads="1"/>
            </p:cNvSpPr>
            <p:nvPr/>
          </p:nvSpPr>
          <p:spPr bwMode="auto">
            <a:xfrm>
              <a:off x="8963" y="4407"/>
              <a:ext cx="501"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46</a:t>
              </a:r>
              <a:endParaRPr lang="en-US" altLang="en-US" sz="1800"/>
            </a:p>
          </p:txBody>
        </p:sp>
        <p:sp>
          <p:nvSpPr>
            <p:cNvPr id="88155" name="Text Box 114">
              <a:extLst>
                <a:ext uri="{FF2B5EF4-FFF2-40B4-BE49-F238E27FC236}">
                  <a16:creationId xmlns:a16="http://schemas.microsoft.com/office/drawing/2014/main" id="{881A7239-A340-4FF4-1E15-C3059EB3CD3D}"/>
                </a:ext>
              </a:extLst>
            </p:cNvPr>
            <p:cNvSpPr txBox="1">
              <a:spLocks noChangeArrowheads="1"/>
            </p:cNvSpPr>
            <p:nvPr/>
          </p:nvSpPr>
          <p:spPr bwMode="auto">
            <a:xfrm>
              <a:off x="9380" y="4407"/>
              <a:ext cx="49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47</a:t>
              </a:r>
              <a:endParaRPr lang="en-US" altLang="en-US" sz="1800"/>
            </a:p>
          </p:txBody>
        </p:sp>
        <p:sp>
          <p:nvSpPr>
            <p:cNvPr id="88156" name="Text Box 115">
              <a:extLst>
                <a:ext uri="{FF2B5EF4-FFF2-40B4-BE49-F238E27FC236}">
                  <a16:creationId xmlns:a16="http://schemas.microsoft.com/office/drawing/2014/main" id="{A6EB1FEB-7158-08D6-B1B6-10402B0FBFFE}"/>
                </a:ext>
              </a:extLst>
            </p:cNvPr>
            <p:cNvSpPr txBox="1">
              <a:spLocks noChangeArrowheads="1"/>
            </p:cNvSpPr>
            <p:nvPr/>
          </p:nvSpPr>
          <p:spPr bwMode="auto">
            <a:xfrm>
              <a:off x="9846" y="4407"/>
              <a:ext cx="514"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48</a:t>
              </a:r>
              <a:endParaRPr lang="en-US" altLang="en-US" sz="1800"/>
            </a:p>
          </p:txBody>
        </p:sp>
        <p:sp>
          <p:nvSpPr>
            <p:cNvPr id="88157" name="Line 116">
              <a:extLst>
                <a:ext uri="{FF2B5EF4-FFF2-40B4-BE49-F238E27FC236}">
                  <a16:creationId xmlns:a16="http://schemas.microsoft.com/office/drawing/2014/main" id="{9D72FD6D-D5B5-BE27-904B-C8EAE5256153}"/>
                </a:ext>
              </a:extLst>
            </p:cNvPr>
            <p:cNvSpPr>
              <a:spLocks noChangeShapeType="1"/>
            </p:cNvSpPr>
            <p:nvPr/>
          </p:nvSpPr>
          <p:spPr bwMode="auto">
            <a:xfrm flipH="1">
              <a:off x="1942" y="5371"/>
              <a:ext cx="8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58" name="Line 117">
              <a:extLst>
                <a:ext uri="{FF2B5EF4-FFF2-40B4-BE49-F238E27FC236}">
                  <a16:creationId xmlns:a16="http://schemas.microsoft.com/office/drawing/2014/main" id="{E4058D5C-A2F9-1D8B-B185-8F8FFD920EA0}"/>
                </a:ext>
              </a:extLst>
            </p:cNvPr>
            <p:cNvSpPr>
              <a:spLocks noChangeShapeType="1"/>
            </p:cNvSpPr>
            <p:nvPr/>
          </p:nvSpPr>
          <p:spPr bwMode="auto">
            <a:xfrm>
              <a:off x="10431" y="3343"/>
              <a:ext cx="0" cy="20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59" name="Line 118">
              <a:extLst>
                <a:ext uri="{FF2B5EF4-FFF2-40B4-BE49-F238E27FC236}">
                  <a16:creationId xmlns:a16="http://schemas.microsoft.com/office/drawing/2014/main" id="{691ECE6A-8E22-826E-7E54-F5952747605E}"/>
                </a:ext>
              </a:extLst>
            </p:cNvPr>
            <p:cNvSpPr>
              <a:spLocks noChangeShapeType="1"/>
            </p:cNvSpPr>
            <p:nvPr/>
          </p:nvSpPr>
          <p:spPr bwMode="auto">
            <a:xfrm flipV="1">
              <a:off x="1954" y="4087"/>
              <a:ext cx="0" cy="1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60" name="Line 119">
              <a:extLst>
                <a:ext uri="{FF2B5EF4-FFF2-40B4-BE49-F238E27FC236}">
                  <a16:creationId xmlns:a16="http://schemas.microsoft.com/office/drawing/2014/main" id="{C120F480-7F01-306F-DE6E-9D13BED4A021}"/>
                </a:ext>
              </a:extLst>
            </p:cNvPr>
            <p:cNvSpPr>
              <a:spLocks noChangeShapeType="1"/>
            </p:cNvSpPr>
            <p:nvPr/>
          </p:nvSpPr>
          <p:spPr bwMode="auto">
            <a:xfrm flipH="1">
              <a:off x="7243" y="3735"/>
              <a:ext cx="335" cy="24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61" name="Line 120">
              <a:extLst>
                <a:ext uri="{FF2B5EF4-FFF2-40B4-BE49-F238E27FC236}">
                  <a16:creationId xmlns:a16="http://schemas.microsoft.com/office/drawing/2014/main" id="{DA000496-9B8B-CB22-5DF7-98E65F234F47}"/>
                </a:ext>
              </a:extLst>
            </p:cNvPr>
            <p:cNvSpPr>
              <a:spLocks noChangeShapeType="1"/>
            </p:cNvSpPr>
            <p:nvPr/>
          </p:nvSpPr>
          <p:spPr bwMode="auto">
            <a:xfrm>
              <a:off x="7721" y="3735"/>
              <a:ext cx="286" cy="24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62" name="Line 121">
              <a:extLst>
                <a:ext uri="{FF2B5EF4-FFF2-40B4-BE49-F238E27FC236}">
                  <a16:creationId xmlns:a16="http://schemas.microsoft.com/office/drawing/2014/main" id="{38887CD9-9DE4-04D1-48F0-359703B5B9B4}"/>
                </a:ext>
              </a:extLst>
            </p:cNvPr>
            <p:cNvSpPr>
              <a:spLocks noChangeShapeType="1"/>
            </p:cNvSpPr>
            <p:nvPr/>
          </p:nvSpPr>
          <p:spPr bwMode="auto">
            <a:xfrm flipH="1">
              <a:off x="1895" y="3331"/>
              <a:ext cx="96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63" name="Line 122">
              <a:extLst>
                <a:ext uri="{FF2B5EF4-FFF2-40B4-BE49-F238E27FC236}">
                  <a16:creationId xmlns:a16="http://schemas.microsoft.com/office/drawing/2014/main" id="{5A49FB30-1AEC-9B07-094D-A14E3503178B}"/>
                </a:ext>
              </a:extLst>
            </p:cNvPr>
            <p:cNvSpPr>
              <a:spLocks noChangeShapeType="1"/>
            </p:cNvSpPr>
            <p:nvPr/>
          </p:nvSpPr>
          <p:spPr bwMode="auto">
            <a:xfrm>
              <a:off x="1906" y="2059"/>
              <a:ext cx="0" cy="1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64" name="Line 123">
              <a:extLst>
                <a:ext uri="{FF2B5EF4-FFF2-40B4-BE49-F238E27FC236}">
                  <a16:creationId xmlns:a16="http://schemas.microsoft.com/office/drawing/2014/main" id="{06F60D8B-8847-C79A-07CB-27673DC86C83}"/>
                </a:ext>
              </a:extLst>
            </p:cNvPr>
            <p:cNvSpPr>
              <a:spLocks noChangeShapeType="1"/>
            </p:cNvSpPr>
            <p:nvPr/>
          </p:nvSpPr>
          <p:spPr bwMode="auto">
            <a:xfrm flipH="1" flipV="1">
              <a:off x="10037" y="4063"/>
              <a:ext cx="70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8165" name="Line 124">
              <a:extLst>
                <a:ext uri="{FF2B5EF4-FFF2-40B4-BE49-F238E27FC236}">
                  <a16:creationId xmlns:a16="http://schemas.microsoft.com/office/drawing/2014/main" id="{4B58BFF4-F623-7C11-3B0C-5C00D42D2B80}"/>
                </a:ext>
              </a:extLst>
            </p:cNvPr>
            <p:cNvSpPr>
              <a:spLocks noChangeShapeType="1"/>
            </p:cNvSpPr>
            <p:nvPr/>
          </p:nvSpPr>
          <p:spPr bwMode="auto">
            <a:xfrm>
              <a:off x="10742" y="2071"/>
              <a:ext cx="0" cy="19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66" name="Line 125">
              <a:extLst>
                <a:ext uri="{FF2B5EF4-FFF2-40B4-BE49-F238E27FC236}">
                  <a16:creationId xmlns:a16="http://schemas.microsoft.com/office/drawing/2014/main" id="{AAEDDBB6-5367-B680-63D2-D7B27D353D6C}"/>
                </a:ext>
              </a:extLst>
            </p:cNvPr>
            <p:cNvSpPr>
              <a:spLocks noChangeShapeType="1"/>
            </p:cNvSpPr>
            <p:nvPr/>
          </p:nvSpPr>
          <p:spPr bwMode="auto">
            <a:xfrm>
              <a:off x="4939" y="2347"/>
              <a:ext cx="0" cy="2772"/>
            </a:xfrm>
            <a:prstGeom prst="line">
              <a:avLst/>
            </a:prstGeom>
            <a:noFill/>
            <a:ln w="1905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88167" name="Line 126">
              <a:extLst>
                <a:ext uri="{FF2B5EF4-FFF2-40B4-BE49-F238E27FC236}">
                  <a16:creationId xmlns:a16="http://schemas.microsoft.com/office/drawing/2014/main" id="{5ED371D8-810D-33B5-16C5-653F626546AA}"/>
                </a:ext>
              </a:extLst>
            </p:cNvPr>
            <p:cNvSpPr>
              <a:spLocks noChangeShapeType="1"/>
            </p:cNvSpPr>
            <p:nvPr/>
          </p:nvSpPr>
          <p:spPr bwMode="auto">
            <a:xfrm>
              <a:off x="7673" y="2335"/>
              <a:ext cx="0" cy="2772"/>
            </a:xfrm>
            <a:prstGeom prst="line">
              <a:avLst/>
            </a:prstGeom>
            <a:noFill/>
            <a:ln w="1905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a:extLst>
              <a:ext uri="{FF2B5EF4-FFF2-40B4-BE49-F238E27FC236}">
                <a16:creationId xmlns:a16="http://schemas.microsoft.com/office/drawing/2014/main" id="{5C5FD14A-DE3C-9533-1A03-66A8AB1C7B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C2141A8-93BA-4519-A9CF-831115AB1D49}" type="slidenum">
              <a:rPr lang="en-US" altLang="en-US" sz="1400"/>
              <a:pPr>
                <a:spcBef>
                  <a:spcPct val="0"/>
                </a:spcBef>
                <a:buClrTx/>
                <a:buSzTx/>
                <a:buFontTx/>
                <a:buNone/>
              </a:pPr>
              <a:t>81</a:t>
            </a:fld>
            <a:endParaRPr lang="en-US" altLang="en-US" sz="1400"/>
          </a:p>
        </p:txBody>
      </p:sp>
      <p:sp>
        <p:nvSpPr>
          <p:cNvPr id="90115" name="Rectangle 2">
            <a:extLst>
              <a:ext uri="{FF2B5EF4-FFF2-40B4-BE49-F238E27FC236}">
                <a16:creationId xmlns:a16="http://schemas.microsoft.com/office/drawing/2014/main" id="{2191245A-8002-5963-B946-08024332BB0E}"/>
              </a:ext>
            </a:extLst>
          </p:cNvPr>
          <p:cNvSpPr>
            <a:spLocks noGrp="1" noChangeArrowheads="1"/>
          </p:cNvSpPr>
          <p:nvPr>
            <p:ph type="title"/>
          </p:nvPr>
        </p:nvSpPr>
        <p:spPr/>
        <p:txBody>
          <a:bodyPr/>
          <a:lstStyle/>
          <a:p>
            <a:pPr eaLnBrk="1" hangingPunct="1"/>
            <a:r>
              <a:rPr lang="en-US" altLang="en-US"/>
              <a:t>S-Box Substitution Concept</a:t>
            </a:r>
          </a:p>
        </p:txBody>
      </p:sp>
      <p:sp>
        <p:nvSpPr>
          <p:cNvPr id="90116" name="Rectangle 3">
            <a:extLst>
              <a:ext uri="{FF2B5EF4-FFF2-40B4-BE49-F238E27FC236}">
                <a16:creationId xmlns:a16="http://schemas.microsoft.com/office/drawing/2014/main" id="{2CBDB4CB-E8BA-308A-2F22-2DAF9797492D}"/>
              </a:ext>
            </a:extLst>
          </p:cNvPr>
          <p:cNvSpPr>
            <a:spLocks noGrp="1" noChangeArrowheads="1"/>
          </p:cNvSpPr>
          <p:nvPr>
            <p:ph type="body" idx="1"/>
          </p:nvPr>
        </p:nvSpPr>
        <p:spPr/>
        <p:txBody>
          <a:bodyPr/>
          <a:lstStyle/>
          <a:p>
            <a:pPr eaLnBrk="1" hangingPunct="1"/>
            <a:endParaRPr lang="en-GB" altLang="en-US"/>
          </a:p>
        </p:txBody>
      </p:sp>
      <p:grpSp>
        <p:nvGrpSpPr>
          <p:cNvPr id="90117" name="Group 4">
            <a:extLst>
              <a:ext uri="{FF2B5EF4-FFF2-40B4-BE49-F238E27FC236}">
                <a16:creationId xmlns:a16="http://schemas.microsoft.com/office/drawing/2014/main" id="{21EA54FA-029B-5AF9-70C7-E76C39F9BAFA}"/>
              </a:ext>
            </a:extLst>
          </p:cNvPr>
          <p:cNvGrpSpPr>
            <a:grpSpLocks/>
          </p:cNvGrpSpPr>
          <p:nvPr/>
        </p:nvGrpSpPr>
        <p:grpSpPr bwMode="auto">
          <a:xfrm>
            <a:off x="1351051" y="1870075"/>
            <a:ext cx="8820364" cy="4018908"/>
            <a:chOff x="2328" y="10032"/>
            <a:chExt cx="7704" cy="3540"/>
          </a:xfrm>
        </p:grpSpPr>
        <p:sp>
          <p:nvSpPr>
            <p:cNvPr id="90118" name="Rectangle 5">
              <a:extLst>
                <a:ext uri="{FF2B5EF4-FFF2-40B4-BE49-F238E27FC236}">
                  <a16:creationId xmlns:a16="http://schemas.microsoft.com/office/drawing/2014/main" id="{1A8589D6-6EB9-E713-EFF1-136ED58123D8}"/>
                </a:ext>
              </a:extLst>
            </p:cNvPr>
            <p:cNvSpPr>
              <a:spLocks noChangeArrowheads="1"/>
            </p:cNvSpPr>
            <p:nvPr/>
          </p:nvSpPr>
          <p:spPr bwMode="auto">
            <a:xfrm>
              <a:off x="2328" y="10032"/>
              <a:ext cx="7704" cy="35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0119" name="Text Box 6">
              <a:extLst>
                <a:ext uri="{FF2B5EF4-FFF2-40B4-BE49-F238E27FC236}">
                  <a16:creationId xmlns:a16="http://schemas.microsoft.com/office/drawing/2014/main" id="{FF8F675D-C8F1-A6D2-BB0F-E824D206015A}"/>
                </a:ext>
              </a:extLst>
            </p:cNvPr>
            <p:cNvSpPr txBox="1">
              <a:spLocks noChangeArrowheads="1"/>
            </p:cNvSpPr>
            <p:nvPr/>
          </p:nvSpPr>
          <p:spPr bwMode="auto">
            <a:xfrm>
              <a:off x="2928" y="10516"/>
              <a:ext cx="3120" cy="8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Key Transformation </a:t>
              </a:r>
            </a:p>
            <a:p>
              <a:pPr algn="ctr">
                <a:spcBef>
                  <a:spcPct val="0"/>
                </a:spcBef>
                <a:buClrTx/>
                <a:buSzTx/>
                <a:buFontTx/>
                <a:buNone/>
              </a:pPr>
              <a:r>
                <a:rPr lang="en-US" altLang="en-US" sz="1600" b="1" i="1"/>
                <a:t>(Compress key from 56 bits to 48 bits)</a:t>
              </a:r>
              <a:endParaRPr lang="en-US" altLang="en-US" sz="2400"/>
            </a:p>
          </p:txBody>
        </p:sp>
        <p:sp>
          <p:nvSpPr>
            <p:cNvPr id="90120" name="Text Box 7">
              <a:extLst>
                <a:ext uri="{FF2B5EF4-FFF2-40B4-BE49-F238E27FC236}">
                  <a16:creationId xmlns:a16="http://schemas.microsoft.com/office/drawing/2014/main" id="{08F4197E-FB69-367E-08B5-B70D9C7DD74E}"/>
                </a:ext>
              </a:extLst>
            </p:cNvPr>
            <p:cNvSpPr txBox="1">
              <a:spLocks noChangeArrowheads="1"/>
            </p:cNvSpPr>
            <p:nvPr/>
          </p:nvSpPr>
          <p:spPr bwMode="auto">
            <a:xfrm>
              <a:off x="6432" y="10504"/>
              <a:ext cx="3012" cy="8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Expansion Permutation </a:t>
              </a:r>
              <a:r>
                <a:rPr lang="en-US" altLang="en-US" sz="1600" b="1" i="1"/>
                <a:t>(Expand RPT from 32 bits to 48 bits)</a:t>
              </a:r>
              <a:endParaRPr lang="en-US" altLang="en-US" sz="2400"/>
            </a:p>
          </p:txBody>
        </p:sp>
        <p:sp>
          <p:nvSpPr>
            <p:cNvPr id="90121" name="AutoShape 8">
              <a:extLst>
                <a:ext uri="{FF2B5EF4-FFF2-40B4-BE49-F238E27FC236}">
                  <a16:creationId xmlns:a16="http://schemas.microsoft.com/office/drawing/2014/main" id="{4E93564E-531A-6A04-3EC9-F36BF38D4F2B}"/>
                </a:ext>
              </a:extLst>
            </p:cNvPr>
            <p:cNvSpPr>
              <a:spLocks noChangeArrowheads="1"/>
            </p:cNvSpPr>
            <p:nvPr/>
          </p:nvSpPr>
          <p:spPr bwMode="auto">
            <a:xfrm>
              <a:off x="3840" y="11884"/>
              <a:ext cx="1308" cy="396"/>
            </a:xfrm>
            <a:prstGeom prst="roundRect">
              <a:avLst>
                <a:gd name="adj" fmla="val 16667"/>
              </a:avLst>
            </a:prstGeom>
            <a:solidFill>
              <a:srgbClr val="808080"/>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t>48-bit Key</a:t>
              </a:r>
              <a:endParaRPr lang="en-US" altLang="en-US" sz="2400"/>
            </a:p>
          </p:txBody>
        </p:sp>
        <p:sp>
          <p:nvSpPr>
            <p:cNvPr id="90122" name="AutoShape 9">
              <a:extLst>
                <a:ext uri="{FF2B5EF4-FFF2-40B4-BE49-F238E27FC236}">
                  <a16:creationId xmlns:a16="http://schemas.microsoft.com/office/drawing/2014/main" id="{E1F6AC3D-2664-F70E-E921-C30995F22774}"/>
                </a:ext>
              </a:extLst>
            </p:cNvPr>
            <p:cNvSpPr>
              <a:spLocks noChangeArrowheads="1"/>
            </p:cNvSpPr>
            <p:nvPr/>
          </p:nvSpPr>
          <p:spPr bwMode="auto">
            <a:xfrm>
              <a:off x="7332" y="11884"/>
              <a:ext cx="1308" cy="396"/>
            </a:xfrm>
            <a:prstGeom prst="roundRect">
              <a:avLst>
                <a:gd name="adj" fmla="val 16667"/>
              </a:avLst>
            </a:prstGeom>
            <a:solidFill>
              <a:srgbClr val="808080"/>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t>48-bit RPT</a:t>
              </a:r>
              <a:endParaRPr lang="en-US" altLang="en-US" sz="2400"/>
            </a:p>
          </p:txBody>
        </p:sp>
        <p:sp>
          <p:nvSpPr>
            <p:cNvPr id="90123" name="Text Box 10" descr="Dotted grid">
              <a:extLst>
                <a:ext uri="{FF2B5EF4-FFF2-40B4-BE49-F238E27FC236}">
                  <a16:creationId xmlns:a16="http://schemas.microsoft.com/office/drawing/2014/main" id="{F377A29F-6CC3-4088-21E6-BF9C464F49D0}"/>
                </a:ext>
              </a:extLst>
            </p:cNvPr>
            <p:cNvSpPr txBox="1">
              <a:spLocks noChangeArrowheads="1"/>
            </p:cNvSpPr>
            <p:nvPr/>
          </p:nvSpPr>
          <p:spPr bwMode="auto">
            <a:xfrm>
              <a:off x="5856" y="11872"/>
              <a:ext cx="768" cy="432"/>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XOR</a:t>
              </a:r>
              <a:endParaRPr lang="en-US" altLang="en-US" sz="2400"/>
            </a:p>
          </p:txBody>
        </p:sp>
        <p:sp>
          <p:nvSpPr>
            <p:cNvPr id="90124" name="Line 11">
              <a:extLst>
                <a:ext uri="{FF2B5EF4-FFF2-40B4-BE49-F238E27FC236}">
                  <a16:creationId xmlns:a16="http://schemas.microsoft.com/office/drawing/2014/main" id="{A493760E-7905-B306-B40A-985A5BBC0AC1}"/>
                </a:ext>
              </a:extLst>
            </p:cNvPr>
            <p:cNvSpPr>
              <a:spLocks noChangeShapeType="1"/>
            </p:cNvSpPr>
            <p:nvPr/>
          </p:nvSpPr>
          <p:spPr bwMode="auto">
            <a:xfrm>
              <a:off x="5148" y="12088"/>
              <a:ext cx="7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90125" name="Line 12">
              <a:extLst>
                <a:ext uri="{FF2B5EF4-FFF2-40B4-BE49-F238E27FC236}">
                  <a16:creationId xmlns:a16="http://schemas.microsoft.com/office/drawing/2014/main" id="{44F01C07-C631-2877-581D-B67617288CD7}"/>
                </a:ext>
              </a:extLst>
            </p:cNvPr>
            <p:cNvSpPr>
              <a:spLocks noChangeShapeType="1"/>
            </p:cNvSpPr>
            <p:nvPr/>
          </p:nvSpPr>
          <p:spPr bwMode="auto">
            <a:xfrm>
              <a:off x="6624" y="12088"/>
              <a:ext cx="708"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sz="2400"/>
            </a:p>
          </p:txBody>
        </p:sp>
        <p:sp>
          <p:nvSpPr>
            <p:cNvPr id="90126" name="AutoShape 13">
              <a:extLst>
                <a:ext uri="{FF2B5EF4-FFF2-40B4-BE49-F238E27FC236}">
                  <a16:creationId xmlns:a16="http://schemas.microsoft.com/office/drawing/2014/main" id="{245E40CE-E277-9BAA-CC42-CC6362A0640F}"/>
                </a:ext>
              </a:extLst>
            </p:cNvPr>
            <p:cNvSpPr>
              <a:spLocks noChangeArrowheads="1"/>
            </p:cNvSpPr>
            <p:nvPr/>
          </p:nvSpPr>
          <p:spPr bwMode="auto">
            <a:xfrm>
              <a:off x="4368" y="11416"/>
              <a:ext cx="252" cy="444"/>
            </a:xfrm>
            <a:prstGeom prst="downArrow">
              <a:avLst>
                <a:gd name="adj1" fmla="val 50000"/>
                <a:gd name="adj2" fmla="val 44048"/>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0127" name="AutoShape 14">
              <a:extLst>
                <a:ext uri="{FF2B5EF4-FFF2-40B4-BE49-F238E27FC236}">
                  <a16:creationId xmlns:a16="http://schemas.microsoft.com/office/drawing/2014/main" id="{B38D5AEF-DCEA-0393-CE3B-5B368C7B4286}"/>
                </a:ext>
              </a:extLst>
            </p:cNvPr>
            <p:cNvSpPr>
              <a:spLocks noChangeArrowheads="1"/>
            </p:cNvSpPr>
            <p:nvPr/>
          </p:nvSpPr>
          <p:spPr bwMode="auto">
            <a:xfrm>
              <a:off x="7920" y="11404"/>
              <a:ext cx="252" cy="444"/>
            </a:xfrm>
            <a:prstGeom prst="downArrow">
              <a:avLst>
                <a:gd name="adj1" fmla="val 50000"/>
                <a:gd name="adj2" fmla="val 44048"/>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0128" name="Text Box 15">
              <a:extLst>
                <a:ext uri="{FF2B5EF4-FFF2-40B4-BE49-F238E27FC236}">
                  <a16:creationId xmlns:a16="http://schemas.microsoft.com/office/drawing/2014/main" id="{3D78D8A7-0D34-5E3D-5AEC-8B405AAF299B}"/>
                </a:ext>
              </a:extLst>
            </p:cNvPr>
            <p:cNvSpPr txBox="1">
              <a:spLocks noChangeArrowheads="1"/>
            </p:cNvSpPr>
            <p:nvPr/>
          </p:nvSpPr>
          <p:spPr bwMode="auto">
            <a:xfrm>
              <a:off x="5316" y="12770"/>
              <a:ext cx="2004"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S-box Substitution</a:t>
              </a:r>
              <a:endParaRPr lang="en-US" altLang="en-US" sz="2400"/>
            </a:p>
          </p:txBody>
        </p:sp>
        <p:sp>
          <p:nvSpPr>
            <p:cNvPr id="90129" name="AutoShape 16">
              <a:extLst>
                <a:ext uri="{FF2B5EF4-FFF2-40B4-BE49-F238E27FC236}">
                  <a16:creationId xmlns:a16="http://schemas.microsoft.com/office/drawing/2014/main" id="{FA69408D-BA2B-EC0F-3CE0-91807661B9A1}"/>
                </a:ext>
              </a:extLst>
            </p:cNvPr>
            <p:cNvSpPr>
              <a:spLocks noChangeArrowheads="1"/>
            </p:cNvSpPr>
            <p:nvPr/>
          </p:nvSpPr>
          <p:spPr bwMode="auto">
            <a:xfrm>
              <a:off x="6216" y="12302"/>
              <a:ext cx="216" cy="480"/>
            </a:xfrm>
            <a:prstGeom prst="downArrow">
              <a:avLst>
                <a:gd name="adj1" fmla="val 50000"/>
                <a:gd name="adj2" fmla="val 5555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a:extLst>
              <a:ext uri="{FF2B5EF4-FFF2-40B4-BE49-F238E27FC236}">
                <a16:creationId xmlns:a16="http://schemas.microsoft.com/office/drawing/2014/main" id="{5E56C834-4339-07DD-5648-8E05E5BA9D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12ED80A-9C19-401B-A24D-7ED25B20A797}" type="slidenum">
              <a:rPr lang="en-US" altLang="en-US" sz="1400"/>
              <a:pPr>
                <a:spcBef>
                  <a:spcPct val="0"/>
                </a:spcBef>
                <a:buClrTx/>
                <a:buSzTx/>
                <a:buFontTx/>
                <a:buNone/>
              </a:pPr>
              <a:t>82</a:t>
            </a:fld>
            <a:endParaRPr lang="en-US" altLang="en-US" sz="1400"/>
          </a:p>
        </p:txBody>
      </p:sp>
      <p:sp>
        <p:nvSpPr>
          <p:cNvPr id="92163" name="Rectangle 2">
            <a:extLst>
              <a:ext uri="{FF2B5EF4-FFF2-40B4-BE49-F238E27FC236}">
                <a16:creationId xmlns:a16="http://schemas.microsoft.com/office/drawing/2014/main" id="{139BD0BF-5B43-6C06-2F84-3C627B8E6C4C}"/>
              </a:ext>
            </a:extLst>
          </p:cNvPr>
          <p:cNvSpPr>
            <a:spLocks noGrp="1" noChangeArrowheads="1"/>
          </p:cNvSpPr>
          <p:nvPr>
            <p:ph type="title"/>
          </p:nvPr>
        </p:nvSpPr>
        <p:spPr/>
        <p:txBody>
          <a:bodyPr/>
          <a:lstStyle/>
          <a:p>
            <a:pPr eaLnBrk="1" hangingPunct="1"/>
            <a:r>
              <a:rPr lang="en-US" altLang="en-US"/>
              <a:t>S-Box Substitution</a:t>
            </a:r>
          </a:p>
        </p:txBody>
      </p:sp>
      <p:sp>
        <p:nvSpPr>
          <p:cNvPr id="92164" name="Rectangle 3">
            <a:extLst>
              <a:ext uri="{FF2B5EF4-FFF2-40B4-BE49-F238E27FC236}">
                <a16:creationId xmlns:a16="http://schemas.microsoft.com/office/drawing/2014/main" id="{A71238AC-F928-124A-3FD2-B9566DB46EA8}"/>
              </a:ext>
            </a:extLst>
          </p:cNvPr>
          <p:cNvSpPr>
            <a:spLocks noGrp="1" noChangeArrowheads="1"/>
          </p:cNvSpPr>
          <p:nvPr>
            <p:ph type="body" idx="1"/>
          </p:nvPr>
        </p:nvSpPr>
        <p:spPr/>
        <p:txBody>
          <a:bodyPr/>
          <a:lstStyle/>
          <a:p>
            <a:pPr eaLnBrk="1" hangingPunct="1"/>
            <a:endParaRPr lang="en-GB" altLang="en-US"/>
          </a:p>
        </p:txBody>
      </p:sp>
      <p:grpSp>
        <p:nvGrpSpPr>
          <p:cNvPr id="92165" name="Group 4">
            <a:extLst>
              <a:ext uri="{FF2B5EF4-FFF2-40B4-BE49-F238E27FC236}">
                <a16:creationId xmlns:a16="http://schemas.microsoft.com/office/drawing/2014/main" id="{8D7B7A62-4111-C0C2-AFB7-9658422B49D2}"/>
              </a:ext>
            </a:extLst>
          </p:cNvPr>
          <p:cNvGrpSpPr>
            <a:grpSpLocks/>
          </p:cNvGrpSpPr>
          <p:nvPr/>
        </p:nvGrpSpPr>
        <p:grpSpPr bwMode="auto">
          <a:xfrm>
            <a:off x="838200" y="1989271"/>
            <a:ext cx="10111483" cy="4024045"/>
            <a:chOff x="1776" y="3156"/>
            <a:chExt cx="8676" cy="4848"/>
          </a:xfrm>
        </p:grpSpPr>
        <p:sp>
          <p:nvSpPr>
            <p:cNvPr id="92166" name="Rectangle 5">
              <a:extLst>
                <a:ext uri="{FF2B5EF4-FFF2-40B4-BE49-F238E27FC236}">
                  <a16:creationId xmlns:a16="http://schemas.microsoft.com/office/drawing/2014/main" id="{86FB373C-0E86-B23E-BA39-FA7BBD281026}"/>
                </a:ext>
              </a:extLst>
            </p:cNvPr>
            <p:cNvSpPr>
              <a:spLocks noChangeArrowheads="1"/>
            </p:cNvSpPr>
            <p:nvPr/>
          </p:nvSpPr>
          <p:spPr bwMode="auto">
            <a:xfrm>
              <a:off x="1776" y="3156"/>
              <a:ext cx="8676" cy="484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167" name="Text Box 6">
              <a:extLst>
                <a:ext uri="{FF2B5EF4-FFF2-40B4-BE49-F238E27FC236}">
                  <a16:creationId xmlns:a16="http://schemas.microsoft.com/office/drawing/2014/main" id="{1A6837CB-8DC6-85A9-15E2-DA3B1F1597E6}"/>
                </a:ext>
              </a:extLst>
            </p:cNvPr>
            <p:cNvSpPr txBox="1">
              <a:spLocks noChangeArrowheads="1"/>
            </p:cNvSpPr>
            <p:nvPr/>
          </p:nvSpPr>
          <p:spPr bwMode="auto">
            <a:xfrm>
              <a:off x="2412" y="3662"/>
              <a:ext cx="7344"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48-bit input block</a:t>
              </a:r>
              <a:endParaRPr lang="en-US" altLang="en-US" sz="2400"/>
            </a:p>
          </p:txBody>
        </p:sp>
        <p:sp>
          <p:nvSpPr>
            <p:cNvPr id="92168" name="Text Box 7" descr="5%">
              <a:extLst>
                <a:ext uri="{FF2B5EF4-FFF2-40B4-BE49-F238E27FC236}">
                  <a16:creationId xmlns:a16="http://schemas.microsoft.com/office/drawing/2014/main" id="{C383D49A-CC46-45EB-62C1-DD5EE7EBCE2C}"/>
                </a:ext>
              </a:extLst>
            </p:cNvPr>
            <p:cNvSpPr txBox="1">
              <a:spLocks noChangeArrowheads="1"/>
            </p:cNvSpPr>
            <p:nvPr/>
          </p:nvSpPr>
          <p:spPr bwMode="auto">
            <a:xfrm>
              <a:off x="2568" y="4466"/>
              <a:ext cx="1632" cy="348"/>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6-bit sub-block</a:t>
              </a:r>
              <a:endParaRPr lang="en-US" altLang="en-US" sz="2400"/>
            </a:p>
          </p:txBody>
        </p:sp>
        <p:sp>
          <p:nvSpPr>
            <p:cNvPr id="92169" name="Text Box 8" descr="5%">
              <a:extLst>
                <a:ext uri="{FF2B5EF4-FFF2-40B4-BE49-F238E27FC236}">
                  <a16:creationId xmlns:a16="http://schemas.microsoft.com/office/drawing/2014/main" id="{ACCFB46D-830F-D5BC-9AB9-A967220A5E00}"/>
                </a:ext>
              </a:extLst>
            </p:cNvPr>
            <p:cNvSpPr txBox="1">
              <a:spLocks noChangeArrowheads="1"/>
            </p:cNvSpPr>
            <p:nvPr/>
          </p:nvSpPr>
          <p:spPr bwMode="auto">
            <a:xfrm>
              <a:off x="4356" y="4466"/>
              <a:ext cx="1632" cy="348"/>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6-bit sub-block</a:t>
              </a:r>
              <a:endParaRPr lang="en-US" altLang="en-US" sz="2400"/>
            </a:p>
          </p:txBody>
        </p:sp>
        <p:sp>
          <p:nvSpPr>
            <p:cNvPr id="92170" name="Text Box 9" descr="5%">
              <a:extLst>
                <a:ext uri="{FF2B5EF4-FFF2-40B4-BE49-F238E27FC236}">
                  <a16:creationId xmlns:a16="http://schemas.microsoft.com/office/drawing/2014/main" id="{639F9798-752A-53A0-12A1-97CC58941769}"/>
                </a:ext>
              </a:extLst>
            </p:cNvPr>
            <p:cNvSpPr txBox="1">
              <a:spLocks noChangeArrowheads="1"/>
            </p:cNvSpPr>
            <p:nvPr/>
          </p:nvSpPr>
          <p:spPr bwMode="auto">
            <a:xfrm>
              <a:off x="7980" y="4454"/>
              <a:ext cx="1632" cy="348"/>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6-bit sub-block</a:t>
              </a:r>
              <a:endParaRPr lang="en-US" altLang="en-US" sz="2400"/>
            </a:p>
          </p:txBody>
        </p:sp>
        <p:sp>
          <p:nvSpPr>
            <p:cNvPr id="92171" name="Text Box 10">
              <a:extLst>
                <a:ext uri="{FF2B5EF4-FFF2-40B4-BE49-F238E27FC236}">
                  <a16:creationId xmlns:a16="http://schemas.microsoft.com/office/drawing/2014/main" id="{DC6A8C05-3E9C-FE08-69BE-60F65BB28064}"/>
                </a:ext>
              </a:extLst>
            </p:cNvPr>
            <p:cNvSpPr txBox="1">
              <a:spLocks noChangeArrowheads="1"/>
            </p:cNvSpPr>
            <p:nvPr/>
          </p:nvSpPr>
          <p:spPr bwMode="auto">
            <a:xfrm>
              <a:off x="6156" y="5006"/>
              <a:ext cx="1632" cy="3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sym typeface="Symbol" panose="05050102010706020507" pitchFamily="18" charset="2"/>
                </a:rPr>
                <a:t></a:t>
              </a:r>
              <a:endParaRPr lang="en-US" altLang="en-US" sz="2400"/>
            </a:p>
          </p:txBody>
        </p:sp>
        <p:sp>
          <p:nvSpPr>
            <p:cNvPr id="92172" name="AutoShape 11">
              <a:extLst>
                <a:ext uri="{FF2B5EF4-FFF2-40B4-BE49-F238E27FC236}">
                  <a16:creationId xmlns:a16="http://schemas.microsoft.com/office/drawing/2014/main" id="{4A603E42-8FBC-C12E-5A7B-AD87BC1968CE}"/>
                </a:ext>
              </a:extLst>
            </p:cNvPr>
            <p:cNvSpPr>
              <a:spLocks noChangeArrowheads="1"/>
            </p:cNvSpPr>
            <p:nvPr/>
          </p:nvSpPr>
          <p:spPr bwMode="auto">
            <a:xfrm>
              <a:off x="3228" y="4058"/>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173" name="AutoShape 12">
              <a:extLst>
                <a:ext uri="{FF2B5EF4-FFF2-40B4-BE49-F238E27FC236}">
                  <a16:creationId xmlns:a16="http://schemas.microsoft.com/office/drawing/2014/main" id="{21705C11-AFB8-0E6B-3094-6DAB08955FBB}"/>
                </a:ext>
              </a:extLst>
            </p:cNvPr>
            <p:cNvSpPr>
              <a:spLocks noChangeArrowheads="1"/>
            </p:cNvSpPr>
            <p:nvPr/>
          </p:nvSpPr>
          <p:spPr bwMode="auto">
            <a:xfrm>
              <a:off x="5088" y="4058"/>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174" name="AutoShape 13">
              <a:extLst>
                <a:ext uri="{FF2B5EF4-FFF2-40B4-BE49-F238E27FC236}">
                  <a16:creationId xmlns:a16="http://schemas.microsoft.com/office/drawing/2014/main" id="{ADBDB8B3-298D-CC8F-2035-3B1C7FB2D18C}"/>
                </a:ext>
              </a:extLst>
            </p:cNvPr>
            <p:cNvSpPr>
              <a:spLocks noChangeArrowheads="1"/>
            </p:cNvSpPr>
            <p:nvPr/>
          </p:nvSpPr>
          <p:spPr bwMode="auto">
            <a:xfrm>
              <a:off x="8676" y="4046"/>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175" name="Oval 14">
              <a:extLst>
                <a:ext uri="{FF2B5EF4-FFF2-40B4-BE49-F238E27FC236}">
                  <a16:creationId xmlns:a16="http://schemas.microsoft.com/office/drawing/2014/main" id="{97045CA1-2A7C-1BCD-392A-FBCA0F21ABC4}"/>
                </a:ext>
              </a:extLst>
            </p:cNvPr>
            <p:cNvSpPr>
              <a:spLocks noChangeArrowheads="1"/>
            </p:cNvSpPr>
            <p:nvPr/>
          </p:nvSpPr>
          <p:spPr bwMode="auto">
            <a:xfrm>
              <a:off x="2724" y="5222"/>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S-box 1</a:t>
              </a:r>
              <a:endParaRPr lang="en-US" altLang="en-US" sz="2400"/>
            </a:p>
          </p:txBody>
        </p:sp>
        <p:sp>
          <p:nvSpPr>
            <p:cNvPr id="92176" name="Line 15">
              <a:extLst>
                <a:ext uri="{FF2B5EF4-FFF2-40B4-BE49-F238E27FC236}">
                  <a16:creationId xmlns:a16="http://schemas.microsoft.com/office/drawing/2014/main" id="{86B1BC62-280E-31BE-E35A-7C844D951389}"/>
                </a:ext>
              </a:extLst>
            </p:cNvPr>
            <p:cNvSpPr>
              <a:spLocks noChangeShapeType="1"/>
            </p:cNvSpPr>
            <p:nvPr/>
          </p:nvSpPr>
          <p:spPr bwMode="auto">
            <a:xfrm>
              <a:off x="3000" y="4814"/>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77" name="Line 16">
              <a:extLst>
                <a:ext uri="{FF2B5EF4-FFF2-40B4-BE49-F238E27FC236}">
                  <a16:creationId xmlns:a16="http://schemas.microsoft.com/office/drawing/2014/main" id="{567F43EC-0F7C-F68B-3797-C1957A66C738}"/>
                </a:ext>
              </a:extLst>
            </p:cNvPr>
            <p:cNvSpPr>
              <a:spLocks noChangeShapeType="1"/>
            </p:cNvSpPr>
            <p:nvPr/>
          </p:nvSpPr>
          <p:spPr bwMode="auto">
            <a:xfrm>
              <a:off x="3132" y="4814"/>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78" name="Line 17">
              <a:extLst>
                <a:ext uri="{FF2B5EF4-FFF2-40B4-BE49-F238E27FC236}">
                  <a16:creationId xmlns:a16="http://schemas.microsoft.com/office/drawing/2014/main" id="{773A4136-10C1-369D-8FF5-CC94112D8350}"/>
                </a:ext>
              </a:extLst>
            </p:cNvPr>
            <p:cNvSpPr>
              <a:spLocks noChangeShapeType="1"/>
            </p:cNvSpPr>
            <p:nvPr/>
          </p:nvSpPr>
          <p:spPr bwMode="auto">
            <a:xfrm flipH="1">
              <a:off x="3252" y="4826"/>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79" name="Line 18">
              <a:extLst>
                <a:ext uri="{FF2B5EF4-FFF2-40B4-BE49-F238E27FC236}">
                  <a16:creationId xmlns:a16="http://schemas.microsoft.com/office/drawing/2014/main" id="{2D4CC812-3702-CB3E-7FE9-5BEE8A5786E2}"/>
                </a:ext>
              </a:extLst>
            </p:cNvPr>
            <p:cNvSpPr>
              <a:spLocks noChangeShapeType="1"/>
            </p:cNvSpPr>
            <p:nvPr/>
          </p:nvSpPr>
          <p:spPr bwMode="auto">
            <a:xfrm>
              <a:off x="3372" y="4826"/>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0" name="Line 19">
              <a:extLst>
                <a:ext uri="{FF2B5EF4-FFF2-40B4-BE49-F238E27FC236}">
                  <a16:creationId xmlns:a16="http://schemas.microsoft.com/office/drawing/2014/main" id="{754CE513-E373-D0CE-7983-7C6298C228FA}"/>
                </a:ext>
              </a:extLst>
            </p:cNvPr>
            <p:cNvSpPr>
              <a:spLocks noChangeShapeType="1"/>
            </p:cNvSpPr>
            <p:nvPr/>
          </p:nvSpPr>
          <p:spPr bwMode="auto">
            <a:xfrm>
              <a:off x="3492" y="4814"/>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1" name="Line 20">
              <a:extLst>
                <a:ext uri="{FF2B5EF4-FFF2-40B4-BE49-F238E27FC236}">
                  <a16:creationId xmlns:a16="http://schemas.microsoft.com/office/drawing/2014/main" id="{E791C777-F29B-8858-EB1C-8A16313F8CD2}"/>
                </a:ext>
              </a:extLst>
            </p:cNvPr>
            <p:cNvSpPr>
              <a:spLocks noChangeShapeType="1"/>
            </p:cNvSpPr>
            <p:nvPr/>
          </p:nvSpPr>
          <p:spPr bwMode="auto">
            <a:xfrm flipH="1">
              <a:off x="3612"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2" name="Oval 21">
              <a:extLst>
                <a:ext uri="{FF2B5EF4-FFF2-40B4-BE49-F238E27FC236}">
                  <a16:creationId xmlns:a16="http://schemas.microsoft.com/office/drawing/2014/main" id="{41894C4C-3A8F-3028-E90A-7319232D051E}"/>
                </a:ext>
              </a:extLst>
            </p:cNvPr>
            <p:cNvSpPr>
              <a:spLocks noChangeArrowheads="1"/>
            </p:cNvSpPr>
            <p:nvPr/>
          </p:nvSpPr>
          <p:spPr bwMode="auto">
            <a:xfrm>
              <a:off x="4572" y="5234"/>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S-box 2</a:t>
              </a:r>
              <a:endParaRPr lang="en-US" altLang="en-US" sz="2400"/>
            </a:p>
          </p:txBody>
        </p:sp>
        <p:sp>
          <p:nvSpPr>
            <p:cNvPr id="92183" name="Line 22">
              <a:extLst>
                <a:ext uri="{FF2B5EF4-FFF2-40B4-BE49-F238E27FC236}">
                  <a16:creationId xmlns:a16="http://schemas.microsoft.com/office/drawing/2014/main" id="{830FF37D-F28D-04C7-9C91-AD8079EA79D5}"/>
                </a:ext>
              </a:extLst>
            </p:cNvPr>
            <p:cNvSpPr>
              <a:spLocks noChangeShapeType="1"/>
            </p:cNvSpPr>
            <p:nvPr/>
          </p:nvSpPr>
          <p:spPr bwMode="auto">
            <a:xfrm>
              <a:off x="4848" y="4826"/>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4" name="Line 23">
              <a:extLst>
                <a:ext uri="{FF2B5EF4-FFF2-40B4-BE49-F238E27FC236}">
                  <a16:creationId xmlns:a16="http://schemas.microsoft.com/office/drawing/2014/main" id="{9D7A10E5-0821-C5D5-F376-366228208209}"/>
                </a:ext>
              </a:extLst>
            </p:cNvPr>
            <p:cNvSpPr>
              <a:spLocks noChangeShapeType="1"/>
            </p:cNvSpPr>
            <p:nvPr/>
          </p:nvSpPr>
          <p:spPr bwMode="auto">
            <a:xfrm>
              <a:off x="4980"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5" name="Line 24">
              <a:extLst>
                <a:ext uri="{FF2B5EF4-FFF2-40B4-BE49-F238E27FC236}">
                  <a16:creationId xmlns:a16="http://schemas.microsoft.com/office/drawing/2014/main" id="{E34F5CF6-B729-C732-0A41-FCA420BC0EF3}"/>
                </a:ext>
              </a:extLst>
            </p:cNvPr>
            <p:cNvSpPr>
              <a:spLocks noChangeShapeType="1"/>
            </p:cNvSpPr>
            <p:nvPr/>
          </p:nvSpPr>
          <p:spPr bwMode="auto">
            <a:xfrm flipH="1">
              <a:off x="5100" y="4826"/>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6" name="Line 25">
              <a:extLst>
                <a:ext uri="{FF2B5EF4-FFF2-40B4-BE49-F238E27FC236}">
                  <a16:creationId xmlns:a16="http://schemas.microsoft.com/office/drawing/2014/main" id="{03E4F97B-33C4-0D66-CBB2-2FE04CA9D922}"/>
                </a:ext>
              </a:extLst>
            </p:cNvPr>
            <p:cNvSpPr>
              <a:spLocks noChangeShapeType="1"/>
            </p:cNvSpPr>
            <p:nvPr/>
          </p:nvSpPr>
          <p:spPr bwMode="auto">
            <a:xfrm>
              <a:off x="5220" y="4814"/>
              <a:ext cx="0" cy="4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7" name="Line 26">
              <a:extLst>
                <a:ext uri="{FF2B5EF4-FFF2-40B4-BE49-F238E27FC236}">
                  <a16:creationId xmlns:a16="http://schemas.microsoft.com/office/drawing/2014/main" id="{7A8364A0-7F63-8923-DB72-915F5BBD8D4B}"/>
                </a:ext>
              </a:extLst>
            </p:cNvPr>
            <p:cNvSpPr>
              <a:spLocks noChangeShapeType="1"/>
            </p:cNvSpPr>
            <p:nvPr/>
          </p:nvSpPr>
          <p:spPr bwMode="auto">
            <a:xfrm>
              <a:off x="5340" y="482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8" name="Line 27">
              <a:extLst>
                <a:ext uri="{FF2B5EF4-FFF2-40B4-BE49-F238E27FC236}">
                  <a16:creationId xmlns:a16="http://schemas.microsoft.com/office/drawing/2014/main" id="{04D0D5F1-B62F-C915-7B76-54414A254EF6}"/>
                </a:ext>
              </a:extLst>
            </p:cNvPr>
            <p:cNvSpPr>
              <a:spLocks noChangeShapeType="1"/>
            </p:cNvSpPr>
            <p:nvPr/>
          </p:nvSpPr>
          <p:spPr bwMode="auto">
            <a:xfrm flipH="1">
              <a:off x="5460" y="4814"/>
              <a:ext cx="0" cy="4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89" name="Oval 28">
              <a:extLst>
                <a:ext uri="{FF2B5EF4-FFF2-40B4-BE49-F238E27FC236}">
                  <a16:creationId xmlns:a16="http://schemas.microsoft.com/office/drawing/2014/main" id="{4D3804D0-A5A6-24D1-AB13-4F0CAC535CBD}"/>
                </a:ext>
              </a:extLst>
            </p:cNvPr>
            <p:cNvSpPr>
              <a:spLocks noChangeArrowheads="1"/>
            </p:cNvSpPr>
            <p:nvPr/>
          </p:nvSpPr>
          <p:spPr bwMode="auto">
            <a:xfrm>
              <a:off x="8232" y="5198"/>
              <a:ext cx="1248" cy="636"/>
            </a:xfrm>
            <a:prstGeom prst="ellipse">
              <a:avLst/>
            </a:prstGeom>
            <a:solidFill>
              <a:srgbClr val="80808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S-box 8</a:t>
              </a:r>
              <a:endParaRPr lang="en-US" altLang="en-US" sz="2400"/>
            </a:p>
          </p:txBody>
        </p:sp>
        <p:sp>
          <p:nvSpPr>
            <p:cNvPr id="92190" name="Line 29">
              <a:extLst>
                <a:ext uri="{FF2B5EF4-FFF2-40B4-BE49-F238E27FC236}">
                  <a16:creationId xmlns:a16="http://schemas.microsoft.com/office/drawing/2014/main" id="{3654B16F-45A4-C7C6-7759-D4E73FB97508}"/>
                </a:ext>
              </a:extLst>
            </p:cNvPr>
            <p:cNvSpPr>
              <a:spLocks noChangeShapeType="1"/>
            </p:cNvSpPr>
            <p:nvPr/>
          </p:nvSpPr>
          <p:spPr bwMode="auto">
            <a:xfrm>
              <a:off x="8508" y="4802"/>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1" name="Line 30">
              <a:extLst>
                <a:ext uri="{FF2B5EF4-FFF2-40B4-BE49-F238E27FC236}">
                  <a16:creationId xmlns:a16="http://schemas.microsoft.com/office/drawing/2014/main" id="{01F8B3F8-5012-5CB3-432C-2F123BFD3D14}"/>
                </a:ext>
              </a:extLst>
            </p:cNvPr>
            <p:cNvSpPr>
              <a:spLocks noChangeShapeType="1"/>
            </p:cNvSpPr>
            <p:nvPr/>
          </p:nvSpPr>
          <p:spPr bwMode="auto">
            <a:xfrm flipH="1">
              <a:off x="8640" y="4814"/>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2" name="Line 31">
              <a:extLst>
                <a:ext uri="{FF2B5EF4-FFF2-40B4-BE49-F238E27FC236}">
                  <a16:creationId xmlns:a16="http://schemas.microsoft.com/office/drawing/2014/main" id="{3D4092E5-E36A-0ABD-BA44-5A6FDD2C81C5}"/>
                </a:ext>
              </a:extLst>
            </p:cNvPr>
            <p:cNvSpPr>
              <a:spLocks noChangeShapeType="1"/>
            </p:cNvSpPr>
            <p:nvPr/>
          </p:nvSpPr>
          <p:spPr bwMode="auto">
            <a:xfrm flipH="1">
              <a:off x="8760" y="4802"/>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3" name="Line 32">
              <a:extLst>
                <a:ext uri="{FF2B5EF4-FFF2-40B4-BE49-F238E27FC236}">
                  <a16:creationId xmlns:a16="http://schemas.microsoft.com/office/drawing/2014/main" id="{37A44D87-BC4B-A517-9F49-C85B25139E96}"/>
                </a:ext>
              </a:extLst>
            </p:cNvPr>
            <p:cNvSpPr>
              <a:spLocks noChangeShapeType="1"/>
            </p:cNvSpPr>
            <p:nvPr/>
          </p:nvSpPr>
          <p:spPr bwMode="auto">
            <a:xfrm>
              <a:off x="8880" y="4802"/>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4" name="Line 33">
              <a:extLst>
                <a:ext uri="{FF2B5EF4-FFF2-40B4-BE49-F238E27FC236}">
                  <a16:creationId xmlns:a16="http://schemas.microsoft.com/office/drawing/2014/main" id="{4E4675E3-2BBC-AE53-27B4-43B80A5D41CE}"/>
                </a:ext>
              </a:extLst>
            </p:cNvPr>
            <p:cNvSpPr>
              <a:spLocks noChangeShapeType="1"/>
            </p:cNvSpPr>
            <p:nvPr/>
          </p:nvSpPr>
          <p:spPr bwMode="auto">
            <a:xfrm>
              <a:off x="9000" y="4814"/>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5" name="Line 34">
              <a:extLst>
                <a:ext uri="{FF2B5EF4-FFF2-40B4-BE49-F238E27FC236}">
                  <a16:creationId xmlns:a16="http://schemas.microsoft.com/office/drawing/2014/main" id="{051D5064-99E1-9AD1-F3C9-686BCEA00F52}"/>
                </a:ext>
              </a:extLst>
            </p:cNvPr>
            <p:cNvSpPr>
              <a:spLocks noChangeShapeType="1"/>
            </p:cNvSpPr>
            <p:nvPr/>
          </p:nvSpPr>
          <p:spPr bwMode="auto">
            <a:xfrm flipH="1">
              <a:off x="9120" y="4802"/>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6" name="Line 35">
              <a:extLst>
                <a:ext uri="{FF2B5EF4-FFF2-40B4-BE49-F238E27FC236}">
                  <a16:creationId xmlns:a16="http://schemas.microsoft.com/office/drawing/2014/main" id="{0AC6D7E0-2EA5-959E-3F1F-8FC7E5D48CE2}"/>
                </a:ext>
              </a:extLst>
            </p:cNvPr>
            <p:cNvSpPr>
              <a:spLocks noChangeShapeType="1"/>
            </p:cNvSpPr>
            <p:nvPr/>
          </p:nvSpPr>
          <p:spPr bwMode="auto">
            <a:xfrm>
              <a:off x="3168"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7" name="Line 36">
              <a:extLst>
                <a:ext uri="{FF2B5EF4-FFF2-40B4-BE49-F238E27FC236}">
                  <a16:creationId xmlns:a16="http://schemas.microsoft.com/office/drawing/2014/main" id="{13C8BBEA-B0FD-1D1B-8279-07BA1756DB23}"/>
                </a:ext>
              </a:extLst>
            </p:cNvPr>
            <p:cNvSpPr>
              <a:spLocks noChangeShapeType="1"/>
            </p:cNvSpPr>
            <p:nvPr/>
          </p:nvSpPr>
          <p:spPr bwMode="auto">
            <a:xfrm flipH="1">
              <a:off x="3288" y="5870"/>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8" name="Line 37">
              <a:extLst>
                <a:ext uri="{FF2B5EF4-FFF2-40B4-BE49-F238E27FC236}">
                  <a16:creationId xmlns:a16="http://schemas.microsoft.com/office/drawing/2014/main" id="{8D5A41E0-F03A-9EF9-3C87-3DC4A219AC3D}"/>
                </a:ext>
              </a:extLst>
            </p:cNvPr>
            <p:cNvSpPr>
              <a:spLocks noChangeShapeType="1"/>
            </p:cNvSpPr>
            <p:nvPr/>
          </p:nvSpPr>
          <p:spPr bwMode="auto">
            <a:xfrm>
              <a:off x="3408" y="5870"/>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199" name="Line 38">
              <a:extLst>
                <a:ext uri="{FF2B5EF4-FFF2-40B4-BE49-F238E27FC236}">
                  <a16:creationId xmlns:a16="http://schemas.microsoft.com/office/drawing/2014/main" id="{4865C9E2-8CEA-7A23-8FCD-5219BA902A40}"/>
                </a:ext>
              </a:extLst>
            </p:cNvPr>
            <p:cNvSpPr>
              <a:spLocks noChangeShapeType="1"/>
            </p:cNvSpPr>
            <p:nvPr/>
          </p:nvSpPr>
          <p:spPr bwMode="auto">
            <a:xfrm>
              <a:off x="3528"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0" name="Text Box 39" descr="5%">
              <a:extLst>
                <a:ext uri="{FF2B5EF4-FFF2-40B4-BE49-F238E27FC236}">
                  <a16:creationId xmlns:a16="http://schemas.microsoft.com/office/drawing/2014/main" id="{9CD77E6F-A3DC-DE1D-C89D-28C6121CBA9B}"/>
                </a:ext>
              </a:extLst>
            </p:cNvPr>
            <p:cNvSpPr txBox="1">
              <a:spLocks noChangeArrowheads="1"/>
            </p:cNvSpPr>
            <p:nvPr/>
          </p:nvSpPr>
          <p:spPr bwMode="auto">
            <a:xfrm>
              <a:off x="2664" y="6278"/>
              <a:ext cx="1356" cy="384"/>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4-bit output</a:t>
              </a:r>
              <a:endParaRPr lang="en-US" altLang="en-US" sz="2400"/>
            </a:p>
          </p:txBody>
        </p:sp>
        <p:sp>
          <p:nvSpPr>
            <p:cNvPr id="92201" name="Line 40">
              <a:extLst>
                <a:ext uri="{FF2B5EF4-FFF2-40B4-BE49-F238E27FC236}">
                  <a16:creationId xmlns:a16="http://schemas.microsoft.com/office/drawing/2014/main" id="{B70CB5CC-AF3E-233B-6127-3969F8BA9B82}"/>
                </a:ext>
              </a:extLst>
            </p:cNvPr>
            <p:cNvSpPr>
              <a:spLocks noChangeShapeType="1"/>
            </p:cNvSpPr>
            <p:nvPr/>
          </p:nvSpPr>
          <p:spPr bwMode="auto">
            <a:xfrm>
              <a:off x="5016"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2" name="Line 41">
              <a:extLst>
                <a:ext uri="{FF2B5EF4-FFF2-40B4-BE49-F238E27FC236}">
                  <a16:creationId xmlns:a16="http://schemas.microsoft.com/office/drawing/2014/main" id="{B45557AE-BC4E-F871-8B5F-F30396CB674E}"/>
                </a:ext>
              </a:extLst>
            </p:cNvPr>
            <p:cNvSpPr>
              <a:spLocks noChangeShapeType="1"/>
            </p:cNvSpPr>
            <p:nvPr/>
          </p:nvSpPr>
          <p:spPr bwMode="auto">
            <a:xfrm flipH="1">
              <a:off x="5136" y="5870"/>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3" name="Line 42">
              <a:extLst>
                <a:ext uri="{FF2B5EF4-FFF2-40B4-BE49-F238E27FC236}">
                  <a16:creationId xmlns:a16="http://schemas.microsoft.com/office/drawing/2014/main" id="{9C7B39A4-A3E6-780D-DC91-6D3D082F662A}"/>
                </a:ext>
              </a:extLst>
            </p:cNvPr>
            <p:cNvSpPr>
              <a:spLocks noChangeShapeType="1"/>
            </p:cNvSpPr>
            <p:nvPr/>
          </p:nvSpPr>
          <p:spPr bwMode="auto">
            <a:xfrm>
              <a:off x="5256" y="5870"/>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4" name="Line 43">
              <a:extLst>
                <a:ext uri="{FF2B5EF4-FFF2-40B4-BE49-F238E27FC236}">
                  <a16:creationId xmlns:a16="http://schemas.microsoft.com/office/drawing/2014/main" id="{727AE2DF-87C1-D987-00CE-3CA183BC45F4}"/>
                </a:ext>
              </a:extLst>
            </p:cNvPr>
            <p:cNvSpPr>
              <a:spLocks noChangeShapeType="1"/>
            </p:cNvSpPr>
            <p:nvPr/>
          </p:nvSpPr>
          <p:spPr bwMode="auto">
            <a:xfrm>
              <a:off x="5376" y="585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5" name="Text Box 44" descr="5%">
              <a:extLst>
                <a:ext uri="{FF2B5EF4-FFF2-40B4-BE49-F238E27FC236}">
                  <a16:creationId xmlns:a16="http://schemas.microsoft.com/office/drawing/2014/main" id="{ED86623E-582B-8A3D-40BA-EA766D11467D}"/>
                </a:ext>
              </a:extLst>
            </p:cNvPr>
            <p:cNvSpPr txBox="1">
              <a:spLocks noChangeArrowheads="1"/>
            </p:cNvSpPr>
            <p:nvPr/>
          </p:nvSpPr>
          <p:spPr bwMode="auto">
            <a:xfrm>
              <a:off x="4512" y="6278"/>
              <a:ext cx="1356" cy="384"/>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4-bit output</a:t>
              </a:r>
              <a:endParaRPr lang="en-US" altLang="en-US" sz="2400"/>
            </a:p>
          </p:txBody>
        </p:sp>
        <p:sp>
          <p:nvSpPr>
            <p:cNvPr id="92206" name="Line 45">
              <a:extLst>
                <a:ext uri="{FF2B5EF4-FFF2-40B4-BE49-F238E27FC236}">
                  <a16:creationId xmlns:a16="http://schemas.microsoft.com/office/drawing/2014/main" id="{0253921C-D44A-EBBB-887D-1CF596C30878}"/>
                </a:ext>
              </a:extLst>
            </p:cNvPr>
            <p:cNvSpPr>
              <a:spLocks noChangeShapeType="1"/>
            </p:cNvSpPr>
            <p:nvPr/>
          </p:nvSpPr>
          <p:spPr bwMode="auto">
            <a:xfrm>
              <a:off x="8676" y="584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7" name="Line 46">
              <a:extLst>
                <a:ext uri="{FF2B5EF4-FFF2-40B4-BE49-F238E27FC236}">
                  <a16:creationId xmlns:a16="http://schemas.microsoft.com/office/drawing/2014/main" id="{FA7F5241-DA84-121A-8EF1-9419E8E22506}"/>
                </a:ext>
              </a:extLst>
            </p:cNvPr>
            <p:cNvSpPr>
              <a:spLocks noChangeShapeType="1"/>
            </p:cNvSpPr>
            <p:nvPr/>
          </p:nvSpPr>
          <p:spPr bwMode="auto">
            <a:xfrm flipH="1">
              <a:off x="8796" y="5858"/>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8" name="Line 47">
              <a:extLst>
                <a:ext uri="{FF2B5EF4-FFF2-40B4-BE49-F238E27FC236}">
                  <a16:creationId xmlns:a16="http://schemas.microsoft.com/office/drawing/2014/main" id="{776282BC-84C5-E528-EA8A-9F49116A07BD}"/>
                </a:ext>
              </a:extLst>
            </p:cNvPr>
            <p:cNvSpPr>
              <a:spLocks noChangeShapeType="1"/>
            </p:cNvSpPr>
            <p:nvPr/>
          </p:nvSpPr>
          <p:spPr bwMode="auto">
            <a:xfrm>
              <a:off x="8916" y="5858"/>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09" name="Line 48">
              <a:extLst>
                <a:ext uri="{FF2B5EF4-FFF2-40B4-BE49-F238E27FC236}">
                  <a16:creationId xmlns:a16="http://schemas.microsoft.com/office/drawing/2014/main" id="{C6383DE7-97F8-6F47-856B-E8C80655ACCA}"/>
                </a:ext>
              </a:extLst>
            </p:cNvPr>
            <p:cNvSpPr>
              <a:spLocks noChangeShapeType="1"/>
            </p:cNvSpPr>
            <p:nvPr/>
          </p:nvSpPr>
          <p:spPr bwMode="auto">
            <a:xfrm>
              <a:off x="9036" y="5846"/>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2210" name="Text Box 49" descr="5%">
              <a:extLst>
                <a:ext uri="{FF2B5EF4-FFF2-40B4-BE49-F238E27FC236}">
                  <a16:creationId xmlns:a16="http://schemas.microsoft.com/office/drawing/2014/main" id="{85F734D6-0C16-63EB-D379-5085ECE24AED}"/>
                </a:ext>
              </a:extLst>
            </p:cNvPr>
            <p:cNvSpPr txBox="1">
              <a:spLocks noChangeArrowheads="1"/>
            </p:cNvSpPr>
            <p:nvPr/>
          </p:nvSpPr>
          <p:spPr bwMode="auto">
            <a:xfrm>
              <a:off x="8172" y="6266"/>
              <a:ext cx="1356" cy="384"/>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100" b="1">
                  <a:latin typeface="Times New Roman" panose="02020603050405020304" pitchFamily="18" charset="0"/>
                </a:rPr>
                <a:t>4-bit output</a:t>
              </a:r>
              <a:endParaRPr lang="en-US" altLang="en-US" sz="2400"/>
            </a:p>
          </p:txBody>
        </p:sp>
        <p:sp>
          <p:nvSpPr>
            <p:cNvPr id="92211" name="Text Box 50">
              <a:extLst>
                <a:ext uri="{FF2B5EF4-FFF2-40B4-BE49-F238E27FC236}">
                  <a16:creationId xmlns:a16="http://schemas.microsoft.com/office/drawing/2014/main" id="{CD3838E0-5D10-51BD-10A4-25184DC62981}"/>
                </a:ext>
              </a:extLst>
            </p:cNvPr>
            <p:cNvSpPr txBox="1">
              <a:spLocks noChangeArrowheads="1"/>
            </p:cNvSpPr>
            <p:nvPr/>
          </p:nvSpPr>
          <p:spPr bwMode="auto">
            <a:xfrm>
              <a:off x="3312" y="7082"/>
              <a:ext cx="5628"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32-bit output block</a:t>
              </a:r>
              <a:endParaRPr lang="en-US" altLang="en-US" sz="2400"/>
            </a:p>
          </p:txBody>
        </p:sp>
        <p:sp>
          <p:nvSpPr>
            <p:cNvPr id="92212" name="AutoShape 51">
              <a:extLst>
                <a:ext uri="{FF2B5EF4-FFF2-40B4-BE49-F238E27FC236}">
                  <a16:creationId xmlns:a16="http://schemas.microsoft.com/office/drawing/2014/main" id="{BDF1ACA4-2A69-5538-0C5E-0F2E105660E9}"/>
                </a:ext>
              </a:extLst>
            </p:cNvPr>
            <p:cNvSpPr>
              <a:spLocks noChangeArrowheads="1"/>
            </p:cNvSpPr>
            <p:nvPr/>
          </p:nvSpPr>
          <p:spPr bwMode="auto">
            <a:xfrm>
              <a:off x="3600" y="6674"/>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213" name="AutoShape 52">
              <a:extLst>
                <a:ext uri="{FF2B5EF4-FFF2-40B4-BE49-F238E27FC236}">
                  <a16:creationId xmlns:a16="http://schemas.microsoft.com/office/drawing/2014/main" id="{603245EA-1FAC-2B68-9305-428159A87E17}"/>
                </a:ext>
              </a:extLst>
            </p:cNvPr>
            <p:cNvSpPr>
              <a:spLocks noChangeArrowheads="1"/>
            </p:cNvSpPr>
            <p:nvPr/>
          </p:nvSpPr>
          <p:spPr bwMode="auto">
            <a:xfrm>
              <a:off x="5100" y="6674"/>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2214" name="AutoShape 53">
              <a:extLst>
                <a:ext uri="{FF2B5EF4-FFF2-40B4-BE49-F238E27FC236}">
                  <a16:creationId xmlns:a16="http://schemas.microsoft.com/office/drawing/2014/main" id="{F69C82EF-DD48-AF10-EF4E-83F7659B4178}"/>
                </a:ext>
              </a:extLst>
            </p:cNvPr>
            <p:cNvSpPr>
              <a:spLocks noChangeArrowheads="1"/>
            </p:cNvSpPr>
            <p:nvPr/>
          </p:nvSpPr>
          <p:spPr bwMode="auto">
            <a:xfrm>
              <a:off x="8628" y="6662"/>
              <a:ext cx="252" cy="408"/>
            </a:xfrm>
            <a:prstGeom prst="downArrow">
              <a:avLst>
                <a:gd name="adj1" fmla="val 50000"/>
                <a:gd name="adj2" fmla="val 4047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6">
            <a:extLst>
              <a:ext uri="{FF2B5EF4-FFF2-40B4-BE49-F238E27FC236}">
                <a16:creationId xmlns:a16="http://schemas.microsoft.com/office/drawing/2014/main" id="{E9F4CD6E-0B05-3814-E62E-222522C345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6116B0E-EB57-46DE-9B2A-176107A919EF}" type="slidenum">
              <a:rPr lang="en-US" altLang="en-US" sz="1400"/>
              <a:pPr>
                <a:spcBef>
                  <a:spcPct val="0"/>
                </a:spcBef>
                <a:buClrTx/>
                <a:buSzTx/>
                <a:buFontTx/>
                <a:buNone/>
              </a:pPr>
              <a:t>83</a:t>
            </a:fld>
            <a:endParaRPr lang="en-US" altLang="en-US" sz="1400"/>
          </a:p>
        </p:txBody>
      </p:sp>
      <p:sp>
        <p:nvSpPr>
          <p:cNvPr id="94211" name="Rectangle 2">
            <a:extLst>
              <a:ext uri="{FF2B5EF4-FFF2-40B4-BE49-F238E27FC236}">
                <a16:creationId xmlns:a16="http://schemas.microsoft.com/office/drawing/2014/main" id="{24B6B6F0-0BFE-FC24-26B0-876C6A9A7B14}"/>
              </a:ext>
            </a:extLst>
          </p:cNvPr>
          <p:cNvSpPr>
            <a:spLocks noGrp="1" noChangeArrowheads="1"/>
          </p:cNvSpPr>
          <p:nvPr>
            <p:ph type="title"/>
          </p:nvPr>
        </p:nvSpPr>
        <p:spPr/>
        <p:txBody>
          <a:bodyPr/>
          <a:lstStyle/>
          <a:p>
            <a:pPr eaLnBrk="1" hangingPunct="1"/>
            <a:r>
              <a:rPr lang="en-US" altLang="en-US"/>
              <a:t>S-Box Concept</a:t>
            </a:r>
          </a:p>
        </p:txBody>
      </p:sp>
      <p:sp>
        <p:nvSpPr>
          <p:cNvPr id="94212" name="Rectangle 3">
            <a:extLst>
              <a:ext uri="{FF2B5EF4-FFF2-40B4-BE49-F238E27FC236}">
                <a16:creationId xmlns:a16="http://schemas.microsoft.com/office/drawing/2014/main" id="{ED232C1D-C316-28D1-492B-9AA4D5DAF2A1}"/>
              </a:ext>
            </a:extLst>
          </p:cNvPr>
          <p:cNvSpPr>
            <a:spLocks noGrp="1" noChangeArrowheads="1"/>
          </p:cNvSpPr>
          <p:nvPr>
            <p:ph type="body" sz="half" idx="1"/>
          </p:nvPr>
        </p:nvSpPr>
        <p:spPr>
          <a:xfrm>
            <a:off x="1668998" y="1298523"/>
            <a:ext cx="8759272" cy="2266610"/>
          </a:xfrm>
        </p:spPr>
        <p:txBody>
          <a:bodyPr>
            <a:normAutofit/>
          </a:bodyPr>
          <a:lstStyle/>
          <a:p>
            <a:pPr eaLnBrk="1" hangingPunct="1"/>
            <a:r>
              <a:rPr lang="en-US" altLang="en-US" sz="2400" dirty="0"/>
              <a:t>Think of every S-box as a table that has 4 rows (numbered 0 to 3) and 16 columns (numbered 0 to 15). Thus, we have 8 such tables, one for each S-box. At the intersection of every row and column, a 4-bit number (which will be the 4-bit output for that S-box) is present. S-Box 1 is shown below.</a:t>
            </a:r>
          </a:p>
          <a:p>
            <a:pPr eaLnBrk="1" hangingPunct="1"/>
            <a:r>
              <a:rPr lang="en-US" altLang="en-US" sz="2400" dirty="0"/>
              <a:t>See next slide for logic</a:t>
            </a:r>
          </a:p>
          <a:p>
            <a:pPr eaLnBrk="1" hangingPunct="1"/>
            <a:endParaRPr lang="en-US" altLang="en-US" sz="2400" dirty="0"/>
          </a:p>
        </p:txBody>
      </p:sp>
      <p:graphicFrame>
        <p:nvGraphicFramePr>
          <p:cNvPr id="234913" name="Group 417">
            <a:extLst>
              <a:ext uri="{FF2B5EF4-FFF2-40B4-BE49-F238E27FC236}">
                <a16:creationId xmlns:a16="http://schemas.microsoft.com/office/drawing/2014/main" id="{50ADA3F7-6B21-5B99-A687-E069FFCB982F}"/>
              </a:ext>
            </a:extLst>
          </p:cNvPr>
          <p:cNvGraphicFramePr>
            <a:graphicFrameLocks noGrp="1"/>
          </p:cNvGraphicFramePr>
          <p:nvPr>
            <p:ph sz="half" idx="2"/>
          </p:nvPr>
        </p:nvGraphicFramePr>
        <p:xfrm>
          <a:off x="3124200" y="3733800"/>
          <a:ext cx="6781800" cy="2057400"/>
        </p:xfrm>
        <a:graphic>
          <a:graphicData uri="http://schemas.openxmlformats.org/drawingml/2006/table">
            <a:tbl>
              <a:tblPr/>
              <a:tblGrid>
                <a:gridCol w="422275">
                  <a:extLst>
                    <a:ext uri="{9D8B030D-6E8A-4147-A177-3AD203B41FA5}">
                      <a16:colId xmlns:a16="http://schemas.microsoft.com/office/drawing/2014/main" val="20000"/>
                    </a:ext>
                  </a:extLst>
                </a:gridCol>
                <a:gridCol w="423863">
                  <a:extLst>
                    <a:ext uri="{9D8B030D-6E8A-4147-A177-3AD203B41FA5}">
                      <a16:colId xmlns:a16="http://schemas.microsoft.com/office/drawing/2014/main" val="20001"/>
                    </a:ext>
                  </a:extLst>
                </a:gridCol>
                <a:gridCol w="422275">
                  <a:extLst>
                    <a:ext uri="{9D8B030D-6E8A-4147-A177-3AD203B41FA5}">
                      <a16:colId xmlns:a16="http://schemas.microsoft.com/office/drawing/2014/main" val="20002"/>
                    </a:ext>
                  </a:extLst>
                </a:gridCol>
                <a:gridCol w="423862">
                  <a:extLst>
                    <a:ext uri="{9D8B030D-6E8A-4147-A177-3AD203B41FA5}">
                      <a16:colId xmlns:a16="http://schemas.microsoft.com/office/drawing/2014/main" val="20003"/>
                    </a:ext>
                  </a:extLst>
                </a:gridCol>
                <a:gridCol w="422275">
                  <a:extLst>
                    <a:ext uri="{9D8B030D-6E8A-4147-A177-3AD203B41FA5}">
                      <a16:colId xmlns:a16="http://schemas.microsoft.com/office/drawing/2014/main" val="20004"/>
                    </a:ext>
                  </a:extLst>
                </a:gridCol>
                <a:gridCol w="422275">
                  <a:extLst>
                    <a:ext uri="{9D8B030D-6E8A-4147-A177-3AD203B41FA5}">
                      <a16:colId xmlns:a16="http://schemas.microsoft.com/office/drawing/2014/main" val="20005"/>
                    </a:ext>
                  </a:extLst>
                </a:gridCol>
                <a:gridCol w="423863">
                  <a:extLst>
                    <a:ext uri="{9D8B030D-6E8A-4147-A177-3AD203B41FA5}">
                      <a16:colId xmlns:a16="http://schemas.microsoft.com/office/drawing/2014/main" val="20006"/>
                    </a:ext>
                  </a:extLst>
                </a:gridCol>
                <a:gridCol w="422275">
                  <a:extLst>
                    <a:ext uri="{9D8B030D-6E8A-4147-A177-3AD203B41FA5}">
                      <a16:colId xmlns:a16="http://schemas.microsoft.com/office/drawing/2014/main" val="20007"/>
                    </a:ext>
                  </a:extLst>
                </a:gridCol>
                <a:gridCol w="425450">
                  <a:extLst>
                    <a:ext uri="{9D8B030D-6E8A-4147-A177-3AD203B41FA5}">
                      <a16:colId xmlns:a16="http://schemas.microsoft.com/office/drawing/2014/main" val="20008"/>
                    </a:ext>
                  </a:extLst>
                </a:gridCol>
                <a:gridCol w="423862">
                  <a:extLst>
                    <a:ext uri="{9D8B030D-6E8A-4147-A177-3AD203B41FA5}">
                      <a16:colId xmlns:a16="http://schemas.microsoft.com/office/drawing/2014/main" val="20009"/>
                    </a:ext>
                  </a:extLst>
                </a:gridCol>
                <a:gridCol w="425450">
                  <a:extLst>
                    <a:ext uri="{9D8B030D-6E8A-4147-A177-3AD203B41FA5}">
                      <a16:colId xmlns:a16="http://schemas.microsoft.com/office/drawing/2014/main" val="20010"/>
                    </a:ext>
                  </a:extLst>
                </a:gridCol>
                <a:gridCol w="425450">
                  <a:extLst>
                    <a:ext uri="{9D8B030D-6E8A-4147-A177-3AD203B41FA5}">
                      <a16:colId xmlns:a16="http://schemas.microsoft.com/office/drawing/2014/main" val="20011"/>
                    </a:ext>
                  </a:extLst>
                </a:gridCol>
                <a:gridCol w="423863">
                  <a:extLst>
                    <a:ext uri="{9D8B030D-6E8A-4147-A177-3AD203B41FA5}">
                      <a16:colId xmlns:a16="http://schemas.microsoft.com/office/drawing/2014/main" val="20012"/>
                    </a:ext>
                  </a:extLst>
                </a:gridCol>
                <a:gridCol w="425450">
                  <a:extLst>
                    <a:ext uri="{9D8B030D-6E8A-4147-A177-3AD203B41FA5}">
                      <a16:colId xmlns:a16="http://schemas.microsoft.com/office/drawing/2014/main" val="20013"/>
                    </a:ext>
                  </a:extLst>
                </a:gridCol>
                <a:gridCol w="423862">
                  <a:extLst>
                    <a:ext uri="{9D8B030D-6E8A-4147-A177-3AD203B41FA5}">
                      <a16:colId xmlns:a16="http://schemas.microsoft.com/office/drawing/2014/main" val="20014"/>
                    </a:ext>
                  </a:extLst>
                </a:gridCol>
                <a:gridCol w="425450">
                  <a:extLst>
                    <a:ext uri="{9D8B030D-6E8A-4147-A177-3AD203B41FA5}">
                      <a16:colId xmlns:a16="http://schemas.microsoft.com/office/drawing/2014/main" val="20015"/>
                    </a:ext>
                  </a:extLst>
                </a:gridCol>
              </a:tblGrid>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5">
            <a:extLst>
              <a:ext uri="{FF2B5EF4-FFF2-40B4-BE49-F238E27FC236}">
                <a16:creationId xmlns:a16="http://schemas.microsoft.com/office/drawing/2014/main" id="{38B43EF7-7B53-5338-DA19-F52A11FCBE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E9CF948-F0CE-4311-B3BD-6C710B12895D}" type="slidenum">
              <a:rPr lang="en-US" altLang="en-US" sz="1400"/>
              <a:pPr>
                <a:spcBef>
                  <a:spcPct val="0"/>
                </a:spcBef>
                <a:buClrTx/>
                <a:buSzTx/>
                <a:buFontTx/>
                <a:buNone/>
              </a:pPr>
              <a:t>84</a:t>
            </a:fld>
            <a:endParaRPr lang="en-US" altLang="en-US" sz="1400"/>
          </a:p>
        </p:txBody>
      </p:sp>
      <p:sp>
        <p:nvSpPr>
          <p:cNvPr id="96259" name="Rectangle 2">
            <a:extLst>
              <a:ext uri="{FF2B5EF4-FFF2-40B4-BE49-F238E27FC236}">
                <a16:creationId xmlns:a16="http://schemas.microsoft.com/office/drawing/2014/main" id="{533309D0-FC9E-490C-D6DC-E65EEB688FC4}"/>
              </a:ext>
            </a:extLst>
          </p:cNvPr>
          <p:cNvSpPr>
            <a:spLocks noGrp="1" noChangeArrowheads="1"/>
          </p:cNvSpPr>
          <p:nvPr>
            <p:ph type="title"/>
          </p:nvPr>
        </p:nvSpPr>
        <p:spPr/>
        <p:txBody>
          <a:bodyPr/>
          <a:lstStyle/>
          <a:p>
            <a:pPr eaLnBrk="1" hangingPunct="1"/>
            <a:r>
              <a:rPr lang="en-US" altLang="en-US"/>
              <a:t>S-Box Logic</a:t>
            </a:r>
          </a:p>
        </p:txBody>
      </p:sp>
      <p:sp>
        <p:nvSpPr>
          <p:cNvPr id="96260" name="Rectangle 3">
            <a:extLst>
              <a:ext uri="{FF2B5EF4-FFF2-40B4-BE49-F238E27FC236}">
                <a16:creationId xmlns:a16="http://schemas.microsoft.com/office/drawing/2014/main" id="{A6DCBA5D-50C0-1484-509F-4884D4FCF028}"/>
              </a:ext>
            </a:extLst>
          </p:cNvPr>
          <p:cNvSpPr>
            <a:spLocks noGrp="1" noChangeArrowheads="1"/>
          </p:cNvSpPr>
          <p:nvPr>
            <p:ph type="body" idx="1"/>
          </p:nvPr>
        </p:nvSpPr>
        <p:spPr/>
        <p:txBody>
          <a:bodyPr/>
          <a:lstStyle/>
          <a:p>
            <a:pPr eaLnBrk="1" hangingPunct="1"/>
            <a:endParaRPr lang="en-GB" altLang="en-US" dirty="0"/>
          </a:p>
        </p:txBody>
      </p:sp>
      <p:grpSp>
        <p:nvGrpSpPr>
          <p:cNvPr id="96261" name="Group 4">
            <a:extLst>
              <a:ext uri="{FF2B5EF4-FFF2-40B4-BE49-F238E27FC236}">
                <a16:creationId xmlns:a16="http://schemas.microsoft.com/office/drawing/2014/main" id="{35972C17-76D0-1C32-EE61-343727C52B75}"/>
              </a:ext>
            </a:extLst>
          </p:cNvPr>
          <p:cNvGrpSpPr>
            <a:grpSpLocks/>
          </p:cNvGrpSpPr>
          <p:nvPr/>
        </p:nvGrpSpPr>
        <p:grpSpPr bwMode="auto">
          <a:xfrm>
            <a:off x="1367318" y="2095499"/>
            <a:ext cx="9215063" cy="3699125"/>
            <a:chOff x="2904" y="10500"/>
            <a:chExt cx="6780" cy="3156"/>
          </a:xfrm>
        </p:grpSpPr>
        <p:sp>
          <p:nvSpPr>
            <p:cNvPr id="96262" name="Rectangle 5">
              <a:extLst>
                <a:ext uri="{FF2B5EF4-FFF2-40B4-BE49-F238E27FC236}">
                  <a16:creationId xmlns:a16="http://schemas.microsoft.com/office/drawing/2014/main" id="{3794E805-9FEC-A8D4-97E5-2CA3C47DDA04}"/>
                </a:ext>
              </a:extLst>
            </p:cNvPr>
            <p:cNvSpPr>
              <a:spLocks noChangeArrowheads="1"/>
            </p:cNvSpPr>
            <p:nvPr/>
          </p:nvSpPr>
          <p:spPr bwMode="auto">
            <a:xfrm>
              <a:off x="2904" y="10500"/>
              <a:ext cx="6780" cy="315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96263" name="Text Box 6">
              <a:extLst>
                <a:ext uri="{FF2B5EF4-FFF2-40B4-BE49-F238E27FC236}">
                  <a16:creationId xmlns:a16="http://schemas.microsoft.com/office/drawing/2014/main" id="{7A7BCF2C-14A3-2C4A-78AF-F15C18E78BC1}"/>
                </a:ext>
              </a:extLst>
            </p:cNvPr>
            <p:cNvSpPr txBox="1">
              <a:spLocks noChangeArrowheads="1"/>
            </p:cNvSpPr>
            <p:nvPr/>
          </p:nvSpPr>
          <p:spPr bwMode="auto">
            <a:xfrm>
              <a:off x="4596" y="11040"/>
              <a:ext cx="3408"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b2	b3	b4	b5</a:t>
              </a:r>
              <a:endParaRPr lang="en-US" altLang="en-US" sz="2400"/>
            </a:p>
          </p:txBody>
        </p:sp>
        <p:sp>
          <p:nvSpPr>
            <p:cNvPr id="96264" name="Text Box 7" descr="Dotted grid">
              <a:extLst>
                <a:ext uri="{FF2B5EF4-FFF2-40B4-BE49-F238E27FC236}">
                  <a16:creationId xmlns:a16="http://schemas.microsoft.com/office/drawing/2014/main" id="{8B6BB006-5B5C-5E9F-BD87-A5ADF9243081}"/>
                </a:ext>
              </a:extLst>
            </p:cNvPr>
            <p:cNvSpPr txBox="1">
              <a:spLocks noChangeArrowheads="1"/>
            </p:cNvSpPr>
            <p:nvPr/>
          </p:nvSpPr>
          <p:spPr bwMode="auto">
            <a:xfrm>
              <a:off x="3480" y="11052"/>
              <a:ext cx="780" cy="408"/>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dirty="0">
                  <a:latin typeface="Times New Roman" panose="02020603050405020304" pitchFamily="18" charset="0"/>
                </a:rPr>
                <a:t>b1</a:t>
              </a:r>
              <a:endParaRPr lang="en-US" altLang="en-US" sz="4000" dirty="0"/>
            </a:p>
          </p:txBody>
        </p:sp>
        <p:sp>
          <p:nvSpPr>
            <p:cNvPr id="96265" name="Text Box 8" descr="Dotted grid">
              <a:extLst>
                <a:ext uri="{FF2B5EF4-FFF2-40B4-BE49-F238E27FC236}">
                  <a16:creationId xmlns:a16="http://schemas.microsoft.com/office/drawing/2014/main" id="{E7A16E34-860B-24F6-E810-EC9DC78B1E17}"/>
                </a:ext>
              </a:extLst>
            </p:cNvPr>
            <p:cNvSpPr txBox="1">
              <a:spLocks noChangeArrowheads="1"/>
            </p:cNvSpPr>
            <p:nvPr/>
          </p:nvSpPr>
          <p:spPr bwMode="auto">
            <a:xfrm>
              <a:off x="8292" y="11028"/>
              <a:ext cx="780" cy="408"/>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b6</a:t>
              </a:r>
              <a:endParaRPr lang="en-US" altLang="en-US" sz="4000"/>
            </a:p>
          </p:txBody>
        </p:sp>
        <p:sp>
          <p:nvSpPr>
            <p:cNvPr id="96266" name="Line 9">
              <a:extLst>
                <a:ext uri="{FF2B5EF4-FFF2-40B4-BE49-F238E27FC236}">
                  <a16:creationId xmlns:a16="http://schemas.microsoft.com/office/drawing/2014/main" id="{4ABF6E08-13AC-F4E9-3AA4-0225FA6711CE}"/>
                </a:ext>
              </a:extLst>
            </p:cNvPr>
            <p:cNvSpPr>
              <a:spLocks noChangeShapeType="1"/>
            </p:cNvSpPr>
            <p:nvPr/>
          </p:nvSpPr>
          <p:spPr bwMode="auto">
            <a:xfrm>
              <a:off x="3804" y="11472"/>
              <a:ext cx="0" cy="14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6267" name="Line 10">
              <a:extLst>
                <a:ext uri="{FF2B5EF4-FFF2-40B4-BE49-F238E27FC236}">
                  <a16:creationId xmlns:a16="http://schemas.microsoft.com/office/drawing/2014/main" id="{06B326FD-9BA1-74DB-D047-CE996D7E8F73}"/>
                </a:ext>
              </a:extLst>
            </p:cNvPr>
            <p:cNvSpPr>
              <a:spLocks noChangeShapeType="1"/>
            </p:cNvSpPr>
            <p:nvPr/>
          </p:nvSpPr>
          <p:spPr bwMode="auto">
            <a:xfrm>
              <a:off x="8640" y="11448"/>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400"/>
            </a:p>
          </p:txBody>
        </p:sp>
        <p:sp>
          <p:nvSpPr>
            <p:cNvPr id="96268" name="Text Box 11">
              <a:extLst>
                <a:ext uri="{FF2B5EF4-FFF2-40B4-BE49-F238E27FC236}">
                  <a16:creationId xmlns:a16="http://schemas.microsoft.com/office/drawing/2014/main" id="{D42818AF-339D-7D22-3529-CD04E6FA2C83}"/>
                </a:ext>
              </a:extLst>
            </p:cNvPr>
            <p:cNvSpPr txBox="1">
              <a:spLocks noChangeArrowheads="1"/>
            </p:cNvSpPr>
            <p:nvPr/>
          </p:nvSpPr>
          <p:spPr bwMode="auto">
            <a:xfrm>
              <a:off x="5112" y="11832"/>
              <a:ext cx="2184"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4-bit column number</a:t>
              </a:r>
              <a:endParaRPr lang="en-US" altLang="en-US" sz="2400"/>
            </a:p>
          </p:txBody>
        </p:sp>
        <p:sp>
          <p:nvSpPr>
            <p:cNvPr id="96269" name="Text Box 12" descr="Dotted grid">
              <a:extLst>
                <a:ext uri="{FF2B5EF4-FFF2-40B4-BE49-F238E27FC236}">
                  <a16:creationId xmlns:a16="http://schemas.microsoft.com/office/drawing/2014/main" id="{D6BFD82C-25A9-EC07-46B6-E15A77E31825}"/>
                </a:ext>
              </a:extLst>
            </p:cNvPr>
            <p:cNvSpPr txBox="1">
              <a:spLocks noChangeArrowheads="1"/>
            </p:cNvSpPr>
            <p:nvPr/>
          </p:nvSpPr>
          <p:spPr bwMode="auto">
            <a:xfrm>
              <a:off x="5124" y="12660"/>
              <a:ext cx="2184" cy="42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t>2-bit row number</a:t>
              </a:r>
              <a:endParaRPr lang="en-US" altLang="en-US" sz="2400"/>
            </a:p>
          </p:txBody>
        </p:sp>
        <p:sp>
          <p:nvSpPr>
            <p:cNvPr id="96270" name="Line 13">
              <a:extLst>
                <a:ext uri="{FF2B5EF4-FFF2-40B4-BE49-F238E27FC236}">
                  <a16:creationId xmlns:a16="http://schemas.microsoft.com/office/drawing/2014/main" id="{254D458B-3738-506A-31C2-9A558810F35E}"/>
                </a:ext>
              </a:extLst>
            </p:cNvPr>
            <p:cNvSpPr>
              <a:spLocks noChangeShapeType="1"/>
            </p:cNvSpPr>
            <p:nvPr/>
          </p:nvSpPr>
          <p:spPr bwMode="auto">
            <a:xfrm>
              <a:off x="3816" y="12936"/>
              <a:ext cx="13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96271" name="Line 14">
              <a:extLst>
                <a:ext uri="{FF2B5EF4-FFF2-40B4-BE49-F238E27FC236}">
                  <a16:creationId xmlns:a16="http://schemas.microsoft.com/office/drawing/2014/main" id="{0C873E34-BBD5-124F-0CA1-64D8FDF52070}"/>
                </a:ext>
              </a:extLst>
            </p:cNvPr>
            <p:cNvSpPr>
              <a:spLocks noChangeShapeType="1"/>
            </p:cNvSpPr>
            <p:nvPr/>
          </p:nvSpPr>
          <p:spPr bwMode="auto">
            <a:xfrm flipH="1">
              <a:off x="7296" y="12888"/>
              <a:ext cx="13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96272" name="Line 15">
              <a:extLst>
                <a:ext uri="{FF2B5EF4-FFF2-40B4-BE49-F238E27FC236}">
                  <a16:creationId xmlns:a16="http://schemas.microsoft.com/office/drawing/2014/main" id="{50088FDE-B76F-C27E-F2BB-77D1F0828FD4}"/>
                </a:ext>
              </a:extLst>
            </p:cNvPr>
            <p:cNvSpPr>
              <a:spLocks noChangeShapeType="1"/>
            </p:cNvSpPr>
            <p:nvPr/>
          </p:nvSpPr>
          <p:spPr bwMode="auto">
            <a:xfrm>
              <a:off x="4608" y="11472"/>
              <a:ext cx="504"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96273" name="Line 16">
              <a:extLst>
                <a:ext uri="{FF2B5EF4-FFF2-40B4-BE49-F238E27FC236}">
                  <a16:creationId xmlns:a16="http://schemas.microsoft.com/office/drawing/2014/main" id="{48AC0070-D045-C3B1-5B8E-97FF5541787B}"/>
                </a:ext>
              </a:extLst>
            </p:cNvPr>
            <p:cNvSpPr>
              <a:spLocks noChangeShapeType="1"/>
            </p:cNvSpPr>
            <p:nvPr/>
          </p:nvSpPr>
          <p:spPr bwMode="auto">
            <a:xfrm flipH="1">
              <a:off x="7296" y="11472"/>
              <a:ext cx="720" cy="3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gr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a:extLst>
              <a:ext uri="{FF2B5EF4-FFF2-40B4-BE49-F238E27FC236}">
                <a16:creationId xmlns:a16="http://schemas.microsoft.com/office/drawing/2014/main" id="{E0E3F9C6-34E6-333F-1924-2CC6D113C4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5D03D29-DF00-440F-A856-6A36AC468B4E}" type="slidenum">
              <a:rPr lang="en-US" altLang="en-US" sz="1400"/>
              <a:pPr>
                <a:spcBef>
                  <a:spcPct val="0"/>
                </a:spcBef>
                <a:buClrTx/>
                <a:buSzTx/>
                <a:buFontTx/>
                <a:buNone/>
              </a:pPr>
              <a:t>85</a:t>
            </a:fld>
            <a:endParaRPr lang="en-US" altLang="en-US" sz="1400"/>
          </a:p>
        </p:txBody>
      </p:sp>
      <p:sp>
        <p:nvSpPr>
          <p:cNvPr id="98307" name="Rectangle 2">
            <a:extLst>
              <a:ext uri="{FF2B5EF4-FFF2-40B4-BE49-F238E27FC236}">
                <a16:creationId xmlns:a16="http://schemas.microsoft.com/office/drawing/2014/main" id="{4DF3AE12-7BDE-9E0F-A9C5-CDC39E0483FE}"/>
              </a:ext>
            </a:extLst>
          </p:cNvPr>
          <p:cNvSpPr>
            <a:spLocks noGrp="1" noChangeArrowheads="1"/>
          </p:cNvSpPr>
          <p:nvPr>
            <p:ph type="title"/>
          </p:nvPr>
        </p:nvSpPr>
        <p:spPr/>
        <p:txBody>
          <a:bodyPr/>
          <a:lstStyle/>
          <a:p>
            <a:pPr eaLnBrk="1" hangingPunct="1"/>
            <a:r>
              <a:rPr lang="en-US" altLang="en-US"/>
              <a:t>P-Box Permutation</a:t>
            </a:r>
          </a:p>
        </p:txBody>
      </p:sp>
      <p:graphicFrame>
        <p:nvGraphicFramePr>
          <p:cNvPr id="237765" name="Group 197">
            <a:extLst>
              <a:ext uri="{FF2B5EF4-FFF2-40B4-BE49-F238E27FC236}">
                <a16:creationId xmlns:a16="http://schemas.microsoft.com/office/drawing/2014/main" id="{35E74CC3-4216-7654-7B49-F03AE43D0BED}"/>
              </a:ext>
            </a:extLst>
          </p:cNvPr>
          <p:cNvGraphicFramePr>
            <a:graphicFrameLocks noGrp="1"/>
          </p:cNvGraphicFramePr>
          <p:nvPr>
            <p:ph idx="1"/>
          </p:nvPr>
        </p:nvGraphicFramePr>
        <p:xfrm>
          <a:off x="2706688" y="2017714"/>
          <a:ext cx="7772400" cy="1106487"/>
        </p:xfrm>
        <a:graphic>
          <a:graphicData uri="http://schemas.openxmlformats.org/drawingml/2006/table">
            <a:tbl>
              <a:tblPr/>
              <a:tblGrid>
                <a:gridCol w="484187">
                  <a:extLst>
                    <a:ext uri="{9D8B030D-6E8A-4147-A177-3AD203B41FA5}">
                      <a16:colId xmlns:a16="http://schemas.microsoft.com/office/drawing/2014/main" val="20000"/>
                    </a:ext>
                  </a:extLst>
                </a:gridCol>
                <a:gridCol w="485775">
                  <a:extLst>
                    <a:ext uri="{9D8B030D-6E8A-4147-A177-3AD203B41FA5}">
                      <a16:colId xmlns:a16="http://schemas.microsoft.com/office/drawing/2014/main" val="20001"/>
                    </a:ext>
                  </a:extLst>
                </a:gridCol>
                <a:gridCol w="484188">
                  <a:extLst>
                    <a:ext uri="{9D8B030D-6E8A-4147-A177-3AD203B41FA5}">
                      <a16:colId xmlns:a16="http://schemas.microsoft.com/office/drawing/2014/main" val="20002"/>
                    </a:ext>
                  </a:extLst>
                </a:gridCol>
                <a:gridCol w="484187">
                  <a:extLst>
                    <a:ext uri="{9D8B030D-6E8A-4147-A177-3AD203B41FA5}">
                      <a16:colId xmlns:a16="http://schemas.microsoft.com/office/drawing/2014/main" val="20003"/>
                    </a:ext>
                  </a:extLst>
                </a:gridCol>
                <a:gridCol w="485775">
                  <a:extLst>
                    <a:ext uri="{9D8B030D-6E8A-4147-A177-3AD203B41FA5}">
                      <a16:colId xmlns:a16="http://schemas.microsoft.com/office/drawing/2014/main" val="20004"/>
                    </a:ext>
                  </a:extLst>
                </a:gridCol>
                <a:gridCol w="484188">
                  <a:extLst>
                    <a:ext uri="{9D8B030D-6E8A-4147-A177-3AD203B41FA5}">
                      <a16:colId xmlns:a16="http://schemas.microsoft.com/office/drawing/2014/main" val="20005"/>
                    </a:ext>
                  </a:extLst>
                </a:gridCol>
                <a:gridCol w="484187">
                  <a:extLst>
                    <a:ext uri="{9D8B030D-6E8A-4147-A177-3AD203B41FA5}">
                      <a16:colId xmlns:a16="http://schemas.microsoft.com/office/drawing/2014/main" val="20006"/>
                    </a:ext>
                  </a:extLst>
                </a:gridCol>
                <a:gridCol w="484188">
                  <a:extLst>
                    <a:ext uri="{9D8B030D-6E8A-4147-A177-3AD203B41FA5}">
                      <a16:colId xmlns:a16="http://schemas.microsoft.com/office/drawing/2014/main" val="20007"/>
                    </a:ext>
                  </a:extLst>
                </a:gridCol>
                <a:gridCol w="487362">
                  <a:extLst>
                    <a:ext uri="{9D8B030D-6E8A-4147-A177-3AD203B41FA5}">
                      <a16:colId xmlns:a16="http://schemas.microsoft.com/office/drawing/2014/main" val="20008"/>
                    </a:ext>
                  </a:extLst>
                </a:gridCol>
                <a:gridCol w="487363">
                  <a:extLst>
                    <a:ext uri="{9D8B030D-6E8A-4147-A177-3AD203B41FA5}">
                      <a16:colId xmlns:a16="http://schemas.microsoft.com/office/drawing/2014/main" val="20009"/>
                    </a:ext>
                  </a:extLst>
                </a:gridCol>
                <a:gridCol w="487362">
                  <a:extLst>
                    <a:ext uri="{9D8B030D-6E8A-4147-A177-3AD203B41FA5}">
                      <a16:colId xmlns:a16="http://schemas.microsoft.com/office/drawing/2014/main" val="20010"/>
                    </a:ext>
                  </a:extLst>
                </a:gridCol>
                <a:gridCol w="485775">
                  <a:extLst>
                    <a:ext uri="{9D8B030D-6E8A-4147-A177-3AD203B41FA5}">
                      <a16:colId xmlns:a16="http://schemas.microsoft.com/office/drawing/2014/main" val="20011"/>
                    </a:ext>
                  </a:extLst>
                </a:gridCol>
                <a:gridCol w="487363">
                  <a:extLst>
                    <a:ext uri="{9D8B030D-6E8A-4147-A177-3AD203B41FA5}">
                      <a16:colId xmlns:a16="http://schemas.microsoft.com/office/drawing/2014/main" val="20012"/>
                    </a:ext>
                  </a:extLst>
                </a:gridCol>
                <a:gridCol w="487362">
                  <a:extLst>
                    <a:ext uri="{9D8B030D-6E8A-4147-A177-3AD203B41FA5}">
                      <a16:colId xmlns:a16="http://schemas.microsoft.com/office/drawing/2014/main" val="20013"/>
                    </a:ext>
                  </a:extLst>
                </a:gridCol>
                <a:gridCol w="485775">
                  <a:extLst>
                    <a:ext uri="{9D8B030D-6E8A-4147-A177-3AD203B41FA5}">
                      <a16:colId xmlns:a16="http://schemas.microsoft.com/office/drawing/2014/main" val="20014"/>
                    </a:ext>
                  </a:extLst>
                </a:gridCol>
                <a:gridCol w="487363">
                  <a:extLst>
                    <a:ext uri="{9D8B030D-6E8A-4147-A177-3AD203B41FA5}">
                      <a16:colId xmlns:a16="http://schemas.microsoft.com/office/drawing/2014/main" val="20015"/>
                    </a:ext>
                  </a:extLst>
                </a:gridCol>
              </a:tblGrid>
              <a:tr h="5540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7</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29</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28</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17</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23</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26</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18</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31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4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8</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24</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32</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27</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3</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9</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19</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30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6</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22</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4</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25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a:extLst>
              <a:ext uri="{FF2B5EF4-FFF2-40B4-BE49-F238E27FC236}">
                <a16:creationId xmlns:a16="http://schemas.microsoft.com/office/drawing/2014/main" id="{1A863B06-0CFF-4CBB-E8D1-3E5A5009EA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31F6FCC-8F57-4EF2-B5D3-65E3D41A0042}" type="slidenum">
              <a:rPr lang="en-US" altLang="en-US" sz="1400"/>
              <a:pPr>
                <a:spcBef>
                  <a:spcPct val="0"/>
                </a:spcBef>
                <a:buClrTx/>
                <a:buSzTx/>
                <a:buFontTx/>
                <a:buNone/>
              </a:pPr>
              <a:t>86</a:t>
            </a:fld>
            <a:endParaRPr lang="en-US" altLang="en-US" sz="1400"/>
          </a:p>
        </p:txBody>
      </p:sp>
      <p:sp>
        <p:nvSpPr>
          <p:cNvPr id="100355" name="Rectangle 2">
            <a:extLst>
              <a:ext uri="{FF2B5EF4-FFF2-40B4-BE49-F238E27FC236}">
                <a16:creationId xmlns:a16="http://schemas.microsoft.com/office/drawing/2014/main" id="{63458264-2948-30F3-DC2F-335D91357683}"/>
              </a:ext>
            </a:extLst>
          </p:cNvPr>
          <p:cNvSpPr>
            <a:spLocks noGrp="1" noChangeArrowheads="1"/>
          </p:cNvSpPr>
          <p:nvPr>
            <p:ph type="title"/>
          </p:nvPr>
        </p:nvSpPr>
        <p:spPr/>
        <p:txBody>
          <a:bodyPr/>
          <a:lstStyle/>
          <a:p>
            <a:pPr eaLnBrk="1" hangingPunct="1"/>
            <a:r>
              <a:rPr lang="en-US" altLang="en-US"/>
              <a:t>XOR and Swap</a:t>
            </a:r>
          </a:p>
        </p:txBody>
      </p:sp>
      <p:sp>
        <p:nvSpPr>
          <p:cNvPr id="100356" name="Rectangle 3">
            <a:extLst>
              <a:ext uri="{FF2B5EF4-FFF2-40B4-BE49-F238E27FC236}">
                <a16:creationId xmlns:a16="http://schemas.microsoft.com/office/drawing/2014/main" id="{770C1FD2-5C47-EC42-0F69-952922D2681A}"/>
              </a:ext>
            </a:extLst>
          </p:cNvPr>
          <p:cNvSpPr>
            <a:spLocks noGrp="1" noChangeArrowheads="1"/>
          </p:cNvSpPr>
          <p:nvPr>
            <p:ph type="body" idx="1"/>
          </p:nvPr>
        </p:nvSpPr>
        <p:spPr/>
        <p:txBody>
          <a:bodyPr/>
          <a:lstStyle/>
          <a:p>
            <a:pPr eaLnBrk="1" hangingPunct="1"/>
            <a:endParaRPr lang="en-GB" altLang="en-US"/>
          </a:p>
        </p:txBody>
      </p:sp>
      <p:grpSp>
        <p:nvGrpSpPr>
          <p:cNvPr id="100357" name="Group 4">
            <a:extLst>
              <a:ext uri="{FF2B5EF4-FFF2-40B4-BE49-F238E27FC236}">
                <a16:creationId xmlns:a16="http://schemas.microsoft.com/office/drawing/2014/main" id="{42E731D3-B596-CDDB-8FE6-DEB2C6FC5FFF}"/>
              </a:ext>
            </a:extLst>
          </p:cNvPr>
          <p:cNvGrpSpPr>
            <a:grpSpLocks/>
          </p:cNvGrpSpPr>
          <p:nvPr/>
        </p:nvGrpSpPr>
        <p:grpSpPr bwMode="auto">
          <a:xfrm>
            <a:off x="990599" y="1450181"/>
            <a:ext cx="9817813" cy="4906169"/>
            <a:chOff x="2112" y="1380"/>
            <a:chExt cx="8496" cy="6984"/>
          </a:xfrm>
        </p:grpSpPr>
        <p:sp>
          <p:nvSpPr>
            <p:cNvPr id="100358" name="Rectangle 5">
              <a:extLst>
                <a:ext uri="{FF2B5EF4-FFF2-40B4-BE49-F238E27FC236}">
                  <a16:creationId xmlns:a16="http://schemas.microsoft.com/office/drawing/2014/main" id="{0A566CDF-230C-63F2-6323-DC78479F0838}"/>
                </a:ext>
              </a:extLst>
            </p:cNvPr>
            <p:cNvSpPr>
              <a:spLocks noChangeArrowheads="1"/>
            </p:cNvSpPr>
            <p:nvPr/>
          </p:nvSpPr>
          <p:spPr bwMode="auto">
            <a:xfrm>
              <a:off x="2112" y="1380"/>
              <a:ext cx="8496" cy="69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sp>
          <p:nvSpPr>
            <p:cNvPr id="100359" name="Text Box 6">
              <a:extLst>
                <a:ext uri="{FF2B5EF4-FFF2-40B4-BE49-F238E27FC236}">
                  <a16:creationId xmlns:a16="http://schemas.microsoft.com/office/drawing/2014/main" id="{0A61EF14-3546-A734-587D-DA79C943F1EE}"/>
                </a:ext>
              </a:extLst>
            </p:cNvPr>
            <p:cNvSpPr txBox="1">
              <a:spLocks noChangeArrowheads="1"/>
            </p:cNvSpPr>
            <p:nvPr/>
          </p:nvSpPr>
          <p:spPr bwMode="auto">
            <a:xfrm>
              <a:off x="2844" y="2017"/>
              <a:ext cx="7008"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Original 64-bit Plain Text Block</a:t>
              </a:r>
              <a:endParaRPr lang="en-US" altLang="en-US" sz="2000"/>
            </a:p>
          </p:txBody>
        </p:sp>
        <p:sp>
          <p:nvSpPr>
            <p:cNvPr id="100360" name="Text Box 7">
              <a:extLst>
                <a:ext uri="{FF2B5EF4-FFF2-40B4-BE49-F238E27FC236}">
                  <a16:creationId xmlns:a16="http://schemas.microsoft.com/office/drawing/2014/main" id="{10D8E83B-C5A0-E83F-B704-B0407556A3A4}"/>
                </a:ext>
              </a:extLst>
            </p:cNvPr>
            <p:cNvSpPr txBox="1">
              <a:spLocks noChangeArrowheads="1"/>
            </p:cNvSpPr>
            <p:nvPr/>
          </p:nvSpPr>
          <p:spPr bwMode="auto">
            <a:xfrm>
              <a:off x="2892" y="2893"/>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32-bit Left Plain Text (LPT) Block</a:t>
              </a:r>
              <a:endParaRPr lang="en-US" altLang="en-US" sz="2000"/>
            </a:p>
          </p:txBody>
        </p:sp>
        <p:sp>
          <p:nvSpPr>
            <p:cNvPr id="100361" name="Text Box 8">
              <a:extLst>
                <a:ext uri="{FF2B5EF4-FFF2-40B4-BE49-F238E27FC236}">
                  <a16:creationId xmlns:a16="http://schemas.microsoft.com/office/drawing/2014/main" id="{E8F84C1B-D84C-30FB-B12B-CC461575C2EF}"/>
                </a:ext>
              </a:extLst>
            </p:cNvPr>
            <p:cNvSpPr txBox="1">
              <a:spLocks noChangeArrowheads="1"/>
            </p:cNvSpPr>
            <p:nvPr/>
          </p:nvSpPr>
          <p:spPr bwMode="auto">
            <a:xfrm>
              <a:off x="6420" y="2893"/>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32-bit Right Plain Text (RPT) Block</a:t>
              </a:r>
              <a:endParaRPr lang="en-US" altLang="en-US" sz="2000"/>
            </a:p>
          </p:txBody>
        </p:sp>
        <p:sp>
          <p:nvSpPr>
            <p:cNvPr id="100362" name="Text Box 9">
              <a:extLst>
                <a:ext uri="{FF2B5EF4-FFF2-40B4-BE49-F238E27FC236}">
                  <a16:creationId xmlns:a16="http://schemas.microsoft.com/office/drawing/2014/main" id="{889E96C2-E1B9-0D50-ED9B-1415B000BCC8}"/>
                </a:ext>
              </a:extLst>
            </p:cNvPr>
            <p:cNvSpPr txBox="1">
              <a:spLocks noChangeArrowheads="1"/>
            </p:cNvSpPr>
            <p:nvPr/>
          </p:nvSpPr>
          <p:spPr bwMode="auto">
            <a:xfrm>
              <a:off x="6960" y="3744"/>
              <a:ext cx="2748" cy="1356"/>
            </a:xfrm>
            <a:prstGeom prst="rect">
              <a:avLst/>
            </a:prstGeom>
            <a:solidFill>
              <a:srgbClr val="FFFFFF"/>
            </a:solidFill>
            <a:ln w="9525" cap="rnd">
              <a:solidFill>
                <a:srgbClr val="000000"/>
              </a:solidFill>
              <a:prstDash val="sysDot"/>
              <a:miter lim="800000"/>
              <a:headEnd/>
              <a:tailEnd/>
            </a:ln>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None/>
              </a:pPr>
              <a:r>
                <a:rPr lang="en-US" altLang="en-US" sz="1400" b="1"/>
                <a:t>Key Transformation(</a:t>
              </a:r>
              <a:r>
                <a:rPr lang="en-US" altLang="en-US" sz="1400" b="1" i="1"/>
                <a:t>not involved directly</a:t>
              </a:r>
              <a:r>
                <a:rPr lang="en-US" altLang="en-US" sz="1400" b="1"/>
                <a:t>)</a:t>
              </a:r>
            </a:p>
            <a:p>
              <a:pPr>
                <a:spcBef>
                  <a:spcPct val="0"/>
                </a:spcBef>
                <a:buClrTx/>
                <a:buSzTx/>
                <a:buFont typeface="Times New Roman" panose="02020603050405020304" pitchFamily="18" charset="0"/>
                <a:buNone/>
              </a:pPr>
              <a:r>
                <a:rPr lang="en-US" altLang="en-US" sz="1400" b="1"/>
                <a:t>Expansion Permutation</a:t>
              </a:r>
            </a:p>
            <a:p>
              <a:pPr>
                <a:spcBef>
                  <a:spcPct val="0"/>
                </a:spcBef>
                <a:buClrTx/>
                <a:buSzTx/>
                <a:buFont typeface="Times New Roman" panose="02020603050405020304" pitchFamily="18" charset="0"/>
                <a:buNone/>
              </a:pPr>
              <a:r>
                <a:rPr lang="en-US" altLang="en-US" sz="1400" b="1"/>
                <a:t>S-box Substitution</a:t>
              </a:r>
            </a:p>
            <a:p>
              <a:pPr>
                <a:spcBef>
                  <a:spcPct val="0"/>
                </a:spcBef>
                <a:buClrTx/>
                <a:buSzTx/>
                <a:buFont typeface="Times New Roman" panose="02020603050405020304" pitchFamily="18" charset="0"/>
                <a:buNone/>
              </a:pPr>
              <a:r>
                <a:rPr lang="en-US" altLang="en-US" sz="1400" b="1"/>
                <a:t>P-box Permutation</a:t>
              </a:r>
              <a:endParaRPr lang="en-US" altLang="en-US" sz="2000"/>
            </a:p>
          </p:txBody>
        </p:sp>
        <p:sp>
          <p:nvSpPr>
            <p:cNvPr id="100363" name="Text Box 10" descr="Dotted grid">
              <a:extLst>
                <a:ext uri="{FF2B5EF4-FFF2-40B4-BE49-F238E27FC236}">
                  <a16:creationId xmlns:a16="http://schemas.microsoft.com/office/drawing/2014/main" id="{FD2835BB-80A8-B1E1-70FE-639807054B31}"/>
                </a:ext>
              </a:extLst>
            </p:cNvPr>
            <p:cNvSpPr txBox="1">
              <a:spLocks noChangeArrowheads="1"/>
            </p:cNvSpPr>
            <p:nvPr/>
          </p:nvSpPr>
          <p:spPr bwMode="auto">
            <a:xfrm>
              <a:off x="7356" y="5700"/>
              <a:ext cx="804" cy="456"/>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XOR</a:t>
              </a:r>
              <a:endParaRPr lang="en-US" altLang="en-US" sz="2000"/>
            </a:p>
          </p:txBody>
        </p:sp>
        <p:sp>
          <p:nvSpPr>
            <p:cNvPr id="100364" name="Line 11">
              <a:extLst>
                <a:ext uri="{FF2B5EF4-FFF2-40B4-BE49-F238E27FC236}">
                  <a16:creationId xmlns:a16="http://schemas.microsoft.com/office/drawing/2014/main" id="{086C3C69-EB0D-2647-AC6E-EBEAAF7C70CC}"/>
                </a:ext>
              </a:extLst>
            </p:cNvPr>
            <p:cNvSpPr>
              <a:spLocks noChangeShapeType="1"/>
            </p:cNvSpPr>
            <p:nvPr/>
          </p:nvSpPr>
          <p:spPr bwMode="auto">
            <a:xfrm>
              <a:off x="4452" y="3312"/>
              <a:ext cx="0" cy="25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sz="2000"/>
            </a:p>
          </p:txBody>
        </p:sp>
        <p:sp>
          <p:nvSpPr>
            <p:cNvPr id="100365" name="Line 12">
              <a:extLst>
                <a:ext uri="{FF2B5EF4-FFF2-40B4-BE49-F238E27FC236}">
                  <a16:creationId xmlns:a16="http://schemas.microsoft.com/office/drawing/2014/main" id="{1D7B389C-BC58-802E-E543-968300283748}"/>
                </a:ext>
              </a:extLst>
            </p:cNvPr>
            <p:cNvSpPr>
              <a:spLocks noChangeShapeType="1"/>
            </p:cNvSpPr>
            <p:nvPr/>
          </p:nvSpPr>
          <p:spPr bwMode="auto">
            <a:xfrm>
              <a:off x="4452" y="5904"/>
              <a:ext cx="2892"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sz="2000"/>
            </a:p>
          </p:txBody>
        </p:sp>
        <p:sp>
          <p:nvSpPr>
            <p:cNvPr id="100366" name="Line 13">
              <a:extLst>
                <a:ext uri="{FF2B5EF4-FFF2-40B4-BE49-F238E27FC236}">
                  <a16:creationId xmlns:a16="http://schemas.microsoft.com/office/drawing/2014/main" id="{A54D8DE5-26FE-144B-2A0C-2F0DAC841966}"/>
                </a:ext>
              </a:extLst>
            </p:cNvPr>
            <p:cNvSpPr>
              <a:spLocks noChangeShapeType="1"/>
            </p:cNvSpPr>
            <p:nvPr/>
          </p:nvSpPr>
          <p:spPr bwMode="auto">
            <a:xfrm flipH="1">
              <a:off x="8772" y="5100"/>
              <a:ext cx="0" cy="80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sz="2000"/>
            </a:p>
          </p:txBody>
        </p:sp>
        <p:sp>
          <p:nvSpPr>
            <p:cNvPr id="100367" name="Line 14">
              <a:extLst>
                <a:ext uri="{FF2B5EF4-FFF2-40B4-BE49-F238E27FC236}">
                  <a16:creationId xmlns:a16="http://schemas.microsoft.com/office/drawing/2014/main" id="{04C8DE9E-78B9-8EF7-2A45-5C1A5C07E3F7}"/>
                </a:ext>
              </a:extLst>
            </p:cNvPr>
            <p:cNvSpPr>
              <a:spLocks noChangeShapeType="1"/>
            </p:cNvSpPr>
            <p:nvPr/>
          </p:nvSpPr>
          <p:spPr bwMode="auto">
            <a:xfrm flipH="1">
              <a:off x="8160" y="5892"/>
              <a:ext cx="60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sz="2000"/>
            </a:p>
          </p:txBody>
        </p:sp>
        <p:sp>
          <p:nvSpPr>
            <p:cNvPr id="100368" name="Text Box 15">
              <a:extLst>
                <a:ext uri="{FF2B5EF4-FFF2-40B4-BE49-F238E27FC236}">
                  <a16:creationId xmlns:a16="http://schemas.microsoft.com/office/drawing/2014/main" id="{B69DE9AC-40B1-8C78-AF8E-306C6FA6D364}"/>
                </a:ext>
              </a:extLst>
            </p:cNvPr>
            <p:cNvSpPr txBox="1">
              <a:spLocks noChangeArrowheads="1"/>
            </p:cNvSpPr>
            <p:nvPr/>
          </p:nvSpPr>
          <p:spPr bwMode="auto">
            <a:xfrm>
              <a:off x="2964" y="6795"/>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32-bit Left Plain Text (LPT) Block</a:t>
              </a:r>
              <a:endParaRPr lang="en-US" altLang="en-US" sz="2000"/>
            </a:p>
          </p:txBody>
        </p:sp>
        <p:sp>
          <p:nvSpPr>
            <p:cNvPr id="100369" name="Text Box 16">
              <a:extLst>
                <a:ext uri="{FF2B5EF4-FFF2-40B4-BE49-F238E27FC236}">
                  <a16:creationId xmlns:a16="http://schemas.microsoft.com/office/drawing/2014/main" id="{38460093-4AA0-C414-AB2E-73939086CFA5}"/>
                </a:ext>
              </a:extLst>
            </p:cNvPr>
            <p:cNvSpPr txBox="1">
              <a:spLocks noChangeArrowheads="1"/>
            </p:cNvSpPr>
            <p:nvPr/>
          </p:nvSpPr>
          <p:spPr bwMode="auto">
            <a:xfrm>
              <a:off x="6492" y="6795"/>
              <a:ext cx="3420" cy="408"/>
            </a:xfrm>
            <a:prstGeom prst="rect">
              <a:avLst/>
            </a:prstGeom>
            <a:solidFill>
              <a:srgbClr val="969696"/>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32-bit Right Plain Text (RPT) Block</a:t>
              </a:r>
              <a:endParaRPr lang="en-US" altLang="en-US" sz="2000"/>
            </a:p>
          </p:txBody>
        </p:sp>
        <p:sp>
          <p:nvSpPr>
            <p:cNvPr id="100370" name="Line 17">
              <a:extLst>
                <a:ext uri="{FF2B5EF4-FFF2-40B4-BE49-F238E27FC236}">
                  <a16:creationId xmlns:a16="http://schemas.microsoft.com/office/drawing/2014/main" id="{B61B018E-8CE1-ACB4-A671-644C6EEB3DD3}"/>
                </a:ext>
              </a:extLst>
            </p:cNvPr>
            <p:cNvSpPr>
              <a:spLocks noChangeShapeType="1"/>
            </p:cNvSpPr>
            <p:nvPr/>
          </p:nvSpPr>
          <p:spPr bwMode="auto">
            <a:xfrm>
              <a:off x="6540" y="330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000"/>
            </a:p>
          </p:txBody>
        </p:sp>
        <p:sp>
          <p:nvSpPr>
            <p:cNvPr id="100371" name="Line 18">
              <a:extLst>
                <a:ext uri="{FF2B5EF4-FFF2-40B4-BE49-F238E27FC236}">
                  <a16:creationId xmlns:a16="http://schemas.microsoft.com/office/drawing/2014/main" id="{1E2AD8D8-3A0F-625C-C6C6-A7DBB48A3BB3}"/>
                </a:ext>
              </a:extLst>
            </p:cNvPr>
            <p:cNvSpPr>
              <a:spLocks noChangeShapeType="1"/>
            </p:cNvSpPr>
            <p:nvPr/>
          </p:nvSpPr>
          <p:spPr bwMode="auto">
            <a:xfrm flipH="1">
              <a:off x="4404" y="6348"/>
              <a:ext cx="21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sz="2000"/>
            </a:p>
          </p:txBody>
        </p:sp>
        <p:sp>
          <p:nvSpPr>
            <p:cNvPr id="100372" name="AutoShape 19">
              <a:extLst>
                <a:ext uri="{FF2B5EF4-FFF2-40B4-BE49-F238E27FC236}">
                  <a16:creationId xmlns:a16="http://schemas.microsoft.com/office/drawing/2014/main" id="{D4C3A18B-40E4-B4A4-AA2C-E5C1B4FD7D90}"/>
                </a:ext>
              </a:extLst>
            </p:cNvPr>
            <p:cNvSpPr>
              <a:spLocks noChangeArrowheads="1"/>
            </p:cNvSpPr>
            <p:nvPr/>
          </p:nvSpPr>
          <p:spPr bwMode="auto">
            <a:xfrm>
              <a:off x="4333" y="6360"/>
              <a:ext cx="155" cy="420"/>
            </a:xfrm>
            <a:prstGeom prst="downArrow">
              <a:avLst>
                <a:gd name="adj1" fmla="val 50000"/>
                <a:gd name="adj2" fmla="val 67742"/>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sp>
          <p:nvSpPr>
            <p:cNvPr id="100373" name="AutoShape 20">
              <a:extLst>
                <a:ext uri="{FF2B5EF4-FFF2-40B4-BE49-F238E27FC236}">
                  <a16:creationId xmlns:a16="http://schemas.microsoft.com/office/drawing/2014/main" id="{126A9A60-A060-0253-F57A-7A936C0804C2}"/>
                </a:ext>
              </a:extLst>
            </p:cNvPr>
            <p:cNvSpPr>
              <a:spLocks noChangeArrowheads="1"/>
            </p:cNvSpPr>
            <p:nvPr/>
          </p:nvSpPr>
          <p:spPr bwMode="auto">
            <a:xfrm>
              <a:off x="7681" y="6168"/>
              <a:ext cx="131" cy="600"/>
            </a:xfrm>
            <a:prstGeom prst="downArrow">
              <a:avLst>
                <a:gd name="adj1" fmla="val 50000"/>
                <a:gd name="adj2" fmla="val 11450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sp>
          <p:nvSpPr>
            <p:cNvPr id="100374" name="Text Box 21">
              <a:extLst>
                <a:ext uri="{FF2B5EF4-FFF2-40B4-BE49-F238E27FC236}">
                  <a16:creationId xmlns:a16="http://schemas.microsoft.com/office/drawing/2014/main" id="{A3B5FB0E-C359-9308-1140-D8B969171378}"/>
                </a:ext>
              </a:extLst>
            </p:cNvPr>
            <p:cNvSpPr txBox="1">
              <a:spLocks noChangeArrowheads="1"/>
            </p:cNvSpPr>
            <p:nvPr/>
          </p:nvSpPr>
          <p:spPr bwMode="auto">
            <a:xfrm>
              <a:off x="7032" y="7596"/>
              <a:ext cx="2136" cy="38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t>Next </a:t>
              </a:r>
              <a:r>
                <a:rPr lang="en-US" altLang="en-US" sz="1400" b="1" i="1"/>
                <a:t>round</a:t>
              </a:r>
              <a:endParaRPr lang="en-US" altLang="en-US" sz="2000"/>
            </a:p>
          </p:txBody>
        </p:sp>
        <p:sp>
          <p:nvSpPr>
            <p:cNvPr id="100375" name="AutoShape 22">
              <a:extLst>
                <a:ext uri="{FF2B5EF4-FFF2-40B4-BE49-F238E27FC236}">
                  <a16:creationId xmlns:a16="http://schemas.microsoft.com/office/drawing/2014/main" id="{9A877C9D-2716-B5B7-F62E-E871BCE1C720}"/>
                </a:ext>
              </a:extLst>
            </p:cNvPr>
            <p:cNvSpPr>
              <a:spLocks noChangeArrowheads="1"/>
            </p:cNvSpPr>
            <p:nvPr/>
          </p:nvSpPr>
          <p:spPr bwMode="auto">
            <a:xfrm>
              <a:off x="7968" y="7212"/>
              <a:ext cx="143" cy="384"/>
            </a:xfrm>
            <a:prstGeom prst="downArrow">
              <a:avLst>
                <a:gd name="adj1" fmla="val 50000"/>
                <a:gd name="adj2" fmla="val 67133"/>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sp>
          <p:nvSpPr>
            <p:cNvPr id="100376" name="AutoShape 23">
              <a:extLst>
                <a:ext uri="{FF2B5EF4-FFF2-40B4-BE49-F238E27FC236}">
                  <a16:creationId xmlns:a16="http://schemas.microsoft.com/office/drawing/2014/main" id="{05601931-D805-6BF6-708A-A7B691A2FFCC}"/>
                </a:ext>
              </a:extLst>
            </p:cNvPr>
            <p:cNvSpPr>
              <a:spLocks noChangeArrowheads="1"/>
            </p:cNvSpPr>
            <p:nvPr/>
          </p:nvSpPr>
          <p:spPr bwMode="auto">
            <a:xfrm>
              <a:off x="4368" y="2436"/>
              <a:ext cx="143" cy="432"/>
            </a:xfrm>
            <a:prstGeom prst="downArrow">
              <a:avLst>
                <a:gd name="adj1" fmla="val 50000"/>
                <a:gd name="adj2" fmla="val 7552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sp>
          <p:nvSpPr>
            <p:cNvPr id="100377" name="AutoShape 24">
              <a:extLst>
                <a:ext uri="{FF2B5EF4-FFF2-40B4-BE49-F238E27FC236}">
                  <a16:creationId xmlns:a16="http://schemas.microsoft.com/office/drawing/2014/main" id="{666F312C-1DBA-DA95-6C68-08E9516F6E98}"/>
                </a:ext>
              </a:extLst>
            </p:cNvPr>
            <p:cNvSpPr>
              <a:spLocks noChangeArrowheads="1"/>
            </p:cNvSpPr>
            <p:nvPr/>
          </p:nvSpPr>
          <p:spPr bwMode="auto">
            <a:xfrm>
              <a:off x="8064" y="2436"/>
              <a:ext cx="143" cy="432"/>
            </a:xfrm>
            <a:prstGeom prst="downArrow">
              <a:avLst>
                <a:gd name="adj1" fmla="val 50000"/>
                <a:gd name="adj2" fmla="val 75524"/>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000"/>
            </a:p>
          </p:txBody>
        </p:sp>
      </p:gr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5">
            <a:extLst>
              <a:ext uri="{FF2B5EF4-FFF2-40B4-BE49-F238E27FC236}">
                <a16:creationId xmlns:a16="http://schemas.microsoft.com/office/drawing/2014/main" id="{C41286A1-6049-1634-A89C-77F44FD553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C0D335F-B191-4E2A-A7AC-6EE7C59037FA}" type="slidenum">
              <a:rPr lang="en-US" altLang="en-US" sz="1400"/>
              <a:pPr>
                <a:spcBef>
                  <a:spcPct val="0"/>
                </a:spcBef>
                <a:buClrTx/>
                <a:buSzTx/>
                <a:buFontTx/>
                <a:buNone/>
              </a:pPr>
              <a:t>87</a:t>
            </a:fld>
            <a:endParaRPr lang="en-US" altLang="en-US" sz="1400"/>
          </a:p>
        </p:txBody>
      </p:sp>
      <p:sp>
        <p:nvSpPr>
          <p:cNvPr id="102403" name="Rectangle 418">
            <a:extLst>
              <a:ext uri="{FF2B5EF4-FFF2-40B4-BE49-F238E27FC236}">
                <a16:creationId xmlns:a16="http://schemas.microsoft.com/office/drawing/2014/main" id="{07EF5FFB-695B-E519-6A92-1AFB3528C2DE}"/>
              </a:ext>
            </a:extLst>
          </p:cNvPr>
          <p:cNvSpPr>
            <a:spLocks noGrp="1" noChangeArrowheads="1"/>
          </p:cNvSpPr>
          <p:nvPr>
            <p:ph type="title"/>
          </p:nvPr>
        </p:nvSpPr>
        <p:spPr/>
        <p:txBody>
          <a:bodyPr/>
          <a:lstStyle/>
          <a:p>
            <a:pPr eaLnBrk="1" hangingPunct="1"/>
            <a:r>
              <a:rPr lang="en-US" altLang="en-US"/>
              <a:t>Final Permutation</a:t>
            </a:r>
          </a:p>
        </p:txBody>
      </p:sp>
      <p:graphicFrame>
        <p:nvGraphicFramePr>
          <p:cNvPr id="241057" name="Group 417">
            <a:extLst>
              <a:ext uri="{FF2B5EF4-FFF2-40B4-BE49-F238E27FC236}">
                <a16:creationId xmlns:a16="http://schemas.microsoft.com/office/drawing/2014/main" id="{898B161A-EDFB-651D-6996-EFA3E4C6CA44}"/>
              </a:ext>
            </a:extLst>
          </p:cNvPr>
          <p:cNvGraphicFramePr>
            <a:graphicFrameLocks noGrp="1"/>
          </p:cNvGraphicFramePr>
          <p:nvPr>
            <p:ph idx="1"/>
          </p:nvPr>
        </p:nvGraphicFramePr>
        <p:xfrm>
          <a:off x="2706688" y="2017714"/>
          <a:ext cx="7772400" cy="1792288"/>
        </p:xfrm>
        <a:graphic>
          <a:graphicData uri="http://schemas.openxmlformats.org/drawingml/2006/table">
            <a:tbl>
              <a:tblPr/>
              <a:tblGrid>
                <a:gridCol w="484187">
                  <a:extLst>
                    <a:ext uri="{9D8B030D-6E8A-4147-A177-3AD203B41FA5}">
                      <a16:colId xmlns:a16="http://schemas.microsoft.com/office/drawing/2014/main" val="20000"/>
                    </a:ext>
                  </a:extLst>
                </a:gridCol>
                <a:gridCol w="485775">
                  <a:extLst>
                    <a:ext uri="{9D8B030D-6E8A-4147-A177-3AD203B41FA5}">
                      <a16:colId xmlns:a16="http://schemas.microsoft.com/office/drawing/2014/main" val="20001"/>
                    </a:ext>
                  </a:extLst>
                </a:gridCol>
                <a:gridCol w="484188">
                  <a:extLst>
                    <a:ext uri="{9D8B030D-6E8A-4147-A177-3AD203B41FA5}">
                      <a16:colId xmlns:a16="http://schemas.microsoft.com/office/drawing/2014/main" val="20002"/>
                    </a:ext>
                  </a:extLst>
                </a:gridCol>
                <a:gridCol w="484187">
                  <a:extLst>
                    <a:ext uri="{9D8B030D-6E8A-4147-A177-3AD203B41FA5}">
                      <a16:colId xmlns:a16="http://schemas.microsoft.com/office/drawing/2014/main" val="20003"/>
                    </a:ext>
                  </a:extLst>
                </a:gridCol>
                <a:gridCol w="485775">
                  <a:extLst>
                    <a:ext uri="{9D8B030D-6E8A-4147-A177-3AD203B41FA5}">
                      <a16:colId xmlns:a16="http://schemas.microsoft.com/office/drawing/2014/main" val="20004"/>
                    </a:ext>
                  </a:extLst>
                </a:gridCol>
                <a:gridCol w="484188">
                  <a:extLst>
                    <a:ext uri="{9D8B030D-6E8A-4147-A177-3AD203B41FA5}">
                      <a16:colId xmlns:a16="http://schemas.microsoft.com/office/drawing/2014/main" val="20005"/>
                    </a:ext>
                  </a:extLst>
                </a:gridCol>
                <a:gridCol w="484187">
                  <a:extLst>
                    <a:ext uri="{9D8B030D-6E8A-4147-A177-3AD203B41FA5}">
                      <a16:colId xmlns:a16="http://schemas.microsoft.com/office/drawing/2014/main" val="20006"/>
                    </a:ext>
                  </a:extLst>
                </a:gridCol>
                <a:gridCol w="484188">
                  <a:extLst>
                    <a:ext uri="{9D8B030D-6E8A-4147-A177-3AD203B41FA5}">
                      <a16:colId xmlns:a16="http://schemas.microsoft.com/office/drawing/2014/main" val="20007"/>
                    </a:ext>
                  </a:extLst>
                </a:gridCol>
                <a:gridCol w="487362">
                  <a:extLst>
                    <a:ext uri="{9D8B030D-6E8A-4147-A177-3AD203B41FA5}">
                      <a16:colId xmlns:a16="http://schemas.microsoft.com/office/drawing/2014/main" val="20008"/>
                    </a:ext>
                  </a:extLst>
                </a:gridCol>
                <a:gridCol w="487363">
                  <a:extLst>
                    <a:ext uri="{9D8B030D-6E8A-4147-A177-3AD203B41FA5}">
                      <a16:colId xmlns:a16="http://schemas.microsoft.com/office/drawing/2014/main" val="20009"/>
                    </a:ext>
                  </a:extLst>
                </a:gridCol>
                <a:gridCol w="487362">
                  <a:extLst>
                    <a:ext uri="{9D8B030D-6E8A-4147-A177-3AD203B41FA5}">
                      <a16:colId xmlns:a16="http://schemas.microsoft.com/office/drawing/2014/main" val="20010"/>
                    </a:ext>
                  </a:extLst>
                </a:gridCol>
                <a:gridCol w="485775">
                  <a:extLst>
                    <a:ext uri="{9D8B030D-6E8A-4147-A177-3AD203B41FA5}">
                      <a16:colId xmlns:a16="http://schemas.microsoft.com/office/drawing/2014/main" val="20011"/>
                    </a:ext>
                  </a:extLst>
                </a:gridCol>
                <a:gridCol w="487363">
                  <a:extLst>
                    <a:ext uri="{9D8B030D-6E8A-4147-A177-3AD203B41FA5}">
                      <a16:colId xmlns:a16="http://schemas.microsoft.com/office/drawing/2014/main" val="20012"/>
                    </a:ext>
                  </a:extLst>
                </a:gridCol>
                <a:gridCol w="487362">
                  <a:extLst>
                    <a:ext uri="{9D8B030D-6E8A-4147-A177-3AD203B41FA5}">
                      <a16:colId xmlns:a16="http://schemas.microsoft.com/office/drawing/2014/main" val="20013"/>
                    </a:ext>
                  </a:extLst>
                </a:gridCol>
                <a:gridCol w="485775">
                  <a:extLst>
                    <a:ext uri="{9D8B030D-6E8A-4147-A177-3AD203B41FA5}">
                      <a16:colId xmlns:a16="http://schemas.microsoft.com/office/drawing/2014/main" val="20014"/>
                    </a:ext>
                  </a:extLst>
                </a:gridCol>
                <a:gridCol w="487363">
                  <a:extLst>
                    <a:ext uri="{9D8B030D-6E8A-4147-A177-3AD203B41FA5}">
                      <a16:colId xmlns:a16="http://schemas.microsoft.com/office/drawing/2014/main" val="20015"/>
                    </a:ext>
                  </a:extLst>
                </a:gridCol>
              </a:tblGrid>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92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60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76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34</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42</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50</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58</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26</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33</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41</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49</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17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57</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25</a:t>
                      </a: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5">
            <a:extLst>
              <a:ext uri="{FF2B5EF4-FFF2-40B4-BE49-F238E27FC236}">
                <a16:creationId xmlns:a16="http://schemas.microsoft.com/office/drawing/2014/main" id="{F2B81DC1-F9FD-F74C-4D31-912445BB3D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9FA01C1-6952-4D0D-A36F-5C92E77DD587}" type="slidenum">
              <a:rPr lang="en-US" altLang="en-US" sz="1400"/>
              <a:pPr>
                <a:spcBef>
                  <a:spcPct val="0"/>
                </a:spcBef>
                <a:buClrTx/>
                <a:buSzTx/>
                <a:buFontTx/>
                <a:buNone/>
              </a:pPr>
              <a:t>88</a:t>
            </a:fld>
            <a:endParaRPr lang="en-US" altLang="en-US" sz="1400"/>
          </a:p>
        </p:txBody>
      </p:sp>
      <p:sp>
        <p:nvSpPr>
          <p:cNvPr id="104451" name="Rectangle 2">
            <a:extLst>
              <a:ext uri="{FF2B5EF4-FFF2-40B4-BE49-F238E27FC236}">
                <a16:creationId xmlns:a16="http://schemas.microsoft.com/office/drawing/2014/main" id="{58DB6DB4-E820-2605-E336-B1913EA656FD}"/>
              </a:ext>
            </a:extLst>
          </p:cNvPr>
          <p:cNvSpPr>
            <a:spLocks noGrp="1" noChangeArrowheads="1"/>
          </p:cNvSpPr>
          <p:nvPr>
            <p:ph type="title"/>
          </p:nvPr>
        </p:nvSpPr>
        <p:spPr/>
        <p:txBody>
          <a:bodyPr/>
          <a:lstStyle/>
          <a:p>
            <a:pPr eaLnBrk="1" hangingPunct="1"/>
            <a:r>
              <a:rPr lang="en-US" altLang="en-US"/>
              <a:t>Modified Versions of DES</a:t>
            </a:r>
          </a:p>
        </p:txBody>
      </p:sp>
      <p:sp>
        <p:nvSpPr>
          <p:cNvPr id="104452" name="Rectangle 3">
            <a:extLst>
              <a:ext uri="{FF2B5EF4-FFF2-40B4-BE49-F238E27FC236}">
                <a16:creationId xmlns:a16="http://schemas.microsoft.com/office/drawing/2014/main" id="{716FA4AB-13B5-967F-20B1-E5FB340DC36E}"/>
              </a:ext>
            </a:extLst>
          </p:cNvPr>
          <p:cNvSpPr>
            <a:spLocks noGrp="1" noChangeArrowheads="1"/>
          </p:cNvSpPr>
          <p:nvPr>
            <p:ph type="body" idx="1"/>
          </p:nvPr>
        </p:nvSpPr>
        <p:spPr/>
        <p:txBody>
          <a:bodyPr/>
          <a:lstStyle/>
          <a:p>
            <a:pPr eaLnBrk="1" hangingPunct="1"/>
            <a:r>
              <a:rPr lang="en-US" altLang="en-US"/>
              <a:t>Double DES: Perform DES twice with two different keys</a:t>
            </a:r>
          </a:p>
          <a:p>
            <a:pPr eaLnBrk="1" hangingPunct="1"/>
            <a:endParaRPr lang="en-US" altLang="en-US"/>
          </a:p>
          <a:p>
            <a:pPr eaLnBrk="1" hangingPunct="1"/>
            <a:r>
              <a:rPr lang="en-US" altLang="en-US"/>
              <a:t>Triple DES with Three Different Keys</a:t>
            </a:r>
          </a:p>
          <a:p>
            <a:pPr eaLnBrk="1" hangingPunct="1"/>
            <a:endParaRPr lang="en-US" altLang="en-US"/>
          </a:p>
          <a:p>
            <a:pPr eaLnBrk="1" hangingPunct="1"/>
            <a:r>
              <a:rPr lang="en-US" altLang="en-US"/>
              <a:t>Triple DES with Two Different Keys</a:t>
            </a: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Number Placeholder 4">
            <a:extLst>
              <a:ext uri="{FF2B5EF4-FFF2-40B4-BE49-F238E27FC236}">
                <a16:creationId xmlns:a16="http://schemas.microsoft.com/office/drawing/2014/main" id="{7C420420-2FA0-3751-4FE7-0131CFC18C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75E4CB8-027E-4D17-AD50-E56C0B8D83FD}" type="slidenum">
              <a:rPr lang="en-US" altLang="en-US" sz="1400"/>
              <a:pPr>
                <a:spcBef>
                  <a:spcPct val="0"/>
                </a:spcBef>
                <a:buClrTx/>
                <a:buSzTx/>
                <a:buFontTx/>
                <a:buNone/>
              </a:pPr>
              <a:t>89</a:t>
            </a:fld>
            <a:endParaRPr lang="en-US" altLang="en-US" sz="1400"/>
          </a:p>
        </p:txBody>
      </p:sp>
      <p:sp>
        <p:nvSpPr>
          <p:cNvPr id="106499" name="Rectangle 2">
            <a:extLst>
              <a:ext uri="{FF2B5EF4-FFF2-40B4-BE49-F238E27FC236}">
                <a16:creationId xmlns:a16="http://schemas.microsoft.com/office/drawing/2014/main" id="{15D9CAA3-87D0-6011-600D-2ED6299EA194}"/>
              </a:ext>
            </a:extLst>
          </p:cNvPr>
          <p:cNvSpPr>
            <a:spLocks noGrp="1" noChangeArrowheads="1"/>
          </p:cNvSpPr>
          <p:nvPr>
            <p:ph type="title"/>
          </p:nvPr>
        </p:nvSpPr>
        <p:spPr/>
        <p:txBody>
          <a:bodyPr/>
          <a:lstStyle/>
          <a:p>
            <a:pPr eaLnBrk="1" hangingPunct="1"/>
            <a:r>
              <a:rPr lang="en-US" altLang="en-US"/>
              <a:t>Double DES Encryption</a:t>
            </a:r>
          </a:p>
        </p:txBody>
      </p:sp>
      <p:grpSp>
        <p:nvGrpSpPr>
          <p:cNvPr id="106500" name="Group 3">
            <a:extLst>
              <a:ext uri="{FF2B5EF4-FFF2-40B4-BE49-F238E27FC236}">
                <a16:creationId xmlns:a16="http://schemas.microsoft.com/office/drawing/2014/main" id="{6A1997D0-4B81-3F17-CDEC-E69D4CDD4712}"/>
              </a:ext>
            </a:extLst>
          </p:cNvPr>
          <p:cNvGrpSpPr>
            <a:grpSpLocks/>
          </p:cNvGrpSpPr>
          <p:nvPr/>
        </p:nvGrpSpPr>
        <p:grpSpPr bwMode="auto">
          <a:xfrm>
            <a:off x="838200" y="1510301"/>
            <a:ext cx="10401728" cy="4048018"/>
            <a:chOff x="1680" y="8711"/>
            <a:chExt cx="8790" cy="2520"/>
          </a:xfrm>
        </p:grpSpPr>
        <p:sp>
          <p:nvSpPr>
            <p:cNvPr id="106501" name="Rectangle 4">
              <a:extLst>
                <a:ext uri="{FF2B5EF4-FFF2-40B4-BE49-F238E27FC236}">
                  <a16:creationId xmlns:a16="http://schemas.microsoft.com/office/drawing/2014/main" id="{41E7BC00-223E-F37E-B195-3315B5FC81AC}"/>
                </a:ext>
              </a:extLst>
            </p:cNvPr>
            <p:cNvSpPr>
              <a:spLocks noChangeArrowheads="1"/>
            </p:cNvSpPr>
            <p:nvPr/>
          </p:nvSpPr>
          <p:spPr bwMode="auto">
            <a:xfrm>
              <a:off x="1680" y="8711"/>
              <a:ext cx="8790" cy="25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6502" name="Text Box 5">
              <a:extLst>
                <a:ext uri="{FF2B5EF4-FFF2-40B4-BE49-F238E27FC236}">
                  <a16:creationId xmlns:a16="http://schemas.microsoft.com/office/drawing/2014/main" id="{FAECD6A8-933F-83DA-E004-6DA7025AAEDC}"/>
                </a:ext>
              </a:extLst>
            </p:cNvPr>
            <p:cNvSpPr txBox="1">
              <a:spLocks noChangeArrowheads="1"/>
            </p:cNvSpPr>
            <p:nvPr/>
          </p:nvSpPr>
          <p:spPr bwMode="auto">
            <a:xfrm>
              <a:off x="2160" y="9361"/>
              <a:ext cx="1290" cy="6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Original Plain Text</a:t>
              </a:r>
            </a:p>
          </p:txBody>
        </p:sp>
        <p:sp>
          <p:nvSpPr>
            <p:cNvPr id="106503" name="AutoShape 6">
              <a:extLst>
                <a:ext uri="{FF2B5EF4-FFF2-40B4-BE49-F238E27FC236}">
                  <a16:creationId xmlns:a16="http://schemas.microsoft.com/office/drawing/2014/main" id="{C6868D7A-C47C-7835-A915-1776426232DA}"/>
                </a:ext>
              </a:extLst>
            </p:cNvPr>
            <p:cNvSpPr>
              <a:spLocks noChangeArrowheads="1"/>
            </p:cNvSpPr>
            <p:nvPr/>
          </p:nvSpPr>
          <p:spPr bwMode="auto">
            <a:xfrm>
              <a:off x="3465" y="958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6504" name="Text Box 7">
              <a:extLst>
                <a:ext uri="{FF2B5EF4-FFF2-40B4-BE49-F238E27FC236}">
                  <a16:creationId xmlns:a16="http://schemas.microsoft.com/office/drawing/2014/main" id="{B8FEED79-B91E-BE54-303D-186213FFDB08}"/>
                </a:ext>
              </a:extLst>
            </p:cNvPr>
            <p:cNvSpPr txBox="1">
              <a:spLocks noChangeArrowheads="1"/>
            </p:cNvSpPr>
            <p:nvPr/>
          </p:nvSpPr>
          <p:spPr bwMode="auto">
            <a:xfrm>
              <a:off x="3855" y="9451"/>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06505" name="Line 8">
              <a:extLst>
                <a:ext uri="{FF2B5EF4-FFF2-40B4-BE49-F238E27FC236}">
                  <a16:creationId xmlns:a16="http://schemas.microsoft.com/office/drawing/2014/main" id="{CCFF079F-C4F7-7D89-1C56-11D772ADFC6A}"/>
                </a:ext>
              </a:extLst>
            </p:cNvPr>
            <p:cNvSpPr>
              <a:spLocks noChangeShapeType="1"/>
            </p:cNvSpPr>
            <p:nvPr/>
          </p:nvSpPr>
          <p:spPr bwMode="auto">
            <a:xfrm flipV="1">
              <a:off x="4290" y="9871"/>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06506" name="Text Box 9">
              <a:extLst>
                <a:ext uri="{FF2B5EF4-FFF2-40B4-BE49-F238E27FC236}">
                  <a16:creationId xmlns:a16="http://schemas.microsoft.com/office/drawing/2014/main" id="{E18CF953-C2F5-7E09-377A-05212BA550BF}"/>
                </a:ext>
              </a:extLst>
            </p:cNvPr>
            <p:cNvSpPr txBox="1">
              <a:spLocks noChangeArrowheads="1"/>
            </p:cNvSpPr>
            <p:nvPr/>
          </p:nvSpPr>
          <p:spPr bwMode="auto">
            <a:xfrm>
              <a:off x="3945" y="105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K1</a:t>
              </a:r>
            </a:p>
          </p:txBody>
        </p:sp>
        <p:sp>
          <p:nvSpPr>
            <p:cNvPr id="106507" name="Text Box 10" descr="5%">
              <a:extLst>
                <a:ext uri="{FF2B5EF4-FFF2-40B4-BE49-F238E27FC236}">
                  <a16:creationId xmlns:a16="http://schemas.microsoft.com/office/drawing/2014/main" id="{87118D36-A251-E53B-45A4-4D25CC8E2280}"/>
                </a:ext>
              </a:extLst>
            </p:cNvPr>
            <p:cNvSpPr txBox="1">
              <a:spLocks noChangeArrowheads="1"/>
            </p:cNvSpPr>
            <p:nvPr/>
          </p:nvSpPr>
          <p:spPr bwMode="auto">
            <a:xfrm>
              <a:off x="5280" y="9346"/>
              <a:ext cx="1290" cy="63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106508" name="AutoShape 11">
              <a:extLst>
                <a:ext uri="{FF2B5EF4-FFF2-40B4-BE49-F238E27FC236}">
                  <a16:creationId xmlns:a16="http://schemas.microsoft.com/office/drawing/2014/main" id="{AC9FFFC0-81E7-5891-587F-C30199DF7AA8}"/>
                </a:ext>
              </a:extLst>
            </p:cNvPr>
            <p:cNvSpPr>
              <a:spLocks noChangeArrowheads="1"/>
            </p:cNvSpPr>
            <p:nvPr/>
          </p:nvSpPr>
          <p:spPr bwMode="auto">
            <a:xfrm>
              <a:off x="6573" y="9571"/>
              <a:ext cx="387" cy="171"/>
            </a:xfrm>
            <a:prstGeom prst="rightArrow">
              <a:avLst>
                <a:gd name="adj1" fmla="val 50000"/>
                <a:gd name="adj2" fmla="val 56579"/>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6509" name="Text Box 12">
              <a:extLst>
                <a:ext uri="{FF2B5EF4-FFF2-40B4-BE49-F238E27FC236}">
                  <a16:creationId xmlns:a16="http://schemas.microsoft.com/office/drawing/2014/main" id="{A7A619C5-DEFC-4AEB-F7C8-11E9EA40F5E8}"/>
                </a:ext>
              </a:extLst>
            </p:cNvPr>
            <p:cNvSpPr txBox="1">
              <a:spLocks noChangeArrowheads="1"/>
            </p:cNvSpPr>
            <p:nvPr/>
          </p:nvSpPr>
          <p:spPr bwMode="auto">
            <a:xfrm>
              <a:off x="6975" y="9436"/>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06510" name="AutoShape 13">
              <a:extLst>
                <a:ext uri="{FF2B5EF4-FFF2-40B4-BE49-F238E27FC236}">
                  <a16:creationId xmlns:a16="http://schemas.microsoft.com/office/drawing/2014/main" id="{1299B771-2A90-C667-64D0-C94A829278E4}"/>
                </a:ext>
              </a:extLst>
            </p:cNvPr>
            <p:cNvSpPr>
              <a:spLocks noChangeArrowheads="1"/>
            </p:cNvSpPr>
            <p:nvPr/>
          </p:nvSpPr>
          <p:spPr bwMode="auto">
            <a:xfrm>
              <a:off x="4890" y="958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6511" name="Line 14">
              <a:extLst>
                <a:ext uri="{FF2B5EF4-FFF2-40B4-BE49-F238E27FC236}">
                  <a16:creationId xmlns:a16="http://schemas.microsoft.com/office/drawing/2014/main" id="{92409CAC-79E8-29F9-F447-DC6E76A08839}"/>
                </a:ext>
              </a:extLst>
            </p:cNvPr>
            <p:cNvSpPr>
              <a:spLocks noChangeShapeType="1"/>
            </p:cNvSpPr>
            <p:nvPr/>
          </p:nvSpPr>
          <p:spPr bwMode="auto">
            <a:xfrm flipV="1">
              <a:off x="7455" y="9871"/>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06512" name="Text Box 15">
              <a:extLst>
                <a:ext uri="{FF2B5EF4-FFF2-40B4-BE49-F238E27FC236}">
                  <a16:creationId xmlns:a16="http://schemas.microsoft.com/office/drawing/2014/main" id="{F9B56645-8F19-75CE-4BF2-96C55AD6B6FA}"/>
                </a:ext>
              </a:extLst>
            </p:cNvPr>
            <p:cNvSpPr txBox="1">
              <a:spLocks noChangeArrowheads="1"/>
            </p:cNvSpPr>
            <p:nvPr/>
          </p:nvSpPr>
          <p:spPr bwMode="auto">
            <a:xfrm>
              <a:off x="7110" y="105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K2</a:t>
              </a:r>
            </a:p>
          </p:txBody>
        </p:sp>
        <p:sp>
          <p:nvSpPr>
            <p:cNvPr id="106513" name="Text Box 16" descr="Dotted grid">
              <a:extLst>
                <a:ext uri="{FF2B5EF4-FFF2-40B4-BE49-F238E27FC236}">
                  <a16:creationId xmlns:a16="http://schemas.microsoft.com/office/drawing/2014/main" id="{5270DF4F-E394-6107-B3A2-511EDD89EC40}"/>
                </a:ext>
              </a:extLst>
            </p:cNvPr>
            <p:cNvSpPr txBox="1">
              <a:spLocks noChangeArrowheads="1"/>
            </p:cNvSpPr>
            <p:nvPr/>
          </p:nvSpPr>
          <p:spPr bwMode="auto">
            <a:xfrm>
              <a:off x="8400" y="9316"/>
              <a:ext cx="1290" cy="63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106514" name="AutoShape 17">
              <a:extLst>
                <a:ext uri="{FF2B5EF4-FFF2-40B4-BE49-F238E27FC236}">
                  <a16:creationId xmlns:a16="http://schemas.microsoft.com/office/drawing/2014/main" id="{C0C5D9F1-9258-003C-89AD-5B51E3FC4597}"/>
                </a:ext>
              </a:extLst>
            </p:cNvPr>
            <p:cNvSpPr>
              <a:spLocks noChangeArrowheads="1"/>
            </p:cNvSpPr>
            <p:nvPr/>
          </p:nvSpPr>
          <p:spPr bwMode="auto">
            <a:xfrm>
              <a:off x="8010" y="955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4">
            <a:extLst>
              <a:ext uri="{FF2B5EF4-FFF2-40B4-BE49-F238E27FC236}">
                <a16:creationId xmlns:a16="http://schemas.microsoft.com/office/drawing/2014/main" id="{2C8ED98E-0A36-71B4-D1A3-ACC76B85DB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F0C573D-F20D-443F-8732-766C6EC553EB}" type="slidenum">
              <a:rPr lang="en-US" altLang="en-US" sz="1400"/>
              <a:pPr>
                <a:spcBef>
                  <a:spcPct val="0"/>
                </a:spcBef>
                <a:buClrTx/>
                <a:buSzTx/>
                <a:buFontTx/>
                <a:buNone/>
              </a:pPr>
              <a:t>90</a:t>
            </a:fld>
            <a:endParaRPr lang="en-US" altLang="en-US" sz="1400"/>
          </a:p>
        </p:txBody>
      </p:sp>
      <p:sp>
        <p:nvSpPr>
          <p:cNvPr id="108547" name="Rectangle 2">
            <a:extLst>
              <a:ext uri="{FF2B5EF4-FFF2-40B4-BE49-F238E27FC236}">
                <a16:creationId xmlns:a16="http://schemas.microsoft.com/office/drawing/2014/main" id="{CC532D27-C723-9E64-0437-0BE8B2762F26}"/>
              </a:ext>
            </a:extLst>
          </p:cNvPr>
          <p:cNvSpPr>
            <a:spLocks noGrp="1" noChangeArrowheads="1"/>
          </p:cNvSpPr>
          <p:nvPr>
            <p:ph type="title"/>
          </p:nvPr>
        </p:nvSpPr>
        <p:spPr/>
        <p:txBody>
          <a:bodyPr/>
          <a:lstStyle/>
          <a:p>
            <a:pPr eaLnBrk="1" hangingPunct="1"/>
            <a:r>
              <a:rPr lang="en-US" altLang="en-US"/>
              <a:t>Double DES Decryption</a:t>
            </a:r>
          </a:p>
        </p:txBody>
      </p:sp>
      <p:grpSp>
        <p:nvGrpSpPr>
          <p:cNvPr id="108548" name="Group 3">
            <a:extLst>
              <a:ext uri="{FF2B5EF4-FFF2-40B4-BE49-F238E27FC236}">
                <a16:creationId xmlns:a16="http://schemas.microsoft.com/office/drawing/2014/main" id="{9DF1DD04-DB52-CBEB-39CB-341FE78B0239}"/>
              </a:ext>
            </a:extLst>
          </p:cNvPr>
          <p:cNvGrpSpPr>
            <a:grpSpLocks/>
          </p:cNvGrpSpPr>
          <p:nvPr/>
        </p:nvGrpSpPr>
        <p:grpSpPr bwMode="auto">
          <a:xfrm>
            <a:off x="684944" y="1676399"/>
            <a:ext cx="10668856" cy="4149047"/>
            <a:chOff x="1605" y="1570"/>
            <a:chExt cx="8790" cy="2520"/>
          </a:xfrm>
        </p:grpSpPr>
        <p:sp>
          <p:nvSpPr>
            <p:cNvPr id="108549" name="Rectangle 4">
              <a:extLst>
                <a:ext uri="{FF2B5EF4-FFF2-40B4-BE49-F238E27FC236}">
                  <a16:creationId xmlns:a16="http://schemas.microsoft.com/office/drawing/2014/main" id="{415FF592-9999-C512-9EE5-150F0A44B22C}"/>
                </a:ext>
              </a:extLst>
            </p:cNvPr>
            <p:cNvSpPr>
              <a:spLocks noChangeArrowheads="1"/>
            </p:cNvSpPr>
            <p:nvPr/>
          </p:nvSpPr>
          <p:spPr bwMode="auto">
            <a:xfrm>
              <a:off x="1605" y="1570"/>
              <a:ext cx="8790" cy="25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8550" name="Text Box 5">
              <a:extLst>
                <a:ext uri="{FF2B5EF4-FFF2-40B4-BE49-F238E27FC236}">
                  <a16:creationId xmlns:a16="http://schemas.microsoft.com/office/drawing/2014/main" id="{2CAFAEC6-2DAC-A6EE-A783-EC6F3A935BC4}"/>
                </a:ext>
              </a:extLst>
            </p:cNvPr>
            <p:cNvSpPr txBox="1">
              <a:spLocks noChangeArrowheads="1"/>
            </p:cNvSpPr>
            <p:nvPr/>
          </p:nvSpPr>
          <p:spPr bwMode="auto">
            <a:xfrm>
              <a:off x="8325" y="2250"/>
              <a:ext cx="1290" cy="6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Original Plain Text</a:t>
              </a:r>
            </a:p>
          </p:txBody>
        </p:sp>
        <p:sp>
          <p:nvSpPr>
            <p:cNvPr id="108551" name="AutoShape 6">
              <a:extLst>
                <a:ext uri="{FF2B5EF4-FFF2-40B4-BE49-F238E27FC236}">
                  <a16:creationId xmlns:a16="http://schemas.microsoft.com/office/drawing/2014/main" id="{786227E7-638C-24B9-10C0-5E813EC977E1}"/>
                </a:ext>
              </a:extLst>
            </p:cNvPr>
            <p:cNvSpPr>
              <a:spLocks noChangeArrowheads="1"/>
            </p:cNvSpPr>
            <p:nvPr/>
          </p:nvSpPr>
          <p:spPr bwMode="auto">
            <a:xfrm>
              <a:off x="3390" y="2445"/>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8552" name="Text Box 7">
              <a:extLst>
                <a:ext uri="{FF2B5EF4-FFF2-40B4-BE49-F238E27FC236}">
                  <a16:creationId xmlns:a16="http://schemas.microsoft.com/office/drawing/2014/main" id="{45D6AE84-6C71-21B9-103C-CDE0F876B076}"/>
                </a:ext>
              </a:extLst>
            </p:cNvPr>
            <p:cNvSpPr txBox="1">
              <a:spLocks noChangeArrowheads="1"/>
            </p:cNvSpPr>
            <p:nvPr/>
          </p:nvSpPr>
          <p:spPr bwMode="auto">
            <a:xfrm>
              <a:off x="3780" y="2310"/>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108553" name="Line 8">
              <a:extLst>
                <a:ext uri="{FF2B5EF4-FFF2-40B4-BE49-F238E27FC236}">
                  <a16:creationId xmlns:a16="http://schemas.microsoft.com/office/drawing/2014/main" id="{455F613B-5415-AD15-CD30-D383CEBEB3D7}"/>
                </a:ext>
              </a:extLst>
            </p:cNvPr>
            <p:cNvSpPr>
              <a:spLocks noChangeShapeType="1"/>
            </p:cNvSpPr>
            <p:nvPr/>
          </p:nvSpPr>
          <p:spPr bwMode="auto">
            <a:xfrm flipV="1">
              <a:off x="4215" y="2730"/>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08554" name="Text Box 9">
              <a:extLst>
                <a:ext uri="{FF2B5EF4-FFF2-40B4-BE49-F238E27FC236}">
                  <a16:creationId xmlns:a16="http://schemas.microsoft.com/office/drawing/2014/main" id="{8334C2EE-B694-59A6-F0D1-BE6027EC0DE0}"/>
                </a:ext>
              </a:extLst>
            </p:cNvPr>
            <p:cNvSpPr txBox="1">
              <a:spLocks noChangeArrowheads="1"/>
            </p:cNvSpPr>
            <p:nvPr/>
          </p:nvSpPr>
          <p:spPr bwMode="auto">
            <a:xfrm>
              <a:off x="3870" y="3360"/>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K2</a:t>
              </a:r>
            </a:p>
          </p:txBody>
        </p:sp>
        <p:sp>
          <p:nvSpPr>
            <p:cNvPr id="108555" name="AutoShape 10">
              <a:extLst>
                <a:ext uri="{FF2B5EF4-FFF2-40B4-BE49-F238E27FC236}">
                  <a16:creationId xmlns:a16="http://schemas.microsoft.com/office/drawing/2014/main" id="{FC891C44-BDAE-C358-6947-BF8821AA6974}"/>
                </a:ext>
              </a:extLst>
            </p:cNvPr>
            <p:cNvSpPr>
              <a:spLocks noChangeArrowheads="1"/>
            </p:cNvSpPr>
            <p:nvPr/>
          </p:nvSpPr>
          <p:spPr bwMode="auto">
            <a:xfrm>
              <a:off x="6498" y="2430"/>
              <a:ext cx="387" cy="171"/>
            </a:xfrm>
            <a:prstGeom prst="rightArrow">
              <a:avLst>
                <a:gd name="adj1" fmla="val 50000"/>
                <a:gd name="adj2" fmla="val 56579"/>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8556" name="Text Box 11">
              <a:extLst>
                <a:ext uri="{FF2B5EF4-FFF2-40B4-BE49-F238E27FC236}">
                  <a16:creationId xmlns:a16="http://schemas.microsoft.com/office/drawing/2014/main" id="{2B243D30-8BC1-0255-AA59-F8677BEC73B2}"/>
                </a:ext>
              </a:extLst>
            </p:cNvPr>
            <p:cNvSpPr txBox="1">
              <a:spLocks noChangeArrowheads="1"/>
            </p:cNvSpPr>
            <p:nvPr/>
          </p:nvSpPr>
          <p:spPr bwMode="auto">
            <a:xfrm>
              <a:off x="6900" y="2295"/>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108557" name="AutoShape 12">
              <a:extLst>
                <a:ext uri="{FF2B5EF4-FFF2-40B4-BE49-F238E27FC236}">
                  <a16:creationId xmlns:a16="http://schemas.microsoft.com/office/drawing/2014/main" id="{7E892E70-23AA-FD03-7AA3-60C2C0504631}"/>
                </a:ext>
              </a:extLst>
            </p:cNvPr>
            <p:cNvSpPr>
              <a:spLocks noChangeArrowheads="1"/>
            </p:cNvSpPr>
            <p:nvPr/>
          </p:nvSpPr>
          <p:spPr bwMode="auto">
            <a:xfrm>
              <a:off x="4815" y="2445"/>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8558" name="Line 13">
              <a:extLst>
                <a:ext uri="{FF2B5EF4-FFF2-40B4-BE49-F238E27FC236}">
                  <a16:creationId xmlns:a16="http://schemas.microsoft.com/office/drawing/2014/main" id="{CF53678F-B595-17D6-C9CD-680A6CB7959C}"/>
                </a:ext>
              </a:extLst>
            </p:cNvPr>
            <p:cNvSpPr>
              <a:spLocks noChangeShapeType="1"/>
            </p:cNvSpPr>
            <p:nvPr/>
          </p:nvSpPr>
          <p:spPr bwMode="auto">
            <a:xfrm flipV="1">
              <a:off x="7380" y="2730"/>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08559" name="Text Box 14">
              <a:extLst>
                <a:ext uri="{FF2B5EF4-FFF2-40B4-BE49-F238E27FC236}">
                  <a16:creationId xmlns:a16="http://schemas.microsoft.com/office/drawing/2014/main" id="{E3CCA42D-0224-0C0F-28BB-7C635F8AACB6}"/>
                </a:ext>
              </a:extLst>
            </p:cNvPr>
            <p:cNvSpPr txBox="1">
              <a:spLocks noChangeArrowheads="1"/>
            </p:cNvSpPr>
            <p:nvPr/>
          </p:nvSpPr>
          <p:spPr bwMode="auto">
            <a:xfrm>
              <a:off x="7035" y="3360"/>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K1</a:t>
              </a:r>
            </a:p>
          </p:txBody>
        </p:sp>
        <p:sp>
          <p:nvSpPr>
            <p:cNvPr id="108560" name="AutoShape 15">
              <a:extLst>
                <a:ext uri="{FF2B5EF4-FFF2-40B4-BE49-F238E27FC236}">
                  <a16:creationId xmlns:a16="http://schemas.microsoft.com/office/drawing/2014/main" id="{6D543B95-6CCC-F042-6601-C533FE65BAD4}"/>
                </a:ext>
              </a:extLst>
            </p:cNvPr>
            <p:cNvSpPr>
              <a:spLocks noChangeArrowheads="1"/>
            </p:cNvSpPr>
            <p:nvPr/>
          </p:nvSpPr>
          <p:spPr bwMode="auto">
            <a:xfrm>
              <a:off x="7935" y="2415"/>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08561" name="Text Box 16" descr="Dotted grid">
              <a:extLst>
                <a:ext uri="{FF2B5EF4-FFF2-40B4-BE49-F238E27FC236}">
                  <a16:creationId xmlns:a16="http://schemas.microsoft.com/office/drawing/2014/main" id="{9270B83D-EAF4-CD82-2B22-237BA02E3227}"/>
                </a:ext>
              </a:extLst>
            </p:cNvPr>
            <p:cNvSpPr txBox="1">
              <a:spLocks noChangeArrowheads="1"/>
            </p:cNvSpPr>
            <p:nvPr/>
          </p:nvSpPr>
          <p:spPr bwMode="auto">
            <a:xfrm>
              <a:off x="2085" y="2220"/>
              <a:ext cx="1290" cy="63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sp>
          <p:nvSpPr>
            <p:cNvPr id="108562" name="Text Box 17" descr="5%">
              <a:extLst>
                <a:ext uri="{FF2B5EF4-FFF2-40B4-BE49-F238E27FC236}">
                  <a16:creationId xmlns:a16="http://schemas.microsoft.com/office/drawing/2014/main" id="{3A6AFF65-ADE3-B0A4-07DF-ADE6B65D8A48}"/>
                </a:ext>
              </a:extLst>
            </p:cNvPr>
            <p:cNvSpPr txBox="1">
              <a:spLocks noChangeArrowheads="1"/>
            </p:cNvSpPr>
            <p:nvPr/>
          </p:nvSpPr>
          <p:spPr bwMode="auto">
            <a:xfrm>
              <a:off x="5190" y="2250"/>
              <a:ext cx="1290" cy="63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a:t>
              </a:r>
            </a:p>
          </p:txBody>
        </p:sp>
      </p:gr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4">
            <a:extLst>
              <a:ext uri="{FF2B5EF4-FFF2-40B4-BE49-F238E27FC236}">
                <a16:creationId xmlns:a16="http://schemas.microsoft.com/office/drawing/2014/main" id="{8C364C2C-6B8A-3E87-F475-8193DFAD25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32A7732-A442-446B-ACAE-9F4D8696517C}" type="slidenum">
              <a:rPr lang="en-US" altLang="en-US" sz="1400"/>
              <a:pPr>
                <a:spcBef>
                  <a:spcPct val="0"/>
                </a:spcBef>
                <a:buClrTx/>
                <a:buSzTx/>
                <a:buFontTx/>
                <a:buNone/>
              </a:pPr>
              <a:t>91</a:t>
            </a:fld>
            <a:endParaRPr lang="en-US" altLang="en-US" sz="1400"/>
          </a:p>
        </p:txBody>
      </p:sp>
      <p:sp>
        <p:nvSpPr>
          <p:cNvPr id="110595" name="Rectangle 2">
            <a:extLst>
              <a:ext uri="{FF2B5EF4-FFF2-40B4-BE49-F238E27FC236}">
                <a16:creationId xmlns:a16="http://schemas.microsoft.com/office/drawing/2014/main" id="{36DE107B-5C80-CF5F-D1FE-473ABC9CA9F2}"/>
              </a:ext>
            </a:extLst>
          </p:cNvPr>
          <p:cNvSpPr>
            <a:spLocks noGrp="1" noChangeArrowheads="1"/>
          </p:cNvSpPr>
          <p:nvPr>
            <p:ph type="title"/>
          </p:nvPr>
        </p:nvSpPr>
        <p:spPr/>
        <p:txBody>
          <a:bodyPr/>
          <a:lstStyle/>
          <a:p>
            <a:pPr eaLnBrk="1" hangingPunct="1"/>
            <a:r>
              <a:rPr lang="en-US" altLang="en-US"/>
              <a:t>Double DES Mathematically Expressed</a:t>
            </a:r>
          </a:p>
        </p:txBody>
      </p:sp>
      <p:grpSp>
        <p:nvGrpSpPr>
          <p:cNvPr id="110596" name="Group 3">
            <a:extLst>
              <a:ext uri="{FF2B5EF4-FFF2-40B4-BE49-F238E27FC236}">
                <a16:creationId xmlns:a16="http://schemas.microsoft.com/office/drawing/2014/main" id="{F372F3CF-9925-3F51-56F0-636D30007853}"/>
              </a:ext>
            </a:extLst>
          </p:cNvPr>
          <p:cNvGrpSpPr>
            <a:grpSpLocks/>
          </p:cNvGrpSpPr>
          <p:nvPr/>
        </p:nvGrpSpPr>
        <p:grpSpPr bwMode="auto">
          <a:xfrm>
            <a:off x="683231" y="1690687"/>
            <a:ext cx="10762179" cy="4114211"/>
            <a:chOff x="1788" y="9283"/>
            <a:chExt cx="8790" cy="2580"/>
          </a:xfrm>
        </p:grpSpPr>
        <p:sp>
          <p:nvSpPr>
            <p:cNvPr id="110597" name="Rectangle 4">
              <a:extLst>
                <a:ext uri="{FF2B5EF4-FFF2-40B4-BE49-F238E27FC236}">
                  <a16:creationId xmlns:a16="http://schemas.microsoft.com/office/drawing/2014/main" id="{E5F35387-4E91-CCB6-1EDF-06830EBB8CCE}"/>
                </a:ext>
              </a:extLst>
            </p:cNvPr>
            <p:cNvSpPr>
              <a:spLocks noChangeArrowheads="1"/>
            </p:cNvSpPr>
            <p:nvPr/>
          </p:nvSpPr>
          <p:spPr bwMode="auto">
            <a:xfrm>
              <a:off x="1788" y="9283"/>
              <a:ext cx="8790" cy="25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0598" name="Text Box 5">
              <a:extLst>
                <a:ext uri="{FF2B5EF4-FFF2-40B4-BE49-F238E27FC236}">
                  <a16:creationId xmlns:a16="http://schemas.microsoft.com/office/drawing/2014/main" id="{B5CC784A-8D6F-E856-648C-39BE96249685}"/>
                </a:ext>
              </a:extLst>
            </p:cNvPr>
            <p:cNvSpPr txBox="1">
              <a:spLocks noChangeArrowheads="1"/>
            </p:cNvSpPr>
            <p:nvPr/>
          </p:nvSpPr>
          <p:spPr bwMode="auto">
            <a:xfrm>
              <a:off x="2268" y="10161"/>
              <a:ext cx="1290" cy="6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800" b="1">
                  <a:latin typeface="Times New Roman" panose="02020603050405020304" pitchFamily="18" charset="0"/>
                </a:rPr>
                <a:t>P</a:t>
              </a:r>
            </a:p>
          </p:txBody>
        </p:sp>
        <p:sp>
          <p:nvSpPr>
            <p:cNvPr id="110599" name="AutoShape 6">
              <a:extLst>
                <a:ext uri="{FF2B5EF4-FFF2-40B4-BE49-F238E27FC236}">
                  <a16:creationId xmlns:a16="http://schemas.microsoft.com/office/drawing/2014/main" id="{9519BFBA-5295-451D-8261-5D638660E566}"/>
                </a:ext>
              </a:extLst>
            </p:cNvPr>
            <p:cNvSpPr>
              <a:spLocks noChangeArrowheads="1"/>
            </p:cNvSpPr>
            <p:nvPr/>
          </p:nvSpPr>
          <p:spPr bwMode="auto">
            <a:xfrm>
              <a:off x="3573" y="1038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0600" name="Text Box 7">
              <a:extLst>
                <a:ext uri="{FF2B5EF4-FFF2-40B4-BE49-F238E27FC236}">
                  <a16:creationId xmlns:a16="http://schemas.microsoft.com/office/drawing/2014/main" id="{A9CEA8BA-50C2-CBD4-1AB3-D4F648FC790C}"/>
                </a:ext>
              </a:extLst>
            </p:cNvPr>
            <p:cNvSpPr txBox="1">
              <a:spLocks noChangeArrowheads="1"/>
            </p:cNvSpPr>
            <p:nvPr/>
          </p:nvSpPr>
          <p:spPr bwMode="auto">
            <a:xfrm>
              <a:off x="3963" y="10251"/>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0601" name="Line 8">
              <a:extLst>
                <a:ext uri="{FF2B5EF4-FFF2-40B4-BE49-F238E27FC236}">
                  <a16:creationId xmlns:a16="http://schemas.microsoft.com/office/drawing/2014/main" id="{D8FC7DED-AD64-EF28-BA39-3BF481623200}"/>
                </a:ext>
              </a:extLst>
            </p:cNvPr>
            <p:cNvSpPr>
              <a:spLocks noChangeShapeType="1"/>
            </p:cNvSpPr>
            <p:nvPr/>
          </p:nvSpPr>
          <p:spPr bwMode="auto">
            <a:xfrm flipV="1">
              <a:off x="4398" y="10671"/>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0602" name="Text Box 9">
              <a:extLst>
                <a:ext uri="{FF2B5EF4-FFF2-40B4-BE49-F238E27FC236}">
                  <a16:creationId xmlns:a16="http://schemas.microsoft.com/office/drawing/2014/main" id="{D3D2A65C-1DED-B1AC-C345-132D78407341}"/>
                </a:ext>
              </a:extLst>
            </p:cNvPr>
            <p:cNvSpPr txBox="1">
              <a:spLocks noChangeArrowheads="1"/>
            </p:cNvSpPr>
            <p:nvPr/>
          </p:nvSpPr>
          <p:spPr bwMode="auto">
            <a:xfrm>
              <a:off x="4053" y="113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800" b="1">
                  <a:latin typeface="Times New Roman" panose="02020603050405020304" pitchFamily="18" charset="0"/>
                </a:rPr>
                <a:t>K1</a:t>
              </a:r>
            </a:p>
          </p:txBody>
        </p:sp>
        <p:sp>
          <p:nvSpPr>
            <p:cNvPr id="110603" name="Text Box 10" descr="5%">
              <a:extLst>
                <a:ext uri="{FF2B5EF4-FFF2-40B4-BE49-F238E27FC236}">
                  <a16:creationId xmlns:a16="http://schemas.microsoft.com/office/drawing/2014/main" id="{0C88A75C-14BA-038B-EBFA-11BF6100BC9D}"/>
                </a:ext>
              </a:extLst>
            </p:cNvPr>
            <p:cNvSpPr txBox="1">
              <a:spLocks noChangeArrowheads="1"/>
            </p:cNvSpPr>
            <p:nvPr/>
          </p:nvSpPr>
          <p:spPr bwMode="auto">
            <a:xfrm>
              <a:off x="5388" y="10146"/>
              <a:ext cx="1290" cy="63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Temporary result (T)</a:t>
              </a:r>
            </a:p>
          </p:txBody>
        </p:sp>
        <p:sp>
          <p:nvSpPr>
            <p:cNvPr id="110604" name="AutoShape 11">
              <a:extLst>
                <a:ext uri="{FF2B5EF4-FFF2-40B4-BE49-F238E27FC236}">
                  <a16:creationId xmlns:a16="http://schemas.microsoft.com/office/drawing/2014/main" id="{3AEF0D6A-1043-57BE-D1F8-25C0C44D423E}"/>
                </a:ext>
              </a:extLst>
            </p:cNvPr>
            <p:cNvSpPr>
              <a:spLocks noChangeArrowheads="1"/>
            </p:cNvSpPr>
            <p:nvPr/>
          </p:nvSpPr>
          <p:spPr bwMode="auto">
            <a:xfrm>
              <a:off x="6681" y="10371"/>
              <a:ext cx="387" cy="207"/>
            </a:xfrm>
            <a:prstGeom prst="rightArrow">
              <a:avLst>
                <a:gd name="adj1" fmla="val 50000"/>
                <a:gd name="adj2" fmla="val 46739"/>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0605" name="Text Box 12">
              <a:extLst>
                <a:ext uri="{FF2B5EF4-FFF2-40B4-BE49-F238E27FC236}">
                  <a16:creationId xmlns:a16="http://schemas.microsoft.com/office/drawing/2014/main" id="{7FF29A2A-4B79-65D1-53F5-9DEAED8C1842}"/>
                </a:ext>
              </a:extLst>
            </p:cNvPr>
            <p:cNvSpPr txBox="1">
              <a:spLocks noChangeArrowheads="1"/>
            </p:cNvSpPr>
            <p:nvPr/>
          </p:nvSpPr>
          <p:spPr bwMode="auto">
            <a:xfrm>
              <a:off x="7083" y="10236"/>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0606" name="AutoShape 13">
              <a:extLst>
                <a:ext uri="{FF2B5EF4-FFF2-40B4-BE49-F238E27FC236}">
                  <a16:creationId xmlns:a16="http://schemas.microsoft.com/office/drawing/2014/main" id="{D2815B4C-52E2-9558-0B14-6FE2EF2ADE1F}"/>
                </a:ext>
              </a:extLst>
            </p:cNvPr>
            <p:cNvSpPr>
              <a:spLocks noChangeArrowheads="1"/>
            </p:cNvSpPr>
            <p:nvPr/>
          </p:nvSpPr>
          <p:spPr bwMode="auto">
            <a:xfrm>
              <a:off x="4998" y="1038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0607" name="Line 14">
              <a:extLst>
                <a:ext uri="{FF2B5EF4-FFF2-40B4-BE49-F238E27FC236}">
                  <a16:creationId xmlns:a16="http://schemas.microsoft.com/office/drawing/2014/main" id="{57A844A0-2ADF-6248-ED67-C841919B507C}"/>
                </a:ext>
              </a:extLst>
            </p:cNvPr>
            <p:cNvSpPr>
              <a:spLocks noChangeShapeType="1"/>
            </p:cNvSpPr>
            <p:nvPr/>
          </p:nvSpPr>
          <p:spPr bwMode="auto">
            <a:xfrm flipV="1">
              <a:off x="7563" y="10671"/>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0608" name="Text Box 15">
              <a:extLst>
                <a:ext uri="{FF2B5EF4-FFF2-40B4-BE49-F238E27FC236}">
                  <a16:creationId xmlns:a16="http://schemas.microsoft.com/office/drawing/2014/main" id="{6870F1ED-711F-0378-9CDD-810159CC463B}"/>
                </a:ext>
              </a:extLst>
            </p:cNvPr>
            <p:cNvSpPr txBox="1">
              <a:spLocks noChangeArrowheads="1"/>
            </p:cNvSpPr>
            <p:nvPr/>
          </p:nvSpPr>
          <p:spPr bwMode="auto">
            <a:xfrm>
              <a:off x="7218" y="113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800" b="1">
                  <a:latin typeface="Times New Roman" panose="02020603050405020304" pitchFamily="18" charset="0"/>
                </a:rPr>
                <a:t>K2</a:t>
              </a:r>
            </a:p>
          </p:txBody>
        </p:sp>
        <p:sp>
          <p:nvSpPr>
            <p:cNvPr id="110609" name="Text Box 16" descr="Dotted grid">
              <a:extLst>
                <a:ext uri="{FF2B5EF4-FFF2-40B4-BE49-F238E27FC236}">
                  <a16:creationId xmlns:a16="http://schemas.microsoft.com/office/drawing/2014/main" id="{F7628F56-27FB-A8A1-82D7-0D6C396B5864}"/>
                </a:ext>
              </a:extLst>
            </p:cNvPr>
            <p:cNvSpPr txBox="1">
              <a:spLocks noChangeArrowheads="1"/>
            </p:cNvSpPr>
            <p:nvPr/>
          </p:nvSpPr>
          <p:spPr bwMode="auto">
            <a:xfrm>
              <a:off x="8508" y="10116"/>
              <a:ext cx="1290" cy="63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800" b="1">
                  <a:latin typeface="Times New Roman" panose="02020603050405020304" pitchFamily="18" charset="0"/>
                </a:rPr>
                <a:t>C</a:t>
              </a:r>
            </a:p>
          </p:txBody>
        </p:sp>
        <p:sp>
          <p:nvSpPr>
            <p:cNvPr id="110610" name="AutoShape 17">
              <a:extLst>
                <a:ext uri="{FF2B5EF4-FFF2-40B4-BE49-F238E27FC236}">
                  <a16:creationId xmlns:a16="http://schemas.microsoft.com/office/drawing/2014/main" id="{EB0D3249-D495-A999-8A94-53DF636DE92E}"/>
                </a:ext>
              </a:extLst>
            </p:cNvPr>
            <p:cNvSpPr>
              <a:spLocks noChangeArrowheads="1"/>
            </p:cNvSpPr>
            <p:nvPr/>
          </p:nvSpPr>
          <p:spPr bwMode="auto">
            <a:xfrm>
              <a:off x="8118" y="10356"/>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0611" name="Text Box 18">
              <a:extLst>
                <a:ext uri="{FF2B5EF4-FFF2-40B4-BE49-F238E27FC236}">
                  <a16:creationId xmlns:a16="http://schemas.microsoft.com/office/drawing/2014/main" id="{6E3477F6-3579-5D8B-C1E3-8BADCC574DCB}"/>
                </a:ext>
              </a:extLst>
            </p:cNvPr>
            <p:cNvSpPr txBox="1">
              <a:spLocks noChangeArrowheads="1"/>
            </p:cNvSpPr>
            <p:nvPr/>
          </p:nvSpPr>
          <p:spPr bwMode="auto">
            <a:xfrm>
              <a:off x="3888" y="9592"/>
              <a:ext cx="1056"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E</a:t>
              </a:r>
              <a:r>
                <a:rPr lang="en-US" altLang="en-US" sz="2000" b="1" baseline="-25000">
                  <a:latin typeface="Times New Roman" panose="02020603050405020304" pitchFamily="18" charset="0"/>
                </a:rPr>
                <a:t>K1</a:t>
              </a:r>
              <a:r>
                <a:rPr lang="en-US" altLang="en-US" sz="2000" b="1">
                  <a:latin typeface="Times New Roman" panose="02020603050405020304" pitchFamily="18" charset="0"/>
                </a:rPr>
                <a:t>(P)</a:t>
              </a:r>
            </a:p>
          </p:txBody>
        </p:sp>
        <p:sp>
          <p:nvSpPr>
            <p:cNvPr id="110612" name="Text Box 19">
              <a:extLst>
                <a:ext uri="{FF2B5EF4-FFF2-40B4-BE49-F238E27FC236}">
                  <a16:creationId xmlns:a16="http://schemas.microsoft.com/office/drawing/2014/main" id="{4B3A6B9C-85FA-BE58-264E-CAB112CDD208}"/>
                </a:ext>
              </a:extLst>
            </p:cNvPr>
            <p:cNvSpPr txBox="1">
              <a:spLocks noChangeArrowheads="1"/>
            </p:cNvSpPr>
            <p:nvPr/>
          </p:nvSpPr>
          <p:spPr bwMode="auto">
            <a:xfrm>
              <a:off x="6900" y="9604"/>
              <a:ext cx="151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E</a:t>
              </a:r>
              <a:r>
                <a:rPr lang="en-US" altLang="en-US" sz="2000" b="1" baseline="-25000">
                  <a:latin typeface="Times New Roman" panose="02020603050405020304" pitchFamily="18" charset="0"/>
                </a:rPr>
                <a:t>K2</a:t>
              </a:r>
              <a:r>
                <a:rPr lang="en-US" altLang="en-US" sz="2000" b="1">
                  <a:latin typeface="Times New Roman" panose="02020603050405020304" pitchFamily="18" charset="0"/>
                </a:rPr>
                <a:t>(E</a:t>
              </a:r>
              <a:r>
                <a:rPr lang="en-US" altLang="en-US" sz="2000" b="1" baseline="-25000">
                  <a:latin typeface="Times New Roman" panose="02020603050405020304" pitchFamily="18" charset="0"/>
                </a:rPr>
                <a:t>K1</a:t>
              </a:r>
              <a:r>
                <a:rPr lang="en-US" altLang="en-US" sz="2000" b="1">
                  <a:latin typeface="Times New Roman" panose="02020603050405020304" pitchFamily="18" charset="0"/>
                </a:rPr>
                <a:t>(P))</a:t>
              </a:r>
            </a:p>
          </p:txBody>
        </p:sp>
        <p:sp>
          <p:nvSpPr>
            <p:cNvPr id="110613" name="Text Box 20">
              <a:extLst>
                <a:ext uri="{FF2B5EF4-FFF2-40B4-BE49-F238E27FC236}">
                  <a16:creationId xmlns:a16="http://schemas.microsoft.com/office/drawing/2014/main" id="{666E5A29-54A2-822D-FE74-A0A74B9C5F72}"/>
                </a:ext>
              </a:extLst>
            </p:cNvPr>
            <p:cNvSpPr txBox="1">
              <a:spLocks noChangeArrowheads="1"/>
            </p:cNvSpPr>
            <p:nvPr/>
          </p:nvSpPr>
          <p:spPr bwMode="auto">
            <a:xfrm>
              <a:off x="5340" y="9592"/>
              <a:ext cx="1284"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T = E</a:t>
              </a:r>
              <a:r>
                <a:rPr lang="en-US" altLang="en-US" sz="2000" b="1" baseline="-25000">
                  <a:latin typeface="Times New Roman" panose="02020603050405020304" pitchFamily="18" charset="0"/>
                </a:rPr>
                <a:t>K1</a:t>
              </a:r>
              <a:r>
                <a:rPr lang="en-US" altLang="en-US" sz="2000" b="1">
                  <a:latin typeface="Times New Roman" panose="02020603050405020304" pitchFamily="18" charset="0"/>
                </a:rPr>
                <a:t>(P)</a:t>
              </a:r>
            </a:p>
          </p:txBody>
        </p:sp>
        <p:sp>
          <p:nvSpPr>
            <p:cNvPr id="110614" name="Text Box 21">
              <a:extLst>
                <a:ext uri="{FF2B5EF4-FFF2-40B4-BE49-F238E27FC236}">
                  <a16:creationId xmlns:a16="http://schemas.microsoft.com/office/drawing/2014/main" id="{BB796425-B47A-23DD-822E-4F2D8CCF91E6}"/>
                </a:ext>
              </a:extLst>
            </p:cNvPr>
            <p:cNvSpPr txBox="1">
              <a:spLocks noChangeArrowheads="1"/>
            </p:cNvSpPr>
            <p:nvPr/>
          </p:nvSpPr>
          <p:spPr bwMode="auto">
            <a:xfrm>
              <a:off x="8388" y="9604"/>
              <a:ext cx="1716"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 = E</a:t>
              </a:r>
              <a:r>
                <a:rPr lang="en-US" altLang="en-US" sz="2000" b="1" baseline="-25000">
                  <a:latin typeface="Times New Roman" panose="02020603050405020304" pitchFamily="18" charset="0"/>
                </a:rPr>
                <a:t>K2</a:t>
              </a:r>
              <a:r>
                <a:rPr lang="en-US" altLang="en-US" sz="2000" b="1">
                  <a:latin typeface="Times New Roman" panose="02020603050405020304" pitchFamily="18" charset="0"/>
                </a:rPr>
                <a:t>(E</a:t>
              </a:r>
              <a:r>
                <a:rPr lang="en-US" altLang="en-US" sz="2000" b="1" baseline="-25000">
                  <a:latin typeface="Times New Roman" panose="02020603050405020304" pitchFamily="18" charset="0"/>
                </a:rPr>
                <a:t>K1</a:t>
              </a:r>
              <a:r>
                <a:rPr lang="en-US" altLang="en-US" sz="2000" b="1">
                  <a:latin typeface="Times New Roman" panose="02020603050405020304" pitchFamily="18" charset="0"/>
                </a:rPr>
                <a:t>(P))</a:t>
              </a:r>
            </a:p>
          </p:txBody>
        </p:sp>
      </p:gr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4">
            <a:extLst>
              <a:ext uri="{FF2B5EF4-FFF2-40B4-BE49-F238E27FC236}">
                <a16:creationId xmlns:a16="http://schemas.microsoft.com/office/drawing/2014/main" id="{8003C230-0DB0-7FE1-F751-72E34A93D8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EE1F80F-ACAB-4D14-A10F-95A704B2270F}" type="slidenum">
              <a:rPr lang="en-US" altLang="en-US" sz="1400"/>
              <a:pPr>
                <a:spcBef>
                  <a:spcPct val="0"/>
                </a:spcBef>
                <a:buClrTx/>
                <a:buSzTx/>
                <a:buFontTx/>
                <a:buNone/>
              </a:pPr>
              <a:t>92</a:t>
            </a:fld>
            <a:endParaRPr lang="en-US" altLang="en-US" sz="1400"/>
          </a:p>
        </p:txBody>
      </p:sp>
      <p:sp>
        <p:nvSpPr>
          <p:cNvPr id="112643" name="Rectangle 2">
            <a:extLst>
              <a:ext uri="{FF2B5EF4-FFF2-40B4-BE49-F238E27FC236}">
                <a16:creationId xmlns:a16="http://schemas.microsoft.com/office/drawing/2014/main" id="{40131F8F-ED99-EA12-7E65-01A1D94CA0B7}"/>
              </a:ext>
            </a:extLst>
          </p:cNvPr>
          <p:cNvSpPr>
            <a:spLocks noGrp="1" noChangeArrowheads="1"/>
          </p:cNvSpPr>
          <p:nvPr>
            <p:ph type="title"/>
          </p:nvPr>
        </p:nvSpPr>
        <p:spPr/>
        <p:txBody>
          <a:bodyPr/>
          <a:lstStyle/>
          <a:p>
            <a:pPr eaLnBrk="1" hangingPunct="1"/>
            <a:r>
              <a:rPr lang="en-US" altLang="en-US"/>
              <a:t>Triple DES</a:t>
            </a:r>
          </a:p>
        </p:txBody>
      </p:sp>
      <p:grpSp>
        <p:nvGrpSpPr>
          <p:cNvPr id="112644" name="Group 3">
            <a:extLst>
              <a:ext uri="{FF2B5EF4-FFF2-40B4-BE49-F238E27FC236}">
                <a16:creationId xmlns:a16="http://schemas.microsoft.com/office/drawing/2014/main" id="{39483284-4E5F-86FF-B2D5-7CCE591D63CA}"/>
              </a:ext>
            </a:extLst>
          </p:cNvPr>
          <p:cNvGrpSpPr>
            <a:grpSpLocks/>
          </p:cNvGrpSpPr>
          <p:nvPr/>
        </p:nvGrpSpPr>
        <p:grpSpPr bwMode="auto">
          <a:xfrm>
            <a:off x="617304" y="1479478"/>
            <a:ext cx="10889751" cy="4284324"/>
            <a:chOff x="1788" y="10836"/>
            <a:chExt cx="8688" cy="3444"/>
          </a:xfrm>
        </p:grpSpPr>
        <p:sp>
          <p:nvSpPr>
            <p:cNvPr id="112645" name="Rectangle 4">
              <a:extLst>
                <a:ext uri="{FF2B5EF4-FFF2-40B4-BE49-F238E27FC236}">
                  <a16:creationId xmlns:a16="http://schemas.microsoft.com/office/drawing/2014/main" id="{DCBD12AB-2E1E-1430-A533-D5636439E726}"/>
                </a:ext>
              </a:extLst>
            </p:cNvPr>
            <p:cNvSpPr>
              <a:spLocks noChangeArrowheads="1"/>
            </p:cNvSpPr>
            <p:nvPr/>
          </p:nvSpPr>
          <p:spPr bwMode="auto">
            <a:xfrm>
              <a:off x="1788" y="10836"/>
              <a:ext cx="8688" cy="344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46" name="Text Box 5">
              <a:extLst>
                <a:ext uri="{FF2B5EF4-FFF2-40B4-BE49-F238E27FC236}">
                  <a16:creationId xmlns:a16="http://schemas.microsoft.com/office/drawing/2014/main" id="{5D97498C-2B07-3DF3-23E9-ACC2A6AC82F1}"/>
                </a:ext>
              </a:extLst>
            </p:cNvPr>
            <p:cNvSpPr txBox="1">
              <a:spLocks noChangeArrowheads="1"/>
            </p:cNvSpPr>
            <p:nvPr/>
          </p:nvSpPr>
          <p:spPr bwMode="auto">
            <a:xfrm>
              <a:off x="2280" y="11437"/>
              <a:ext cx="1290" cy="6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Original Plain Text</a:t>
              </a:r>
            </a:p>
          </p:txBody>
        </p:sp>
        <p:sp>
          <p:nvSpPr>
            <p:cNvPr id="112647" name="AutoShape 6">
              <a:extLst>
                <a:ext uri="{FF2B5EF4-FFF2-40B4-BE49-F238E27FC236}">
                  <a16:creationId xmlns:a16="http://schemas.microsoft.com/office/drawing/2014/main" id="{170683D4-6C19-51D1-615D-4CF6AA195880}"/>
                </a:ext>
              </a:extLst>
            </p:cNvPr>
            <p:cNvSpPr>
              <a:spLocks noChangeArrowheads="1"/>
            </p:cNvSpPr>
            <p:nvPr/>
          </p:nvSpPr>
          <p:spPr bwMode="auto">
            <a:xfrm>
              <a:off x="3585" y="1166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48" name="Text Box 7">
              <a:extLst>
                <a:ext uri="{FF2B5EF4-FFF2-40B4-BE49-F238E27FC236}">
                  <a16:creationId xmlns:a16="http://schemas.microsoft.com/office/drawing/2014/main" id="{73AE4BEC-868A-7999-61C8-6972F6F6346B}"/>
                </a:ext>
              </a:extLst>
            </p:cNvPr>
            <p:cNvSpPr txBox="1">
              <a:spLocks noChangeArrowheads="1"/>
            </p:cNvSpPr>
            <p:nvPr/>
          </p:nvSpPr>
          <p:spPr bwMode="auto">
            <a:xfrm>
              <a:off x="3975" y="11527"/>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Encrypt</a:t>
              </a:r>
            </a:p>
          </p:txBody>
        </p:sp>
        <p:sp>
          <p:nvSpPr>
            <p:cNvPr id="112649" name="Line 8">
              <a:extLst>
                <a:ext uri="{FF2B5EF4-FFF2-40B4-BE49-F238E27FC236}">
                  <a16:creationId xmlns:a16="http://schemas.microsoft.com/office/drawing/2014/main" id="{7947BD9B-C6AA-B548-63CF-160C0F5ABD47}"/>
                </a:ext>
              </a:extLst>
            </p:cNvPr>
            <p:cNvSpPr>
              <a:spLocks noChangeShapeType="1"/>
            </p:cNvSpPr>
            <p:nvPr/>
          </p:nvSpPr>
          <p:spPr bwMode="auto">
            <a:xfrm flipV="1">
              <a:off x="4410" y="11947"/>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2650" name="Text Box 9">
              <a:extLst>
                <a:ext uri="{FF2B5EF4-FFF2-40B4-BE49-F238E27FC236}">
                  <a16:creationId xmlns:a16="http://schemas.microsoft.com/office/drawing/2014/main" id="{A145DDE1-DFF6-EB61-F79F-F00DCE759DEA}"/>
                </a:ext>
              </a:extLst>
            </p:cNvPr>
            <p:cNvSpPr txBox="1">
              <a:spLocks noChangeArrowheads="1"/>
            </p:cNvSpPr>
            <p:nvPr/>
          </p:nvSpPr>
          <p:spPr bwMode="auto">
            <a:xfrm>
              <a:off x="4065" y="12577"/>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K1</a:t>
              </a:r>
            </a:p>
          </p:txBody>
        </p:sp>
        <p:sp>
          <p:nvSpPr>
            <p:cNvPr id="112651" name="Text Box 10" descr="5%">
              <a:extLst>
                <a:ext uri="{FF2B5EF4-FFF2-40B4-BE49-F238E27FC236}">
                  <a16:creationId xmlns:a16="http://schemas.microsoft.com/office/drawing/2014/main" id="{97183689-D67A-33EB-4626-1DCA9120C391}"/>
                </a:ext>
              </a:extLst>
            </p:cNvPr>
            <p:cNvSpPr txBox="1">
              <a:spLocks noChangeArrowheads="1"/>
            </p:cNvSpPr>
            <p:nvPr/>
          </p:nvSpPr>
          <p:spPr bwMode="auto">
            <a:xfrm>
              <a:off x="5400" y="11422"/>
              <a:ext cx="1290" cy="63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 1</a:t>
              </a:r>
            </a:p>
          </p:txBody>
        </p:sp>
        <p:sp>
          <p:nvSpPr>
            <p:cNvPr id="112652" name="Text Box 11">
              <a:extLst>
                <a:ext uri="{FF2B5EF4-FFF2-40B4-BE49-F238E27FC236}">
                  <a16:creationId xmlns:a16="http://schemas.microsoft.com/office/drawing/2014/main" id="{431340DA-FC59-8234-5DEE-BFE756BB19A2}"/>
                </a:ext>
              </a:extLst>
            </p:cNvPr>
            <p:cNvSpPr txBox="1">
              <a:spLocks noChangeArrowheads="1"/>
            </p:cNvSpPr>
            <p:nvPr/>
          </p:nvSpPr>
          <p:spPr bwMode="auto">
            <a:xfrm>
              <a:off x="5535" y="12424"/>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2653" name="AutoShape 12">
              <a:extLst>
                <a:ext uri="{FF2B5EF4-FFF2-40B4-BE49-F238E27FC236}">
                  <a16:creationId xmlns:a16="http://schemas.microsoft.com/office/drawing/2014/main" id="{22F938BD-EF5F-C873-D293-D10EF2085946}"/>
                </a:ext>
              </a:extLst>
            </p:cNvPr>
            <p:cNvSpPr>
              <a:spLocks noChangeArrowheads="1"/>
            </p:cNvSpPr>
            <p:nvPr/>
          </p:nvSpPr>
          <p:spPr bwMode="auto">
            <a:xfrm>
              <a:off x="5010" y="1166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54" name="Line 13">
              <a:extLst>
                <a:ext uri="{FF2B5EF4-FFF2-40B4-BE49-F238E27FC236}">
                  <a16:creationId xmlns:a16="http://schemas.microsoft.com/office/drawing/2014/main" id="{4D0F1CD9-D7F0-F456-42CC-96D3B8C638E9}"/>
                </a:ext>
              </a:extLst>
            </p:cNvPr>
            <p:cNvSpPr>
              <a:spLocks noChangeShapeType="1"/>
            </p:cNvSpPr>
            <p:nvPr/>
          </p:nvSpPr>
          <p:spPr bwMode="auto">
            <a:xfrm flipV="1">
              <a:off x="6003" y="12859"/>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2655" name="Text Box 14">
              <a:extLst>
                <a:ext uri="{FF2B5EF4-FFF2-40B4-BE49-F238E27FC236}">
                  <a16:creationId xmlns:a16="http://schemas.microsoft.com/office/drawing/2014/main" id="{AA53BC57-5A87-DECA-DA0B-DD357F9C1302}"/>
                </a:ext>
              </a:extLst>
            </p:cNvPr>
            <p:cNvSpPr txBox="1">
              <a:spLocks noChangeArrowheads="1"/>
            </p:cNvSpPr>
            <p:nvPr/>
          </p:nvSpPr>
          <p:spPr bwMode="auto">
            <a:xfrm>
              <a:off x="5622" y="135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K2</a:t>
              </a:r>
            </a:p>
          </p:txBody>
        </p:sp>
        <p:sp>
          <p:nvSpPr>
            <p:cNvPr id="112656" name="Text Box 15" descr="Dotted grid">
              <a:extLst>
                <a:ext uri="{FF2B5EF4-FFF2-40B4-BE49-F238E27FC236}">
                  <a16:creationId xmlns:a16="http://schemas.microsoft.com/office/drawing/2014/main" id="{F72F4E49-E9B7-69F7-8A54-5B0919307F87}"/>
                </a:ext>
              </a:extLst>
            </p:cNvPr>
            <p:cNvSpPr txBox="1">
              <a:spLocks noChangeArrowheads="1"/>
            </p:cNvSpPr>
            <p:nvPr/>
          </p:nvSpPr>
          <p:spPr bwMode="auto">
            <a:xfrm>
              <a:off x="6960" y="12268"/>
              <a:ext cx="1290" cy="63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 2</a:t>
              </a:r>
            </a:p>
          </p:txBody>
        </p:sp>
        <p:sp>
          <p:nvSpPr>
            <p:cNvPr id="112657" name="AutoShape 16">
              <a:extLst>
                <a:ext uri="{FF2B5EF4-FFF2-40B4-BE49-F238E27FC236}">
                  <a16:creationId xmlns:a16="http://schemas.microsoft.com/office/drawing/2014/main" id="{951247AB-BC0B-0779-F498-AFE36DC34D19}"/>
                </a:ext>
              </a:extLst>
            </p:cNvPr>
            <p:cNvSpPr>
              <a:spLocks noChangeArrowheads="1"/>
            </p:cNvSpPr>
            <p:nvPr/>
          </p:nvSpPr>
          <p:spPr bwMode="auto">
            <a:xfrm>
              <a:off x="6570" y="1253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58" name="AutoShape 17">
              <a:extLst>
                <a:ext uri="{FF2B5EF4-FFF2-40B4-BE49-F238E27FC236}">
                  <a16:creationId xmlns:a16="http://schemas.microsoft.com/office/drawing/2014/main" id="{5232146C-FE97-4D61-AB07-EC1CEB2166A5}"/>
                </a:ext>
              </a:extLst>
            </p:cNvPr>
            <p:cNvSpPr>
              <a:spLocks noChangeArrowheads="1"/>
            </p:cNvSpPr>
            <p:nvPr/>
          </p:nvSpPr>
          <p:spPr bwMode="auto">
            <a:xfrm>
              <a:off x="5976" y="12060"/>
              <a:ext cx="155" cy="360"/>
            </a:xfrm>
            <a:prstGeom prst="downArrow">
              <a:avLst>
                <a:gd name="adj1" fmla="val 50000"/>
                <a:gd name="adj2" fmla="val 5806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59" name="Text Box 18">
              <a:extLst>
                <a:ext uri="{FF2B5EF4-FFF2-40B4-BE49-F238E27FC236}">
                  <a16:creationId xmlns:a16="http://schemas.microsoft.com/office/drawing/2014/main" id="{FEACEF17-799A-726A-0597-3AD90C95494C}"/>
                </a:ext>
              </a:extLst>
            </p:cNvPr>
            <p:cNvSpPr txBox="1">
              <a:spLocks noChangeArrowheads="1"/>
            </p:cNvSpPr>
            <p:nvPr/>
          </p:nvSpPr>
          <p:spPr bwMode="auto">
            <a:xfrm>
              <a:off x="8655" y="12391"/>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2660" name="AutoShape 19">
              <a:extLst>
                <a:ext uri="{FF2B5EF4-FFF2-40B4-BE49-F238E27FC236}">
                  <a16:creationId xmlns:a16="http://schemas.microsoft.com/office/drawing/2014/main" id="{38F3BA4C-BE5F-7B73-33FD-DE849B3FBAA9}"/>
                </a:ext>
              </a:extLst>
            </p:cNvPr>
            <p:cNvSpPr>
              <a:spLocks noChangeArrowheads="1"/>
            </p:cNvSpPr>
            <p:nvPr/>
          </p:nvSpPr>
          <p:spPr bwMode="auto">
            <a:xfrm>
              <a:off x="8262" y="12508"/>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61" name="Line 20">
              <a:extLst>
                <a:ext uri="{FF2B5EF4-FFF2-40B4-BE49-F238E27FC236}">
                  <a16:creationId xmlns:a16="http://schemas.microsoft.com/office/drawing/2014/main" id="{7D4EF936-5439-7D01-4B4D-43B465F6F6AD}"/>
                </a:ext>
              </a:extLst>
            </p:cNvPr>
            <p:cNvSpPr>
              <a:spLocks noChangeShapeType="1"/>
            </p:cNvSpPr>
            <p:nvPr/>
          </p:nvSpPr>
          <p:spPr bwMode="auto">
            <a:xfrm flipV="1">
              <a:off x="9123" y="12823"/>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2662" name="Text Box 21">
              <a:extLst>
                <a:ext uri="{FF2B5EF4-FFF2-40B4-BE49-F238E27FC236}">
                  <a16:creationId xmlns:a16="http://schemas.microsoft.com/office/drawing/2014/main" id="{B58D0CA5-ACEF-A43A-C6A6-79EBCC3DA894}"/>
                </a:ext>
              </a:extLst>
            </p:cNvPr>
            <p:cNvSpPr txBox="1">
              <a:spLocks noChangeArrowheads="1"/>
            </p:cNvSpPr>
            <p:nvPr/>
          </p:nvSpPr>
          <p:spPr bwMode="auto">
            <a:xfrm>
              <a:off x="8742" y="13465"/>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K3</a:t>
              </a:r>
            </a:p>
          </p:txBody>
        </p:sp>
        <p:sp>
          <p:nvSpPr>
            <p:cNvPr id="112663" name="AutoShape 22">
              <a:extLst>
                <a:ext uri="{FF2B5EF4-FFF2-40B4-BE49-F238E27FC236}">
                  <a16:creationId xmlns:a16="http://schemas.microsoft.com/office/drawing/2014/main" id="{22C8FB74-878E-0191-71AA-80452D9DEA2B}"/>
                </a:ext>
              </a:extLst>
            </p:cNvPr>
            <p:cNvSpPr>
              <a:spLocks noChangeArrowheads="1"/>
            </p:cNvSpPr>
            <p:nvPr/>
          </p:nvSpPr>
          <p:spPr bwMode="auto">
            <a:xfrm>
              <a:off x="9025" y="12000"/>
              <a:ext cx="167" cy="384"/>
            </a:xfrm>
            <a:prstGeom prst="upArrow">
              <a:avLst>
                <a:gd name="adj1" fmla="val 50000"/>
                <a:gd name="adj2" fmla="val 5748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2664" name="Text Box 23" descr="Dashed upward diagonal">
              <a:extLst>
                <a:ext uri="{FF2B5EF4-FFF2-40B4-BE49-F238E27FC236}">
                  <a16:creationId xmlns:a16="http://schemas.microsoft.com/office/drawing/2014/main" id="{F3823E81-49CA-474C-DE47-A3FFFF4B6ABA}"/>
                </a:ext>
              </a:extLst>
            </p:cNvPr>
            <p:cNvSpPr txBox="1">
              <a:spLocks noChangeArrowheads="1"/>
            </p:cNvSpPr>
            <p:nvPr/>
          </p:nvSpPr>
          <p:spPr bwMode="auto">
            <a:xfrm>
              <a:off x="8484" y="11374"/>
              <a:ext cx="1374" cy="630"/>
            </a:xfrm>
            <a:prstGeom prst="rect">
              <a:avLst/>
            </a:prstGeom>
            <a:blipFill dpi="0" rotWithShape="0">
              <a:blip r:embed="rId5"/>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Final Cipher Text</a:t>
              </a:r>
            </a:p>
          </p:txBody>
        </p:sp>
      </p:gr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4">
            <a:extLst>
              <a:ext uri="{FF2B5EF4-FFF2-40B4-BE49-F238E27FC236}">
                <a16:creationId xmlns:a16="http://schemas.microsoft.com/office/drawing/2014/main" id="{BCAE35DF-CEF2-51CD-6811-5FF255929B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47D0919-E145-4821-A691-FAE60A071753}" type="slidenum">
              <a:rPr lang="en-US" altLang="en-US" sz="1400"/>
              <a:pPr>
                <a:spcBef>
                  <a:spcPct val="0"/>
                </a:spcBef>
                <a:buClrTx/>
                <a:buSzTx/>
                <a:buFontTx/>
                <a:buNone/>
              </a:pPr>
              <a:t>93</a:t>
            </a:fld>
            <a:endParaRPr lang="en-US" altLang="en-US" sz="1400"/>
          </a:p>
        </p:txBody>
      </p:sp>
      <p:sp>
        <p:nvSpPr>
          <p:cNvPr id="114691" name="Rectangle 2">
            <a:extLst>
              <a:ext uri="{FF2B5EF4-FFF2-40B4-BE49-F238E27FC236}">
                <a16:creationId xmlns:a16="http://schemas.microsoft.com/office/drawing/2014/main" id="{4936D77B-B1B1-81CE-CAB4-40E3D021B575}"/>
              </a:ext>
            </a:extLst>
          </p:cNvPr>
          <p:cNvSpPr>
            <a:spLocks noGrp="1" noChangeArrowheads="1"/>
          </p:cNvSpPr>
          <p:nvPr>
            <p:ph type="title"/>
          </p:nvPr>
        </p:nvSpPr>
        <p:spPr/>
        <p:txBody>
          <a:bodyPr/>
          <a:lstStyle/>
          <a:p>
            <a:pPr eaLnBrk="1" hangingPunct="1"/>
            <a:r>
              <a:rPr lang="en-US" altLang="en-US"/>
              <a:t>Triple DES with Two Keys</a:t>
            </a:r>
          </a:p>
        </p:txBody>
      </p:sp>
      <p:grpSp>
        <p:nvGrpSpPr>
          <p:cNvPr id="114692" name="Group 3">
            <a:extLst>
              <a:ext uri="{FF2B5EF4-FFF2-40B4-BE49-F238E27FC236}">
                <a16:creationId xmlns:a16="http://schemas.microsoft.com/office/drawing/2014/main" id="{F4D9B853-A2F3-F263-1E48-289B7DB0DA70}"/>
              </a:ext>
            </a:extLst>
          </p:cNvPr>
          <p:cNvGrpSpPr>
            <a:grpSpLocks/>
          </p:cNvGrpSpPr>
          <p:nvPr/>
        </p:nvGrpSpPr>
        <p:grpSpPr bwMode="auto">
          <a:xfrm>
            <a:off x="613023" y="1447800"/>
            <a:ext cx="10945403" cy="4583130"/>
            <a:chOff x="1788" y="10836"/>
            <a:chExt cx="8688" cy="3444"/>
          </a:xfrm>
        </p:grpSpPr>
        <p:sp>
          <p:nvSpPr>
            <p:cNvPr id="114693" name="Rectangle 4">
              <a:extLst>
                <a:ext uri="{FF2B5EF4-FFF2-40B4-BE49-F238E27FC236}">
                  <a16:creationId xmlns:a16="http://schemas.microsoft.com/office/drawing/2014/main" id="{973B741E-A008-021C-9BCA-EC3F2061D4BE}"/>
                </a:ext>
              </a:extLst>
            </p:cNvPr>
            <p:cNvSpPr>
              <a:spLocks noChangeArrowheads="1"/>
            </p:cNvSpPr>
            <p:nvPr/>
          </p:nvSpPr>
          <p:spPr bwMode="auto">
            <a:xfrm>
              <a:off x="1788" y="10836"/>
              <a:ext cx="8688" cy="344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694" name="Text Box 5">
              <a:extLst>
                <a:ext uri="{FF2B5EF4-FFF2-40B4-BE49-F238E27FC236}">
                  <a16:creationId xmlns:a16="http://schemas.microsoft.com/office/drawing/2014/main" id="{567C16E7-C913-281A-FDA8-27CB187BE9A1}"/>
                </a:ext>
              </a:extLst>
            </p:cNvPr>
            <p:cNvSpPr txBox="1">
              <a:spLocks noChangeArrowheads="1"/>
            </p:cNvSpPr>
            <p:nvPr/>
          </p:nvSpPr>
          <p:spPr bwMode="auto">
            <a:xfrm>
              <a:off x="2280" y="11437"/>
              <a:ext cx="1290" cy="6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Original Plain Text</a:t>
              </a:r>
            </a:p>
          </p:txBody>
        </p:sp>
        <p:sp>
          <p:nvSpPr>
            <p:cNvPr id="114695" name="AutoShape 6">
              <a:extLst>
                <a:ext uri="{FF2B5EF4-FFF2-40B4-BE49-F238E27FC236}">
                  <a16:creationId xmlns:a16="http://schemas.microsoft.com/office/drawing/2014/main" id="{3466A6D4-C95E-626C-C5EE-5FB5B00BFC6B}"/>
                </a:ext>
              </a:extLst>
            </p:cNvPr>
            <p:cNvSpPr>
              <a:spLocks noChangeArrowheads="1"/>
            </p:cNvSpPr>
            <p:nvPr/>
          </p:nvSpPr>
          <p:spPr bwMode="auto">
            <a:xfrm>
              <a:off x="3585" y="1166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696" name="Text Box 7">
              <a:extLst>
                <a:ext uri="{FF2B5EF4-FFF2-40B4-BE49-F238E27FC236}">
                  <a16:creationId xmlns:a16="http://schemas.microsoft.com/office/drawing/2014/main" id="{06EDA17C-D6B4-98FF-5F4B-E821F8471C70}"/>
                </a:ext>
              </a:extLst>
            </p:cNvPr>
            <p:cNvSpPr txBox="1">
              <a:spLocks noChangeArrowheads="1"/>
            </p:cNvSpPr>
            <p:nvPr/>
          </p:nvSpPr>
          <p:spPr bwMode="auto">
            <a:xfrm>
              <a:off x="3975" y="11527"/>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4697" name="Line 8">
              <a:extLst>
                <a:ext uri="{FF2B5EF4-FFF2-40B4-BE49-F238E27FC236}">
                  <a16:creationId xmlns:a16="http://schemas.microsoft.com/office/drawing/2014/main" id="{D329D829-4C69-B601-5055-BB6DB66BC433}"/>
                </a:ext>
              </a:extLst>
            </p:cNvPr>
            <p:cNvSpPr>
              <a:spLocks noChangeShapeType="1"/>
            </p:cNvSpPr>
            <p:nvPr/>
          </p:nvSpPr>
          <p:spPr bwMode="auto">
            <a:xfrm flipV="1">
              <a:off x="4410" y="11947"/>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4698" name="Text Box 9">
              <a:extLst>
                <a:ext uri="{FF2B5EF4-FFF2-40B4-BE49-F238E27FC236}">
                  <a16:creationId xmlns:a16="http://schemas.microsoft.com/office/drawing/2014/main" id="{9326E7A6-D7AB-075A-3C8D-6F1C6A727F68}"/>
                </a:ext>
              </a:extLst>
            </p:cNvPr>
            <p:cNvSpPr txBox="1">
              <a:spLocks noChangeArrowheads="1"/>
            </p:cNvSpPr>
            <p:nvPr/>
          </p:nvSpPr>
          <p:spPr bwMode="auto">
            <a:xfrm>
              <a:off x="4065" y="12577"/>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K1</a:t>
              </a:r>
            </a:p>
          </p:txBody>
        </p:sp>
        <p:sp>
          <p:nvSpPr>
            <p:cNvPr id="114699" name="Text Box 10" descr="5%">
              <a:extLst>
                <a:ext uri="{FF2B5EF4-FFF2-40B4-BE49-F238E27FC236}">
                  <a16:creationId xmlns:a16="http://schemas.microsoft.com/office/drawing/2014/main" id="{21AD0B0D-8C76-9E28-12D8-50CFDBE48090}"/>
                </a:ext>
              </a:extLst>
            </p:cNvPr>
            <p:cNvSpPr txBox="1">
              <a:spLocks noChangeArrowheads="1"/>
            </p:cNvSpPr>
            <p:nvPr/>
          </p:nvSpPr>
          <p:spPr bwMode="auto">
            <a:xfrm>
              <a:off x="5400" y="11422"/>
              <a:ext cx="1290" cy="63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 1</a:t>
              </a:r>
            </a:p>
          </p:txBody>
        </p:sp>
        <p:sp>
          <p:nvSpPr>
            <p:cNvPr id="114700" name="Text Box 11">
              <a:extLst>
                <a:ext uri="{FF2B5EF4-FFF2-40B4-BE49-F238E27FC236}">
                  <a16:creationId xmlns:a16="http://schemas.microsoft.com/office/drawing/2014/main" id="{00453309-F2DE-1E10-651C-28928F898E74}"/>
                </a:ext>
              </a:extLst>
            </p:cNvPr>
            <p:cNvSpPr txBox="1">
              <a:spLocks noChangeArrowheads="1"/>
            </p:cNvSpPr>
            <p:nvPr/>
          </p:nvSpPr>
          <p:spPr bwMode="auto">
            <a:xfrm>
              <a:off x="5535" y="12424"/>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Decrypt</a:t>
              </a:r>
            </a:p>
          </p:txBody>
        </p:sp>
        <p:sp>
          <p:nvSpPr>
            <p:cNvPr id="114701" name="AutoShape 12">
              <a:extLst>
                <a:ext uri="{FF2B5EF4-FFF2-40B4-BE49-F238E27FC236}">
                  <a16:creationId xmlns:a16="http://schemas.microsoft.com/office/drawing/2014/main" id="{7AAEEB44-1F58-171F-722B-4CFE52F71778}"/>
                </a:ext>
              </a:extLst>
            </p:cNvPr>
            <p:cNvSpPr>
              <a:spLocks noChangeArrowheads="1"/>
            </p:cNvSpPr>
            <p:nvPr/>
          </p:nvSpPr>
          <p:spPr bwMode="auto">
            <a:xfrm>
              <a:off x="5010" y="1166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702" name="Line 13">
              <a:extLst>
                <a:ext uri="{FF2B5EF4-FFF2-40B4-BE49-F238E27FC236}">
                  <a16:creationId xmlns:a16="http://schemas.microsoft.com/office/drawing/2014/main" id="{CB5BB035-D2BF-BBEE-2CDB-5F9EC6C5A51D}"/>
                </a:ext>
              </a:extLst>
            </p:cNvPr>
            <p:cNvSpPr>
              <a:spLocks noChangeShapeType="1"/>
            </p:cNvSpPr>
            <p:nvPr/>
          </p:nvSpPr>
          <p:spPr bwMode="auto">
            <a:xfrm flipV="1">
              <a:off x="6003" y="12859"/>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4703" name="Text Box 14">
              <a:extLst>
                <a:ext uri="{FF2B5EF4-FFF2-40B4-BE49-F238E27FC236}">
                  <a16:creationId xmlns:a16="http://schemas.microsoft.com/office/drawing/2014/main" id="{381C6132-76B5-C514-279D-9FFCDD97B3ED}"/>
                </a:ext>
              </a:extLst>
            </p:cNvPr>
            <p:cNvSpPr txBox="1">
              <a:spLocks noChangeArrowheads="1"/>
            </p:cNvSpPr>
            <p:nvPr/>
          </p:nvSpPr>
          <p:spPr bwMode="auto">
            <a:xfrm>
              <a:off x="5622" y="13501"/>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K2</a:t>
              </a:r>
            </a:p>
          </p:txBody>
        </p:sp>
        <p:sp>
          <p:nvSpPr>
            <p:cNvPr id="114704" name="Text Box 15" descr="Dotted grid">
              <a:extLst>
                <a:ext uri="{FF2B5EF4-FFF2-40B4-BE49-F238E27FC236}">
                  <a16:creationId xmlns:a16="http://schemas.microsoft.com/office/drawing/2014/main" id="{1DEA2D32-4FCF-1E00-3D29-0F83AE450544}"/>
                </a:ext>
              </a:extLst>
            </p:cNvPr>
            <p:cNvSpPr txBox="1">
              <a:spLocks noChangeArrowheads="1"/>
            </p:cNvSpPr>
            <p:nvPr/>
          </p:nvSpPr>
          <p:spPr bwMode="auto">
            <a:xfrm>
              <a:off x="6960" y="12268"/>
              <a:ext cx="1290" cy="63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Cipher Text 2</a:t>
              </a:r>
            </a:p>
          </p:txBody>
        </p:sp>
        <p:sp>
          <p:nvSpPr>
            <p:cNvPr id="114705" name="AutoShape 16">
              <a:extLst>
                <a:ext uri="{FF2B5EF4-FFF2-40B4-BE49-F238E27FC236}">
                  <a16:creationId xmlns:a16="http://schemas.microsoft.com/office/drawing/2014/main" id="{2E5458B2-5A9E-5D69-1EE7-E349274C1F6D}"/>
                </a:ext>
              </a:extLst>
            </p:cNvPr>
            <p:cNvSpPr>
              <a:spLocks noChangeArrowheads="1"/>
            </p:cNvSpPr>
            <p:nvPr/>
          </p:nvSpPr>
          <p:spPr bwMode="auto">
            <a:xfrm>
              <a:off x="6570" y="12532"/>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706" name="AutoShape 17">
              <a:extLst>
                <a:ext uri="{FF2B5EF4-FFF2-40B4-BE49-F238E27FC236}">
                  <a16:creationId xmlns:a16="http://schemas.microsoft.com/office/drawing/2014/main" id="{AE46F2C7-E5DE-5FDD-3975-F49438E2B1D8}"/>
                </a:ext>
              </a:extLst>
            </p:cNvPr>
            <p:cNvSpPr>
              <a:spLocks noChangeArrowheads="1"/>
            </p:cNvSpPr>
            <p:nvPr/>
          </p:nvSpPr>
          <p:spPr bwMode="auto">
            <a:xfrm>
              <a:off x="5976" y="12060"/>
              <a:ext cx="155" cy="360"/>
            </a:xfrm>
            <a:prstGeom prst="downArrow">
              <a:avLst>
                <a:gd name="adj1" fmla="val 50000"/>
                <a:gd name="adj2" fmla="val 5806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707" name="Text Box 18">
              <a:extLst>
                <a:ext uri="{FF2B5EF4-FFF2-40B4-BE49-F238E27FC236}">
                  <a16:creationId xmlns:a16="http://schemas.microsoft.com/office/drawing/2014/main" id="{3C694BBF-5DA6-BB1F-7684-054BE2B32319}"/>
                </a:ext>
              </a:extLst>
            </p:cNvPr>
            <p:cNvSpPr txBox="1">
              <a:spLocks noChangeArrowheads="1"/>
            </p:cNvSpPr>
            <p:nvPr/>
          </p:nvSpPr>
          <p:spPr bwMode="auto">
            <a:xfrm>
              <a:off x="8655" y="12391"/>
              <a:ext cx="102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Encrypt</a:t>
              </a:r>
            </a:p>
          </p:txBody>
        </p:sp>
        <p:sp>
          <p:nvSpPr>
            <p:cNvPr id="114708" name="AutoShape 19">
              <a:extLst>
                <a:ext uri="{FF2B5EF4-FFF2-40B4-BE49-F238E27FC236}">
                  <a16:creationId xmlns:a16="http://schemas.microsoft.com/office/drawing/2014/main" id="{F928EEBB-147E-5707-33D0-9CB62E893333}"/>
                </a:ext>
              </a:extLst>
            </p:cNvPr>
            <p:cNvSpPr>
              <a:spLocks noChangeArrowheads="1"/>
            </p:cNvSpPr>
            <p:nvPr/>
          </p:nvSpPr>
          <p:spPr bwMode="auto">
            <a:xfrm>
              <a:off x="8262" y="12508"/>
              <a:ext cx="375" cy="195"/>
            </a:xfrm>
            <a:prstGeom prst="rightArrow">
              <a:avLst>
                <a:gd name="adj1" fmla="val 50000"/>
                <a:gd name="adj2" fmla="val 4807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709" name="Line 20">
              <a:extLst>
                <a:ext uri="{FF2B5EF4-FFF2-40B4-BE49-F238E27FC236}">
                  <a16:creationId xmlns:a16="http://schemas.microsoft.com/office/drawing/2014/main" id="{9959CFCB-7A1E-2B49-DC04-1FE65036FF0C}"/>
                </a:ext>
              </a:extLst>
            </p:cNvPr>
            <p:cNvSpPr>
              <a:spLocks noChangeShapeType="1"/>
            </p:cNvSpPr>
            <p:nvPr/>
          </p:nvSpPr>
          <p:spPr bwMode="auto">
            <a:xfrm flipV="1">
              <a:off x="9123" y="12823"/>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114710" name="Text Box 21">
              <a:extLst>
                <a:ext uri="{FF2B5EF4-FFF2-40B4-BE49-F238E27FC236}">
                  <a16:creationId xmlns:a16="http://schemas.microsoft.com/office/drawing/2014/main" id="{C1987606-4CAE-34DB-1BA3-391750C37D6E}"/>
                </a:ext>
              </a:extLst>
            </p:cNvPr>
            <p:cNvSpPr txBox="1">
              <a:spLocks noChangeArrowheads="1"/>
            </p:cNvSpPr>
            <p:nvPr/>
          </p:nvSpPr>
          <p:spPr bwMode="auto">
            <a:xfrm>
              <a:off x="8742" y="13465"/>
              <a:ext cx="810"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K1</a:t>
              </a:r>
            </a:p>
          </p:txBody>
        </p:sp>
        <p:sp>
          <p:nvSpPr>
            <p:cNvPr id="114711" name="AutoShape 22">
              <a:extLst>
                <a:ext uri="{FF2B5EF4-FFF2-40B4-BE49-F238E27FC236}">
                  <a16:creationId xmlns:a16="http://schemas.microsoft.com/office/drawing/2014/main" id="{0E57C8F9-FFE2-2DA8-5FC6-1FC01C626A18}"/>
                </a:ext>
              </a:extLst>
            </p:cNvPr>
            <p:cNvSpPr>
              <a:spLocks noChangeArrowheads="1"/>
            </p:cNvSpPr>
            <p:nvPr/>
          </p:nvSpPr>
          <p:spPr bwMode="auto">
            <a:xfrm>
              <a:off x="9025" y="12000"/>
              <a:ext cx="167" cy="384"/>
            </a:xfrm>
            <a:prstGeom prst="upArrow">
              <a:avLst>
                <a:gd name="adj1" fmla="val 50000"/>
                <a:gd name="adj2" fmla="val 5748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114712" name="Text Box 23" descr="Dashed upward diagonal">
              <a:extLst>
                <a:ext uri="{FF2B5EF4-FFF2-40B4-BE49-F238E27FC236}">
                  <a16:creationId xmlns:a16="http://schemas.microsoft.com/office/drawing/2014/main" id="{CACF0B51-0C3E-8A3E-68EF-BC23D385C7BB}"/>
                </a:ext>
              </a:extLst>
            </p:cNvPr>
            <p:cNvSpPr txBox="1">
              <a:spLocks noChangeArrowheads="1"/>
            </p:cNvSpPr>
            <p:nvPr/>
          </p:nvSpPr>
          <p:spPr bwMode="auto">
            <a:xfrm>
              <a:off x="8484" y="11374"/>
              <a:ext cx="1374" cy="630"/>
            </a:xfrm>
            <a:prstGeom prst="rect">
              <a:avLst/>
            </a:prstGeom>
            <a:blipFill dpi="0" rotWithShape="0">
              <a:blip r:embed="rId5"/>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Final Cipher Text</a:t>
              </a:r>
            </a:p>
          </p:txBody>
        </p:sp>
      </p:gr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01DF74-0ED6-04DE-C1F6-1A217DF576D3}"/>
              </a:ext>
            </a:extLst>
          </p:cNvPr>
          <p:cNvSpPr>
            <a:spLocks noGrp="1"/>
          </p:cNvSpPr>
          <p:nvPr>
            <p:ph type="title"/>
          </p:nvPr>
        </p:nvSpPr>
        <p:spPr/>
        <p:txBody>
          <a:bodyPr/>
          <a:lstStyle/>
          <a:p>
            <a:r>
              <a:rPr lang="en-IN" dirty="0"/>
              <a:t>DES Demo</a:t>
            </a:r>
          </a:p>
        </p:txBody>
      </p:sp>
      <p:sp>
        <p:nvSpPr>
          <p:cNvPr id="4" name="Content Placeholder 3">
            <a:extLst>
              <a:ext uri="{FF2B5EF4-FFF2-40B4-BE49-F238E27FC236}">
                <a16:creationId xmlns:a16="http://schemas.microsoft.com/office/drawing/2014/main" id="{EB7D5F35-688A-9DB0-2128-3C9EBC2D4379}"/>
              </a:ext>
            </a:extLst>
          </p:cNvPr>
          <p:cNvSpPr>
            <a:spLocks noGrp="1"/>
          </p:cNvSpPr>
          <p:nvPr>
            <p:ph idx="1"/>
          </p:nvPr>
        </p:nvSpPr>
        <p:spPr/>
        <p:txBody>
          <a:bodyPr/>
          <a:lstStyle/>
          <a:p>
            <a:r>
              <a:rPr lang="en-IN" dirty="0">
                <a:hlinkClick r:id="rId2"/>
              </a:rPr>
              <a:t>https://paginas.fe.up.pt/~ei10109/ca/des-tool.html</a:t>
            </a:r>
            <a:endParaRPr lang="en-IN" dirty="0"/>
          </a:p>
          <a:p>
            <a:endParaRPr lang="en-IN" dirty="0"/>
          </a:p>
          <a:p>
            <a:r>
              <a:rPr lang="en-IN" dirty="0"/>
              <a:t>https://encode-decode.com/des-cbc-encrypt-online/</a:t>
            </a:r>
          </a:p>
        </p:txBody>
      </p:sp>
    </p:spTree>
    <p:extLst>
      <p:ext uri="{BB962C8B-B14F-4D97-AF65-F5344CB8AC3E}">
        <p14:creationId xmlns:p14="http://schemas.microsoft.com/office/powerpoint/2010/main" val="426200573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BD4D8-7B91-DAC4-5B29-2580D828B236}"/>
              </a:ext>
            </a:extLst>
          </p:cNvPr>
          <p:cNvSpPr>
            <a:spLocks noGrp="1"/>
          </p:cNvSpPr>
          <p:nvPr>
            <p:ph type="title"/>
          </p:nvPr>
        </p:nvSpPr>
        <p:spPr/>
        <p:txBody>
          <a:bodyPr/>
          <a:lstStyle/>
          <a:p>
            <a:r>
              <a:rPr lang="en-IN" dirty="0"/>
              <a:t>RC5</a:t>
            </a:r>
          </a:p>
        </p:txBody>
      </p:sp>
      <p:sp>
        <p:nvSpPr>
          <p:cNvPr id="4" name="Text Placeholder 3">
            <a:extLst>
              <a:ext uri="{FF2B5EF4-FFF2-40B4-BE49-F238E27FC236}">
                <a16:creationId xmlns:a16="http://schemas.microsoft.com/office/drawing/2014/main" id="{18CC277A-83BA-96FE-477A-7F8978668D8D}"/>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50078501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9B140A-F2A4-56EE-A7B8-3641117C3350}"/>
              </a:ext>
            </a:extLst>
          </p:cNvPr>
          <p:cNvSpPr>
            <a:spLocks noGrp="1"/>
          </p:cNvSpPr>
          <p:nvPr>
            <p:ph type="title"/>
          </p:nvPr>
        </p:nvSpPr>
        <p:spPr/>
        <p:txBody>
          <a:bodyPr/>
          <a:lstStyle/>
          <a:p>
            <a:r>
              <a:rPr lang="en-IN" dirty="0"/>
              <a:t>RC5 Basics</a:t>
            </a:r>
          </a:p>
        </p:txBody>
      </p:sp>
      <p:sp>
        <p:nvSpPr>
          <p:cNvPr id="4" name="Content Placeholder 3">
            <a:extLst>
              <a:ext uri="{FF2B5EF4-FFF2-40B4-BE49-F238E27FC236}">
                <a16:creationId xmlns:a16="http://schemas.microsoft.com/office/drawing/2014/main" id="{1B5AD811-C985-A079-3B24-121B80A7F537}"/>
              </a:ext>
            </a:extLst>
          </p:cNvPr>
          <p:cNvSpPr>
            <a:spLocks noGrp="1"/>
          </p:cNvSpPr>
          <p:nvPr>
            <p:ph idx="1"/>
          </p:nvPr>
        </p:nvSpPr>
        <p:spPr/>
        <p:txBody>
          <a:bodyPr>
            <a:normAutofit lnSpcReduction="10000"/>
          </a:bodyPr>
          <a:lstStyle/>
          <a:p>
            <a:r>
              <a:rPr lang="en-US" dirty="0"/>
              <a:t>In the first two steps of the one-time initial operation, the input plain text is divided into two 32-bit blocks A and B. The first two sub-keys S[0] and S[1] are added to A and B, respectively. This produces C and D respectively, and marks the end of the one-time operation.</a:t>
            </a:r>
          </a:p>
          <a:p>
            <a:r>
              <a:rPr lang="en-US" dirty="0"/>
              <a:t>Then, the rounds begin. In each round, there are following operations:</a:t>
            </a:r>
          </a:p>
          <a:p>
            <a:pPr lvl="1"/>
            <a:r>
              <a:rPr lang="en-US" dirty="0"/>
              <a:t>Bit-wise XOR </a:t>
            </a:r>
          </a:p>
          <a:p>
            <a:pPr lvl="1"/>
            <a:r>
              <a:rPr lang="en-US" dirty="0"/>
              <a:t>Left circular-shift </a:t>
            </a:r>
          </a:p>
          <a:p>
            <a:pPr lvl="1"/>
            <a:r>
              <a:rPr lang="en-US" dirty="0"/>
              <a:t>Addition with the next sub-key, for both C and D – This is the addition operation first, and then the result of the addition mod 2</a:t>
            </a:r>
            <a:r>
              <a:rPr lang="en-US" baseline="30000" dirty="0"/>
              <a:t>w</a:t>
            </a:r>
            <a:r>
              <a:rPr lang="en-US" dirty="0"/>
              <a:t> (since w = 32 here, we have 23</a:t>
            </a:r>
            <a:r>
              <a:rPr lang="en-US" baseline="30000" dirty="0"/>
              <a:t>2</a:t>
            </a:r>
            <a:r>
              <a:rPr lang="en-US" dirty="0"/>
              <a:t>) is performed.</a:t>
            </a:r>
          </a:p>
          <a:p>
            <a:endParaRPr lang="en-US" dirty="0"/>
          </a:p>
          <a:p>
            <a:endParaRPr lang="en-IN" dirty="0"/>
          </a:p>
        </p:txBody>
      </p:sp>
    </p:spTree>
    <p:extLst>
      <p:ext uri="{BB962C8B-B14F-4D97-AF65-F5344CB8AC3E}">
        <p14:creationId xmlns:p14="http://schemas.microsoft.com/office/powerpoint/2010/main" val="383947821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260E2572-B807-838E-27B9-794DD0117F24}"/>
              </a:ext>
            </a:extLst>
          </p:cNvPr>
          <p:cNvSpPr>
            <a:spLocks noGrp="1" noChangeArrowheads="1"/>
          </p:cNvSpPr>
          <p:nvPr>
            <p:ph type="title"/>
          </p:nvPr>
        </p:nvSpPr>
        <p:spPr>
          <a:xfrm>
            <a:off x="2057400" y="228600"/>
            <a:ext cx="7772400" cy="1143000"/>
          </a:xfrm>
        </p:spPr>
        <p:txBody>
          <a:bodyPr/>
          <a:lstStyle/>
          <a:p>
            <a:r>
              <a:rPr lang="en-US" altLang="en-US"/>
              <a:t>Encryption using RC5</a:t>
            </a:r>
          </a:p>
        </p:txBody>
      </p:sp>
      <p:grpSp>
        <p:nvGrpSpPr>
          <p:cNvPr id="90173" name="Group 61">
            <a:extLst>
              <a:ext uri="{FF2B5EF4-FFF2-40B4-BE49-F238E27FC236}">
                <a16:creationId xmlns:a16="http://schemas.microsoft.com/office/drawing/2014/main" id="{9EEE2423-0D94-5408-6DBF-133B6EFE6E9A}"/>
              </a:ext>
            </a:extLst>
          </p:cNvPr>
          <p:cNvGrpSpPr>
            <a:grpSpLocks/>
          </p:cNvGrpSpPr>
          <p:nvPr/>
        </p:nvGrpSpPr>
        <p:grpSpPr bwMode="auto">
          <a:xfrm>
            <a:off x="2667000" y="1219200"/>
            <a:ext cx="6705600" cy="5029200"/>
            <a:chOff x="720" y="768"/>
            <a:chExt cx="4224" cy="3168"/>
          </a:xfrm>
        </p:grpSpPr>
        <p:sp>
          <p:nvSpPr>
            <p:cNvPr id="90138" name="Rectangle 26">
              <a:extLst>
                <a:ext uri="{FF2B5EF4-FFF2-40B4-BE49-F238E27FC236}">
                  <a16:creationId xmlns:a16="http://schemas.microsoft.com/office/drawing/2014/main" id="{99410A8D-901D-9AF6-490E-D72EED7A18B2}"/>
                </a:ext>
              </a:extLst>
            </p:cNvPr>
            <p:cNvSpPr>
              <a:spLocks noChangeArrowheads="1"/>
            </p:cNvSpPr>
            <p:nvPr/>
          </p:nvSpPr>
          <p:spPr bwMode="auto">
            <a:xfrm>
              <a:off x="720" y="768"/>
              <a:ext cx="4224" cy="316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39" name="AutoShape 27">
              <a:extLst>
                <a:ext uri="{FF2B5EF4-FFF2-40B4-BE49-F238E27FC236}">
                  <a16:creationId xmlns:a16="http://schemas.microsoft.com/office/drawing/2014/main" id="{C297B458-746C-4562-410B-8F8180BF6F40}"/>
                </a:ext>
              </a:extLst>
            </p:cNvPr>
            <p:cNvSpPr>
              <a:spLocks noChangeArrowheads="1"/>
            </p:cNvSpPr>
            <p:nvPr/>
          </p:nvSpPr>
          <p:spPr bwMode="auto">
            <a:xfrm>
              <a:off x="1608" y="816"/>
              <a:ext cx="2338" cy="310"/>
            </a:xfrm>
            <a:prstGeom prst="flowChartProcess">
              <a:avLst/>
            </a:prstGeom>
            <a:solidFill>
              <a:srgbClr val="C0C0C0">
                <a:alpha val="50000"/>
              </a:srgb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First, divide the original plain text into two blocks of equal size. Call them as A and B.</a:t>
              </a:r>
            </a:p>
          </p:txBody>
        </p:sp>
        <p:sp>
          <p:nvSpPr>
            <p:cNvPr id="90140" name="Line 28">
              <a:extLst>
                <a:ext uri="{FF2B5EF4-FFF2-40B4-BE49-F238E27FC236}">
                  <a16:creationId xmlns:a16="http://schemas.microsoft.com/office/drawing/2014/main" id="{79388265-2D4F-93B9-1C5F-3D7D27758009}"/>
                </a:ext>
              </a:extLst>
            </p:cNvPr>
            <p:cNvSpPr>
              <a:spLocks noChangeShapeType="1"/>
            </p:cNvSpPr>
            <p:nvPr/>
          </p:nvSpPr>
          <p:spPr bwMode="auto">
            <a:xfrm>
              <a:off x="2803" y="1130"/>
              <a:ext cx="0" cy="1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41" name="AutoShape 29">
              <a:extLst>
                <a:ext uri="{FF2B5EF4-FFF2-40B4-BE49-F238E27FC236}">
                  <a16:creationId xmlns:a16="http://schemas.microsoft.com/office/drawing/2014/main" id="{09B0D383-C997-EAEC-7541-12A4F64A93EA}"/>
                </a:ext>
              </a:extLst>
            </p:cNvPr>
            <p:cNvSpPr>
              <a:spLocks noChangeArrowheads="1"/>
            </p:cNvSpPr>
            <p:nvPr/>
          </p:nvSpPr>
          <p:spPr bwMode="auto">
            <a:xfrm>
              <a:off x="1630" y="1273"/>
              <a:ext cx="2338" cy="264"/>
            </a:xfrm>
            <a:prstGeom prst="flowChartProcess">
              <a:avLst/>
            </a:prstGeom>
            <a:solidFill>
              <a:srgbClr val="C0C0C0">
                <a:alpha val="50000"/>
              </a:srgbClr>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Add A and S[0] to produce C.</a:t>
              </a:r>
            </a:p>
            <a:p>
              <a:pPr algn="ctr" eaLnBrk="0" hangingPunct="0"/>
              <a:r>
                <a:rPr lang="en-US" altLang="en-US" sz="1000" b="1"/>
                <a:t>Add B and S[1] to produce D.</a:t>
              </a:r>
            </a:p>
            <a:p>
              <a:pPr algn="ctr" eaLnBrk="0" hangingPunct="0"/>
              <a:endParaRPr lang="en-US" altLang="en-US" sz="1000" b="1"/>
            </a:p>
          </p:txBody>
        </p:sp>
        <p:sp>
          <p:nvSpPr>
            <p:cNvPr id="90142" name="Line 30">
              <a:extLst>
                <a:ext uri="{FF2B5EF4-FFF2-40B4-BE49-F238E27FC236}">
                  <a16:creationId xmlns:a16="http://schemas.microsoft.com/office/drawing/2014/main" id="{0B54DE30-B9D6-3708-FE56-B8059132DE30}"/>
                </a:ext>
              </a:extLst>
            </p:cNvPr>
            <p:cNvSpPr>
              <a:spLocks noChangeShapeType="1"/>
            </p:cNvSpPr>
            <p:nvPr/>
          </p:nvSpPr>
          <p:spPr bwMode="auto">
            <a:xfrm>
              <a:off x="2788" y="1542"/>
              <a:ext cx="0" cy="23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43" name="AutoShape 31">
              <a:extLst>
                <a:ext uri="{FF2B5EF4-FFF2-40B4-BE49-F238E27FC236}">
                  <a16:creationId xmlns:a16="http://schemas.microsoft.com/office/drawing/2014/main" id="{4BE2E9B5-3551-E51B-E3D9-CF7CA956DA56}"/>
                </a:ext>
              </a:extLst>
            </p:cNvPr>
            <p:cNvSpPr>
              <a:spLocks noChangeArrowheads="1"/>
            </p:cNvSpPr>
            <p:nvPr/>
          </p:nvSpPr>
          <p:spPr bwMode="auto">
            <a:xfrm>
              <a:off x="1114" y="1923"/>
              <a:ext cx="1652" cy="142"/>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1. XOR C and D to produce E.</a:t>
              </a:r>
            </a:p>
          </p:txBody>
        </p:sp>
        <p:sp>
          <p:nvSpPr>
            <p:cNvPr id="90144" name="Line 32">
              <a:extLst>
                <a:ext uri="{FF2B5EF4-FFF2-40B4-BE49-F238E27FC236}">
                  <a16:creationId xmlns:a16="http://schemas.microsoft.com/office/drawing/2014/main" id="{C4F7FF85-1BA4-03F2-6116-30B7FF1B4568}"/>
                </a:ext>
              </a:extLst>
            </p:cNvPr>
            <p:cNvSpPr>
              <a:spLocks noChangeShapeType="1"/>
            </p:cNvSpPr>
            <p:nvPr/>
          </p:nvSpPr>
          <p:spPr bwMode="auto">
            <a:xfrm>
              <a:off x="1922" y="1780"/>
              <a:ext cx="172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45" name="Line 33">
              <a:extLst>
                <a:ext uri="{FF2B5EF4-FFF2-40B4-BE49-F238E27FC236}">
                  <a16:creationId xmlns:a16="http://schemas.microsoft.com/office/drawing/2014/main" id="{FC561141-C672-93F7-DB6E-A62E0C1C281A}"/>
                </a:ext>
              </a:extLst>
            </p:cNvPr>
            <p:cNvSpPr>
              <a:spLocks noChangeShapeType="1"/>
            </p:cNvSpPr>
            <p:nvPr/>
          </p:nvSpPr>
          <p:spPr bwMode="auto">
            <a:xfrm>
              <a:off x="1922" y="1781"/>
              <a:ext cx="0" cy="14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46" name="AutoShape 34">
              <a:extLst>
                <a:ext uri="{FF2B5EF4-FFF2-40B4-BE49-F238E27FC236}">
                  <a16:creationId xmlns:a16="http://schemas.microsoft.com/office/drawing/2014/main" id="{CFAC377F-9956-621E-1004-9339EBD475F4}"/>
                </a:ext>
              </a:extLst>
            </p:cNvPr>
            <p:cNvSpPr>
              <a:spLocks noChangeArrowheads="1"/>
            </p:cNvSpPr>
            <p:nvPr/>
          </p:nvSpPr>
          <p:spPr bwMode="auto">
            <a:xfrm>
              <a:off x="2883" y="1919"/>
              <a:ext cx="1713" cy="142"/>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4. XOR D and F to produce G.</a:t>
              </a:r>
            </a:p>
          </p:txBody>
        </p:sp>
        <p:sp>
          <p:nvSpPr>
            <p:cNvPr id="90147" name="Line 35">
              <a:extLst>
                <a:ext uri="{FF2B5EF4-FFF2-40B4-BE49-F238E27FC236}">
                  <a16:creationId xmlns:a16="http://schemas.microsoft.com/office/drawing/2014/main" id="{9EFAE7E8-0ABD-6233-87EF-652EB92C8A63}"/>
                </a:ext>
              </a:extLst>
            </p:cNvPr>
            <p:cNvSpPr>
              <a:spLocks noChangeShapeType="1"/>
            </p:cNvSpPr>
            <p:nvPr/>
          </p:nvSpPr>
          <p:spPr bwMode="auto">
            <a:xfrm>
              <a:off x="3648" y="1780"/>
              <a:ext cx="0" cy="1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48" name="AutoShape 36">
              <a:extLst>
                <a:ext uri="{FF2B5EF4-FFF2-40B4-BE49-F238E27FC236}">
                  <a16:creationId xmlns:a16="http://schemas.microsoft.com/office/drawing/2014/main" id="{8688E5B2-351D-B195-BA22-ACC0966F609F}"/>
                </a:ext>
              </a:extLst>
            </p:cNvPr>
            <p:cNvSpPr>
              <a:spLocks noChangeArrowheads="1"/>
            </p:cNvSpPr>
            <p:nvPr/>
          </p:nvSpPr>
          <p:spPr bwMode="auto">
            <a:xfrm>
              <a:off x="1114" y="2204"/>
              <a:ext cx="1652" cy="142"/>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2. Circular-left shift E by D bits.</a:t>
              </a:r>
            </a:p>
          </p:txBody>
        </p:sp>
        <p:sp>
          <p:nvSpPr>
            <p:cNvPr id="90149" name="Line 37">
              <a:extLst>
                <a:ext uri="{FF2B5EF4-FFF2-40B4-BE49-F238E27FC236}">
                  <a16:creationId xmlns:a16="http://schemas.microsoft.com/office/drawing/2014/main" id="{E1CA0C82-1107-EF23-D0FE-2C1191C789FE}"/>
                </a:ext>
              </a:extLst>
            </p:cNvPr>
            <p:cNvSpPr>
              <a:spLocks noChangeShapeType="1"/>
            </p:cNvSpPr>
            <p:nvPr/>
          </p:nvSpPr>
          <p:spPr bwMode="auto">
            <a:xfrm>
              <a:off x="1929" y="2065"/>
              <a:ext cx="0" cy="1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0" name="AutoShape 38">
              <a:extLst>
                <a:ext uri="{FF2B5EF4-FFF2-40B4-BE49-F238E27FC236}">
                  <a16:creationId xmlns:a16="http://schemas.microsoft.com/office/drawing/2014/main" id="{6B557387-2E0D-D1EB-A97F-4A464C9BDDE7}"/>
                </a:ext>
              </a:extLst>
            </p:cNvPr>
            <p:cNvSpPr>
              <a:spLocks noChangeArrowheads="1"/>
            </p:cNvSpPr>
            <p:nvPr/>
          </p:nvSpPr>
          <p:spPr bwMode="auto">
            <a:xfrm>
              <a:off x="1106" y="2485"/>
              <a:ext cx="1653" cy="142"/>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3. Add E and S[2i] to produce F.</a:t>
              </a:r>
            </a:p>
          </p:txBody>
        </p:sp>
        <p:sp>
          <p:nvSpPr>
            <p:cNvPr id="90151" name="Line 39">
              <a:extLst>
                <a:ext uri="{FF2B5EF4-FFF2-40B4-BE49-F238E27FC236}">
                  <a16:creationId xmlns:a16="http://schemas.microsoft.com/office/drawing/2014/main" id="{0284D063-C5EA-D27A-3B49-680F083EA56B}"/>
                </a:ext>
              </a:extLst>
            </p:cNvPr>
            <p:cNvSpPr>
              <a:spLocks noChangeShapeType="1"/>
            </p:cNvSpPr>
            <p:nvPr/>
          </p:nvSpPr>
          <p:spPr bwMode="auto">
            <a:xfrm>
              <a:off x="1914" y="2346"/>
              <a:ext cx="0" cy="1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2" name="AutoShape 40">
              <a:extLst>
                <a:ext uri="{FF2B5EF4-FFF2-40B4-BE49-F238E27FC236}">
                  <a16:creationId xmlns:a16="http://schemas.microsoft.com/office/drawing/2014/main" id="{520D23FF-4785-9F02-DFF1-84929DE67809}"/>
                </a:ext>
              </a:extLst>
            </p:cNvPr>
            <p:cNvSpPr>
              <a:spLocks noChangeArrowheads="1"/>
            </p:cNvSpPr>
            <p:nvPr/>
          </p:nvSpPr>
          <p:spPr bwMode="auto">
            <a:xfrm>
              <a:off x="2890" y="2204"/>
              <a:ext cx="1706" cy="143"/>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5. Circular-left shift G by F bits.</a:t>
              </a:r>
            </a:p>
          </p:txBody>
        </p:sp>
        <p:sp>
          <p:nvSpPr>
            <p:cNvPr id="90153" name="Line 41">
              <a:extLst>
                <a:ext uri="{FF2B5EF4-FFF2-40B4-BE49-F238E27FC236}">
                  <a16:creationId xmlns:a16="http://schemas.microsoft.com/office/drawing/2014/main" id="{09A5C18A-AFD4-5F61-DAE5-1A4563D18C42}"/>
                </a:ext>
              </a:extLst>
            </p:cNvPr>
            <p:cNvSpPr>
              <a:spLocks noChangeShapeType="1"/>
            </p:cNvSpPr>
            <p:nvPr/>
          </p:nvSpPr>
          <p:spPr bwMode="auto">
            <a:xfrm>
              <a:off x="3655" y="2062"/>
              <a:ext cx="0" cy="14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4" name="AutoShape 42">
              <a:extLst>
                <a:ext uri="{FF2B5EF4-FFF2-40B4-BE49-F238E27FC236}">
                  <a16:creationId xmlns:a16="http://schemas.microsoft.com/office/drawing/2014/main" id="{99EDA5F5-ECF5-18A3-0C01-66AD791E5ED9}"/>
                </a:ext>
              </a:extLst>
            </p:cNvPr>
            <p:cNvSpPr>
              <a:spLocks noChangeArrowheads="1"/>
            </p:cNvSpPr>
            <p:nvPr/>
          </p:nvSpPr>
          <p:spPr bwMode="auto">
            <a:xfrm>
              <a:off x="2898" y="2485"/>
              <a:ext cx="1689" cy="142"/>
            </a:xfrm>
            <a:prstGeom prst="flowChartProcess">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6. Add G and S[2i + 1] to produce H.</a:t>
              </a:r>
            </a:p>
          </p:txBody>
        </p:sp>
        <p:sp>
          <p:nvSpPr>
            <p:cNvPr id="90155" name="Line 43">
              <a:extLst>
                <a:ext uri="{FF2B5EF4-FFF2-40B4-BE49-F238E27FC236}">
                  <a16:creationId xmlns:a16="http://schemas.microsoft.com/office/drawing/2014/main" id="{3E6570A3-8F7F-92C7-5B33-395C5EA90BB0}"/>
                </a:ext>
              </a:extLst>
            </p:cNvPr>
            <p:cNvSpPr>
              <a:spLocks noChangeShapeType="1"/>
            </p:cNvSpPr>
            <p:nvPr/>
          </p:nvSpPr>
          <p:spPr bwMode="auto">
            <a:xfrm>
              <a:off x="3640" y="2346"/>
              <a:ext cx="0" cy="1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6" name="Line 44">
              <a:extLst>
                <a:ext uri="{FF2B5EF4-FFF2-40B4-BE49-F238E27FC236}">
                  <a16:creationId xmlns:a16="http://schemas.microsoft.com/office/drawing/2014/main" id="{2A05A44E-D081-5BB2-AA1F-85CE587CEC2B}"/>
                </a:ext>
              </a:extLst>
            </p:cNvPr>
            <p:cNvSpPr>
              <a:spLocks noChangeShapeType="1"/>
            </p:cNvSpPr>
            <p:nvPr/>
          </p:nvSpPr>
          <p:spPr bwMode="auto">
            <a:xfrm>
              <a:off x="1914" y="2626"/>
              <a:ext cx="0" cy="1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7" name="Line 45">
              <a:extLst>
                <a:ext uri="{FF2B5EF4-FFF2-40B4-BE49-F238E27FC236}">
                  <a16:creationId xmlns:a16="http://schemas.microsoft.com/office/drawing/2014/main" id="{D47E24A8-C7F2-FECD-89AC-CDCE4B083D2A}"/>
                </a:ext>
              </a:extLst>
            </p:cNvPr>
            <p:cNvSpPr>
              <a:spLocks noChangeShapeType="1"/>
            </p:cNvSpPr>
            <p:nvPr/>
          </p:nvSpPr>
          <p:spPr bwMode="auto">
            <a:xfrm>
              <a:off x="3626" y="2630"/>
              <a:ext cx="0" cy="13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58" name="Text Box 46">
              <a:extLst>
                <a:ext uri="{FF2B5EF4-FFF2-40B4-BE49-F238E27FC236}">
                  <a16:creationId xmlns:a16="http://schemas.microsoft.com/office/drawing/2014/main" id="{F8ACD3E7-6AE7-3ED1-4602-99A5810887AD}"/>
                </a:ext>
              </a:extLst>
            </p:cNvPr>
            <p:cNvSpPr txBox="1">
              <a:spLocks noChangeArrowheads="1"/>
            </p:cNvSpPr>
            <p:nvPr/>
          </p:nvSpPr>
          <p:spPr bwMode="auto">
            <a:xfrm>
              <a:off x="1842" y="2932"/>
              <a:ext cx="1871" cy="13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Increment i by 1.</a:t>
              </a:r>
            </a:p>
          </p:txBody>
        </p:sp>
        <p:sp>
          <p:nvSpPr>
            <p:cNvPr id="90159" name="Line 47">
              <a:extLst>
                <a:ext uri="{FF2B5EF4-FFF2-40B4-BE49-F238E27FC236}">
                  <a16:creationId xmlns:a16="http://schemas.microsoft.com/office/drawing/2014/main" id="{8DC2E9A9-C3BD-9A2F-AD63-389A0CDA0D5D}"/>
                </a:ext>
              </a:extLst>
            </p:cNvPr>
            <p:cNvSpPr>
              <a:spLocks noChangeShapeType="1"/>
            </p:cNvSpPr>
            <p:nvPr/>
          </p:nvSpPr>
          <p:spPr bwMode="auto">
            <a:xfrm>
              <a:off x="1914" y="2763"/>
              <a:ext cx="17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0" name="Line 48">
              <a:extLst>
                <a:ext uri="{FF2B5EF4-FFF2-40B4-BE49-F238E27FC236}">
                  <a16:creationId xmlns:a16="http://schemas.microsoft.com/office/drawing/2014/main" id="{EA8BF99A-5F50-8806-B08A-B816BECE9D08}"/>
                </a:ext>
              </a:extLst>
            </p:cNvPr>
            <p:cNvSpPr>
              <a:spLocks noChangeShapeType="1"/>
            </p:cNvSpPr>
            <p:nvPr/>
          </p:nvSpPr>
          <p:spPr bwMode="auto">
            <a:xfrm>
              <a:off x="2788" y="2763"/>
              <a:ext cx="0" cy="16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1" name="AutoShape 49">
              <a:extLst>
                <a:ext uri="{FF2B5EF4-FFF2-40B4-BE49-F238E27FC236}">
                  <a16:creationId xmlns:a16="http://schemas.microsoft.com/office/drawing/2014/main" id="{09BC1C9C-E21F-B78E-9A86-A926EC67DDCB}"/>
                </a:ext>
              </a:extLst>
            </p:cNvPr>
            <p:cNvSpPr>
              <a:spLocks noChangeArrowheads="1"/>
            </p:cNvSpPr>
            <p:nvPr/>
          </p:nvSpPr>
          <p:spPr bwMode="auto">
            <a:xfrm>
              <a:off x="2169" y="3204"/>
              <a:ext cx="1267" cy="318"/>
            </a:xfrm>
            <a:prstGeom prst="flowChartDecision">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000" b="1"/>
                <a:t>Check: </a:t>
              </a:r>
            </a:p>
            <a:p>
              <a:pPr algn="ctr" eaLnBrk="0" hangingPunct="0"/>
              <a:r>
                <a:rPr lang="en-US" altLang="en-US" sz="1200" b="1"/>
                <a:t>Is i &gt; r? </a:t>
              </a:r>
            </a:p>
          </p:txBody>
        </p:sp>
        <p:sp>
          <p:nvSpPr>
            <p:cNvPr id="90162" name="Line 50">
              <a:extLst>
                <a:ext uri="{FF2B5EF4-FFF2-40B4-BE49-F238E27FC236}">
                  <a16:creationId xmlns:a16="http://schemas.microsoft.com/office/drawing/2014/main" id="{634FCC92-5B41-2C4F-D1C1-18FA82A84DE9}"/>
                </a:ext>
              </a:extLst>
            </p:cNvPr>
            <p:cNvSpPr>
              <a:spLocks noChangeShapeType="1"/>
            </p:cNvSpPr>
            <p:nvPr/>
          </p:nvSpPr>
          <p:spPr bwMode="auto">
            <a:xfrm>
              <a:off x="2788" y="3065"/>
              <a:ext cx="0" cy="13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3" name="Text Box 51">
              <a:extLst>
                <a:ext uri="{FF2B5EF4-FFF2-40B4-BE49-F238E27FC236}">
                  <a16:creationId xmlns:a16="http://schemas.microsoft.com/office/drawing/2014/main" id="{A33F8F5F-7C14-18EF-6B78-A85BDAE06C1D}"/>
                </a:ext>
              </a:extLst>
            </p:cNvPr>
            <p:cNvSpPr txBox="1">
              <a:spLocks noChangeArrowheads="1"/>
            </p:cNvSpPr>
            <p:nvPr/>
          </p:nvSpPr>
          <p:spPr bwMode="auto">
            <a:xfrm>
              <a:off x="2424" y="3661"/>
              <a:ext cx="772" cy="117"/>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200" b="1"/>
                <a:t>Stop</a:t>
              </a:r>
            </a:p>
          </p:txBody>
        </p:sp>
        <p:sp>
          <p:nvSpPr>
            <p:cNvPr id="90164" name="Line 52">
              <a:extLst>
                <a:ext uri="{FF2B5EF4-FFF2-40B4-BE49-F238E27FC236}">
                  <a16:creationId xmlns:a16="http://schemas.microsoft.com/office/drawing/2014/main" id="{F29B5CE8-CC97-5D06-9BEE-5B303BF24E1C}"/>
                </a:ext>
              </a:extLst>
            </p:cNvPr>
            <p:cNvSpPr>
              <a:spLocks noChangeShapeType="1"/>
            </p:cNvSpPr>
            <p:nvPr/>
          </p:nvSpPr>
          <p:spPr bwMode="auto">
            <a:xfrm>
              <a:off x="2803" y="3522"/>
              <a:ext cx="0" cy="13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5" name="Text Box 53">
              <a:extLst>
                <a:ext uri="{FF2B5EF4-FFF2-40B4-BE49-F238E27FC236}">
                  <a16:creationId xmlns:a16="http://schemas.microsoft.com/office/drawing/2014/main" id="{163D7E61-BD44-0F98-7B20-2AB0D0389E49}"/>
                </a:ext>
              </a:extLst>
            </p:cNvPr>
            <p:cNvSpPr txBox="1">
              <a:spLocks noChangeArrowheads="1"/>
            </p:cNvSpPr>
            <p:nvPr/>
          </p:nvSpPr>
          <p:spPr bwMode="auto">
            <a:xfrm>
              <a:off x="2883" y="3506"/>
              <a:ext cx="524" cy="11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200" b="1"/>
                <a:t>Yes</a:t>
              </a:r>
            </a:p>
          </p:txBody>
        </p:sp>
        <p:sp>
          <p:nvSpPr>
            <p:cNvPr id="90166" name="Text Box 54">
              <a:extLst>
                <a:ext uri="{FF2B5EF4-FFF2-40B4-BE49-F238E27FC236}">
                  <a16:creationId xmlns:a16="http://schemas.microsoft.com/office/drawing/2014/main" id="{A36163E1-312F-5D96-0913-88326616E3D2}"/>
                </a:ext>
              </a:extLst>
            </p:cNvPr>
            <p:cNvSpPr txBox="1">
              <a:spLocks noChangeArrowheads="1"/>
            </p:cNvSpPr>
            <p:nvPr/>
          </p:nvSpPr>
          <p:spPr bwMode="auto">
            <a:xfrm>
              <a:off x="1849" y="3183"/>
              <a:ext cx="524" cy="11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200" b="1"/>
                <a:t>No</a:t>
              </a:r>
            </a:p>
          </p:txBody>
        </p:sp>
        <p:sp>
          <p:nvSpPr>
            <p:cNvPr id="90167" name="Line 55">
              <a:extLst>
                <a:ext uri="{FF2B5EF4-FFF2-40B4-BE49-F238E27FC236}">
                  <a16:creationId xmlns:a16="http://schemas.microsoft.com/office/drawing/2014/main" id="{688EB94D-50D5-A8D9-FEF9-ECA0E9EF3628}"/>
                </a:ext>
              </a:extLst>
            </p:cNvPr>
            <p:cNvSpPr>
              <a:spLocks noChangeShapeType="1"/>
            </p:cNvSpPr>
            <p:nvPr/>
          </p:nvSpPr>
          <p:spPr bwMode="auto">
            <a:xfrm flipH="1">
              <a:off x="1907" y="3367"/>
              <a:ext cx="27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8" name="Line 56">
              <a:extLst>
                <a:ext uri="{FF2B5EF4-FFF2-40B4-BE49-F238E27FC236}">
                  <a16:creationId xmlns:a16="http://schemas.microsoft.com/office/drawing/2014/main" id="{B8CE06DF-F0EC-1A65-4DCA-753A720E70EC}"/>
                </a:ext>
              </a:extLst>
            </p:cNvPr>
            <p:cNvSpPr>
              <a:spLocks noChangeShapeType="1"/>
            </p:cNvSpPr>
            <p:nvPr/>
          </p:nvSpPr>
          <p:spPr bwMode="auto">
            <a:xfrm flipV="1">
              <a:off x="960" y="1626"/>
              <a:ext cx="0" cy="17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69" name="Line 57">
              <a:extLst>
                <a:ext uri="{FF2B5EF4-FFF2-40B4-BE49-F238E27FC236}">
                  <a16:creationId xmlns:a16="http://schemas.microsoft.com/office/drawing/2014/main" id="{F590D178-DAFD-88B6-A644-E015FDA195D6}"/>
                </a:ext>
              </a:extLst>
            </p:cNvPr>
            <p:cNvSpPr>
              <a:spLocks noChangeShapeType="1"/>
            </p:cNvSpPr>
            <p:nvPr/>
          </p:nvSpPr>
          <p:spPr bwMode="auto">
            <a:xfrm>
              <a:off x="960" y="1626"/>
              <a:ext cx="1821"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0170" name="Text Box 58">
              <a:extLst>
                <a:ext uri="{FF2B5EF4-FFF2-40B4-BE49-F238E27FC236}">
                  <a16:creationId xmlns:a16="http://schemas.microsoft.com/office/drawing/2014/main" id="{8B1AD5F4-AB62-FA59-D8AE-2D3158E9E6B3}"/>
                </a:ext>
              </a:extLst>
            </p:cNvPr>
            <p:cNvSpPr txBox="1">
              <a:spLocks noChangeArrowheads="1"/>
            </p:cNvSpPr>
            <p:nvPr/>
          </p:nvSpPr>
          <p:spPr bwMode="auto">
            <a:xfrm>
              <a:off x="2825" y="1546"/>
              <a:ext cx="2083" cy="226"/>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en-US" sz="1200" b="1" i="1"/>
                <a:t>Note: First perform all the left-hand side steps, and then come to the right hand side steps, as indicated by the step numbers.</a:t>
              </a:r>
            </a:p>
          </p:txBody>
        </p:sp>
        <p:sp>
          <p:nvSpPr>
            <p:cNvPr id="90171" name="Text Box 59">
              <a:extLst>
                <a:ext uri="{FF2B5EF4-FFF2-40B4-BE49-F238E27FC236}">
                  <a16:creationId xmlns:a16="http://schemas.microsoft.com/office/drawing/2014/main" id="{26BD67EF-AF5D-5263-D350-9CA14F67003E}"/>
                </a:ext>
              </a:extLst>
            </p:cNvPr>
            <p:cNvSpPr txBox="1">
              <a:spLocks noChangeArrowheads="1"/>
            </p:cNvSpPr>
            <p:nvPr/>
          </p:nvSpPr>
          <p:spPr bwMode="auto">
            <a:xfrm>
              <a:off x="1172" y="3177"/>
              <a:ext cx="748" cy="66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1200" b="1"/>
                <a:t>Call F as C</a:t>
              </a:r>
            </a:p>
            <a:p>
              <a:pPr algn="ctr" eaLnBrk="0" hangingPunct="0"/>
              <a:r>
                <a:rPr lang="en-US" altLang="en-US" sz="1200" b="1"/>
                <a:t>(i.e. C = F)</a:t>
              </a:r>
            </a:p>
            <a:p>
              <a:pPr algn="ctr" eaLnBrk="0" hangingPunct="0"/>
              <a:endParaRPr lang="en-US" altLang="en-US" sz="1200" b="1"/>
            </a:p>
            <a:p>
              <a:pPr algn="ctr" eaLnBrk="0" hangingPunct="0"/>
              <a:r>
                <a:rPr lang="en-US" altLang="en-US" sz="1200" b="1"/>
                <a:t>Call H as D</a:t>
              </a:r>
            </a:p>
            <a:p>
              <a:pPr algn="ctr" eaLnBrk="0" hangingPunct="0"/>
              <a:r>
                <a:rPr lang="en-US" altLang="en-US" sz="1200" b="1"/>
                <a:t>(i.e. D = H)</a:t>
              </a:r>
            </a:p>
          </p:txBody>
        </p:sp>
        <p:sp>
          <p:nvSpPr>
            <p:cNvPr id="90172" name="Line 60">
              <a:extLst>
                <a:ext uri="{FF2B5EF4-FFF2-40B4-BE49-F238E27FC236}">
                  <a16:creationId xmlns:a16="http://schemas.microsoft.com/office/drawing/2014/main" id="{7DFC44AB-0B39-2078-D511-30371B3482E5}"/>
                </a:ext>
              </a:extLst>
            </p:cNvPr>
            <p:cNvSpPr>
              <a:spLocks noChangeShapeType="1"/>
            </p:cNvSpPr>
            <p:nvPr/>
          </p:nvSpPr>
          <p:spPr bwMode="auto">
            <a:xfrm flipV="1">
              <a:off x="960" y="3366"/>
              <a:ext cx="21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279C3EE-C281-D3D2-2263-B6CCF6977700}"/>
              </a:ext>
            </a:extLst>
          </p:cNvPr>
          <p:cNvSpPr>
            <a:spLocks noGrp="1" noChangeArrowheads="1"/>
          </p:cNvSpPr>
          <p:nvPr>
            <p:ph type="title"/>
          </p:nvPr>
        </p:nvSpPr>
        <p:spPr/>
        <p:txBody>
          <a:bodyPr/>
          <a:lstStyle/>
          <a:p>
            <a:r>
              <a:rPr lang="en-US" altLang="en-US"/>
              <a:t>RC5 Encryption</a:t>
            </a:r>
          </a:p>
        </p:txBody>
      </p:sp>
      <p:sp>
        <p:nvSpPr>
          <p:cNvPr id="91161" name="Text Box 25">
            <a:extLst>
              <a:ext uri="{FF2B5EF4-FFF2-40B4-BE49-F238E27FC236}">
                <a16:creationId xmlns:a16="http://schemas.microsoft.com/office/drawing/2014/main" id="{3FEF1437-4E3F-641F-E30A-9DB72982658A}"/>
              </a:ext>
            </a:extLst>
          </p:cNvPr>
          <p:cNvSpPr txBox="1">
            <a:spLocks noChangeArrowheads="1"/>
          </p:cNvSpPr>
          <p:nvPr/>
        </p:nvSpPr>
        <p:spPr bwMode="auto">
          <a:xfrm>
            <a:off x="3429000" y="2133600"/>
            <a:ext cx="5867400" cy="28956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en-US" sz="2000" b="1"/>
              <a:t>A = A + S[0]</a:t>
            </a:r>
          </a:p>
          <a:p>
            <a:pPr eaLnBrk="0" hangingPunct="0"/>
            <a:r>
              <a:rPr lang="en-US" altLang="en-US" sz="2000" b="1"/>
              <a:t>B = B + S[1]</a:t>
            </a:r>
          </a:p>
          <a:p>
            <a:pPr eaLnBrk="0" hangingPunct="0"/>
            <a:endParaRPr lang="en-US" altLang="en-US" sz="2000" b="1"/>
          </a:p>
          <a:p>
            <a:pPr eaLnBrk="0" hangingPunct="0"/>
            <a:r>
              <a:rPr lang="en-US" altLang="en-US" sz="2000" b="1"/>
              <a:t>For i = 1 to r</a:t>
            </a:r>
          </a:p>
          <a:p>
            <a:pPr lvl="1" eaLnBrk="0" hangingPunct="0"/>
            <a:r>
              <a:rPr lang="en-US" altLang="en-US" sz="2000" b="1"/>
              <a:t>A = ((A XOR B) &lt;&lt;&lt; B) + S[2i]</a:t>
            </a:r>
          </a:p>
          <a:p>
            <a:pPr lvl="1" eaLnBrk="0" hangingPunct="0"/>
            <a:r>
              <a:rPr lang="en-US" altLang="en-US" sz="2000" b="1"/>
              <a:t>B = ((B XOR A) &lt;&lt;&lt; A) + S[2i + 1]</a:t>
            </a:r>
          </a:p>
          <a:p>
            <a:pPr eaLnBrk="0" hangingPunct="0"/>
            <a:r>
              <a:rPr lang="en-US" altLang="en-US" sz="2000" b="1"/>
              <a:t>Next i </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D3D3494-3A11-6596-BFCC-8F1F11846372}"/>
              </a:ext>
            </a:extLst>
          </p:cNvPr>
          <p:cNvSpPr>
            <a:spLocks noGrp="1" noChangeArrowheads="1"/>
          </p:cNvSpPr>
          <p:nvPr>
            <p:ph type="title"/>
          </p:nvPr>
        </p:nvSpPr>
        <p:spPr/>
        <p:txBody>
          <a:bodyPr/>
          <a:lstStyle/>
          <a:p>
            <a:r>
              <a:rPr lang="en-US" altLang="en-US"/>
              <a:t>RC5 Decryption</a:t>
            </a:r>
          </a:p>
        </p:txBody>
      </p:sp>
      <p:sp>
        <p:nvSpPr>
          <p:cNvPr id="92165" name="Text Box 5">
            <a:extLst>
              <a:ext uri="{FF2B5EF4-FFF2-40B4-BE49-F238E27FC236}">
                <a16:creationId xmlns:a16="http://schemas.microsoft.com/office/drawing/2014/main" id="{4A6697F3-C7F6-B045-7F3E-711B3F037861}"/>
              </a:ext>
            </a:extLst>
          </p:cNvPr>
          <p:cNvSpPr txBox="1">
            <a:spLocks noChangeArrowheads="1"/>
          </p:cNvSpPr>
          <p:nvPr/>
        </p:nvSpPr>
        <p:spPr bwMode="auto">
          <a:xfrm>
            <a:off x="2438400" y="1752600"/>
            <a:ext cx="7086600" cy="37338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en-US" sz="2000" b="1"/>
              <a:t>For i = r to 1 step –1 (i.e. decrement i each time by 1)</a:t>
            </a:r>
          </a:p>
          <a:p>
            <a:pPr lvl="1" eaLnBrk="0" hangingPunct="0"/>
            <a:r>
              <a:rPr lang="en-US" altLang="en-US" sz="2000" b="1"/>
              <a:t>B = ((B – S[2i + 1]) &gt;&gt;&gt; A) XOR A</a:t>
            </a:r>
          </a:p>
          <a:p>
            <a:pPr lvl="1" eaLnBrk="0" hangingPunct="0"/>
            <a:r>
              <a:rPr lang="en-US" altLang="en-US" sz="2000" b="1"/>
              <a:t>A = ((A – S[2i]) &gt;&gt;&gt; B) XOR B</a:t>
            </a:r>
          </a:p>
          <a:p>
            <a:pPr eaLnBrk="0" hangingPunct="0"/>
            <a:r>
              <a:rPr lang="en-US" altLang="en-US" sz="2000" b="1"/>
              <a:t>Next i </a:t>
            </a:r>
          </a:p>
          <a:p>
            <a:pPr eaLnBrk="0" hangingPunct="0"/>
            <a:endParaRPr lang="en-US" altLang="en-US" sz="2000" b="1"/>
          </a:p>
          <a:p>
            <a:pPr eaLnBrk="0" hangingPunct="0"/>
            <a:r>
              <a:rPr lang="en-US" altLang="en-US" sz="2000" b="1"/>
              <a:t>B = B – S[1]</a:t>
            </a:r>
          </a:p>
          <a:p>
            <a:pPr eaLnBrk="0" hangingPunct="0"/>
            <a:r>
              <a:rPr lang="en-US" altLang="en-US" sz="2000" b="1"/>
              <a:t>A = A – S[0]</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B0D4B0-EBB4-D7E7-E5BA-248A879601B8}"/>
              </a:ext>
            </a:extLst>
          </p:cNvPr>
          <p:cNvSpPr>
            <a:spLocks noGrp="1"/>
          </p:cNvSpPr>
          <p:nvPr>
            <p:ph type="title"/>
          </p:nvPr>
        </p:nvSpPr>
        <p:spPr/>
        <p:txBody>
          <a:bodyPr/>
          <a:lstStyle/>
          <a:p>
            <a:r>
              <a:rPr lang="en-IN" dirty="0"/>
              <a:t>Advanced Encryption Standard (AES)</a:t>
            </a:r>
          </a:p>
        </p:txBody>
      </p:sp>
      <p:sp>
        <p:nvSpPr>
          <p:cNvPr id="4" name="Text Placeholder 3">
            <a:extLst>
              <a:ext uri="{FF2B5EF4-FFF2-40B4-BE49-F238E27FC236}">
                <a16:creationId xmlns:a16="http://schemas.microsoft.com/office/drawing/2014/main" id="{7B378A47-7ECB-FE28-AE11-209342F9848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92436837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87D43C-B0D7-E666-6866-2A9ACCDA852F}"/>
              </a:ext>
            </a:extLst>
          </p:cNvPr>
          <p:cNvSpPr>
            <a:spLocks noGrp="1"/>
          </p:cNvSpPr>
          <p:nvPr>
            <p:ph type="title"/>
          </p:nvPr>
        </p:nvSpPr>
        <p:spPr/>
        <p:txBody>
          <a:bodyPr/>
          <a:lstStyle/>
          <a:p>
            <a:r>
              <a:rPr lang="en-IN" dirty="0"/>
              <a:t>AES Basics</a:t>
            </a:r>
          </a:p>
        </p:txBody>
      </p:sp>
      <p:sp>
        <p:nvSpPr>
          <p:cNvPr id="4" name="Content Placeholder 3">
            <a:extLst>
              <a:ext uri="{FF2B5EF4-FFF2-40B4-BE49-F238E27FC236}">
                <a16:creationId xmlns:a16="http://schemas.microsoft.com/office/drawing/2014/main" id="{C0EEADC3-A321-8C72-6F44-9911A42110E0}"/>
              </a:ext>
            </a:extLst>
          </p:cNvPr>
          <p:cNvSpPr>
            <a:spLocks noGrp="1"/>
          </p:cNvSpPr>
          <p:nvPr>
            <p:ph idx="1"/>
          </p:nvPr>
        </p:nvSpPr>
        <p:spPr/>
        <p:txBody>
          <a:bodyPr/>
          <a:lstStyle/>
          <a:p>
            <a:r>
              <a:rPr lang="en-IN" b="1" dirty="0"/>
              <a:t>National Institute of Standards and Technology (NIST)</a:t>
            </a:r>
            <a:r>
              <a:rPr lang="en-IN" dirty="0"/>
              <a:t> decided that a new cryptographic algorithm was needed to deal with the controversy surrounding DES, and DES was anyway approaching end of its useful life</a:t>
            </a:r>
          </a:p>
          <a:p>
            <a:r>
              <a:rPr lang="en-IN" dirty="0"/>
              <a:t>In January 1997, it held a contest to approve a new standard algorithm called </a:t>
            </a:r>
            <a:r>
              <a:rPr lang="en-IN" b="1" dirty="0"/>
              <a:t>Advanced Encryption Standard (AES)</a:t>
            </a:r>
            <a:endParaRPr lang="en-IN" dirty="0"/>
          </a:p>
          <a:p>
            <a:r>
              <a:rPr lang="en-IN" dirty="0"/>
              <a:t>Basic criteria were specified</a:t>
            </a:r>
          </a:p>
          <a:p>
            <a:r>
              <a:rPr lang="en-IN" dirty="0"/>
              <a:t>In August 1998, five finalists were selected and in October 2000, </a:t>
            </a:r>
            <a:r>
              <a:rPr lang="en-IN" b="1" dirty="0"/>
              <a:t>Rijndael </a:t>
            </a:r>
            <a:r>
              <a:rPr lang="en-IN" dirty="0"/>
              <a:t>was selected (pronounced </a:t>
            </a:r>
            <a:r>
              <a:rPr lang="en-IN" i="1" dirty="0" err="1"/>
              <a:t>rhine+doll</a:t>
            </a:r>
            <a:r>
              <a:rPr lang="en-IN" dirty="0"/>
              <a:t>, which means </a:t>
            </a:r>
            <a:r>
              <a:rPr lang="en-IN" i="1" dirty="0"/>
              <a:t>more or less</a:t>
            </a:r>
            <a:r>
              <a:rPr lang="en-IN" dirty="0"/>
              <a:t>), named after its Belgian creators: </a:t>
            </a:r>
            <a:r>
              <a:rPr lang="en-IN" dirty="0" err="1"/>
              <a:t>Rijmen</a:t>
            </a:r>
            <a:r>
              <a:rPr lang="en-IN" dirty="0"/>
              <a:t> and Daemen</a:t>
            </a:r>
          </a:p>
        </p:txBody>
      </p:sp>
    </p:spTree>
    <p:extLst>
      <p:ext uri="{BB962C8B-B14F-4D97-AF65-F5344CB8AC3E}">
        <p14:creationId xmlns:p14="http://schemas.microsoft.com/office/powerpoint/2010/main" val="391039772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158E6-A5FE-AAE6-696F-F4A3375178EB}"/>
              </a:ext>
            </a:extLst>
          </p:cNvPr>
          <p:cNvSpPr>
            <a:spLocks noGrp="1"/>
          </p:cNvSpPr>
          <p:nvPr>
            <p:ph type="title"/>
          </p:nvPr>
        </p:nvSpPr>
        <p:spPr/>
        <p:txBody>
          <a:bodyPr/>
          <a:lstStyle/>
          <a:p>
            <a:r>
              <a:rPr lang="en-IN" dirty="0"/>
              <a:t>Rijndael Basics</a:t>
            </a:r>
          </a:p>
        </p:txBody>
      </p:sp>
      <p:sp>
        <p:nvSpPr>
          <p:cNvPr id="3" name="Content Placeholder 2">
            <a:extLst>
              <a:ext uri="{FF2B5EF4-FFF2-40B4-BE49-F238E27FC236}">
                <a16:creationId xmlns:a16="http://schemas.microsoft.com/office/drawing/2014/main" id="{A65A3554-5FC3-6187-3D0A-5DF3045A21F2}"/>
              </a:ext>
            </a:extLst>
          </p:cNvPr>
          <p:cNvSpPr>
            <a:spLocks noGrp="1"/>
          </p:cNvSpPr>
          <p:nvPr>
            <p:ph idx="1"/>
          </p:nvPr>
        </p:nvSpPr>
        <p:spPr/>
        <p:txBody>
          <a:bodyPr>
            <a:normAutofit/>
          </a:bodyPr>
          <a:lstStyle/>
          <a:p>
            <a:r>
              <a:rPr lang="en-IN" dirty="0"/>
              <a:t>Supports variable length keys and plaintext block sizes (128 to 256 bits) in steps of 32 bits</a:t>
            </a:r>
          </a:p>
          <a:p>
            <a:r>
              <a:rPr lang="en-IN" dirty="0"/>
              <a:t>Number of rounds depends on the chosen key and block size</a:t>
            </a:r>
          </a:p>
          <a:p>
            <a:pPr lvl="1"/>
            <a:r>
              <a:rPr lang="en-IN" dirty="0"/>
              <a:t>If we have 128-bit key and 128-bit plaintext block, number of rounds is 10</a:t>
            </a:r>
          </a:p>
          <a:p>
            <a:pPr lvl="1"/>
            <a:r>
              <a:rPr lang="en-IN" dirty="0"/>
              <a:t>For the largest key and block size, the number of rounds is 14</a:t>
            </a:r>
          </a:p>
        </p:txBody>
      </p:sp>
    </p:spTree>
    <p:extLst>
      <p:ext uri="{BB962C8B-B14F-4D97-AF65-F5344CB8AC3E}">
        <p14:creationId xmlns:p14="http://schemas.microsoft.com/office/powerpoint/2010/main" val="411670054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158E6-A5FE-AAE6-696F-F4A3375178EB}"/>
              </a:ext>
            </a:extLst>
          </p:cNvPr>
          <p:cNvSpPr>
            <a:spLocks noGrp="1"/>
          </p:cNvSpPr>
          <p:nvPr>
            <p:ph type="title"/>
          </p:nvPr>
        </p:nvSpPr>
        <p:spPr/>
        <p:txBody>
          <a:bodyPr/>
          <a:lstStyle/>
          <a:p>
            <a:r>
              <a:rPr lang="en-IN" dirty="0"/>
              <a:t>Rijndael Operation</a:t>
            </a:r>
          </a:p>
        </p:txBody>
      </p:sp>
      <p:sp>
        <p:nvSpPr>
          <p:cNvPr id="3" name="Content Placeholder 2">
            <a:extLst>
              <a:ext uri="{FF2B5EF4-FFF2-40B4-BE49-F238E27FC236}">
                <a16:creationId xmlns:a16="http://schemas.microsoft.com/office/drawing/2014/main" id="{A65A3554-5FC3-6187-3D0A-5DF3045A21F2}"/>
              </a:ext>
            </a:extLst>
          </p:cNvPr>
          <p:cNvSpPr>
            <a:spLocks noGrp="1"/>
          </p:cNvSpPr>
          <p:nvPr>
            <p:ph idx="1"/>
          </p:nvPr>
        </p:nvSpPr>
        <p:spPr/>
        <p:txBody>
          <a:bodyPr>
            <a:normAutofit fontScale="92500"/>
          </a:bodyPr>
          <a:lstStyle/>
          <a:p>
            <a:r>
              <a:rPr lang="en-IN" dirty="0"/>
              <a:t>A </a:t>
            </a:r>
            <a:r>
              <a:rPr lang="en-IN" i="1" dirty="0"/>
              <a:t>state </a:t>
            </a:r>
            <a:r>
              <a:rPr lang="en-IN" dirty="0"/>
              <a:t>array is set to the plaintext block</a:t>
            </a:r>
          </a:p>
          <a:p>
            <a:pPr lvl="1"/>
            <a:r>
              <a:rPr lang="en-IN" dirty="0"/>
              <a:t>It is considered to be made up of 4 rows x 4 column table, each cell containing a byte (so it contains 4 x 4 x 8 = 128 bits)</a:t>
            </a:r>
          </a:p>
          <a:p>
            <a:r>
              <a:rPr lang="en-IN" dirty="0"/>
              <a:t>Key is expanded 11 arrays of the same size as of the </a:t>
            </a:r>
            <a:r>
              <a:rPr lang="en-IN" i="1" dirty="0"/>
              <a:t>state</a:t>
            </a:r>
            <a:r>
              <a:rPr lang="en-IN" dirty="0"/>
              <a:t> array, called </a:t>
            </a:r>
            <a:r>
              <a:rPr lang="en-IN" i="1" dirty="0" err="1"/>
              <a:t>rk</a:t>
            </a:r>
            <a:endParaRPr lang="en-IN" dirty="0"/>
          </a:p>
          <a:p>
            <a:r>
              <a:rPr lang="en-IN" dirty="0"/>
              <a:t>One of the 11 </a:t>
            </a:r>
            <a:r>
              <a:rPr lang="en-IN" i="1" dirty="0" err="1"/>
              <a:t>rk</a:t>
            </a:r>
            <a:r>
              <a:rPr lang="en-IN" dirty="0"/>
              <a:t> keys is used for one initialization step and then the remaining 10 </a:t>
            </a:r>
            <a:r>
              <a:rPr lang="en-IN" i="1" dirty="0" err="1"/>
              <a:t>rk</a:t>
            </a:r>
            <a:r>
              <a:rPr lang="en-IN" dirty="0"/>
              <a:t> keys are used in 10 rounds, one per round</a:t>
            </a:r>
          </a:p>
          <a:p>
            <a:r>
              <a:rPr lang="en-IN" dirty="0"/>
              <a:t>During the creation of the </a:t>
            </a:r>
            <a:r>
              <a:rPr lang="en-IN" i="1" dirty="0" err="1"/>
              <a:t>rk</a:t>
            </a:r>
            <a:r>
              <a:rPr lang="en-IN" dirty="0"/>
              <a:t> keys, shifting and XOR operations are used</a:t>
            </a:r>
          </a:p>
          <a:p>
            <a:r>
              <a:rPr lang="en-IN" dirty="0"/>
              <a:t>The </a:t>
            </a:r>
            <a:r>
              <a:rPr lang="en-IN" i="1" dirty="0" err="1"/>
              <a:t>rk</a:t>
            </a:r>
            <a:r>
              <a:rPr lang="en-IN" i="1" dirty="0"/>
              <a:t>[0]</a:t>
            </a:r>
            <a:r>
              <a:rPr lang="en-IN" dirty="0"/>
              <a:t> key array is XORed into </a:t>
            </a:r>
            <a:r>
              <a:rPr lang="en-IN" i="1" dirty="0"/>
              <a:t>state</a:t>
            </a:r>
            <a:r>
              <a:rPr lang="en-IN" dirty="0"/>
              <a:t> array, byte by byte</a:t>
            </a:r>
          </a:p>
          <a:p>
            <a:r>
              <a:rPr lang="en-IN" dirty="0"/>
              <a:t>A loop executes 10 times (one per round), transforming the </a:t>
            </a:r>
            <a:r>
              <a:rPr lang="en-IN" i="1" dirty="0"/>
              <a:t>state </a:t>
            </a:r>
            <a:r>
              <a:rPr lang="en-IN" dirty="0"/>
              <a:t>array (See next slide)</a:t>
            </a:r>
          </a:p>
          <a:p>
            <a:pPr lvl="1"/>
            <a:endParaRPr lang="en-IN" dirty="0"/>
          </a:p>
        </p:txBody>
      </p:sp>
      <p:pic>
        <p:nvPicPr>
          <p:cNvPr id="5" name="Picture 4">
            <a:extLst>
              <a:ext uri="{FF2B5EF4-FFF2-40B4-BE49-F238E27FC236}">
                <a16:creationId xmlns:a16="http://schemas.microsoft.com/office/drawing/2014/main" id="{5515435A-C92C-B6CD-FA7A-9BBC128AB1C0}"/>
              </a:ext>
            </a:extLst>
          </p:cNvPr>
          <p:cNvPicPr>
            <a:picLocks noChangeAspect="1"/>
          </p:cNvPicPr>
          <p:nvPr/>
        </p:nvPicPr>
        <p:blipFill>
          <a:blip r:embed="rId2"/>
          <a:stretch>
            <a:fillRect/>
          </a:stretch>
        </p:blipFill>
        <p:spPr>
          <a:xfrm>
            <a:off x="7356295" y="437507"/>
            <a:ext cx="1705511" cy="1690517"/>
          </a:xfrm>
          <a:prstGeom prst="rect">
            <a:avLst/>
          </a:prstGeom>
        </p:spPr>
      </p:pic>
      <p:sp>
        <p:nvSpPr>
          <p:cNvPr id="6" name="Callout: Line with Border and Accent Bar 5">
            <a:extLst>
              <a:ext uri="{FF2B5EF4-FFF2-40B4-BE49-F238E27FC236}">
                <a16:creationId xmlns:a16="http://schemas.microsoft.com/office/drawing/2014/main" id="{4CFCA262-75B1-8171-33F1-51D26B94AA33}"/>
              </a:ext>
            </a:extLst>
          </p:cNvPr>
          <p:cNvSpPr/>
          <p:nvPr/>
        </p:nvSpPr>
        <p:spPr>
          <a:xfrm>
            <a:off x="9667980" y="578529"/>
            <a:ext cx="2198671" cy="1549495"/>
          </a:xfrm>
          <a:prstGeom prst="accentBorderCallout1">
            <a:avLst>
              <a:gd name="adj1" fmla="val 18750"/>
              <a:gd name="adj2" fmla="val -8333"/>
              <a:gd name="adj3" fmla="val 193"/>
              <a:gd name="adj4" fmla="val -3506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Each cell (numbered 0 to 15 here) contains one byte of plaintext </a:t>
            </a:r>
            <a:r>
              <a:rPr lang="en-IN" i="1" dirty="0"/>
              <a:t>state</a:t>
            </a:r>
            <a:endParaRPr lang="en-IN" dirty="0"/>
          </a:p>
        </p:txBody>
      </p:sp>
      <p:pic>
        <p:nvPicPr>
          <p:cNvPr id="8" name="Picture 7">
            <a:extLst>
              <a:ext uri="{FF2B5EF4-FFF2-40B4-BE49-F238E27FC236}">
                <a16:creationId xmlns:a16="http://schemas.microsoft.com/office/drawing/2014/main" id="{91741946-46A0-7C1B-9129-173EAE0598C7}"/>
              </a:ext>
            </a:extLst>
          </p:cNvPr>
          <p:cNvPicPr>
            <a:picLocks noChangeAspect="1"/>
          </p:cNvPicPr>
          <p:nvPr/>
        </p:nvPicPr>
        <p:blipFill>
          <a:blip r:embed="rId3"/>
          <a:stretch>
            <a:fillRect/>
          </a:stretch>
        </p:blipFill>
        <p:spPr>
          <a:xfrm>
            <a:off x="10896598" y="2678987"/>
            <a:ext cx="1099336" cy="1066716"/>
          </a:xfrm>
          <a:prstGeom prst="rect">
            <a:avLst/>
          </a:prstGeom>
        </p:spPr>
      </p:pic>
    </p:spTree>
    <p:extLst>
      <p:ext uri="{BB962C8B-B14F-4D97-AF65-F5344CB8AC3E}">
        <p14:creationId xmlns:p14="http://schemas.microsoft.com/office/powerpoint/2010/main" val="131926985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83F740B4-2C01-8DAC-AC7E-6751733E7C6F}"/>
              </a:ext>
            </a:extLst>
          </p:cNvPr>
          <p:cNvSpPr>
            <a:spLocks noGrp="1" noChangeArrowheads="1"/>
          </p:cNvSpPr>
          <p:nvPr>
            <p:ph type="title"/>
          </p:nvPr>
        </p:nvSpPr>
        <p:spPr>
          <a:xfrm>
            <a:off x="607031" y="430875"/>
            <a:ext cx="7772400" cy="1143000"/>
          </a:xfrm>
        </p:spPr>
        <p:txBody>
          <a:bodyPr/>
          <a:lstStyle/>
          <a:p>
            <a:r>
              <a:rPr lang="en-US" altLang="en-US" dirty="0"/>
              <a:t>Rijndael Round</a:t>
            </a:r>
          </a:p>
        </p:txBody>
      </p:sp>
      <p:grpSp>
        <p:nvGrpSpPr>
          <p:cNvPr id="6" name="Group 5">
            <a:extLst>
              <a:ext uri="{FF2B5EF4-FFF2-40B4-BE49-F238E27FC236}">
                <a16:creationId xmlns:a16="http://schemas.microsoft.com/office/drawing/2014/main" id="{98E43706-1AB4-D6C9-AEB8-D2688C83EB19}"/>
              </a:ext>
            </a:extLst>
          </p:cNvPr>
          <p:cNvGrpSpPr/>
          <p:nvPr/>
        </p:nvGrpSpPr>
        <p:grpSpPr>
          <a:xfrm>
            <a:off x="971764" y="1708935"/>
            <a:ext cx="7315200" cy="4038600"/>
            <a:chOff x="971764" y="1708935"/>
            <a:chExt cx="7315200" cy="4038600"/>
          </a:xfrm>
        </p:grpSpPr>
        <p:sp>
          <p:nvSpPr>
            <p:cNvPr id="99385" name="Rectangle 57">
              <a:extLst>
                <a:ext uri="{FF2B5EF4-FFF2-40B4-BE49-F238E27FC236}">
                  <a16:creationId xmlns:a16="http://schemas.microsoft.com/office/drawing/2014/main" id="{D0EA7D6F-3F84-5034-1FB4-E8276D8FCDCB}"/>
                </a:ext>
              </a:extLst>
            </p:cNvPr>
            <p:cNvSpPr>
              <a:spLocks noChangeArrowheads="1"/>
            </p:cNvSpPr>
            <p:nvPr/>
          </p:nvSpPr>
          <p:spPr bwMode="auto">
            <a:xfrm>
              <a:off x="971764" y="1708935"/>
              <a:ext cx="7315200" cy="40386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sz="3200"/>
            </a:p>
          </p:txBody>
        </p:sp>
        <p:sp>
          <p:nvSpPr>
            <p:cNvPr id="99386" name="Text Box 58">
              <a:extLst>
                <a:ext uri="{FF2B5EF4-FFF2-40B4-BE49-F238E27FC236}">
                  <a16:creationId xmlns:a16="http://schemas.microsoft.com/office/drawing/2014/main" id="{3ACC435F-F75C-D230-4CB4-5D77B076280C}"/>
                </a:ext>
              </a:extLst>
            </p:cNvPr>
            <p:cNvSpPr txBox="1">
              <a:spLocks noChangeArrowheads="1"/>
            </p:cNvSpPr>
            <p:nvPr/>
          </p:nvSpPr>
          <p:spPr bwMode="auto">
            <a:xfrm>
              <a:off x="1828903" y="2250255"/>
              <a:ext cx="3528317" cy="40465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2000" b="1"/>
                <a:t>Step 1: Byte Substitution</a:t>
              </a:r>
            </a:p>
          </p:txBody>
        </p:sp>
        <p:sp>
          <p:nvSpPr>
            <p:cNvPr id="99387" name="Text Box 59">
              <a:extLst>
                <a:ext uri="{FF2B5EF4-FFF2-40B4-BE49-F238E27FC236}">
                  <a16:creationId xmlns:a16="http://schemas.microsoft.com/office/drawing/2014/main" id="{92F2561D-0C66-7F57-3A4C-E232EAD43297}"/>
                </a:ext>
              </a:extLst>
            </p:cNvPr>
            <p:cNvSpPr txBox="1">
              <a:spLocks noChangeArrowheads="1"/>
            </p:cNvSpPr>
            <p:nvPr/>
          </p:nvSpPr>
          <p:spPr bwMode="auto">
            <a:xfrm>
              <a:off x="1824831" y="3113704"/>
              <a:ext cx="3528317" cy="40465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2000" b="1"/>
                <a:t>Step 2: Shift Rows</a:t>
              </a:r>
            </a:p>
          </p:txBody>
        </p:sp>
        <p:sp>
          <p:nvSpPr>
            <p:cNvPr id="99388" name="Text Box 60">
              <a:extLst>
                <a:ext uri="{FF2B5EF4-FFF2-40B4-BE49-F238E27FC236}">
                  <a16:creationId xmlns:a16="http://schemas.microsoft.com/office/drawing/2014/main" id="{CCDDB862-3716-3131-C7E5-DB1CF6B233B4}"/>
                </a:ext>
              </a:extLst>
            </p:cNvPr>
            <p:cNvSpPr txBox="1">
              <a:spLocks noChangeArrowheads="1"/>
            </p:cNvSpPr>
            <p:nvPr/>
          </p:nvSpPr>
          <p:spPr bwMode="auto">
            <a:xfrm>
              <a:off x="1838064" y="3970941"/>
              <a:ext cx="3528317" cy="40465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2000" b="1"/>
                <a:t>Step 3: Mix Columns</a:t>
              </a:r>
            </a:p>
          </p:txBody>
        </p:sp>
        <p:sp>
          <p:nvSpPr>
            <p:cNvPr id="99389" name="Text Box 61">
              <a:extLst>
                <a:ext uri="{FF2B5EF4-FFF2-40B4-BE49-F238E27FC236}">
                  <a16:creationId xmlns:a16="http://schemas.microsoft.com/office/drawing/2014/main" id="{4C5FD354-A27D-62B4-8E8A-8D881C4F7426}"/>
                </a:ext>
              </a:extLst>
            </p:cNvPr>
            <p:cNvSpPr txBox="1">
              <a:spLocks noChangeArrowheads="1"/>
            </p:cNvSpPr>
            <p:nvPr/>
          </p:nvSpPr>
          <p:spPr bwMode="auto">
            <a:xfrm>
              <a:off x="1833993" y="4845927"/>
              <a:ext cx="3528317" cy="40465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en-US" sz="2000" b="1"/>
                <a:t>Step 4: Round Key Addition</a:t>
              </a:r>
            </a:p>
          </p:txBody>
        </p:sp>
        <p:sp>
          <p:nvSpPr>
            <p:cNvPr id="99390" name="AutoShape 62">
              <a:extLst>
                <a:ext uri="{FF2B5EF4-FFF2-40B4-BE49-F238E27FC236}">
                  <a16:creationId xmlns:a16="http://schemas.microsoft.com/office/drawing/2014/main" id="{61387F0C-6990-EE06-959D-CC212746DC32}"/>
                </a:ext>
              </a:extLst>
            </p:cNvPr>
            <p:cNvSpPr>
              <a:spLocks noChangeArrowheads="1"/>
            </p:cNvSpPr>
            <p:nvPr/>
          </p:nvSpPr>
          <p:spPr bwMode="auto">
            <a:xfrm>
              <a:off x="3480065" y="2671774"/>
              <a:ext cx="331861" cy="446367"/>
            </a:xfrm>
            <a:prstGeom prst="downArrow">
              <a:avLst>
                <a:gd name="adj1" fmla="val 50000"/>
                <a:gd name="adj2" fmla="val 38574"/>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sz="3200"/>
            </a:p>
          </p:txBody>
        </p:sp>
        <p:sp>
          <p:nvSpPr>
            <p:cNvPr id="99391" name="AutoShape 63">
              <a:extLst>
                <a:ext uri="{FF2B5EF4-FFF2-40B4-BE49-F238E27FC236}">
                  <a16:creationId xmlns:a16="http://schemas.microsoft.com/office/drawing/2014/main" id="{C1607284-B458-F85B-4C0E-C358431CFE95}"/>
                </a:ext>
              </a:extLst>
            </p:cNvPr>
            <p:cNvSpPr>
              <a:spLocks noChangeArrowheads="1"/>
            </p:cNvSpPr>
            <p:nvPr/>
          </p:nvSpPr>
          <p:spPr bwMode="auto">
            <a:xfrm>
              <a:off x="3480065" y="3511263"/>
              <a:ext cx="331861" cy="446367"/>
            </a:xfrm>
            <a:prstGeom prst="downArrow">
              <a:avLst>
                <a:gd name="adj1" fmla="val 50000"/>
                <a:gd name="adj2" fmla="val 38574"/>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sz="3200"/>
            </a:p>
          </p:txBody>
        </p:sp>
        <p:sp>
          <p:nvSpPr>
            <p:cNvPr id="99392" name="AutoShape 64">
              <a:extLst>
                <a:ext uri="{FF2B5EF4-FFF2-40B4-BE49-F238E27FC236}">
                  <a16:creationId xmlns:a16="http://schemas.microsoft.com/office/drawing/2014/main" id="{0D9D45CB-4D24-CE43-ACB1-17A7109EFF76}"/>
                </a:ext>
              </a:extLst>
            </p:cNvPr>
            <p:cNvSpPr>
              <a:spLocks noChangeArrowheads="1"/>
            </p:cNvSpPr>
            <p:nvPr/>
          </p:nvSpPr>
          <p:spPr bwMode="auto">
            <a:xfrm>
              <a:off x="3480065" y="4387136"/>
              <a:ext cx="331861" cy="446367"/>
            </a:xfrm>
            <a:prstGeom prst="downArrow">
              <a:avLst>
                <a:gd name="adj1" fmla="val 50000"/>
                <a:gd name="adj2" fmla="val 38574"/>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sz="3200"/>
            </a:p>
          </p:txBody>
        </p:sp>
      </p:grpSp>
      <p:sp>
        <p:nvSpPr>
          <p:cNvPr id="2" name="Callout: Line with Border and Accent Bar 1">
            <a:extLst>
              <a:ext uri="{FF2B5EF4-FFF2-40B4-BE49-F238E27FC236}">
                <a16:creationId xmlns:a16="http://schemas.microsoft.com/office/drawing/2014/main" id="{22C6B46D-FC72-4EAA-77B6-47DD9995659E}"/>
              </a:ext>
            </a:extLst>
          </p:cNvPr>
          <p:cNvSpPr/>
          <p:nvPr/>
        </p:nvSpPr>
        <p:spPr>
          <a:xfrm>
            <a:off x="5498387" y="1104189"/>
            <a:ext cx="5864830" cy="831503"/>
          </a:xfrm>
          <a:prstGeom prst="accentBorderCallout1">
            <a:avLst>
              <a:gd name="adj1" fmla="val 18750"/>
              <a:gd name="adj2" fmla="val -8333"/>
              <a:gd name="adj3" fmla="val 158875"/>
              <a:gd name="adj4" fmla="val -165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Byte-by-byte substitution of the </a:t>
            </a:r>
            <a:r>
              <a:rPr lang="en-IN" i="1" dirty="0"/>
              <a:t>state</a:t>
            </a:r>
            <a:r>
              <a:rPr lang="en-IN" dirty="0"/>
              <a:t> array is performed here. Each byte is indexed into an S-box to replace its contents from the S-box.</a:t>
            </a:r>
          </a:p>
        </p:txBody>
      </p:sp>
      <p:sp>
        <p:nvSpPr>
          <p:cNvPr id="5" name="Callout: Line with Border and Accent Bar 4">
            <a:extLst>
              <a:ext uri="{FF2B5EF4-FFF2-40B4-BE49-F238E27FC236}">
                <a16:creationId xmlns:a16="http://schemas.microsoft.com/office/drawing/2014/main" id="{FE214A4D-0C39-7A22-B263-A8D38E4FD270}"/>
              </a:ext>
            </a:extLst>
          </p:cNvPr>
          <p:cNvSpPr/>
          <p:nvPr/>
        </p:nvSpPr>
        <p:spPr>
          <a:xfrm>
            <a:off x="5498387" y="2282201"/>
            <a:ext cx="5864830" cy="831503"/>
          </a:xfrm>
          <a:prstGeom prst="accentBorderCallout1">
            <a:avLst>
              <a:gd name="adj1" fmla="val 18750"/>
              <a:gd name="adj2" fmla="val -8333"/>
              <a:gd name="adj3" fmla="val 130456"/>
              <a:gd name="adj4" fmla="val -15803"/>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This is a permutation step. The </a:t>
            </a:r>
            <a:r>
              <a:rPr lang="en-IN" i="1" dirty="0"/>
              <a:t>state</a:t>
            </a:r>
            <a:r>
              <a:rPr lang="en-IN" dirty="0"/>
              <a:t> array is considered to be made up of 4 rows. Row 1 is shifted left by 1 position, row 2 by 2 positions, etc</a:t>
            </a:r>
          </a:p>
        </p:txBody>
      </p:sp>
      <p:pic>
        <p:nvPicPr>
          <p:cNvPr id="8" name="Picture 7">
            <a:extLst>
              <a:ext uri="{FF2B5EF4-FFF2-40B4-BE49-F238E27FC236}">
                <a16:creationId xmlns:a16="http://schemas.microsoft.com/office/drawing/2014/main" id="{2D148820-F850-E971-8208-2A6AAC9206D6}"/>
              </a:ext>
            </a:extLst>
          </p:cNvPr>
          <p:cNvPicPr>
            <a:picLocks noChangeAspect="1"/>
          </p:cNvPicPr>
          <p:nvPr/>
        </p:nvPicPr>
        <p:blipFill>
          <a:blip r:embed="rId2"/>
          <a:stretch>
            <a:fillRect/>
          </a:stretch>
        </p:blipFill>
        <p:spPr>
          <a:xfrm>
            <a:off x="6520994" y="3299219"/>
            <a:ext cx="4699242" cy="2152761"/>
          </a:xfrm>
          <a:prstGeom prst="rect">
            <a:avLst/>
          </a:prstGeom>
        </p:spPr>
      </p:pic>
      <p:cxnSp>
        <p:nvCxnSpPr>
          <p:cNvPr id="10" name="Straight Arrow Connector 9">
            <a:extLst>
              <a:ext uri="{FF2B5EF4-FFF2-40B4-BE49-F238E27FC236}">
                <a16:creationId xmlns:a16="http://schemas.microsoft.com/office/drawing/2014/main" id="{5C0EBE79-FDA8-6FC0-DDF0-96A58623D2FC}"/>
              </a:ext>
            </a:extLst>
          </p:cNvPr>
          <p:cNvCxnSpPr/>
          <p:nvPr/>
        </p:nvCxnSpPr>
        <p:spPr>
          <a:xfrm flipH="1">
            <a:off x="5498387" y="3970941"/>
            <a:ext cx="1005155" cy="202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01B327D7-CE88-A20E-FB6C-C5A6CCADD901}"/>
              </a:ext>
            </a:extLst>
          </p:cNvPr>
          <p:cNvPicPr>
            <a:picLocks noChangeAspect="1"/>
          </p:cNvPicPr>
          <p:nvPr/>
        </p:nvPicPr>
        <p:blipFill>
          <a:blip r:embed="rId3"/>
          <a:stretch>
            <a:fillRect/>
          </a:stretch>
        </p:blipFill>
        <p:spPr>
          <a:xfrm>
            <a:off x="2065174" y="5533828"/>
            <a:ext cx="3047629" cy="1213657"/>
          </a:xfrm>
          <a:prstGeom prst="rect">
            <a:avLst/>
          </a:prstGeom>
        </p:spPr>
      </p:pic>
      <p:cxnSp>
        <p:nvCxnSpPr>
          <p:cNvPr id="14" name="Straight Arrow Connector 13">
            <a:extLst>
              <a:ext uri="{FF2B5EF4-FFF2-40B4-BE49-F238E27FC236}">
                <a16:creationId xmlns:a16="http://schemas.microsoft.com/office/drawing/2014/main" id="{128F8A9F-566F-0735-7E23-F7CACF1B9BF9}"/>
              </a:ext>
            </a:extLst>
          </p:cNvPr>
          <p:cNvCxnSpPr/>
          <p:nvPr/>
        </p:nvCxnSpPr>
        <p:spPr>
          <a:xfrm>
            <a:off x="1824831" y="5389181"/>
            <a:ext cx="106711" cy="580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16">
            <a:extLst>
              <a:ext uri="{FF2B5EF4-FFF2-40B4-BE49-F238E27FC236}">
                <a16:creationId xmlns:a16="http://schemas.microsoft.com/office/drawing/2014/main" id="{B8F8D9F7-7ABD-535F-15E3-3BFDBC2971C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F3FEA20-40A4-42FF-AAF6-21E1D73D8E77}" type="slidenum">
              <a:rPr lang="en-US" altLang="en-US" sz="1400">
                <a:solidFill>
                  <a:schemeClr val="bg2"/>
                </a:solidFill>
              </a:rPr>
              <a:pPr>
                <a:spcBef>
                  <a:spcPct val="0"/>
                </a:spcBef>
                <a:buClrTx/>
                <a:buSzTx/>
                <a:buFontTx/>
                <a:buNone/>
              </a:pPr>
              <a:t>105</a:t>
            </a:fld>
            <a:endParaRPr lang="en-US" altLang="en-US" sz="1400">
              <a:solidFill>
                <a:schemeClr val="bg2"/>
              </a:solidFill>
            </a:endParaRPr>
          </a:p>
        </p:txBody>
      </p:sp>
      <p:sp>
        <p:nvSpPr>
          <p:cNvPr id="238595" name="Rectangle 4">
            <a:extLst>
              <a:ext uri="{FF2B5EF4-FFF2-40B4-BE49-F238E27FC236}">
                <a16:creationId xmlns:a16="http://schemas.microsoft.com/office/drawing/2014/main" id="{17FC6016-1977-79EA-BA1F-20D3DFD5A28F}"/>
              </a:ext>
            </a:extLst>
          </p:cNvPr>
          <p:cNvSpPr>
            <a:spLocks noGrp="1" noChangeArrowheads="1"/>
          </p:cNvSpPr>
          <p:nvPr>
            <p:ph type="ctrTitle"/>
          </p:nvPr>
        </p:nvSpPr>
        <p:spPr/>
        <p:txBody>
          <a:bodyPr/>
          <a:lstStyle/>
          <a:p>
            <a:pPr eaLnBrk="1" hangingPunct="1"/>
            <a:r>
              <a:rPr lang="en-US" altLang="en-US"/>
              <a:t>Asymmetric Key Encryption</a:t>
            </a:r>
          </a:p>
        </p:txBody>
      </p:sp>
      <p:sp>
        <p:nvSpPr>
          <p:cNvPr id="238596" name="Rectangle 5">
            <a:extLst>
              <a:ext uri="{FF2B5EF4-FFF2-40B4-BE49-F238E27FC236}">
                <a16:creationId xmlns:a16="http://schemas.microsoft.com/office/drawing/2014/main" id="{19253FFF-77C2-1FB9-B01A-DE99EF4651E0}"/>
              </a:ext>
            </a:extLst>
          </p:cNvPr>
          <p:cNvSpPr>
            <a:spLocks noGrp="1" noChangeArrowheads="1"/>
          </p:cNvSpPr>
          <p:nvPr>
            <p:ph type="subTitle" idx="1"/>
          </p:nvPr>
        </p:nvSpPr>
        <p:spPr/>
        <p:txBody>
          <a:bodyPr/>
          <a:lstStyle/>
          <a:p>
            <a:pPr eaLnBrk="1" hangingPunct="1"/>
            <a:endParaRPr lang="en-GB" altLang="en-US"/>
          </a:p>
        </p:txBody>
      </p:sp>
    </p:spTree>
    <p:extLst>
      <p:ext uri="{BB962C8B-B14F-4D97-AF65-F5344CB8AC3E}">
        <p14:creationId xmlns:p14="http://schemas.microsoft.com/office/powerpoint/2010/main" val="345108911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a:extLst>
              <a:ext uri="{FF2B5EF4-FFF2-40B4-BE49-F238E27FC236}">
                <a16:creationId xmlns:a16="http://schemas.microsoft.com/office/drawing/2014/main" id="{F63A164B-8168-2B6D-E3D3-ECE46B10306F}"/>
              </a:ext>
            </a:extLst>
          </p:cNvPr>
          <p:cNvSpPr>
            <a:spLocks noGrp="1" noChangeArrowheads="1"/>
          </p:cNvSpPr>
          <p:nvPr>
            <p:ph type="title"/>
          </p:nvPr>
        </p:nvSpPr>
        <p:spPr/>
        <p:txBody>
          <a:bodyPr/>
          <a:lstStyle/>
          <a:p>
            <a:r>
              <a:rPr lang="en-IN" altLang="en-US"/>
              <a:t>Two-way Functions</a:t>
            </a:r>
          </a:p>
        </p:txBody>
      </p:sp>
      <p:sp>
        <p:nvSpPr>
          <p:cNvPr id="3" name="Content Placeholder 2">
            <a:extLst>
              <a:ext uri="{FF2B5EF4-FFF2-40B4-BE49-F238E27FC236}">
                <a16:creationId xmlns:a16="http://schemas.microsoft.com/office/drawing/2014/main" id="{F190A81C-3461-3D7D-6FEA-38DF3A7D8A82}"/>
              </a:ext>
            </a:extLst>
          </p:cNvPr>
          <p:cNvSpPr>
            <a:spLocks noGrp="1"/>
          </p:cNvSpPr>
          <p:nvPr>
            <p:ph idx="1"/>
          </p:nvPr>
        </p:nvSpPr>
        <p:spPr/>
        <p:txBody>
          <a:bodyPr>
            <a:normAutofit/>
          </a:bodyPr>
          <a:lstStyle/>
          <a:p>
            <a:pPr>
              <a:defRPr/>
            </a:pPr>
            <a:r>
              <a:rPr lang="en-US" dirty="0"/>
              <a:t>Most mathematical functions are classified as </a:t>
            </a:r>
            <a:r>
              <a:rPr lang="en-US" b="1" dirty="0"/>
              <a:t>two-way functions </a:t>
            </a:r>
            <a:r>
              <a:rPr lang="en-US" dirty="0"/>
              <a:t>because they are easy to do, and easy to undo</a:t>
            </a:r>
          </a:p>
          <a:p>
            <a:pPr>
              <a:defRPr/>
            </a:pPr>
            <a:r>
              <a:rPr lang="en-US" dirty="0"/>
              <a:t>For example, “doubling” is a two-way function because it is easy to double a number to generate a new number, and just as easy to undo the function and get from the doubled number back to the original number</a:t>
            </a:r>
          </a:p>
          <a:p>
            <a:pPr>
              <a:defRPr/>
            </a:pPr>
            <a:r>
              <a:rPr lang="en-US" dirty="0"/>
              <a:t>For example, if we know that the result of doubling is 26, then it is easy to reverse the function and deduce that the original number was 13</a:t>
            </a:r>
            <a:endParaRPr lang="en-IN" dirty="0"/>
          </a:p>
        </p:txBody>
      </p:sp>
      <p:sp>
        <p:nvSpPr>
          <p:cNvPr id="174084" name="Slide Number Placeholder 4">
            <a:extLst>
              <a:ext uri="{FF2B5EF4-FFF2-40B4-BE49-F238E27FC236}">
                <a16:creationId xmlns:a16="http://schemas.microsoft.com/office/drawing/2014/main" id="{5B84F7ED-5B77-1C45-8831-9F87C58C63C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7E0C9C2-F9CB-4C63-80CB-C7AA15EA2E24}" type="slidenum">
              <a:rPr lang="en-US" altLang="en-US" sz="1400"/>
              <a:pPr>
                <a:spcBef>
                  <a:spcPct val="0"/>
                </a:spcBef>
                <a:buClrTx/>
                <a:buSzTx/>
                <a:buFontTx/>
                <a:buNone/>
              </a:pPr>
              <a:t>106</a:t>
            </a:fld>
            <a:endParaRPr lang="en-US" altLang="en-US" sz="1400"/>
          </a:p>
        </p:txBody>
      </p:sp>
    </p:spTree>
    <p:extLst>
      <p:ext uri="{BB962C8B-B14F-4D97-AF65-F5344CB8AC3E}">
        <p14:creationId xmlns:p14="http://schemas.microsoft.com/office/powerpoint/2010/main" val="88441222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1">
            <a:extLst>
              <a:ext uri="{FF2B5EF4-FFF2-40B4-BE49-F238E27FC236}">
                <a16:creationId xmlns:a16="http://schemas.microsoft.com/office/drawing/2014/main" id="{A9454AE8-4F03-2607-D0E0-DC75C70F71CF}"/>
              </a:ext>
            </a:extLst>
          </p:cNvPr>
          <p:cNvSpPr>
            <a:spLocks noGrp="1" noChangeArrowheads="1"/>
          </p:cNvSpPr>
          <p:nvPr>
            <p:ph type="title"/>
          </p:nvPr>
        </p:nvSpPr>
        <p:spPr/>
        <p:txBody>
          <a:bodyPr/>
          <a:lstStyle/>
          <a:p>
            <a:r>
              <a:rPr lang="en-IN" altLang="en-US"/>
              <a:t>One-way Functions</a:t>
            </a:r>
          </a:p>
        </p:txBody>
      </p:sp>
      <p:sp>
        <p:nvSpPr>
          <p:cNvPr id="3" name="Content Placeholder 2">
            <a:extLst>
              <a:ext uri="{FF2B5EF4-FFF2-40B4-BE49-F238E27FC236}">
                <a16:creationId xmlns:a16="http://schemas.microsoft.com/office/drawing/2014/main" id="{E330F3D1-A50A-1A6B-AE5F-35386CF3E936}"/>
              </a:ext>
            </a:extLst>
          </p:cNvPr>
          <p:cNvSpPr>
            <a:spLocks noGrp="1"/>
          </p:cNvSpPr>
          <p:nvPr>
            <p:ph idx="1"/>
          </p:nvPr>
        </p:nvSpPr>
        <p:spPr/>
        <p:txBody>
          <a:bodyPr>
            <a:normAutofit/>
          </a:bodyPr>
          <a:lstStyle/>
          <a:p>
            <a:pPr>
              <a:defRPr/>
            </a:pPr>
            <a:r>
              <a:rPr lang="en-US" dirty="0"/>
              <a:t>A </a:t>
            </a:r>
            <a:r>
              <a:rPr lang="en-US" b="1" dirty="0"/>
              <a:t>one-way function</a:t>
            </a:r>
            <a:r>
              <a:rPr lang="en-US" dirty="0"/>
              <a:t> is easy to do but very difficult to undo</a:t>
            </a:r>
          </a:p>
          <a:p>
            <a:pPr>
              <a:defRPr/>
            </a:pPr>
            <a:r>
              <a:rPr lang="en-US" dirty="0"/>
              <a:t>In other words, two-way functions are reversible, but one-way functions are not reversible</a:t>
            </a:r>
          </a:p>
          <a:p>
            <a:pPr>
              <a:defRPr/>
            </a:pPr>
            <a:r>
              <a:rPr lang="en-US" dirty="0"/>
              <a:t>The best way to illustrate a one-way function is in terms of an everyday activity</a:t>
            </a:r>
          </a:p>
          <a:p>
            <a:pPr>
              <a:defRPr/>
            </a:pPr>
            <a:r>
              <a:rPr lang="en-US" dirty="0"/>
              <a:t>Mixing yellow and blue paint to make green paint is a one-way function because it is easy to mix the paint, but impossible to unmix it</a:t>
            </a:r>
            <a:endParaRPr lang="en-IN" dirty="0"/>
          </a:p>
        </p:txBody>
      </p:sp>
      <p:sp>
        <p:nvSpPr>
          <p:cNvPr id="175108" name="Slide Number Placeholder 4">
            <a:extLst>
              <a:ext uri="{FF2B5EF4-FFF2-40B4-BE49-F238E27FC236}">
                <a16:creationId xmlns:a16="http://schemas.microsoft.com/office/drawing/2014/main" id="{FCC3AA5F-62D1-5210-D1B9-BBDDB92181D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E8E38EB-B949-41D7-9B93-61A3486A5E16}" type="slidenum">
              <a:rPr lang="en-US" altLang="en-US" sz="1400"/>
              <a:pPr>
                <a:spcBef>
                  <a:spcPct val="0"/>
                </a:spcBef>
                <a:buClrTx/>
                <a:buSzTx/>
                <a:buFontTx/>
                <a:buNone/>
              </a:pPr>
              <a:t>107</a:t>
            </a:fld>
            <a:endParaRPr lang="en-US" altLang="en-US" sz="1400"/>
          </a:p>
        </p:txBody>
      </p:sp>
    </p:spTree>
    <p:extLst>
      <p:ext uri="{BB962C8B-B14F-4D97-AF65-F5344CB8AC3E}">
        <p14:creationId xmlns:p14="http://schemas.microsoft.com/office/powerpoint/2010/main" val="405775230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1">
            <a:extLst>
              <a:ext uri="{FF2B5EF4-FFF2-40B4-BE49-F238E27FC236}">
                <a16:creationId xmlns:a16="http://schemas.microsoft.com/office/drawing/2014/main" id="{53CD8EAF-D490-846C-FADE-A90DA6E58563}"/>
              </a:ext>
            </a:extLst>
          </p:cNvPr>
          <p:cNvSpPr>
            <a:spLocks noGrp="1" noChangeArrowheads="1"/>
          </p:cNvSpPr>
          <p:nvPr>
            <p:ph type="title"/>
          </p:nvPr>
        </p:nvSpPr>
        <p:spPr/>
        <p:txBody>
          <a:bodyPr/>
          <a:lstStyle/>
          <a:p>
            <a:r>
              <a:rPr lang="en-IN" altLang="en-US"/>
              <a:t>Modular Arithmetic and One-way Functions</a:t>
            </a:r>
          </a:p>
        </p:txBody>
      </p:sp>
      <p:sp>
        <p:nvSpPr>
          <p:cNvPr id="176131" name="Content Placeholder 2">
            <a:extLst>
              <a:ext uri="{FF2B5EF4-FFF2-40B4-BE49-F238E27FC236}">
                <a16:creationId xmlns:a16="http://schemas.microsoft.com/office/drawing/2014/main" id="{FF607038-95D4-2189-0404-EE71FA9EE81F}"/>
              </a:ext>
            </a:extLst>
          </p:cNvPr>
          <p:cNvSpPr>
            <a:spLocks noGrp="1" noChangeArrowheads="1"/>
          </p:cNvSpPr>
          <p:nvPr>
            <p:ph idx="1"/>
          </p:nvPr>
        </p:nvSpPr>
        <p:spPr/>
        <p:txBody>
          <a:bodyPr/>
          <a:lstStyle/>
          <a:p>
            <a:r>
              <a:rPr lang="en-US" altLang="en-US" b="1"/>
              <a:t>Modular arithmetic</a:t>
            </a:r>
            <a:r>
              <a:rPr lang="en-US" altLang="en-US"/>
              <a:t>, sometimes called clock arithmetic in schools, is an area of mathematics that is rich in one-way functions. </a:t>
            </a:r>
          </a:p>
          <a:p>
            <a:r>
              <a:rPr lang="en-US" altLang="en-US"/>
              <a:t>In modular arithmetic, mathematicians consider a finite group of numbers arranged in a loop, rather like the numbers on a clock (Next slide)</a:t>
            </a:r>
          </a:p>
          <a:p>
            <a:endParaRPr lang="en-IN" altLang="en-US"/>
          </a:p>
        </p:txBody>
      </p:sp>
      <p:sp>
        <p:nvSpPr>
          <p:cNvPr id="176132" name="Slide Number Placeholder 4">
            <a:extLst>
              <a:ext uri="{FF2B5EF4-FFF2-40B4-BE49-F238E27FC236}">
                <a16:creationId xmlns:a16="http://schemas.microsoft.com/office/drawing/2014/main" id="{AED74B35-00DF-2069-0993-03432C14E77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129ADE0-47E3-4497-88A8-8F877A676F64}" type="slidenum">
              <a:rPr lang="en-US" altLang="en-US" sz="1400"/>
              <a:pPr>
                <a:spcBef>
                  <a:spcPct val="0"/>
                </a:spcBef>
                <a:buClrTx/>
                <a:buSzTx/>
                <a:buFontTx/>
                <a:buNone/>
              </a:pPr>
              <a:t>108</a:t>
            </a:fld>
            <a:endParaRPr lang="en-US" altLang="en-US" sz="1400"/>
          </a:p>
        </p:txBody>
      </p:sp>
    </p:spTree>
    <p:extLst>
      <p:ext uri="{BB962C8B-B14F-4D97-AF65-F5344CB8AC3E}">
        <p14:creationId xmlns:p14="http://schemas.microsoft.com/office/powerpoint/2010/main" val="310698718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itle 1">
            <a:extLst>
              <a:ext uri="{FF2B5EF4-FFF2-40B4-BE49-F238E27FC236}">
                <a16:creationId xmlns:a16="http://schemas.microsoft.com/office/drawing/2014/main" id="{FD737683-2C55-4A1C-6371-A342B55C1D03}"/>
              </a:ext>
            </a:extLst>
          </p:cNvPr>
          <p:cNvSpPr>
            <a:spLocks noGrp="1" noChangeArrowheads="1"/>
          </p:cNvSpPr>
          <p:nvPr>
            <p:ph type="title"/>
          </p:nvPr>
        </p:nvSpPr>
        <p:spPr/>
        <p:txBody>
          <a:bodyPr/>
          <a:lstStyle/>
          <a:p>
            <a:r>
              <a:rPr lang="en-IN" altLang="en-US"/>
              <a:t>Modular Arithmetic using a Clock for Modular 8 (or Mod 8)</a:t>
            </a:r>
          </a:p>
        </p:txBody>
      </p:sp>
      <p:sp>
        <p:nvSpPr>
          <p:cNvPr id="3" name="Content Placeholder 2">
            <a:extLst>
              <a:ext uri="{FF2B5EF4-FFF2-40B4-BE49-F238E27FC236}">
                <a16:creationId xmlns:a16="http://schemas.microsoft.com/office/drawing/2014/main" id="{A56D3B6D-F720-CD6B-EE48-BCC66DD4BFCA}"/>
              </a:ext>
            </a:extLst>
          </p:cNvPr>
          <p:cNvSpPr>
            <a:spLocks noGrp="1"/>
          </p:cNvSpPr>
          <p:nvPr>
            <p:ph sz="half" idx="1"/>
          </p:nvPr>
        </p:nvSpPr>
        <p:spPr/>
        <p:txBody>
          <a:bodyPr>
            <a:normAutofit fontScale="85000" lnSpcReduction="20000"/>
          </a:bodyPr>
          <a:lstStyle/>
          <a:p>
            <a:pPr>
              <a:defRPr/>
            </a:pPr>
            <a:r>
              <a:rPr lang="en-US" dirty="0"/>
              <a:t>It has only the 8 numbers from 0 to 7</a:t>
            </a:r>
          </a:p>
          <a:p>
            <a:pPr>
              <a:defRPr/>
            </a:pPr>
            <a:r>
              <a:rPr lang="en-US" dirty="0"/>
              <a:t>To work out 2 + 3, we start at 2 and move around 3 places to reach 5, which is the same answer as in normal arithmetic</a:t>
            </a:r>
          </a:p>
          <a:p>
            <a:pPr>
              <a:defRPr/>
            </a:pPr>
            <a:r>
              <a:rPr lang="en-US" dirty="0"/>
              <a:t>To work out 2 + 7 we start at 2 and move around 7 places, but this time we go around the loop and arrive at 1, which is not the result we would get in normal arithmetic</a:t>
            </a:r>
          </a:p>
          <a:p>
            <a:pPr>
              <a:defRPr/>
            </a:pPr>
            <a:r>
              <a:rPr lang="en-US" dirty="0"/>
              <a:t>These results can be expressed as:</a:t>
            </a:r>
          </a:p>
          <a:p>
            <a:pPr>
              <a:defRPr/>
            </a:pPr>
            <a:r>
              <a:rPr lang="en-US" dirty="0"/>
              <a:t>2 + 3 = 5 (mod 8) and </a:t>
            </a:r>
          </a:p>
          <a:p>
            <a:pPr>
              <a:defRPr/>
            </a:pPr>
            <a:r>
              <a:rPr lang="en-US" dirty="0"/>
              <a:t>2 + 7 = 1 (mod 8)</a:t>
            </a:r>
            <a:endParaRPr lang="en-IN" dirty="0"/>
          </a:p>
        </p:txBody>
      </p:sp>
      <p:sp>
        <p:nvSpPr>
          <p:cNvPr id="177156" name="Content Placeholder 5">
            <a:extLst>
              <a:ext uri="{FF2B5EF4-FFF2-40B4-BE49-F238E27FC236}">
                <a16:creationId xmlns:a16="http://schemas.microsoft.com/office/drawing/2014/main" id="{CD041198-D866-58C2-FD28-90F415B908B2}"/>
              </a:ext>
            </a:extLst>
          </p:cNvPr>
          <p:cNvSpPr>
            <a:spLocks noGrp="1" noChangeArrowheads="1"/>
          </p:cNvSpPr>
          <p:nvPr>
            <p:ph sz="half" idx="2"/>
          </p:nvPr>
        </p:nvSpPr>
        <p:spPr/>
        <p:txBody>
          <a:bodyPr>
            <a:normAutofit fontScale="85000" lnSpcReduction="20000"/>
          </a:bodyPr>
          <a:lstStyle/>
          <a:p>
            <a:endParaRPr lang="en-IN" altLang="en-US"/>
          </a:p>
        </p:txBody>
      </p:sp>
      <p:sp>
        <p:nvSpPr>
          <p:cNvPr id="177157" name="Slide Number Placeholder 4">
            <a:extLst>
              <a:ext uri="{FF2B5EF4-FFF2-40B4-BE49-F238E27FC236}">
                <a16:creationId xmlns:a16="http://schemas.microsoft.com/office/drawing/2014/main" id="{D4B2AAD3-F5B4-F405-AF92-2B74EC87E0C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E6B17DB-6917-45F9-81D4-D5E285069909}" type="slidenum">
              <a:rPr lang="en-US" altLang="en-US" sz="1400"/>
              <a:pPr>
                <a:spcBef>
                  <a:spcPct val="0"/>
                </a:spcBef>
                <a:buClrTx/>
                <a:buSzTx/>
                <a:buFontTx/>
                <a:buNone/>
              </a:pPr>
              <a:t>109</a:t>
            </a:fld>
            <a:endParaRPr lang="en-US" altLang="en-US" sz="1400"/>
          </a:p>
        </p:txBody>
      </p:sp>
      <p:pic>
        <p:nvPicPr>
          <p:cNvPr id="177158" name="Picture 4" descr="E1DS">
            <a:extLst>
              <a:ext uri="{FF2B5EF4-FFF2-40B4-BE49-F238E27FC236}">
                <a16:creationId xmlns:a16="http://schemas.microsoft.com/office/drawing/2014/main" id="{29511345-4654-147E-CE4A-E02CE581B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3851" y="2017714"/>
            <a:ext cx="3914775"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786927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itle 6">
            <a:extLst>
              <a:ext uri="{FF2B5EF4-FFF2-40B4-BE49-F238E27FC236}">
                <a16:creationId xmlns:a16="http://schemas.microsoft.com/office/drawing/2014/main" id="{AE4D0823-450B-E180-B4C6-76AF6D7047B0}"/>
              </a:ext>
            </a:extLst>
          </p:cNvPr>
          <p:cNvSpPr>
            <a:spLocks noGrp="1" noChangeArrowheads="1"/>
          </p:cNvSpPr>
          <p:nvPr>
            <p:ph type="title"/>
          </p:nvPr>
        </p:nvSpPr>
        <p:spPr/>
        <p:txBody>
          <a:bodyPr/>
          <a:lstStyle/>
          <a:p>
            <a:r>
              <a:rPr lang="en-IN" altLang="en-US"/>
              <a:t>Modular Arithmetic is Simple!</a:t>
            </a:r>
          </a:p>
        </p:txBody>
      </p:sp>
      <p:sp>
        <p:nvSpPr>
          <p:cNvPr id="8" name="Content Placeholder 7">
            <a:extLst>
              <a:ext uri="{FF2B5EF4-FFF2-40B4-BE49-F238E27FC236}">
                <a16:creationId xmlns:a16="http://schemas.microsoft.com/office/drawing/2014/main" id="{640960D6-E64D-BCE6-C366-E7BA7DB1E423}"/>
              </a:ext>
            </a:extLst>
          </p:cNvPr>
          <p:cNvSpPr>
            <a:spLocks noGrp="1"/>
          </p:cNvSpPr>
          <p:nvPr>
            <p:ph idx="1"/>
          </p:nvPr>
        </p:nvSpPr>
        <p:spPr/>
        <p:txBody>
          <a:bodyPr>
            <a:normAutofit/>
          </a:bodyPr>
          <a:lstStyle/>
          <a:p>
            <a:pPr>
              <a:defRPr/>
            </a:pPr>
            <a:r>
              <a:rPr lang="en-US" dirty="0"/>
              <a:t>Modular arithmetic is relatively simple, and in fact we do it every day when we talk about time</a:t>
            </a:r>
          </a:p>
          <a:p>
            <a:pPr>
              <a:defRPr/>
            </a:pPr>
            <a:r>
              <a:rPr lang="en-US" dirty="0"/>
              <a:t>If it is 9 o’clock now, and we have a meeting 8 hours from now, we would say that the meeting is at 5 o’clock, not 17 o’clock</a:t>
            </a:r>
          </a:p>
          <a:p>
            <a:pPr>
              <a:defRPr/>
            </a:pPr>
            <a:r>
              <a:rPr lang="en-US" dirty="0"/>
              <a:t>We have mentally calculated 9 + 8 in (mod 12)</a:t>
            </a:r>
          </a:p>
          <a:p>
            <a:pPr>
              <a:defRPr/>
            </a:pPr>
            <a:r>
              <a:rPr lang="en-US" dirty="0"/>
              <a:t>Imagine a clock face, look at 9, and then move around 8 spaces, and we end up at 5:</a:t>
            </a:r>
          </a:p>
          <a:p>
            <a:pPr marL="0" indent="0">
              <a:buNone/>
              <a:defRPr/>
            </a:pPr>
            <a:r>
              <a:rPr lang="en-US" dirty="0"/>
              <a:t>   9 + 8 = 5 (mod 12)</a:t>
            </a:r>
          </a:p>
          <a:p>
            <a:pPr>
              <a:defRPr/>
            </a:pPr>
            <a:endParaRPr lang="en-IN" dirty="0"/>
          </a:p>
        </p:txBody>
      </p:sp>
      <p:sp>
        <p:nvSpPr>
          <p:cNvPr id="178180" name="Slide Number Placeholder 5">
            <a:extLst>
              <a:ext uri="{FF2B5EF4-FFF2-40B4-BE49-F238E27FC236}">
                <a16:creationId xmlns:a16="http://schemas.microsoft.com/office/drawing/2014/main" id="{2FE36D96-2755-5304-2D69-1D1F173ACBE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FB2C7B1-0571-4E4A-997F-94FF3FED2AE3}" type="slidenum">
              <a:rPr lang="en-US" altLang="en-US" sz="1400"/>
              <a:pPr>
                <a:spcBef>
                  <a:spcPct val="0"/>
                </a:spcBef>
                <a:buClrTx/>
                <a:buSzTx/>
                <a:buFontTx/>
                <a:buNone/>
              </a:pPr>
              <a:t>110</a:t>
            </a:fld>
            <a:endParaRPr lang="en-US" altLang="en-US" sz="1400"/>
          </a:p>
        </p:txBody>
      </p:sp>
    </p:spTree>
    <p:extLst>
      <p:ext uri="{BB962C8B-B14F-4D97-AF65-F5344CB8AC3E}">
        <p14:creationId xmlns:p14="http://schemas.microsoft.com/office/powerpoint/2010/main" val="382215200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itle 6">
            <a:extLst>
              <a:ext uri="{FF2B5EF4-FFF2-40B4-BE49-F238E27FC236}">
                <a16:creationId xmlns:a16="http://schemas.microsoft.com/office/drawing/2014/main" id="{D5BBC17A-8940-B879-33E8-7D7386EE24FD}"/>
              </a:ext>
            </a:extLst>
          </p:cNvPr>
          <p:cNvSpPr>
            <a:spLocks noGrp="1" noChangeArrowheads="1"/>
          </p:cNvSpPr>
          <p:nvPr>
            <p:ph type="title"/>
          </p:nvPr>
        </p:nvSpPr>
        <p:spPr/>
        <p:txBody>
          <a:bodyPr/>
          <a:lstStyle/>
          <a:p>
            <a:r>
              <a:rPr lang="en-IN" altLang="en-US"/>
              <a:t>Mathematicians and Modular Arithmetic</a:t>
            </a:r>
          </a:p>
        </p:txBody>
      </p:sp>
      <p:sp>
        <p:nvSpPr>
          <p:cNvPr id="8" name="Content Placeholder 7">
            <a:extLst>
              <a:ext uri="{FF2B5EF4-FFF2-40B4-BE49-F238E27FC236}">
                <a16:creationId xmlns:a16="http://schemas.microsoft.com/office/drawing/2014/main" id="{3A61725B-5E18-AF6C-9239-30A40F5ADBDA}"/>
              </a:ext>
            </a:extLst>
          </p:cNvPr>
          <p:cNvSpPr>
            <a:spLocks noGrp="1"/>
          </p:cNvSpPr>
          <p:nvPr>
            <p:ph idx="1"/>
          </p:nvPr>
        </p:nvSpPr>
        <p:spPr/>
        <p:txBody>
          <a:bodyPr>
            <a:normAutofit fontScale="92500"/>
          </a:bodyPr>
          <a:lstStyle/>
          <a:p>
            <a:pPr>
              <a:defRPr/>
            </a:pPr>
            <a:r>
              <a:rPr lang="en-US" dirty="0"/>
              <a:t>Rather than visualizing clocks, mathematicians often take the shortcut of performing modular calculations according to the following formula.</a:t>
            </a:r>
          </a:p>
          <a:p>
            <a:pPr>
              <a:defRPr/>
            </a:pPr>
            <a:r>
              <a:rPr lang="en-US" dirty="0"/>
              <a:t>First, perform the calculation in normal arithmetic</a:t>
            </a:r>
          </a:p>
          <a:p>
            <a:pPr>
              <a:defRPr/>
            </a:pPr>
            <a:r>
              <a:rPr lang="en-US" dirty="0"/>
              <a:t>Second, if we want to know the answer in (mod x), we divide the normal answer by x and note the remainder</a:t>
            </a:r>
          </a:p>
          <a:p>
            <a:pPr>
              <a:defRPr/>
            </a:pPr>
            <a:r>
              <a:rPr lang="en-US" dirty="0"/>
              <a:t>This </a:t>
            </a:r>
            <a:r>
              <a:rPr lang="en-US" b="1" dirty="0"/>
              <a:t>remainder</a:t>
            </a:r>
            <a:r>
              <a:rPr lang="en-US" dirty="0"/>
              <a:t> is the answer in (mod x)</a:t>
            </a:r>
          </a:p>
          <a:p>
            <a:pPr>
              <a:defRPr/>
            </a:pPr>
            <a:r>
              <a:rPr lang="en-US" dirty="0"/>
              <a:t>Example: To find the answer to 11 × 9 (mod 13), we do the following:</a:t>
            </a:r>
          </a:p>
          <a:p>
            <a:pPr lvl="1">
              <a:defRPr/>
            </a:pPr>
            <a:r>
              <a:rPr lang="en-US" dirty="0"/>
              <a:t>11 × 9 = 99</a:t>
            </a:r>
          </a:p>
          <a:p>
            <a:pPr lvl="1">
              <a:defRPr/>
            </a:pPr>
            <a:r>
              <a:rPr lang="en-US" dirty="0"/>
              <a:t>99 ÷ 13 = 7, remainder 8</a:t>
            </a:r>
          </a:p>
          <a:p>
            <a:pPr lvl="1">
              <a:defRPr/>
            </a:pPr>
            <a:r>
              <a:rPr lang="en-US" dirty="0"/>
              <a:t>11 × 9 = 8 (mod 13)</a:t>
            </a:r>
          </a:p>
          <a:p>
            <a:pPr>
              <a:defRPr/>
            </a:pPr>
            <a:endParaRPr lang="en-US" dirty="0"/>
          </a:p>
          <a:p>
            <a:pPr>
              <a:defRPr/>
            </a:pPr>
            <a:endParaRPr lang="en-IN" dirty="0"/>
          </a:p>
        </p:txBody>
      </p:sp>
      <p:sp>
        <p:nvSpPr>
          <p:cNvPr id="179204" name="Slide Number Placeholder 5">
            <a:extLst>
              <a:ext uri="{FF2B5EF4-FFF2-40B4-BE49-F238E27FC236}">
                <a16:creationId xmlns:a16="http://schemas.microsoft.com/office/drawing/2014/main" id="{F14604BC-842F-EFE2-2BF1-E5E5CB4A2D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B22DFDE-C7D8-47CD-B026-9B1536DB673A}" type="slidenum">
              <a:rPr lang="en-US" altLang="en-US" sz="1400"/>
              <a:pPr>
                <a:spcBef>
                  <a:spcPct val="0"/>
                </a:spcBef>
                <a:buClrTx/>
                <a:buSzTx/>
                <a:buFontTx/>
                <a:buNone/>
              </a:pPr>
              <a:t>111</a:t>
            </a:fld>
            <a:endParaRPr lang="en-US" altLang="en-US" sz="1400"/>
          </a:p>
        </p:txBody>
      </p:sp>
    </p:spTree>
    <p:extLst>
      <p:ext uri="{BB962C8B-B14F-4D97-AF65-F5344CB8AC3E}">
        <p14:creationId xmlns:p14="http://schemas.microsoft.com/office/powerpoint/2010/main" val="16080631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itle 6">
            <a:extLst>
              <a:ext uri="{FF2B5EF4-FFF2-40B4-BE49-F238E27FC236}">
                <a16:creationId xmlns:a16="http://schemas.microsoft.com/office/drawing/2014/main" id="{135E03D5-B55D-C71B-3690-3EF7EA9E02F5}"/>
              </a:ext>
            </a:extLst>
          </p:cNvPr>
          <p:cNvSpPr>
            <a:spLocks noGrp="1" noChangeArrowheads="1"/>
          </p:cNvSpPr>
          <p:nvPr>
            <p:ph type="title"/>
          </p:nvPr>
        </p:nvSpPr>
        <p:spPr/>
        <p:txBody>
          <a:bodyPr/>
          <a:lstStyle/>
          <a:p>
            <a:r>
              <a:rPr lang="en-IN" altLang="en-US"/>
              <a:t>Why is Modular Arithmetic Tricky? (See next slide also)</a:t>
            </a:r>
          </a:p>
        </p:txBody>
      </p:sp>
      <p:sp>
        <p:nvSpPr>
          <p:cNvPr id="8" name="Content Placeholder 7">
            <a:extLst>
              <a:ext uri="{FF2B5EF4-FFF2-40B4-BE49-F238E27FC236}">
                <a16:creationId xmlns:a16="http://schemas.microsoft.com/office/drawing/2014/main" id="{2A652087-A218-A00F-97B0-B6A75EAF60BE}"/>
              </a:ext>
            </a:extLst>
          </p:cNvPr>
          <p:cNvSpPr>
            <a:spLocks noGrp="1"/>
          </p:cNvSpPr>
          <p:nvPr>
            <p:ph idx="1"/>
          </p:nvPr>
        </p:nvSpPr>
        <p:spPr/>
        <p:txBody>
          <a:bodyPr>
            <a:normAutofit fontScale="70000" lnSpcReduction="20000"/>
          </a:bodyPr>
          <a:lstStyle/>
          <a:p>
            <a:pPr>
              <a:defRPr/>
            </a:pPr>
            <a:r>
              <a:rPr lang="en-US" dirty="0"/>
              <a:t>Let us take the function 3</a:t>
            </a:r>
            <a:r>
              <a:rPr lang="en-US" baseline="30000" dirty="0"/>
              <a:t>x</a:t>
            </a:r>
            <a:r>
              <a:rPr lang="en-US" dirty="0"/>
              <a:t> </a:t>
            </a:r>
          </a:p>
          <a:p>
            <a:pPr>
              <a:defRPr/>
            </a:pPr>
            <a:r>
              <a:rPr lang="en-US" dirty="0"/>
              <a:t>This means take a number x, then multiply 3 by itself x times in order to get the new number</a:t>
            </a:r>
          </a:p>
          <a:p>
            <a:pPr>
              <a:defRPr/>
            </a:pPr>
            <a:r>
              <a:rPr lang="en-US" dirty="0"/>
              <a:t>For example, if x = 2, and we perform the function, then: 3</a:t>
            </a:r>
            <a:r>
              <a:rPr lang="en-US" baseline="30000" dirty="0"/>
              <a:t>x</a:t>
            </a:r>
            <a:r>
              <a:rPr lang="en-US" dirty="0"/>
              <a:t> = 3</a:t>
            </a:r>
            <a:r>
              <a:rPr lang="en-US" baseline="30000" dirty="0"/>
              <a:t>2</a:t>
            </a:r>
            <a:r>
              <a:rPr lang="en-US" dirty="0"/>
              <a:t> = 3 × 3 = 9</a:t>
            </a:r>
          </a:p>
          <a:p>
            <a:pPr>
              <a:defRPr/>
            </a:pPr>
            <a:r>
              <a:rPr lang="en-US" dirty="0"/>
              <a:t>In other words, the function turns 2 into 9</a:t>
            </a:r>
          </a:p>
          <a:p>
            <a:pPr>
              <a:defRPr/>
            </a:pPr>
            <a:r>
              <a:rPr lang="en-US" dirty="0"/>
              <a:t>In normal arithmetic, as the value of x increases so does the result of the function</a:t>
            </a:r>
          </a:p>
          <a:p>
            <a:pPr>
              <a:defRPr/>
            </a:pPr>
            <a:r>
              <a:rPr lang="en-US" dirty="0"/>
              <a:t>Hence, if we were given the result of the function it would be relatively easy to work backward and deduce the original number</a:t>
            </a:r>
          </a:p>
          <a:p>
            <a:pPr>
              <a:defRPr/>
            </a:pPr>
            <a:r>
              <a:rPr lang="en-US" dirty="0"/>
              <a:t>For example, if the result is 81, we can deduce that x is 4, because 3</a:t>
            </a:r>
            <a:r>
              <a:rPr lang="en-US" baseline="30000" dirty="0"/>
              <a:t>4</a:t>
            </a:r>
            <a:r>
              <a:rPr lang="en-US" dirty="0"/>
              <a:t> = 81</a:t>
            </a:r>
          </a:p>
          <a:p>
            <a:pPr>
              <a:defRPr/>
            </a:pPr>
            <a:r>
              <a:rPr lang="en-US" dirty="0"/>
              <a:t>If we made a mistake and guessed that x is 5, we could work out that 3</a:t>
            </a:r>
            <a:r>
              <a:rPr lang="en-US" baseline="30000" dirty="0"/>
              <a:t>5</a:t>
            </a:r>
            <a:r>
              <a:rPr lang="en-US" dirty="0"/>
              <a:t> = 243, which tells us that our choice of x is too big</a:t>
            </a:r>
          </a:p>
          <a:p>
            <a:pPr>
              <a:defRPr/>
            </a:pPr>
            <a:r>
              <a:rPr lang="en-US" dirty="0"/>
              <a:t>We would then reduce our choice of x to 4, and we would have the right answer</a:t>
            </a:r>
          </a:p>
          <a:p>
            <a:pPr>
              <a:defRPr/>
            </a:pPr>
            <a:r>
              <a:rPr lang="en-US" dirty="0"/>
              <a:t>Summary: Even when we guess wrongly we can find the correct value of x, and thereby reverse the function</a:t>
            </a:r>
            <a:endParaRPr lang="en-IN" dirty="0"/>
          </a:p>
        </p:txBody>
      </p:sp>
      <p:sp>
        <p:nvSpPr>
          <p:cNvPr id="180229" name="Slide Number Placeholder 5">
            <a:extLst>
              <a:ext uri="{FF2B5EF4-FFF2-40B4-BE49-F238E27FC236}">
                <a16:creationId xmlns:a16="http://schemas.microsoft.com/office/drawing/2014/main" id="{02E2B4D4-CBC3-06F1-2248-CF016A4B75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41F1436-F5E2-4D59-8D45-A9CC29357677}" type="slidenum">
              <a:rPr lang="en-US" altLang="en-US" sz="1400"/>
              <a:pPr>
                <a:spcBef>
                  <a:spcPct val="0"/>
                </a:spcBef>
                <a:buClrTx/>
                <a:buSzTx/>
                <a:buFontTx/>
                <a:buNone/>
              </a:pPr>
              <a:t>112</a:t>
            </a:fld>
            <a:endParaRPr lang="en-US" altLang="en-US" sz="1400"/>
          </a:p>
        </p:txBody>
      </p:sp>
    </p:spTree>
    <p:extLst>
      <p:ext uri="{BB962C8B-B14F-4D97-AF65-F5344CB8AC3E}">
        <p14:creationId xmlns:p14="http://schemas.microsoft.com/office/powerpoint/2010/main" val="308480351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itle 6">
            <a:extLst>
              <a:ext uri="{FF2B5EF4-FFF2-40B4-BE49-F238E27FC236}">
                <a16:creationId xmlns:a16="http://schemas.microsoft.com/office/drawing/2014/main" id="{135E03D5-B55D-C71B-3690-3EF7EA9E02F5}"/>
              </a:ext>
            </a:extLst>
          </p:cNvPr>
          <p:cNvSpPr>
            <a:spLocks noGrp="1" noChangeArrowheads="1"/>
          </p:cNvSpPr>
          <p:nvPr>
            <p:ph type="title"/>
          </p:nvPr>
        </p:nvSpPr>
        <p:spPr/>
        <p:txBody>
          <a:bodyPr/>
          <a:lstStyle/>
          <a:p>
            <a:r>
              <a:rPr lang="en-IN" altLang="en-US"/>
              <a:t>Why is Modular Arithmetic Tricky? (See next slide also)</a:t>
            </a:r>
          </a:p>
        </p:txBody>
      </p:sp>
      <p:sp>
        <p:nvSpPr>
          <p:cNvPr id="2" name="Content Placeholder 1">
            <a:extLst>
              <a:ext uri="{FF2B5EF4-FFF2-40B4-BE49-F238E27FC236}">
                <a16:creationId xmlns:a16="http://schemas.microsoft.com/office/drawing/2014/main" id="{45AE2A14-85A3-8636-6808-A78ED92CC52B}"/>
              </a:ext>
            </a:extLst>
          </p:cNvPr>
          <p:cNvSpPr>
            <a:spLocks noGrp="1"/>
          </p:cNvSpPr>
          <p:nvPr>
            <p:ph idx="1"/>
          </p:nvPr>
        </p:nvSpPr>
        <p:spPr/>
        <p:txBody>
          <a:bodyPr>
            <a:normAutofit fontScale="77500" lnSpcReduction="20000"/>
          </a:bodyPr>
          <a:lstStyle/>
          <a:p>
            <a:pPr>
              <a:defRPr/>
            </a:pPr>
            <a:r>
              <a:rPr lang="en-US" dirty="0"/>
              <a:t>However, in modular arithmetic this same function does not behave so sensibly</a:t>
            </a:r>
          </a:p>
          <a:p>
            <a:pPr>
              <a:defRPr/>
            </a:pPr>
            <a:r>
              <a:rPr lang="en-US" dirty="0"/>
              <a:t>Imagine that we are told that 3</a:t>
            </a:r>
            <a:r>
              <a:rPr lang="en-US" baseline="30000" dirty="0"/>
              <a:t>x</a:t>
            </a:r>
            <a:r>
              <a:rPr lang="en-US" dirty="0"/>
              <a:t> in (mod 7) is 1, and we are asked to find the value of x</a:t>
            </a:r>
          </a:p>
          <a:p>
            <a:pPr>
              <a:defRPr/>
            </a:pPr>
            <a:r>
              <a:rPr lang="en-US" dirty="0"/>
              <a:t>No value springs to mind, because we are generally unfamiliar with modular arithmetic</a:t>
            </a:r>
          </a:p>
          <a:p>
            <a:pPr>
              <a:defRPr/>
            </a:pPr>
            <a:r>
              <a:rPr lang="en-US" dirty="0"/>
              <a:t>We could take a guess that x = 5, and we could work out the result of 3</a:t>
            </a:r>
            <a:r>
              <a:rPr lang="en-US" baseline="30000" dirty="0"/>
              <a:t>5</a:t>
            </a:r>
            <a:r>
              <a:rPr lang="en-US" dirty="0"/>
              <a:t> (mod 7)</a:t>
            </a:r>
          </a:p>
          <a:p>
            <a:pPr>
              <a:defRPr/>
            </a:pPr>
            <a:r>
              <a:rPr lang="en-US" dirty="0"/>
              <a:t>The answer turns out to be 5, which is too big, because we are looking for an answer of just 1</a:t>
            </a:r>
          </a:p>
          <a:p>
            <a:pPr>
              <a:defRPr/>
            </a:pPr>
            <a:r>
              <a:rPr lang="en-US" dirty="0"/>
              <a:t>We might be tempted to reduce the value of x and try again</a:t>
            </a:r>
          </a:p>
          <a:p>
            <a:pPr>
              <a:defRPr/>
            </a:pPr>
            <a:r>
              <a:rPr lang="en-US" dirty="0"/>
              <a:t>But we would be heading in the wrong direction, because the actual answer is x = 6</a:t>
            </a:r>
          </a:p>
          <a:p>
            <a:pPr>
              <a:defRPr/>
            </a:pPr>
            <a:r>
              <a:rPr lang="en-US" dirty="0"/>
              <a:t>In normal arithmetic we can test numbers and can sense whether we are in the right direction </a:t>
            </a:r>
          </a:p>
          <a:p>
            <a:pPr>
              <a:defRPr/>
            </a:pPr>
            <a:r>
              <a:rPr lang="en-US" dirty="0"/>
              <a:t>In modular arithmetic there are no helpful clues, and reversing functions is much harder</a:t>
            </a:r>
          </a:p>
        </p:txBody>
      </p:sp>
      <p:sp>
        <p:nvSpPr>
          <p:cNvPr id="180229" name="Slide Number Placeholder 5">
            <a:extLst>
              <a:ext uri="{FF2B5EF4-FFF2-40B4-BE49-F238E27FC236}">
                <a16:creationId xmlns:a16="http://schemas.microsoft.com/office/drawing/2014/main" id="{02E2B4D4-CBC3-06F1-2248-CF016A4B75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41F1436-F5E2-4D59-8D45-A9CC29357677}" type="slidenum">
              <a:rPr lang="en-US" altLang="en-US" sz="1400"/>
              <a:pPr>
                <a:spcBef>
                  <a:spcPct val="0"/>
                </a:spcBef>
                <a:buClrTx/>
                <a:buSzTx/>
                <a:buFontTx/>
                <a:buNone/>
              </a:pPr>
              <a:t>113</a:t>
            </a:fld>
            <a:endParaRPr lang="en-US" altLang="en-US" sz="1400"/>
          </a:p>
        </p:txBody>
      </p:sp>
    </p:spTree>
    <p:extLst>
      <p:ext uri="{BB962C8B-B14F-4D97-AF65-F5344CB8AC3E}">
        <p14:creationId xmlns:p14="http://schemas.microsoft.com/office/powerpoint/2010/main" val="146239504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itle 6">
            <a:extLst>
              <a:ext uri="{FF2B5EF4-FFF2-40B4-BE49-F238E27FC236}">
                <a16:creationId xmlns:a16="http://schemas.microsoft.com/office/drawing/2014/main" id="{71B9510B-CBC2-1A25-FA4F-8D22F8955667}"/>
              </a:ext>
            </a:extLst>
          </p:cNvPr>
          <p:cNvSpPr>
            <a:spLocks noGrp="1" noChangeArrowheads="1"/>
          </p:cNvSpPr>
          <p:nvPr>
            <p:ph type="title"/>
          </p:nvPr>
        </p:nvSpPr>
        <p:spPr/>
        <p:txBody>
          <a:bodyPr/>
          <a:lstStyle/>
          <a:p>
            <a:r>
              <a:rPr lang="en-IN" altLang="en-US"/>
              <a:t>Why is Modular Arithmetic Tricky?</a:t>
            </a:r>
          </a:p>
        </p:txBody>
      </p:sp>
      <p:pic>
        <p:nvPicPr>
          <p:cNvPr id="181251" name="Content Placeholder 9">
            <a:extLst>
              <a:ext uri="{FF2B5EF4-FFF2-40B4-BE49-F238E27FC236}">
                <a16:creationId xmlns:a16="http://schemas.microsoft.com/office/drawing/2014/main" id="{13925EEF-3E77-0D49-BA95-BD4D5AB712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1" y="2057400"/>
            <a:ext cx="8296275" cy="3124200"/>
          </a:xfrm>
        </p:spPr>
      </p:pic>
      <p:sp>
        <p:nvSpPr>
          <p:cNvPr id="181252" name="Slide Number Placeholder 5">
            <a:extLst>
              <a:ext uri="{FF2B5EF4-FFF2-40B4-BE49-F238E27FC236}">
                <a16:creationId xmlns:a16="http://schemas.microsoft.com/office/drawing/2014/main" id="{D48694C6-3498-F734-70F3-A73E1FFC3EF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808A1CC-8E55-47C1-B68F-4929F6D0AB60}" type="slidenum">
              <a:rPr lang="en-US" altLang="en-US" sz="1400"/>
              <a:pPr>
                <a:spcBef>
                  <a:spcPct val="0"/>
                </a:spcBef>
                <a:buClrTx/>
                <a:buSzTx/>
                <a:buFontTx/>
                <a:buNone/>
              </a:pPr>
              <a:t>114</a:t>
            </a:fld>
            <a:endParaRPr lang="en-US" altLang="en-US" sz="1400"/>
          </a:p>
        </p:txBody>
      </p:sp>
    </p:spTree>
    <p:extLst>
      <p:ext uri="{BB962C8B-B14F-4D97-AF65-F5344CB8AC3E}">
        <p14:creationId xmlns:p14="http://schemas.microsoft.com/office/powerpoint/2010/main" val="278816244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16">
            <a:extLst>
              <a:ext uri="{FF2B5EF4-FFF2-40B4-BE49-F238E27FC236}">
                <a16:creationId xmlns:a16="http://schemas.microsoft.com/office/drawing/2014/main" id="{6852D407-5E6A-73D4-1AB6-3FD2FCD2A46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841A216-AAF2-4F5C-8218-8FCAA1DA4EC1}" type="slidenum">
              <a:rPr lang="en-US" altLang="en-US" sz="1400">
                <a:solidFill>
                  <a:schemeClr val="bg2"/>
                </a:solidFill>
              </a:rPr>
              <a:pPr>
                <a:spcBef>
                  <a:spcPct val="0"/>
                </a:spcBef>
                <a:buClrTx/>
                <a:buSzTx/>
                <a:buFontTx/>
                <a:buNone/>
              </a:pPr>
              <a:t>115</a:t>
            </a:fld>
            <a:endParaRPr lang="en-US" altLang="en-US" sz="1400">
              <a:solidFill>
                <a:schemeClr val="bg2"/>
              </a:solidFill>
            </a:endParaRPr>
          </a:p>
        </p:txBody>
      </p:sp>
      <p:sp>
        <p:nvSpPr>
          <p:cNvPr id="312323" name="Rectangle 1026">
            <a:extLst>
              <a:ext uri="{FF2B5EF4-FFF2-40B4-BE49-F238E27FC236}">
                <a16:creationId xmlns:a16="http://schemas.microsoft.com/office/drawing/2014/main" id="{FAB3F457-3872-A4F6-A80E-DBB3D051ECBC}"/>
              </a:ext>
            </a:extLst>
          </p:cNvPr>
          <p:cNvSpPr>
            <a:spLocks noGrp="1" noChangeArrowheads="1"/>
          </p:cNvSpPr>
          <p:nvPr>
            <p:ph type="ctrTitle"/>
          </p:nvPr>
        </p:nvSpPr>
        <p:spPr/>
        <p:txBody>
          <a:bodyPr/>
          <a:lstStyle/>
          <a:p>
            <a:pPr eaLnBrk="1" hangingPunct="1"/>
            <a:r>
              <a:rPr lang="en-US" altLang="en-US" dirty="0"/>
              <a:t>Diffie-Hellman Key Agreement/Exchange</a:t>
            </a:r>
          </a:p>
        </p:txBody>
      </p:sp>
      <p:sp>
        <p:nvSpPr>
          <p:cNvPr id="312324" name="Rectangle 1027">
            <a:extLst>
              <a:ext uri="{FF2B5EF4-FFF2-40B4-BE49-F238E27FC236}">
                <a16:creationId xmlns:a16="http://schemas.microsoft.com/office/drawing/2014/main" id="{A95B9A3B-959E-744B-E62B-A9899ABB139F}"/>
              </a:ext>
            </a:extLst>
          </p:cNvPr>
          <p:cNvSpPr>
            <a:spLocks noGrp="1" noChangeArrowheads="1"/>
          </p:cNvSpPr>
          <p:nvPr>
            <p:ph type="subTitle" idx="1"/>
          </p:nvPr>
        </p:nvSpPr>
        <p:spPr/>
        <p:txBody>
          <a:bodyPr/>
          <a:lstStyle/>
          <a:p>
            <a:pPr eaLnBrk="1" hangingPunct="1"/>
            <a:endParaRPr lang="en-GB" altLang="en-US"/>
          </a:p>
        </p:txBody>
      </p:sp>
    </p:spTree>
    <p:extLst>
      <p:ext uri="{BB962C8B-B14F-4D97-AF65-F5344CB8AC3E}">
        <p14:creationId xmlns:p14="http://schemas.microsoft.com/office/powerpoint/2010/main" val="38662639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22F8-DA5C-5459-0E7D-B1C3B808F440}"/>
              </a:ext>
            </a:extLst>
          </p:cNvPr>
          <p:cNvSpPr>
            <a:spLocks noGrp="1"/>
          </p:cNvSpPr>
          <p:nvPr>
            <p:ph type="title"/>
          </p:nvPr>
        </p:nvSpPr>
        <p:spPr/>
        <p:txBody>
          <a:bodyPr/>
          <a:lstStyle/>
          <a:p>
            <a:r>
              <a:rPr lang="en-IN" dirty="0"/>
              <a:t>Diffie-Hellman Key Exchange - Basics</a:t>
            </a:r>
          </a:p>
        </p:txBody>
      </p:sp>
      <p:sp>
        <p:nvSpPr>
          <p:cNvPr id="3" name="Content Placeholder 2">
            <a:extLst>
              <a:ext uri="{FF2B5EF4-FFF2-40B4-BE49-F238E27FC236}">
                <a16:creationId xmlns:a16="http://schemas.microsoft.com/office/drawing/2014/main" id="{5DC79889-46ED-59D4-9489-6445226ACC07}"/>
              </a:ext>
            </a:extLst>
          </p:cNvPr>
          <p:cNvSpPr>
            <a:spLocks noGrp="1"/>
          </p:cNvSpPr>
          <p:nvPr>
            <p:ph idx="1"/>
          </p:nvPr>
        </p:nvSpPr>
        <p:spPr/>
        <p:txBody>
          <a:bodyPr>
            <a:normAutofit/>
          </a:bodyPr>
          <a:lstStyle/>
          <a:p>
            <a:r>
              <a:rPr lang="en-US" dirty="0"/>
              <a:t>It relies on a one-way function of the form </a:t>
            </a:r>
            <a:r>
              <a:rPr lang="en-US" dirty="0" err="1"/>
              <a:t>Y</a:t>
            </a:r>
            <a:r>
              <a:rPr lang="en-US" baseline="30000" dirty="0" err="1"/>
              <a:t>x</a:t>
            </a:r>
            <a:r>
              <a:rPr lang="en-US" dirty="0"/>
              <a:t> (mod P). </a:t>
            </a:r>
          </a:p>
          <a:p>
            <a:r>
              <a:rPr lang="en-US" dirty="0"/>
              <a:t>Initially, Alice and Bob agree on values for Y and P. Almost any values are fine, but there are some restrictions, such as Y being smaller than P. These values are not secret, so Alice can telephone Bob and suggest that, say, Y = 7 and P = 11. </a:t>
            </a:r>
          </a:p>
          <a:p>
            <a:r>
              <a:rPr lang="en-US" dirty="0"/>
              <a:t>Alice and Bob have now agreed on the one-way function 7</a:t>
            </a:r>
            <a:r>
              <a:rPr lang="en-US" baseline="30000" dirty="0"/>
              <a:t>x</a:t>
            </a:r>
            <a:r>
              <a:rPr lang="en-US" dirty="0"/>
              <a:t> (mod 11). </a:t>
            </a:r>
          </a:p>
          <a:p>
            <a:r>
              <a:rPr lang="en-US" dirty="0"/>
              <a:t>At this point they can begin the process of trying to establish a secret key without meeting.</a:t>
            </a:r>
          </a:p>
          <a:p>
            <a:endParaRPr lang="en-IN" dirty="0"/>
          </a:p>
        </p:txBody>
      </p:sp>
    </p:spTree>
    <p:extLst>
      <p:ext uri="{BB962C8B-B14F-4D97-AF65-F5344CB8AC3E}">
        <p14:creationId xmlns:p14="http://schemas.microsoft.com/office/powerpoint/2010/main" val="1750546082"/>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Number Placeholder 5">
            <a:extLst>
              <a:ext uri="{FF2B5EF4-FFF2-40B4-BE49-F238E27FC236}">
                <a16:creationId xmlns:a16="http://schemas.microsoft.com/office/drawing/2014/main" id="{F613ECC0-6A1D-AE94-5B8A-F7AFABAAFE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16A6BF2-CC6E-4F7E-AB02-2754CAB91BCB}" type="slidenum">
              <a:rPr lang="en-US" altLang="en-US" sz="1400"/>
              <a:pPr>
                <a:spcBef>
                  <a:spcPct val="0"/>
                </a:spcBef>
                <a:buClrTx/>
                <a:buSzTx/>
                <a:buFontTx/>
                <a:buNone/>
              </a:pPr>
              <a:t>117</a:t>
            </a:fld>
            <a:endParaRPr lang="en-US" altLang="en-US" sz="1400"/>
          </a:p>
        </p:txBody>
      </p:sp>
      <p:sp>
        <p:nvSpPr>
          <p:cNvPr id="318467" name="Rectangle 1026">
            <a:extLst>
              <a:ext uri="{FF2B5EF4-FFF2-40B4-BE49-F238E27FC236}">
                <a16:creationId xmlns:a16="http://schemas.microsoft.com/office/drawing/2014/main" id="{866ECF69-A7EA-7E42-C229-6203D2D3298A}"/>
              </a:ext>
            </a:extLst>
          </p:cNvPr>
          <p:cNvSpPr>
            <a:spLocks noGrp="1" noChangeArrowheads="1"/>
          </p:cNvSpPr>
          <p:nvPr>
            <p:ph type="title"/>
          </p:nvPr>
        </p:nvSpPr>
        <p:spPr/>
        <p:txBody>
          <a:bodyPr/>
          <a:lstStyle/>
          <a:p>
            <a:pPr eaLnBrk="1" hangingPunct="1"/>
            <a:r>
              <a:rPr lang="en-US" altLang="en-US"/>
              <a:t>Diffie-Hellman Mechanism</a:t>
            </a:r>
          </a:p>
        </p:txBody>
      </p:sp>
      <p:sp>
        <p:nvSpPr>
          <p:cNvPr id="318468" name="Rectangle 1027">
            <a:extLst>
              <a:ext uri="{FF2B5EF4-FFF2-40B4-BE49-F238E27FC236}">
                <a16:creationId xmlns:a16="http://schemas.microsoft.com/office/drawing/2014/main" id="{70B08BA6-F69F-03F5-20B8-4EE2ACB966DF}"/>
              </a:ext>
            </a:extLst>
          </p:cNvPr>
          <p:cNvSpPr>
            <a:spLocks noGrp="1" noChangeArrowheads="1"/>
          </p:cNvSpPr>
          <p:nvPr>
            <p:ph type="body" idx="1"/>
          </p:nvPr>
        </p:nvSpPr>
        <p:spPr/>
        <p:txBody>
          <a:bodyPr/>
          <a:lstStyle/>
          <a:p>
            <a:pPr eaLnBrk="1" hangingPunct="1"/>
            <a:endParaRPr lang="en-GB" altLang="en-US"/>
          </a:p>
        </p:txBody>
      </p:sp>
      <p:sp>
        <p:nvSpPr>
          <p:cNvPr id="318469" name="Text Box 1028">
            <a:extLst>
              <a:ext uri="{FF2B5EF4-FFF2-40B4-BE49-F238E27FC236}">
                <a16:creationId xmlns:a16="http://schemas.microsoft.com/office/drawing/2014/main" id="{066E92E1-13CF-2B77-F2D7-5ECBF6AF972E}"/>
              </a:ext>
            </a:extLst>
          </p:cNvPr>
          <p:cNvSpPr txBox="1">
            <a:spLocks noChangeArrowheads="1"/>
          </p:cNvSpPr>
          <p:nvPr/>
        </p:nvSpPr>
        <p:spPr bwMode="auto">
          <a:xfrm>
            <a:off x="1142999" y="1369888"/>
            <a:ext cx="9090061" cy="49864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Firstly, Alice and Bob agree on two large prime numbers, n and g. These two integers need not be kept secret. Alice and Bob can use an insecure channel to agree on them.</a:t>
            </a:r>
          </a:p>
          <a:p>
            <a:pPr lvl="1"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Alice chooses another large random number x, and calculates A such that:</a:t>
            </a:r>
          </a:p>
          <a:p>
            <a:pPr lvl="1" eaLnBrk="1" hangingPunct="1">
              <a:spcBef>
                <a:spcPct val="0"/>
              </a:spcBef>
              <a:buClrTx/>
              <a:buSzTx/>
              <a:buFontTx/>
              <a:buNone/>
            </a:pPr>
            <a:r>
              <a:rPr lang="en-US" altLang="en-US" sz="1800" b="1" dirty="0">
                <a:latin typeface="Times New Roman" panose="02020603050405020304" pitchFamily="18" charset="0"/>
              </a:rPr>
              <a:t>A = </a:t>
            </a:r>
            <a:r>
              <a:rPr lang="en-US" altLang="en-US" sz="1800" b="1" dirty="0" err="1">
                <a:latin typeface="Times New Roman" panose="02020603050405020304" pitchFamily="18" charset="0"/>
              </a:rPr>
              <a:t>g</a:t>
            </a:r>
            <a:r>
              <a:rPr lang="en-US" altLang="en-US" sz="1800" b="1" baseline="30000" dirty="0" err="1">
                <a:latin typeface="Times New Roman" panose="02020603050405020304" pitchFamily="18" charset="0"/>
              </a:rPr>
              <a:t>x</a:t>
            </a:r>
            <a:r>
              <a:rPr lang="en-US" altLang="en-US" sz="1800" b="1" dirty="0">
                <a:latin typeface="Times New Roman" panose="02020603050405020304" pitchFamily="18" charset="0"/>
              </a:rPr>
              <a:t> mod n</a:t>
            </a:r>
          </a:p>
          <a:p>
            <a:pPr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Alice sends the number A to Bob.</a:t>
            </a:r>
          </a:p>
          <a:p>
            <a:pPr lvl="1"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Bob independently chooses another large random integer y and calculates B such that:</a:t>
            </a:r>
          </a:p>
          <a:p>
            <a:pPr lvl="1" eaLnBrk="1" hangingPunct="1">
              <a:spcBef>
                <a:spcPct val="0"/>
              </a:spcBef>
              <a:buClrTx/>
              <a:buSzTx/>
              <a:buFontTx/>
              <a:buNone/>
            </a:pPr>
            <a:r>
              <a:rPr lang="en-US" altLang="en-US" sz="1800" b="1" dirty="0">
                <a:latin typeface="Times New Roman" panose="02020603050405020304" pitchFamily="18" charset="0"/>
              </a:rPr>
              <a:t>B = </a:t>
            </a:r>
            <a:r>
              <a:rPr lang="en-US" altLang="en-US" sz="1800" b="1" dirty="0" err="1">
                <a:latin typeface="Times New Roman" panose="02020603050405020304" pitchFamily="18" charset="0"/>
              </a:rPr>
              <a:t>g</a:t>
            </a:r>
            <a:r>
              <a:rPr lang="en-US" altLang="en-US" sz="1800" b="1" baseline="30000" dirty="0" err="1">
                <a:latin typeface="Times New Roman" panose="02020603050405020304" pitchFamily="18" charset="0"/>
              </a:rPr>
              <a:t>y</a:t>
            </a:r>
            <a:r>
              <a:rPr lang="en-US" altLang="en-US" sz="1800" b="1" dirty="0">
                <a:latin typeface="Times New Roman" panose="02020603050405020304" pitchFamily="18" charset="0"/>
              </a:rPr>
              <a:t> mod n</a:t>
            </a:r>
          </a:p>
          <a:p>
            <a:pPr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Bob sends the number B to Alice.</a:t>
            </a:r>
          </a:p>
          <a:p>
            <a:pPr lvl="1"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A now computes the secret key K1 as follows:</a:t>
            </a:r>
          </a:p>
          <a:p>
            <a:pPr lvl="1" eaLnBrk="1" hangingPunct="1">
              <a:spcBef>
                <a:spcPct val="0"/>
              </a:spcBef>
              <a:buClrTx/>
              <a:buSzTx/>
              <a:buFontTx/>
              <a:buNone/>
            </a:pPr>
            <a:r>
              <a:rPr lang="en-US" altLang="en-US" sz="1800" b="1" dirty="0">
                <a:latin typeface="Times New Roman" panose="02020603050405020304" pitchFamily="18" charset="0"/>
              </a:rPr>
              <a:t>K1 = B</a:t>
            </a:r>
            <a:r>
              <a:rPr lang="en-US" altLang="en-US" sz="1800" b="1" baseline="30000" dirty="0">
                <a:latin typeface="Times New Roman" panose="02020603050405020304" pitchFamily="18" charset="0"/>
              </a:rPr>
              <a:t>x</a:t>
            </a:r>
            <a:r>
              <a:rPr lang="en-US" altLang="en-US" sz="1800" b="1" dirty="0">
                <a:latin typeface="Times New Roman" panose="02020603050405020304" pitchFamily="18" charset="0"/>
              </a:rPr>
              <a:t> mod n</a:t>
            </a:r>
          </a:p>
          <a:p>
            <a:pPr lvl="1" eaLnBrk="1" hangingPunct="1">
              <a:spcBef>
                <a:spcPct val="0"/>
              </a:spcBef>
              <a:buClrTx/>
              <a:buSzTx/>
              <a:buFontTx/>
              <a:buNone/>
            </a:pPr>
            <a:endParaRPr lang="en-US" altLang="en-US" sz="1800" b="1" dirty="0">
              <a:latin typeface="Times New Roman" panose="02020603050405020304" pitchFamily="18" charset="0"/>
            </a:endParaRPr>
          </a:p>
          <a:p>
            <a:pPr lvl="1" algn="just" eaLnBrk="1" hangingPunct="1">
              <a:spcBef>
                <a:spcPct val="0"/>
              </a:spcBef>
              <a:buClrTx/>
              <a:buSzTx/>
              <a:buFont typeface="Times New Roman" panose="02020603050405020304" pitchFamily="18" charset="0"/>
              <a:buNone/>
            </a:pPr>
            <a:r>
              <a:rPr lang="en-US" altLang="en-US" sz="1800" b="1" dirty="0">
                <a:latin typeface="Times New Roman" panose="02020603050405020304" pitchFamily="18" charset="0"/>
              </a:rPr>
              <a:t>B now computes the secret key K2 as follows:</a:t>
            </a:r>
          </a:p>
          <a:p>
            <a:pPr lvl="1" eaLnBrk="1" hangingPunct="1">
              <a:spcBef>
                <a:spcPct val="0"/>
              </a:spcBef>
              <a:buClrTx/>
              <a:buSzTx/>
              <a:buFontTx/>
              <a:buNone/>
            </a:pPr>
            <a:r>
              <a:rPr lang="en-US" altLang="en-US" sz="1800" b="1" dirty="0">
                <a:latin typeface="Times New Roman" panose="02020603050405020304" pitchFamily="18" charset="0"/>
              </a:rPr>
              <a:t>K2 = A</a:t>
            </a:r>
            <a:r>
              <a:rPr lang="en-US" altLang="en-US" sz="1800" b="1" baseline="30000" dirty="0">
                <a:latin typeface="Times New Roman" panose="02020603050405020304" pitchFamily="18" charset="0"/>
              </a:rPr>
              <a:t>y</a:t>
            </a:r>
            <a:r>
              <a:rPr lang="en-US" altLang="en-US" sz="1800" b="1" dirty="0">
                <a:latin typeface="Times New Roman" panose="02020603050405020304" pitchFamily="18" charset="0"/>
              </a:rPr>
              <a:t> mod n</a:t>
            </a:r>
            <a:endParaRPr lang="en-US" altLang="en-US" sz="3600" dirty="0">
              <a:latin typeface="Times New Roman" panose="02020603050405020304" pitchFamily="18" charset="0"/>
            </a:endParaRPr>
          </a:p>
        </p:txBody>
      </p:sp>
    </p:spTree>
    <p:extLst>
      <p:ext uri="{BB962C8B-B14F-4D97-AF65-F5344CB8AC3E}">
        <p14:creationId xmlns:p14="http://schemas.microsoft.com/office/powerpoint/2010/main" val="1050136730"/>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Number Placeholder 5">
            <a:extLst>
              <a:ext uri="{FF2B5EF4-FFF2-40B4-BE49-F238E27FC236}">
                <a16:creationId xmlns:a16="http://schemas.microsoft.com/office/drawing/2014/main" id="{5F263AF2-3FE6-1DA1-39D2-8CBD404A3C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BE1B846-A88D-467E-9A4D-6DBC48C5FB7A}" type="slidenum">
              <a:rPr lang="en-US" altLang="en-US" sz="1400"/>
              <a:pPr>
                <a:spcBef>
                  <a:spcPct val="0"/>
                </a:spcBef>
                <a:buClrTx/>
                <a:buSzTx/>
                <a:buFontTx/>
                <a:buNone/>
              </a:pPr>
              <a:t>118</a:t>
            </a:fld>
            <a:endParaRPr lang="en-US" altLang="en-US" sz="1400"/>
          </a:p>
        </p:txBody>
      </p:sp>
      <p:sp>
        <p:nvSpPr>
          <p:cNvPr id="320515" name="Rectangle 1026">
            <a:extLst>
              <a:ext uri="{FF2B5EF4-FFF2-40B4-BE49-F238E27FC236}">
                <a16:creationId xmlns:a16="http://schemas.microsoft.com/office/drawing/2014/main" id="{8953CACD-A025-ACEF-16E7-44684467D5FB}"/>
              </a:ext>
            </a:extLst>
          </p:cNvPr>
          <p:cNvSpPr>
            <a:spLocks noGrp="1" noChangeArrowheads="1"/>
          </p:cNvSpPr>
          <p:nvPr>
            <p:ph type="title"/>
          </p:nvPr>
        </p:nvSpPr>
        <p:spPr>
          <a:xfrm>
            <a:off x="2674939" y="214314"/>
            <a:ext cx="7793037" cy="1004887"/>
          </a:xfrm>
        </p:spPr>
        <p:txBody>
          <a:bodyPr/>
          <a:lstStyle/>
          <a:p>
            <a:pPr eaLnBrk="1" hangingPunct="1"/>
            <a:r>
              <a:rPr lang="en-US" altLang="en-US"/>
              <a:t>Diffie-Hellman Example</a:t>
            </a:r>
          </a:p>
        </p:txBody>
      </p:sp>
      <p:sp>
        <p:nvSpPr>
          <p:cNvPr id="320516" name="Rectangle 1027">
            <a:extLst>
              <a:ext uri="{FF2B5EF4-FFF2-40B4-BE49-F238E27FC236}">
                <a16:creationId xmlns:a16="http://schemas.microsoft.com/office/drawing/2014/main" id="{A2AD83B7-1DE9-0012-046B-399904B1C432}"/>
              </a:ext>
            </a:extLst>
          </p:cNvPr>
          <p:cNvSpPr>
            <a:spLocks noGrp="1" noChangeArrowheads="1"/>
          </p:cNvSpPr>
          <p:nvPr>
            <p:ph type="body" idx="1"/>
          </p:nvPr>
        </p:nvSpPr>
        <p:spPr/>
        <p:txBody>
          <a:bodyPr/>
          <a:lstStyle/>
          <a:p>
            <a:pPr eaLnBrk="1" hangingPunct="1"/>
            <a:endParaRPr lang="en-GB" altLang="en-US"/>
          </a:p>
        </p:txBody>
      </p:sp>
      <p:sp>
        <p:nvSpPr>
          <p:cNvPr id="320517" name="Text Box 1028">
            <a:extLst>
              <a:ext uri="{FF2B5EF4-FFF2-40B4-BE49-F238E27FC236}">
                <a16:creationId xmlns:a16="http://schemas.microsoft.com/office/drawing/2014/main" id="{07DBAAF6-279C-1F03-EF40-11B798FB2923}"/>
              </a:ext>
            </a:extLst>
          </p:cNvPr>
          <p:cNvSpPr txBox="1">
            <a:spLocks noChangeArrowheads="1"/>
          </p:cNvSpPr>
          <p:nvPr/>
        </p:nvSpPr>
        <p:spPr bwMode="auto">
          <a:xfrm>
            <a:off x="2667000" y="1447800"/>
            <a:ext cx="7391400" cy="5029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1">
              <a:spcBef>
                <a:spcPct val="0"/>
              </a:spcBef>
              <a:buClrTx/>
              <a:buSzTx/>
              <a:buFontTx/>
              <a:buNone/>
            </a:pPr>
            <a:r>
              <a:rPr lang="en-US" altLang="en-US" sz="1000" b="1"/>
              <a:t>Firstly, Alice and Bob agree on two large prime numbers, n and g. These two integers need not be kept secret. Alice and Bob can use an insecure channel to agree on them.</a:t>
            </a:r>
          </a:p>
          <a:p>
            <a:pPr lvl="1">
              <a:spcBef>
                <a:spcPct val="0"/>
              </a:spcBef>
              <a:buClrTx/>
              <a:buSzTx/>
              <a:buFontTx/>
              <a:buNone/>
            </a:pPr>
            <a:endParaRPr lang="en-US" altLang="en-US" sz="1000"/>
          </a:p>
          <a:p>
            <a:pPr lvl="1">
              <a:spcBef>
                <a:spcPct val="0"/>
              </a:spcBef>
              <a:buClrTx/>
              <a:buSzTx/>
              <a:buFontTx/>
              <a:buNone/>
            </a:pPr>
            <a:r>
              <a:rPr lang="en-US" altLang="en-US" sz="1000"/>
              <a:t>Let n = 11, g = 7.</a:t>
            </a:r>
          </a:p>
          <a:p>
            <a:pPr lvl="1">
              <a:spcBef>
                <a:spcPct val="0"/>
              </a:spcBef>
              <a:buClrTx/>
              <a:buSzTx/>
              <a:buFontTx/>
              <a:buNone/>
            </a:pPr>
            <a:endParaRPr lang="en-US" altLang="en-US" sz="1000" b="1"/>
          </a:p>
          <a:p>
            <a:pPr lvl="1">
              <a:spcBef>
                <a:spcPct val="0"/>
              </a:spcBef>
              <a:buClrTx/>
              <a:buSzTx/>
              <a:buFontTx/>
              <a:buNone/>
            </a:pPr>
            <a:r>
              <a:rPr lang="en-US" altLang="en-US" sz="1000" b="1"/>
              <a:t>Alice chooses another large random number x, and calculates A such that:</a:t>
            </a:r>
          </a:p>
          <a:p>
            <a:pPr lvl="1">
              <a:spcBef>
                <a:spcPct val="0"/>
              </a:spcBef>
              <a:buClrTx/>
              <a:buSzTx/>
              <a:buFontTx/>
              <a:buNone/>
            </a:pPr>
            <a:r>
              <a:rPr lang="en-US" altLang="en-US" sz="1000" b="1"/>
              <a:t>A = g</a:t>
            </a:r>
            <a:r>
              <a:rPr lang="en-US" altLang="en-US" sz="1000" b="1" baseline="30000"/>
              <a:t>x</a:t>
            </a:r>
            <a:r>
              <a:rPr lang="en-US" altLang="en-US" sz="1000" b="1"/>
              <a:t> mod n</a:t>
            </a:r>
          </a:p>
          <a:p>
            <a:pPr>
              <a:spcBef>
                <a:spcPct val="0"/>
              </a:spcBef>
              <a:buClrTx/>
              <a:buSzTx/>
              <a:buFontTx/>
              <a:buNone/>
            </a:pPr>
            <a:endParaRPr lang="en-US" altLang="en-US" sz="1000"/>
          </a:p>
          <a:p>
            <a:pPr>
              <a:spcBef>
                <a:spcPct val="0"/>
              </a:spcBef>
              <a:buClrTx/>
              <a:buSzTx/>
              <a:buFontTx/>
              <a:buNone/>
            </a:pPr>
            <a:r>
              <a:rPr lang="en-US" altLang="en-US" sz="1000"/>
              <a:t>	Let x = 3. Then, we have, A = 7</a:t>
            </a:r>
            <a:r>
              <a:rPr lang="en-US" altLang="en-US" sz="1000" b="1" baseline="30000"/>
              <a:t>3</a:t>
            </a:r>
            <a:r>
              <a:rPr lang="en-US" altLang="en-US" sz="1000"/>
              <a:t> mod 11 = 343 mod 11 = 2.</a:t>
            </a:r>
          </a:p>
          <a:p>
            <a:pPr>
              <a:spcBef>
                <a:spcPct val="0"/>
              </a:spcBef>
              <a:buClrTx/>
              <a:buSzTx/>
              <a:buFontTx/>
              <a:buNone/>
            </a:pPr>
            <a:endParaRPr lang="en-US" altLang="en-US" sz="1000"/>
          </a:p>
          <a:p>
            <a:pPr lvl="1">
              <a:spcBef>
                <a:spcPct val="0"/>
              </a:spcBef>
              <a:buClrTx/>
              <a:buSzTx/>
              <a:buFontTx/>
              <a:buNone/>
            </a:pPr>
            <a:r>
              <a:rPr lang="en-US" altLang="en-US" sz="1000" b="1"/>
              <a:t>Alice sends the number A to Bob.</a:t>
            </a:r>
          </a:p>
          <a:p>
            <a:pPr lvl="1">
              <a:spcBef>
                <a:spcPct val="0"/>
              </a:spcBef>
              <a:buClrTx/>
              <a:buSzTx/>
              <a:buFontTx/>
              <a:buNone/>
            </a:pPr>
            <a:endParaRPr lang="en-US" altLang="en-US" sz="1000"/>
          </a:p>
          <a:p>
            <a:pPr lvl="1">
              <a:spcBef>
                <a:spcPct val="0"/>
              </a:spcBef>
              <a:buClrTx/>
              <a:buSzTx/>
              <a:buFontTx/>
              <a:buNone/>
            </a:pPr>
            <a:r>
              <a:rPr lang="en-US" altLang="en-US" sz="1000"/>
              <a:t>Alice sends 2 to Bob.</a:t>
            </a:r>
          </a:p>
          <a:p>
            <a:pPr lvl="1">
              <a:spcBef>
                <a:spcPct val="0"/>
              </a:spcBef>
              <a:buClrTx/>
              <a:buSzTx/>
              <a:buFontTx/>
              <a:buNone/>
            </a:pPr>
            <a:endParaRPr lang="en-US" altLang="en-US" sz="1000"/>
          </a:p>
          <a:p>
            <a:pPr lvl="1">
              <a:spcBef>
                <a:spcPct val="0"/>
              </a:spcBef>
              <a:buClrTx/>
              <a:buSzTx/>
              <a:buFontTx/>
              <a:buNone/>
            </a:pPr>
            <a:r>
              <a:rPr lang="en-US" altLang="en-US" sz="1000" b="1"/>
              <a:t>Bob independently chooses another large random integer y and calculates B such that:</a:t>
            </a:r>
          </a:p>
          <a:p>
            <a:pPr lvl="1">
              <a:spcBef>
                <a:spcPct val="0"/>
              </a:spcBef>
              <a:buClrTx/>
              <a:buSzTx/>
              <a:buFontTx/>
              <a:buNone/>
            </a:pPr>
            <a:r>
              <a:rPr lang="en-US" altLang="en-US" sz="1000" b="1"/>
              <a:t>B = g</a:t>
            </a:r>
            <a:r>
              <a:rPr lang="en-US" altLang="en-US" sz="1000" b="1" baseline="30000"/>
              <a:t>y</a:t>
            </a:r>
            <a:r>
              <a:rPr lang="en-US" altLang="en-US" sz="1000" b="1"/>
              <a:t> mod n</a:t>
            </a:r>
          </a:p>
          <a:p>
            <a:pPr>
              <a:spcBef>
                <a:spcPct val="0"/>
              </a:spcBef>
              <a:buClrTx/>
              <a:buSzTx/>
              <a:buFontTx/>
              <a:buNone/>
            </a:pPr>
            <a:endParaRPr lang="en-US" altLang="en-US" sz="1000" b="1"/>
          </a:p>
          <a:p>
            <a:pPr>
              <a:spcBef>
                <a:spcPct val="0"/>
              </a:spcBef>
              <a:buClrTx/>
              <a:buSzTx/>
              <a:buFontTx/>
              <a:buNone/>
            </a:pPr>
            <a:r>
              <a:rPr lang="en-US" altLang="en-US" sz="1000" b="1"/>
              <a:t>	</a:t>
            </a:r>
            <a:r>
              <a:rPr lang="en-US" altLang="en-US" sz="1000"/>
              <a:t>Let y = 6. Then, we have, B = 7</a:t>
            </a:r>
            <a:r>
              <a:rPr lang="en-US" altLang="en-US" sz="1000" b="1" baseline="30000"/>
              <a:t>6</a:t>
            </a:r>
            <a:r>
              <a:rPr lang="en-US" altLang="en-US" sz="1000"/>
              <a:t> mod 11 = 117649 mod 11 = 4.</a:t>
            </a:r>
          </a:p>
          <a:p>
            <a:pPr>
              <a:spcBef>
                <a:spcPct val="0"/>
              </a:spcBef>
              <a:buClrTx/>
              <a:buSzTx/>
              <a:buFontTx/>
              <a:buNone/>
            </a:pPr>
            <a:endParaRPr lang="en-US" altLang="en-US" sz="1000" b="1"/>
          </a:p>
          <a:p>
            <a:pPr lvl="1">
              <a:spcBef>
                <a:spcPct val="0"/>
              </a:spcBef>
              <a:buClrTx/>
              <a:buSzTx/>
              <a:buFontTx/>
              <a:buNone/>
            </a:pPr>
            <a:r>
              <a:rPr lang="en-US" altLang="en-US" sz="1000" b="1"/>
              <a:t>Bob sends the number B to Alice.</a:t>
            </a:r>
          </a:p>
          <a:p>
            <a:pPr lvl="1">
              <a:spcBef>
                <a:spcPct val="0"/>
              </a:spcBef>
              <a:buClrTx/>
              <a:buSzTx/>
              <a:buFontTx/>
              <a:buNone/>
            </a:pPr>
            <a:endParaRPr lang="en-US" altLang="en-US" sz="1000"/>
          </a:p>
          <a:p>
            <a:pPr lvl="1">
              <a:spcBef>
                <a:spcPct val="0"/>
              </a:spcBef>
              <a:buClrTx/>
              <a:buSzTx/>
              <a:buFontTx/>
              <a:buNone/>
            </a:pPr>
            <a:r>
              <a:rPr lang="en-US" altLang="en-US" sz="1000"/>
              <a:t>Bob sends 4 to Alice.</a:t>
            </a:r>
          </a:p>
          <a:p>
            <a:pPr lvl="1">
              <a:spcBef>
                <a:spcPct val="0"/>
              </a:spcBef>
              <a:buClrTx/>
              <a:buSzTx/>
              <a:buFontTx/>
              <a:buNone/>
            </a:pPr>
            <a:endParaRPr lang="en-US" altLang="en-US" sz="1000"/>
          </a:p>
          <a:p>
            <a:pPr lvl="1">
              <a:spcBef>
                <a:spcPct val="0"/>
              </a:spcBef>
              <a:buClrTx/>
              <a:buSzTx/>
              <a:buFontTx/>
              <a:buNone/>
            </a:pPr>
            <a:r>
              <a:rPr lang="en-US" altLang="en-US" sz="1000" b="1"/>
              <a:t>A now computes the secret key K1 as follows:</a:t>
            </a:r>
          </a:p>
          <a:p>
            <a:pPr lvl="1">
              <a:spcBef>
                <a:spcPct val="0"/>
              </a:spcBef>
              <a:buClrTx/>
              <a:buSzTx/>
              <a:buFontTx/>
              <a:buNone/>
            </a:pPr>
            <a:r>
              <a:rPr lang="en-US" altLang="en-US" sz="1000" b="1"/>
              <a:t>K1 = B</a:t>
            </a:r>
            <a:r>
              <a:rPr lang="en-US" altLang="en-US" sz="1000" b="1" baseline="30000"/>
              <a:t>x</a:t>
            </a:r>
            <a:r>
              <a:rPr lang="en-US" altLang="en-US" sz="1000" b="1"/>
              <a:t> mod n</a:t>
            </a:r>
          </a:p>
          <a:p>
            <a:pPr lvl="1">
              <a:spcBef>
                <a:spcPct val="0"/>
              </a:spcBef>
              <a:buClrTx/>
              <a:buSzTx/>
              <a:buFontTx/>
              <a:buNone/>
            </a:pPr>
            <a:endParaRPr lang="en-US" altLang="en-US" sz="1000"/>
          </a:p>
          <a:p>
            <a:pPr lvl="1">
              <a:spcBef>
                <a:spcPct val="0"/>
              </a:spcBef>
              <a:buClrTx/>
              <a:buSzTx/>
              <a:buFontTx/>
              <a:buNone/>
            </a:pPr>
            <a:r>
              <a:rPr lang="en-US" altLang="en-US" sz="1000"/>
              <a:t>We have, K1 = 4</a:t>
            </a:r>
            <a:r>
              <a:rPr lang="en-US" altLang="en-US" sz="1000" baseline="30000"/>
              <a:t>3</a:t>
            </a:r>
            <a:r>
              <a:rPr lang="en-US" altLang="en-US" sz="1000"/>
              <a:t> mod 11 = 64 mod 11 = 9.</a:t>
            </a:r>
          </a:p>
          <a:p>
            <a:pPr lvl="1">
              <a:spcBef>
                <a:spcPct val="0"/>
              </a:spcBef>
              <a:buClrTx/>
              <a:buSzTx/>
              <a:buFontTx/>
              <a:buNone/>
            </a:pPr>
            <a:endParaRPr lang="en-US" altLang="en-US" sz="1000"/>
          </a:p>
          <a:p>
            <a:pPr lvl="1">
              <a:spcBef>
                <a:spcPct val="0"/>
              </a:spcBef>
              <a:buClrTx/>
              <a:buSzTx/>
              <a:buFontTx/>
              <a:buNone/>
            </a:pPr>
            <a:r>
              <a:rPr lang="en-US" altLang="en-US" sz="1000" b="1"/>
              <a:t>B now computes the secret key K2 as follows: K2 = A</a:t>
            </a:r>
            <a:r>
              <a:rPr lang="en-US" altLang="en-US" sz="1000" baseline="30000"/>
              <a:t>y</a:t>
            </a:r>
            <a:r>
              <a:rPr lang="en-US" altLang="en-US" sz="1000" b="1"/>
              <a:t> mod n</a:t>
            </a:r>
          </a:p>
          <a:p>
            <a:pPr>
              <a:spcBef>
                <a:spcPct val="0"/>
              </a:spcBef>
              <a:buClrTx/>
              <a:buSzTx/>
              <a:buFontTx/>
              <a:buNone/>
            </a:pPr>
            <a:endParaRPr lang="en-US" altLang="en-US" sz="1000"/>
          </a:p>
          <a:p>
            <a:pPr lvl="1">
              <a:spcBef>
                <a:spcPct val="0"/>
              </a:spcBef>
              <a:buClrTx/>
              <a:buSzTx/>
              <a:buFontTx/>
              <a:buNone/>
            </a:pPr>
            <a:r>
              <a:rPr lang="en-US" altLang="en-US" sz="1000"/>
              <a:t>We have, K2 = 2</a:t>
            </a:r>
            <a:r>
              <a:rPr lang="en-US" altLang="en-US" sz="1000" baseline="30000"/>
              <a:t>6</a:t>
            </a:r>
            <a:r>
              <a:rPr lang="en-US" altLang="en-US" sz="1000"/>
              <a:t> mod 11 = 64 mod 11 = 9.</a:t>
            </a:r>
          </a:p>
          <a:p>
            <a:pPr eaLnBrk="1" hangingPunct="1">
              <a:spcBef>
                <a:spcPct val="0"/>
              </a:spcBef>
              <a:buClrTx/>
              <a:buSzTx/>
              <a:buFontTx/>
              <a:buNone/>
            </a:pPr>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254649217"/>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Number Placeholder 5">
            <a:extLst>
              <a:ext uri="{FF2B5EF4-FFF2-40B4-BE49-F238E27FC236}">
                <a16:creationId xmlns:a16="http://schemas.microsoft.com/office/drawing/2014/main" id="{349ACA75-6618-C267-BC46-85DEBB2547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504B7B8-48BF-4AEA-BF18-FE0112972FD7}" type="slidenum">
              <a:rPr lang="en-US" altLang="en-US" sz="1400"/>
              <a:pPr>
                <a:spcBef>
                  <a:spcPct val="0"/>
                </a:spcBef>
                <a:buClrTx/>
                <a:buSzTx/>
                <a:buFontTx/>
                <a:buNone/>
              </a:pPr>
              <a:t>119</a:t>
            </a:fld>
            <a:endParaRPr lang="en-US" altLang="en-US" sz="1400"/>
          </a:p>
        </p:txBody>
      </p:sp>
      <p:sp>
        <p:nvSpPr>
          <p:cNvPr id="322563" name="Rectangle 1026">
            <a:extLst>
              <a:ext uri="{FF2B5EF4-FFF2-40B4-BE49-F238E27FC236}">
                <a16:creationId xmlns:a16="http://schemas.microsoft.com/office/drawing/2014/main" id="{CA267272-A13C-B745-ED75-C4064A45B89E}"/>
              </a:ext>
            </a:extLst>
          </p:cNvPr>
          <p:cNvSpPr>
            <a:spLocks noGrp="1" noChangeArrowheads="1"/>
          </p:cNvSpPr>
          <p:nvPr>
            <p:ph type="title"/>
          </p:nvPr>
        </p:nvSpPr>
        <p:spPr/>
        <p:txBody>
          <a:bodyPr/>
          <a:lstStyle/>
          <a:p>
            <a:pPr eaLnBrk="1" hangingPunct="1"/>
            <a:r>
              <a:rPr lang="en-US" altLang="en-US"/>
              <a:t>Understanding Diffie-Hellman</a:t>
            </a:r>
          </a:p>
        </p:txBody>
      </p:sp>
      <p:sp>
        <p:nvSpPr>
          <p:cNvPr id="322564" name="Rectangle 1027">
            <a:extLst>
              <a:ext uri="{FF2B5EF4-FFF2-40B4-BE49-F238E27FC236}">
                <a16:creationId xmlns:a16="http://schemas.microsoft.com/office/drawing/2014/main" id="{0455419C-7892-713E-39DC-7594168B7D59}"/>
              </a:ext>
            </a:extLst>
          </p:cNvPr>
          <p:cNvSpPr>
            <a:spLocks noGrp="1" noChangeArrowheads="1"/>
          </p:cNvSpPr>
          <p:nvPr>
            <p:ph type="body" idx="1"/>
          </p:nvPr>
        </p:nvSpPr>
        <p:spPr>
          <a:xfrm>
            <a:off x="581346" y="1383835"/>
            <a:ext cx="10772454" cy="4575175"/>
          </a:xfrm>
        </p:spPr>
        <p:txBody>
          <a:bodyPr>
            <a:normAutofit fontScale="92500" lnSpcReduction="10000"/>
          </a:bodyPr>
          <a:lstStyle/>
          <a:p>
            <a:pPr eaLnBrk="1" hangingPunct="1">
              <a:lnSpc>
                <a:spcPct val="80000"/>
              </a:lnSpc>
            </a:pPr>
            <a:r>
              <a:rPr lang="en-AU" altLang="en-US" sz="1800" dirty="0"/>
              <a:t>Let us try to understand what this actually means, in simple terms. </a:t>
            </a:r>
          </a:p>
          <a:p>
            <a:pPr eaLnBrk="1" hangingPunct="1">
              <a:lnSpc>
                <a:spcPct val="80000"/>
              </a:lnSpc>
            </a:pPr>
            <a:r>
              <a:rPr lang="en-AU" altLang="en-US" sz="1800" dirty="0"/>
              <a:t>Firstly, take a look at what Alice does in step 6. Here, Alice computes:</a:t>
            </a:r>
          </a:p>
          <a:p>
            <a:pPr lvl="1" eaLnBrk="1" hangingPunct="1">
              <a:lnSpc>
                <a:spcPct val="80000"/>
              </a:lnSpc>
            </a:pPr>
            <a:r>
              <a:rPr lang="en-AU" altLang="en-US" sz="1600" dirty="0"/>
              <a:t> </a:t>
            </a:r>
            <a:r>
              <a:rPr lang="en-US" altLang="en-US" sz="1600" dirty="0"/>
              <a:t>K1 = B</a:t>
            </a:r>
            <a:r>
              <a:rPr lang="en-US" altLang="en-US" sz="1600" baseline="30000" dirty="0"/>
              <a:t>x</a:t>
            </a:r>
            <a:r>
              <a:rPr lang="en-US" altLang="en-US" sz="1600" dirty="0"/>
              <a:t> mod n. </a:t>
            </a:r>
          </a:p>
          <a:p>
            <a:pPr eaLnBrk="1" hangingPunct="1">
              <a:lnSpc>
                <a:spcPct val="80000"/>
              </a:lnSpc>
            </a:pPr>
            <a:r>
              <a:rPr lang="en-US" altLang="en-US" sz="1800" dirty="0"/>
              <a:t>What is B? From step 4, we have: </a:t>
            </a:r>
          </a:p>
          <a:p>
            <a:pPr lvl="1" eaLnBrk="1" hangingPunct="1">
              <a:lnSpc>
                <a:spcPct val="80000"/>
              </a:lnSpc>
            </a:pPr>
            <a:r>
              <a:rPr lang="en-US" altLang="en-US" sz="1600" dirty="0"/>
              <a:t>B = </a:t>
            </a:r>
            <a:r>
              <a:rPr lang="en-US" altLang="en-US" sz="1600" dirty="0" err="1"/>
              <a:t>g</a:t>
            </a:r>
            <a:r>
              <a:rPr lang="en-US" altLang="en-US" sz="1600" baseline="30000" dirty="0" err="1"/>
              <a:t>y</a:t>
            </a:r>
            <a:r>
              <a:rPr lang="en-US" altLang="en-US" sz="1600" dirty="0"/>
              <a:t> mod n. </a:t>
            </a:r>
          </a:p>
          <a:p>
            <a:pPr eaLnBrk="1" hangingPunct="1">
              <a:lnSpc>
                <a:spcPct val="80000"/>
              </a:lnSpc>
            </a:pPr>
            <a:r>
              <a:rPr lang="en-US" altLang="en-US" sz="1800" dirty="0"/>
              <a:t>Therefore, if we substitute this value of B in step 6, we will have the following equation:</a:t>
            </a:r>
            <a:endParaRPr lang="en-AU" altLang="en-US" sz="1800" dirty="0"/>
          </a:p>
          <a:p>
            <a:pPr eaLnBrk="1" hangingPunct="1">
              <a:lnSpc>
                <a:spcPct val="80000"/>
              </a:lnSpc>
            </a:pPr>
            <a:r>
              <a:rPr lang="en-AU" altLang="en-US" sz="1800" dirty="0"/>
              <a:t>	</a:t>
            </a:r>
            <a:r>
              <a:rPr lang="pt-BR" altLang="en-US" sz="1800" dirty="0"/>
              <a:t>K1 = (g</a:t>
            </a:r>
            <a:r>
              <a:rPr lang="pt-BR" altLang="en-US" sz="1800" baseline="30000" dirty="0"/>
              <a:t>y</a:t>
            </a:r>
            <a:r>
              <a:rPr lang="pt-BR" altLang="en-US" sz="1800" dirty="0"/>
              <a:t>)</a:t>
            </a:r>
            <a:r>
              <a:rPr lang="pt-BR" altLang="en-US" sz="1800" baseline="30000" dirty="0"/>
              <a:t>x</a:t>
            </a:r>
            <a:r>
              <a:rPr lang="pt-BR" altLang="en-US" sz="1800" dirty="0"/>
              <a:t> mod n = g</a:t>
            </a:r>
            <a:r>
              <a:rPr lang="pt-BR" altLang="en-US" sz="1800" baseline="30000" dirty="0"/>
              <a:t>yx</a:t>
            </a:r>
            <a:r>
              <a:rPr lang="pt-BR" altLang="en-US" sz="1800" dirty="0"/>
              <a:t> mod n</a:t>
            </a:r>
            <a:endParaRPr lang="en-AU" altLang="en-US" sz="1800" dirty="0"/>
          </a:p>
          <a:p>
            <a:pPr eaLnBrk="1" hangingPunct="1">
              <a:lnSpc>
                <a:spcPct val="80000"/>
              </a:lnSpc>
            </a:pPr>
            <a:r>
              <a:rPr lang="en-AU" altLang="en-US" sz="1800" dirty="0"/>
              <a:t>Now, take a look at what Bob does in step 7. Here, Bob computes:</a:t>
            </a:r>
            <a:endParaRPr lang="en-US" altLang="en-US" sz="1800" dirty="0"/>
          </a:p>
          <a:p>
            <a:pPr lvl="1" eaLnBrk="1" hangingPunct="1">
              <a:lnSpc>
                <a:spcPct val="80000"/>
              </a:lnSpc>
            </a:pPr>
            <a:r>
              <a:rPr lang="en-US" altLang="en-US" sz="1600" dirty="0"/>
              <a:t>K2 = A</a:t>
            </a:r>
            <a:r>
              <a:rPr lang="en-US" altLang="en-US" sz="1800" baseline="30000" dirty="0"/>
              <a:t>y</a:t>
            </a:r>
            <a:r>
              <a:rPr lang="en-US" altLang="en-US" sz="1600" dirty="0"/>
              <a:t> mod n. </a:t>
            </a:r>
          </a:p>
          <a:p>
            <a:pPr eaLnBrk="1" hangingPunct="1">
              <a:lnSpc>
                <a:spcPct val="80000"/>
              </a:lnSpc>
            </a:pPr>
            <a:r>
              <a:rPr lang="en-US" altLang="en-US" sz="1800" dirty="0"/>
              <a:t>What is A? From step 2, we have: </a:t>
            </a:r>
          </a:p>
          <a:p>
            <a:pPr lvl="1" eaLnBrk="1" hangingPunct="1">
              <a:lnSpc>
                <a:spcPct val="80000"/>
              </a:lnSpc>
            </a:pPr>
            <a:r>
              <a:rPr lang="en-US" altLang="en-US" sz="1600" dirty="0"/>
              <a:t>A = </a:t>
            </a:r>
            <a:r>
              <a:rPr lang="en-US" altLang="en-US" sz="1600" dirty="0" err="1"/>
              <a:t>g</a:t>
            </a:r>
            <a:r>
              <a:rPr lang="en-US" altLang="en-US" sz="1800" baseline="30000" dirty="0" err="1"/>
              <a:t>x</a:t>
            </a:r>
            <a:r>
              <a:rPr lang="en-US" altLang="en-US" sz="1600" dirty="0"/>
              <a:t> mod n. </a:t>
            </a:r>
          </a:p>
          <a:p>
            <a:pPr eaLnBrk="1" hangingPunct="1">
              <a:lnSpc>
                <a:spcPct val="80000"/>
              </a:lnSpc>
            </a:pPr>
            <a:r>
              <a:rPr lang="en-US" altLang="en-US" sz="1800" dirty="0"/>
              <a:t>Therefore, if we substitute this value of A in step 7, we will have the following equation:</a:t>
            </a:r>
            <a:endParaRPr lang="en-AU" altLang="en-US" sz="1800" dirty="0"/>
          </a:p>
          <a:p>
            <a:pPr eaLnBrk="1" hangingPunct="1">
              <a:lnSpc>
                <a:spcPct val="80000"/>
              </a:lnSpc>
            </a:pPr>
            <a:r>
              <a:rPr lang="en-AU" altLang="en-US" sz="1800" dirty="0"/>
              <a:t>	</a:t>
            </a:r>
            <a:r>
              <a:rPr lang="pt-BR" altLang="en-US" sz="1800" dirty="0"/>
              <a:t>K2 = (g</a:t>
            </a:r>
            <a:r>
              <a:rPr lang="pt-BR" altLang="en-US" sz="1800" baseline="30000" dirty="0"/>
              <a:t>x</a:t>
            </a:r>
            <a:r>
              <a:rPr lang="pt-BR" altLang="en-US" sz="1800" dirty="0"/>
              <a:t>)</a:t>
            </a:r>
            <a:r>
              <a:rPr lang="pt-BR" altLang="en-US" sz="1800" baseline="30000" dirty="0"/>
              <a:t>y</a:t>
            </a:r>
            <a:r>
              <a:rPr lang="pt-BR" altLang="en-US" sz="1800" dirty="0"/>
              <a:t> mod n = g</a:t>
            </a:r>
            <a:r>
              <a:rPr lang="pt-BR" altLang="en-US" sz="1800" baseline="30000" dirty="0"/>
              <a:t>xy</a:t>
            </a:r>
            <a:r>
              <a:rPr lang="pt-BR" altLang="en-US" sz="1800" dirty="0"/>
              <a:t> mod n</a:t>
            </a:r>
            <a:endParaRPr lang="en-AU" altLang="en-US" sz="1800" dirty="0"/>
          </a:p>
          <a:p>
            <a:pPr eaLnBrk="1" hangingPunct="1">
              <a:lnSpc>
                <a:spcPct val="80000"/>
              </a:lnSpc>
            </a:pPr>
            <a:r>
              <a:rPr lang="en-AU" altLang="en-US" sz="1800" dirty="0"/>
              <a:t>Now, basic mathematics says that:</a:t>
            </a:r>
          </a:p>
          <a:p>
            <a:pPr lvl="1" eaLnBrk="1" hangingPunct="1">
              <a:lnSpc>
                <a:spcPct val="80000"/>
              </a:lnSpc>
            </a:pPr>
            <a:r>
              <a:rPr lang="en-AU" altLang="en-US" sz="1600" dirty="0" err="1"/>
              <a:t>K</a:t>
            </a:r>
            <a:r>
              <a:rPr lang="en-AU" altLang="en-US" sz="1600" baseline="30000" dirty="0" err="1"/>
              <a:t>yx</a:t>
            </a:r>
            <a:r>
              <a:rPr lang="en-AU" altLang="en-US" sz="1600" dirty="0"/>
              <a:t> = </a:t>
            </a:r>
            <a:r>
              <a:rPr lang="en-AU" altLang="en-US" sz="1600" dirty="0" err="1"/>
              <a:t>K</a:t>
            </a:r>
            <a:r>
              <a:rPr lang="en-AU" altLang="en-US" sz="1600" baseline="30000" dirty="0" err="1"/>
              <a:t>xy</a:t>
            </a:r>
            <a:endParaRPr lang="en-AU" altLang="en-US" sz="1600" baseline="30000" dirty="0"/>
          </a:p>
          <a:p>
            <a:pPr eaLnBrk="1" hangingPunct="1">
              <a:lnSpc>
                <a:spcPct val="80000"/>
              </a:lnSpc>
            </a:pPr>
            <a:r>
              <a:rPr lang="en-AU" altLang="en-US" sz="1800" dirty="0"/>
              <a:t>Therefore, in this case, we have: K1 = K2 = K. Hence the proof. </a:t>
            </a:r>
            <a:endParaRPr lang="en-US" altLang="en-US" sz="1800" dirty="0"/>
          </a:p>
        </p:txBody>
      </p:sp>
    </p:spTree>
    <p:extLst>
      <p:ext uri="{BB962C8B-B14F-4D97-AF65-F5344CB8AC3E}">
        <p14:creationId xmlns:p14="http://schemas.microsoft.com/office/powerpoint/2010/main" val="17587232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Number Placeholder 5">
            <a:extLst>
              <a:ext uri="{FF2B5EF4-FFF2-40B4-BE49-F238E27FC236}">
                <a16:creationId xmlns:a16="http://schemas.microsoft.com/office/drawing/2014/main" id="{347B6FC0-E8B7-1756-8E7E-DD26137148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8D55C00-7670-4703-B877-F793058C5795}" type="slidenum">
              <a:rPr lang="en-US" altLang="en-US" sz="1400"/>
              <a:pPr>
                <a:spcBef>
                  <a:spcPct val="0"/>
                </a:spcBef>
                <a:buClrTx/>
                <a:buSzTx/>
                <a:buFontTx/>
                <a:buNone/>
              </a:pPr>
              <a:t>120</a:t>
            </a:fld>
            <a:endParaRPr lang="en-US" altLang="en-US" sz="1400"/>
          </a:p>
        </p:txBody>
      </p:sp>
      <p:sp>
        <p:nvSpPr>
          <p:cNvPr id="324611" name="Rectangle 1026">
            <a:extLst>
              <a:ext uri="{FF2B5EF4-FFF2-40B4-BE49-F238E27FC236}">
                <a16:creationId xmlns:a16="http://schemas.microsoft.com/office/drawing/2014/main" id="{EDBA6D45-06B6-42EB-55DA-1E33DE4F6143}"/>
              </a:ext>
            </a:extLst>
          </p:cNvPr>
          <p:cNvSpPr>
            <a:spLocks noGrp="1" noChangeArrowheads="1"/>
          </p:cNvSpPr>
          <p:nvPr>
            <p:ph type="title"/>
          </p:nvPr>
        </p:nvSpPr>
        <p:spPr/>
        <p:txBody>
          <a:bodyPr/>
          <a:lstStyle/>
          <a:p>
            <a:pPr eaLnBrk="1" hangingPunct="1"/>
            <a:r>
              <a:rPr lang="en-US" altLang="en-US"/>
              <a:t>Person-in-the-middle Attack - 1</a:t>
            </a:r>
          </a:p>
        </p:txBody>
      </p:sp>
      <p:sp>
        <p:nvSpPr>
          <p:cNvPr id="324612" name="Rectangle 1027">
            <a:extLst>
              <a:ext uri="{FF2B5EF4-FFF2-40B4-BE49-F238E27FC236}">
                <a16:creationId xmlns:a16="http://schemas.microsoft.com/office/drawing/2014/main" id="{F5663499-A2DA-240F-BF46-E86C4FD4D681}"/>
              </a:ext>
            </a:extLst>
          </p:cNvPr>
          <p:cNvSpPr>
            <a:spLocks noGrp="1" noChangeArrowheads="1"/>
          </p:cNvSpPr>
          <p:nvPr>
            <p:ph type="body" idx="1"/>
          </p:nvPr>
        </p:nvSpPr>
        <p:spPr/>
        <p:txBody>
          <a:bodyPr/>
          <a:lstStyle/>
          <a:p>
            <a:pPr eaLnBrk="1" hangingPunct="1"/>
            <a:endParaRPr lang="en-GB" altLang="en-US" dirty="0"/>
          </a:p>
        </p:txBody>
      </p:sp>
      <p:sp>
        <p:nvSpPr>
          <p:cNvPr id="324613" name="Text Box 1028">
            <a:extLst>
              <a:ext uri="{FF2B5EF4-FFF2-40B4-BE49-F238E27FC236}">
                <a16:creationId xmlns:a16="http://schemas.microsoft.com/office/drawing/2014/main" id="{83744F82-44D1-7EF1-2203-9E0DE113B765}"/>
              </a:ext>
            </a:extLst>
          </p:cNvPr>
          <p:cNvSpPr txBox="1">
            <a:spLocks noChangeArrowheads="1"/>
          </p:cNvSpPr>
          <p:nvPr/>
        </p:nvSpPr>
        <p:spPr bwMode="auto">
          <a:xfrm>
            <a:off x="2971800" y="2209801"/>
            <a:ext cx="7391400" cy="6000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pt-BR" altLang="en-US" sz="1000" b="1">
                <a:latin typeface="Times New Roman" panose="02020603050405020304" pitchFamily="18" charset="0"/>
              </a:rPr>
              <a:t>Alice			Tom				Bob</a:t>
            </a:r>
          </a:p>
          <a:p>
            <a:pPr eaLnBrk="1" hangingPunct="1">
              <a:spcBef>
                <a:spcPct val="0"/>
              </a:spcBef>
              <a:buClrTx/>
              <a:buSzTx/>
              <a:buFontTx/>
              <a:buNone/>
            </a:pPr>
            <a:endParaRPr lang="pt-BR" altLang="en-US" sz="1200" b="1">
              <a:latin typeface="Times New Roman" panose="02020603050405020304" pitchFamily="18" charset="0"/>
            </a:endParaRPr>
          </a:p>
          <a:p>
            <a:pPr algn="just" eaLnBrk="1" hangingPunct="1">
              <a:spcBef>
                <a:spcPct val="0"/>
              </a:spcBef>
              <a:buClrTx/>
              <a:buSzTx/>
              <a:buFontTx/>
              <a:buNone/>
            </a:pPr>
            <a:r>
              <a:rPr lang="pt-BR" altLang="en-US" sz="1000" b="1">
                <a:latin typeface="Times New Roman" panose="02020603050405020304" pitchFamily="18" charset="0"/>
              </a:rPr>
              <a:t>n = 11, g = 7			n = 11, g = 7			n = 11, g = 7</a:t>
            </a:r>
            <a:endParaRPr lang="en-US" altLang="en-US" sz="2400">
              <a:latin typeface="Times New Roman" panose="02020603050405020304" pitchFamily="18" charset="0"/>
            </a:endParaRPr>
          </a:p>
        </p:txBody>
      </p:sp>
      <p:sp>
        <p:nvSpPr>
          <p:cNvPr id="324614" name="Text Box 1029">
            <a:extLst>
              <a:ext uri="{FF2B5EF4-FFF2-40B4-BE49-F238E27FC236}">
                <a16:creationId xmlns:a16="http://schemas.microsoft.com/office/drawing/2014/main" id="{C2563183-EBD9-691D-D7CD-EC01F4078070}"/>
              </a:ext>
            </a:extLst>
          </p:cNvPr>
          <p:cNvSpPr txBox="1">
            <a:spLocks noChangeArrowheads="1"/>
          </p:cNvSpPr>
          <p:nvPr/>
        </p:nvSpPr>
        <p:spPr bwMode="auto">
          <a:xfrm>
            <a:off x="2971800" y="3048001"/>
            <a:ext cx="7391400" cy="6000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fr-FR" altLang="en-US" sz="1000" b="1">
                <a:latin typeface="Times New Roman" panose="02020603050405020304" pitchFamily="18" charset="0"/>
              </a:rPr>
              <a:t>Alice			Tom				Bob</a:t>
            </a:r>
          </a:p>
          <a:p>
            <a:pPr eaLnBrk="1" hangingPunct="1">
              <a:spcBef>
                <a:spcPct val="0"/>
              </a:spcBef>
              <a:buClrTx/>
              <a:buSzTx/>
              <a:buFontTx/>
              <a:buNone/>
            </a:pPr>
            <a:endParaRPr lang="fr-FR" altLang="en-US" sz="1200" b="1">
              <a:latin typeface="Times New Roman" panose="02020603050405020304" pitchFamily="18" charset="0"/>
            </a:endParaRPr>
          </a:p>
          <a:p>
            <a:pPr eaLnBrk="1" hangingPunct="1">
              <a:spcBef>
                <a:spcPct val="0"/>
              </a:spcBef>
              <a:buClrTx/>
              <a:buSzTx/>
              <a:buFontTx/>
              <a:buNone/>
            </a:pPr>
            <a:r>
              <a:rPr lang="fr-FR" altLang="en-US" sz="1200" b="1">
                <a:latin typeface="Times New Roman" panose="02020603050405020304" pitchFamily="18" charset="0"/>
              </a:rPr>
              <a:t>x = 3			x = 8, y = 6				y = 9</a:t>
            </a:r>
            <a:endParaRPr lang="en-US" altLang="en-US" sz="2400">
              <a:latin typeface="Times New Roman" panose="02020603050405020304" pitchFamily="18" charset="0"/>
            </a:endParaRPr>
          </a:p>
        </p:txBody>
      </p:sp>
      <p:sp>
        <p:nvSpPr>
          <p:cNvPr id="324615" name="Text Box 1030">
            <a:extLst>
              <a:ext uri="{FF2B5EF4-FFF2-40B4-BE49-F238E27FC236}">
                <a16:creationId xmlns:a16="http://schemas.microsoft.com/office/drawing/2014/main" id="{18CBC4A6-2B76-37EC-9F04-10F37FAFCD0C}"/>
              </a:ext>
            </a:extLst>
          </p:cNvPr>
          <p:cNvSpPr txBox="1">
            <a:spLocks noChangeArrowheads="1"/>
          </p:cNvSpPr>
          <p:nvPr/>
        </p:nvSpPr>
        <p:spPr bwMode="auto">
          <a:xfrm>
            <a:off x="2971800" y="3886200"/>
            <a:ext cx="7315200" cy="20193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pt-BR" altLang="en-US" sz="1000" b="1" dirty="0">
                <a:latin typeface="Times New Roman" panose="02020603050405020304" pitchFamily="18" charset="0"/>
              </a:rPr>
              <a:t>Alice		Tom					Bob</a:t>
            </a:r>
          </a:p>
          <a:p>
            <a:pPr algn="just" eaLnBrk="1" hangingPunct="1">
              <a:spcBef>
                <a:spcPct val="0"/>
              </a:spcBef>
              <a:buClrTx/>
              <a:buSzTx/>
              <a:buFontTx/>
              <a:buNone/>
            </a:pPr>
            <a:endParaRPr lang="pt-BR" altLang="en-US" sz="1000" b="1" dirty="0">
              <a:latin typeface="Times New Roman" panose="02020603050405020304" pitchFamily="18" charset="0"/>
            </a:endParaRPr>
          </a:p>
          <a:p>
            <a:pPr eaLnBrk="1" hangingPunct="1">
              <a:spcBef>
                <a:spcPct val="0"/>
              </a:spcBef>
              <a:buClrTx/>
              <a:buSzTx/>
              <a:buFontTx/>
              <a:buNone/>
            </a:pPr>
            <a:r>
              <a:rPr lang="pt-BR" altLang="en-US" sz="1200" b="1" dirty="0">
                <a:latin typeface="Times New Roman" panose="02020603050405020304" pitchFamily="18" charset="0"/>
              </a:rPr>
              <a:t>A         = g</a:t>
            </a:r>
            <a:r>
              <a:rPr lang="pt-BR" altLang="en-US" sz="1200" b="1" baseline="30000" dirty="0">
                <a:latin typeface="Times New Roman" panose="02020603050405020304" pitchFamily="18" charset="0"/>
              </a:rPr>
              <a:t>x</a:t>
            </a:r>
            <a:r>
              <a:rPr lang="pt-BR" altLang="en-US" sz="1200" b="1" dirty="0">
                <a:latin typeface="Times New Roman" panose="02020603050405020304" pitchFamily="18" charset="0"/>
              </a:rPr>
              <a:t> mod n	A	= g</a:t>
            </a:r>
            <a:r>
              <a:rPr lang="pt-BR" altLang="en-US" sz="1200" b="1" baseline="30000" dirty="0">
                <a:latin typeface="Times New Roman" panose="02020603050405020304" pitchFamily="18" charset="0"/>
              </a:rPr>
              <a:t>x</a:t>
            </a:r>
            <a:r>
              <a:rPr lang="pt-BR" altLang="en-US" sz="1200" b="1" dirty="0">
                <a:latin typeface="Times New Roman" panose="02020603050405020304" pitchFamily="18" charset="0"/>
              </a:rPr>
              <a:t> mod n		B	= g</a:t>
            </a:r>
            <a:r>
              <a:rPr lang="pt-BR" altLang="en-US" sz="1200" b="1" baseline="30000" dirty="0">
                <a:latin typeface="Times New Roman" panose="02020603050405020304" pitchFamily="18" charset="0"/>
              </a:rPr>
              <a:t>y</a:t>
            </a:r>
            <a:r>
              <a:rPr lang="pt-BR" altLang="en-US" sz="1200" b="1" dirty="0">
                <a:latin typeface="Times New Roman" panose="02020603050405020304" pitchFamily="18" charset="0"/>
              </a:rPr>
              <a:t> mod n</a:t>
            </a:r>
          </a:p>
          <a:p>
            <a:pPr lvl="1" eaLnBrk="1" hangingPunct="1">
              <a:spcBef>
                <a:spcPct val="0"/>
              </a:spcBef>
              <a:buClrTx/>
              <a:buSzTx/>
              <a:buFontTx/>
              <a:buNone/>
            </a:pPr>
            <a:r>
              <a:rPr lang="en-US" altLang="en-US" sz="1200" b="1" dirty="0">
                <a:latin typeface="Times New Roman" panose="02020603050405020304" pitchFamily="18" charset="0"/>
              </a:rPr>
              <a:t>= 7</a:t>
            </a:r>
            <a:r>
              <a:rPr lang="en-US" altLang="en-US" sz="1200" b="1" baseline="30000" dirty="0">
                <a:latin typeface="Times New Roman" panose="02020603050405020304" pitchFamily="18" charset="0"/>
              </a:rPr>
              <a:t>3</a:t>
            </a:r>
            <a:r>
              <a:rPr lang="en-US" altLang="en-US" sz="1200" b="1" dirty="0">
                <a:latin typeface="Times New Roman" panose="02020603050405020304" pitchFamily="18" charset="0"/>
              </a:rPr>
              <a:t> mod 11		= 7</a:t>
            </a:r>
            <a:r>
              <a:rPr lang="en-US" altLang="en-US" sz="1200" b="1" baseline="30000" dirty="0">
                <a:latin typeface="Times New Roman" panose="02020603050405020304" pitchFamily="18" charset="0"/>
              </a:rPr>
              <a:t>8</a:t>
            </a:r>
            <a:r>
              <a:rPr lang="en-US" altLang="en-US" sz="1200" b="1" dirty="0">
                <a:latin typeface="Times New Roman" panose="02020603050405020304" pitchFamily="18" charset="0"/>
              </a:rPr>
              <a:t> mod 11			= 7</a:t>
            </a:r>
            <a:r>
              <a:rPr lang="en-US" altLang="en-US" sz="1200" b="1" baseline="30000" dirty="0">
                <a:latin typeface="Times New Roman" panose="02020603050405020304" pitchFamily="18" charset="0"/>
              </a:rPr>
              <a:t>9</a:t>
            </a:r>
            <a:r>
              <a:rPr lang="en-US" altLang="en-US" sz="1200" b="1" dirty="0">
                <a:latin typeface="Times New Roman" panose="02020603050405020304" pitchFamily="18" charset="0"/>
              </a:rPr>
              <a:t> mod 11</a:t>
            </a:r>
          </a:p>
          <a:p>
            <a:pPr lvl="1" eaLnBrk="1" hangingPunct="1">
              <a:spcBef>
                <a:spcPct val="0"/>
              </a:spcBef>
              <a:buClrTx/>
              <a:buSzTx/>
              <a:buFontTx/>
              <a:buNone/>
            </a:pPr>
            <a:r>
              <a:rPr lang="en-US" altLang="en-US" sz="1200" b="1" dirty="0">
                <a:latin typeface="Times New Roman" panose="02020603050405020304" pitchFamily="18" charset="0"/>
              </a:rPr>
              <a:t>= 343 mod 11		= 5764801 mod 11		= 40353607 mod 11</a:t>
            </a:r>
          </a:p>
          <a:p>
            <a:pPr eaLnBrk="1" hangingPunct="1">
              <a:spcBef>
                <a:spcPct val="0"/>
              </a:spcBef>
              <a:buClrTx/>
              <a:buSzTx/>
              <a:buFontTx/>
              <a:buNone/>
            </a:pPr>
            <a:r>
              <a:rPr lang="en-US" altLang="en-US" sz="1200" b="1" dirty="0">
                <a:latin typeface="Times New Roman" panose="02020603050405020304" pitchFamily="18" charset="0"/>
              </a:rPr>
              <a:t>            = 2			= 9			= 8</a:t>
            </a:r>
          </a:p>
          <a:p>
            <a:pPr eaLnBrk="1" hangingPunct="1">
              <a:spcBef>
                <a:spcPct val="0"/>
              </a:spcBef>
              <a:buClrTx/>
              <a:buSzTx/>
              <a:buFontTx/>
              <a:buNone/>
            </a:pPr>
            <a:endParaRPr lang="en-US" altLang="en-US" sz="1200" b="1" dirty="0">
              <a:latin typeface="Times New Roman" panose="02020603050405020304" pitchFamily="18" charset="0"/>
            </a:endParaRPr>
          </a:p>
          <a:p>
            <a:pPr eaLnBrk="1" hangingPunct="1">
              <a:spcBef>
                <a:spcPct val="0"/>
              </a:spcBef>
              <a:buClrTx/>
              <a:buSzTx/>
              <a:buFontTx/>
              <a:buNone/>
            </a:pPr>
            <a:r>
              <a:rPr lang="en-US" altLang="en-US" sz="1200" b="1" dirty="0">
                <a:latin typeface="Times New Roman" panose="02020603050405020304" pitchFamily="18" charset="0"/>
              </a:rPr>
              <a:t>	 	B	= </a:t>
            </a:r>
            <a:r>
              <a:rPr lang="en-US" altLang="en-US" sz="1200" b="1" dirty="0" err="1">
                <a:latin typeface="Times New Roman" panose="02020603050405020304" pitchFamily="18" charset="0"/>
              </a:rPr>
              <a:t>g</a:t>
            </a:r>
            <a:r>
              <a:rPr lang="en-US" altLang="en-US" sz="1200" b="1" baseline="30000" dirty="0" err="1">
                <a:latin typeface="Times New Roman" panose="02020603050405020304" pitchFamily="18" charset="0"/>
              </a:rPr>
              <a:t>y</a:t>
            </a:r>
            <a:r>
              <a:rPr lang="en-US" altLang="en-US" sz="1200" b="1" dirty="0">
                <a:latin typeface="Times New Roman" panose="02020603050405020304" pitchFamily="18" charset="0"/>
              </a:rPr>
              <a:t> mod n</a:t>
            </a:r>
          </a:p>
          <a:p>
            <a:pPr eaLnBrk="1" hangingPunct="1">
              <a:spcBef>
                <a:spcPct val="0"/>
              </a:spcBef>
              <a:buClrTx/>
              <a:buSzTx/>
              <a:buFontTx/>
              <a:buNone/>
            </a:pPr>
            <a:r>
              <a:rPr lang="en-US" altLang="en-US" sz="1200" b="1" dirty="0">
                <a:latin typeface="Times New Roman" panose="02020603050405020304" pitchFamily="18" charset="0"/>
              </a:rPr>
              <a:t>			= 7</a:t>
            </a:r>
            <a:r>
              <a:rPr lang="en-US" altLang="en-US" sz="1200" b="1" baseline="30000" dirty="0">
                <a:latin typeface="Times New Roman" panose="02020603050405020304" pitchFamily="18" charset="0"/>
              </a:rPr>
              <a:t>6</a:t>
            </a:r>
            <a:r>
              <a:rPr lang="en-US" altLang="en-US" sz="1200" b="1" dirty="0">
                <a:latin typeface="Times New Roman" panose="02020603050405020304" pitchFamily="18" charset="0"/>
              </a:rPr>
              <a:t> mod 11</a:t>
            </a:r>
          </a:p>
          <a:p>
            <a:pPr eaLnBrk="1" hangingPunct="1">
              <a:spcBef>
                <a:spcPct val="0"/>
              </a:spcBef>
              <a:buClrTx/>
              <a:buSzTx/>
              <a:buFontTx/>
              <a:buNone/>
            </a:pPr>
            <a:r>
              <a:rPr lang="en-US" altLang="en-US" sz="1200" dirty="0">
                <a:latin typeface="Times New Roman" panose="02020603050405020304" pitchFamily="18" charset="0"/>
              </a:rPr>
              <a:t>			</a:t>
            </a:r>
            <a:r>
              <a:rPr lang="en-US" altLang="en-US" sz="1200" b="1" dirty="0">
                <a:latin typeface="Times New Roman" panose="02020603050405020304" pitchFamily="18" charset="0"/>
              </a:rPr>
              <a:t>= 117649 mod 11</a:t>
            </a:r>
          </a:p>
          <a:p>
            <a:pPr eaLnBrk="1" hangingPunct="1">
              <a:spcBef>
                <a:spcPct val="0"/>
              </a:spcBef>
              <a:buClrTx/>
              <a:buSzTx/>
              <a:buFontTx/>
              <a:buNone/>
            </a:pPr>
            <a:r>
              <a:rPr lang="en-US" altLang="en-US" sz="1200" dirty="0">
                <a:latin typeface="Times New Roman" panose="02020603050405020304" pitchFamily="18" charset="0"/>
              </a:rPr>
              <a:t>			</a:t>
            </a:r>
            <a:r>
              <a:rPr lang="en-US" altLang="en-US" sz="1200" b="1" dirty="0">
                <a:latin typeface="Times New Roman" panose="02020603050405020304" pitchFamily="18" charset="0"/>
              </a:rPr>
              <a:t>= 4</a:t>
            </a:r>
            <a:endParaRPr lang="en-US" altLang="en-US" sz="2400" dirty="0">
              <a:latin typeface="Times New Roman" panose="02020603050405020304" pitchFamily="18" charset="0"/>
            </a:endParaRPr>
          </a:p>
        </p:txBody>
      </p:sp>
    </p:spTree>
    <p:extLst>
      <p:ext uri="{BB962C8B-B14F-4D97-AF65-F5344CB8AC3E}">
        <p14:creationId xmlns:p14="http://schemas.microsoft.com/office/powerpoint/2010/main" val="375252716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Number Placeholder 5">
            <a:extLst>
              <a:ext uri="{FF2B5EF4-FFF2-40B4-BE49-F238E27FC236}">
                <a16:creationId xmlns:a16="http://schemas.microsoft.com/office/drawing/2014/main" id="{56A47DFA-6833-8254-5AB0-B4BD9E4701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0C039B0-2C06-44C7-86DB-809834DEE924}" type="slidenum">
              <a:rPr lang="en-US" altLang="en-US" sz="1400"/>
              <a:pPr>
                <a:spcBef>
                  <a:spcPct val="0"/>
                </a:spcBef>
                <a:buClrTx/>
                <a:buSzTx/>
                <a:buFontTx/>
                <a:buNone/>
              </a:pPr>
              <a:t>121</a:t>
            </a:fld>
            <a:endParaRPr lang="en-US" altLang="en-US" sz="1400"/>
          </a:p>
        </p:txBody>
      </p:sp>
      <p:sp>
        <p:nvSpPr>
          <p:cNvPr id="326659" name="Rectangle 1026">
            <a:extLst>
              <a:ext uri="{FF2B5EF4-FFF2-40B4-BE49-F238E27FC236}">
                <a16:creationId xmlns:a16="http://schemas.microsoft.com/office/drawing/2014/main" id="{2A8A0807-7FED-341B-A85E-00E8DAE16C54}"/>
              </a:ext>
            </a:extLst>
          </p:cNvPr>
          <p:cNvSpPr>
            <a:spLocks noGrp="1" noChangeArrowheads="1"/>
          </p:cNvSpPr>
          <p:nvPr>
            <p:ph type="title"/>
          </p:nvPr>
        </p:nvSpPr>
        <p:spPr/>
        <p:txBody>
          <a:bodyPr/>
          <a:lstStyle/>
          <a:p>
            <a:pPr eaLnBrk="1" hangingPunct="1"/>
            <a:r>
              <a:rPr lang="en-US" altLang="en-US"/>
              <a:t>Diffie-Hellman Person-in-the-middle Attack</a:t>
            </a:r>
          </a:p>
        </p:txBody>
      </p:sp>
      <p:sp>
        <p:nvSpPr>
          <p:cNvPr id="326660" name="Rectangle 1027">
            <a:extLst>
              <a:ext uri="{FF2B5EF4-FFF2-40B4-BE49-F238E27FC236}">
                <a16:creationId xmlns:a16="http://schemas.microsoft.com/office/drawing/2014/main" id="{98318A38-D31F-AE40-AF29-821FF2CF00DE}"/>
              </a:ext>
            </a:extLst>
          </p:cNvPr>
          <p:cNvSpPr>
            <a:spLocks noGrp="1" noChangeArrowheads="1"/>
          </p:cNvSpPr>
          <p:nvPr>
            <p:ph type="body" idx="1"/>
          </p:nvPr>
        </p:nvSpPr>
        <p:spPr/>
        <p:txBody>
          <a:bodyPr/>
          <a:lstStyle/>
          <a:p>
            <a:pPr eaLnBrk="1" hangingPunct="1"/>
            <a:endParaRPr lang="en-GB" altLang="en-US"/>
          </a:p>
        </p:txBody>
      </p:sp>
      <p:grpSp>
        <p:nvGrpSpPr>
          <p:cNvPr id="326661" name="Group 1028">
            <a:extLst>
              <a:ext uri="{FF2B5EF4-FFF2-40B4-BE49-F238E27FC236}">
                <a16:creationId xmlns:a16="http://schemas.microsoft.com/office/drawing/2014/main" id="{C22EDA9C-424D-43EE-0A22-129F262BB460}"/>
              </a:ext>
            </a:extLst>
          </p:cNvPr>
          <p:cNvGrpSpPr>
            <a:grpSpLocks/>
          </p:cNvGrpSpPr>
          <p:nvPr/>
        </p:nvGrpSpPr>
        <p:grpSpPr bwMode="auto">
          <a:xfrm>
            <a:off x="3048000" y="1981200"/>
            <a:ext cx="7239000" cy="4343400"/>
            <a:chOff x="1920" y="1560"/>
            <a:chExt cx="8535" cy="8295"/>
          </a:xfrm>
        </p:grpSpPr>
        <p:sp>
          <p:nvSpPr>
            <p:cNvPr id="326662" name="Rectangle 1029">
              <a:extLst>
                <a:ext uri="{FF2B5EF4-FFF2-40B4-BE49-F238E27FC236}">
                  <a16:creationId xmlns:a16="http://schemas.microsoft.com/office/drawing/2014/main" id="{716E1DDF-D99E-84BF-3B4D-7EB82E6EE58E}"/>
                </a:ext>
              </a:extLst>
            </p:cNvPr>
            <p:cNvSpPr>
              <a:spLocks noChangeArrowheads="1"/>
            </p:cNvSpPr>
            <p:nvPr/>
          </p:nvSpPr>
          <p:spPr bwMode="auto">
            <a:xfrm>
              <a:off x="1920" y="1560"/>
              <a:ext cx="8535" cy="829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26663" name="Text Box 1030">
              <a:extLst>
                <a:ext uri="{FF2B5EF4-FFF2-40B4-BE49-F238E27FC236}">
                  <a16:creationId xmlns:a16="http://schemas.microsoft.com/office/drawing/2014/main" id="{C8C62902-9DB0-CCBB-FD2E-81D39AE028F2}"/>
                </a:ext>
              </a:extLst>
            </p:cNvPr>
            <p:cNvSpPr txBox="1">
              <a:spLocks noChangeArrowheads="1"/>
            </p:cNvSpPr>
            <p:nvPr/>
          </p:nvSpPr>
          <p:spPr bwMode="auto">
            <a:xfrm>
              <a:off x="2625" y="1991"/>
              <a:ext cx="1515"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Alice</a:t>
              </a:r>
              <a:endParaRPr lang="en-US" altLang="en-US" sz="2400">
                <a:latin typeface="Times New Roman" panose="02020603050405020304" pitchFamily="18" charset="0"/>
              </a:endParaRPr>
            </a:p>
          </p:txBody>
        </p:sp>
        <p:sp>
          <p:nvSpPr>
            <p:cNvPr id="326664" name="Text Box 1031">
              <a:extLst>
                <a:ext uri="{FF2B5EF4-FFF2-40B4-BE49-F238E27FC236}">
                  <a16:creationId xmlns:a16="http://schemas.microsoft.com/office/drawing/2014/main" id="{F0BDDBEF-B62A-A06D-E603-5C96E7AFDB41}"/>
                </a:ext>
              </a:extLst>
            </p:cNvPr>
            <p:cNvSpPr txBox="1">
              <a:spLocks noChangeArrowheads="1"/>
            </p:cNvSpPr>
            <p:nvPr/>
          </p:nvSpPr>
          <p:spPr bwMode="auto">
            <a:xfrm>
              <a:off x="5610" y="2006"/>
              <a:ext cx="1515"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Tom</a:t>
              </a:r>
              <a:endParaRPr lang="en-US" altLang="en-US" sz="2400">
                <a:latin typeface="Times New Roman" panose="02020603050405020304" pitchFamily="18" charset="0"/>
              </a:endParaRPr>
            </a:p>
          </p:txBody>
        </p:sp>
        <p:sp>
          <p:nvSpPr>
            <p:cNvPr id="326665" name="Text Box 1032">
              <a:extLst>
                <a:ext uri="{FF2B5EF4-FFF2-40B4-BE49-F238E27FC236}">
                  <a16:creationId xmlns:a16="http://schemas.microsoft.com/office/drawing/2014/main" id="{ED06FD49-96E8-2C61-95EA-C262D5927187}"/>
                </a:ext>
              </a:extLst>
            </p:cNvPr>
            <p:cNvSpPr txBox="1">
              <a:spLocks noChangeArrowheads="1"/>
            </p:cNvSpPr>
            <p:nvPr/>
          </p:nvSpPr>
          <p:spPr bwMode="auto">
            <a:xfrm>
              <a:off x="8490" y="2036"/>
              <a:ext cx="1515"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Bob</a:t>
              </a:r>
              <a:endParaRPr lang="en-US" altLang="en-US" sz="2400">
                <a:latin typeface="Times New Roman" panose="02020603050405020304" pitchFamily="18" charset="0"/>
              </a:endParaRPr>
            </a:p>
          </p:txBody>
        </p:sp>
        <p:sp>
          <p:nvSpPr>
            <p:cNvPr id="326666" name="AutoShape 1033">
              <a:extLst>
                <a:ext uri="{FF2B5EF4-FFF2-40B4-BE49-F238E27FC236}">
                  <a16:creationId xmlns:a16="http://schemas.microsoft.com/office/drawing/2014/main" id="{BC877476-F291-648B-8ACD-8BA2359B9344}"/>
                </a:ext>
              </a:extLst>
            </p:cNvPr>
            <p:cNvSpPr>
              <a:spLocks noChangeArrowheads="1"/>
            </p:cNvSpPr>
            <p:nvPr/>
          </p:nvSpPr>
          <p:spPr bwMode="auto">
            <a:xfrm>
              <a:off x="3225" y="4646"/>
              <a:ext cx="1905" cy="675"/>
            </a:xfrm>
            <a:prstGeom prst="rightArrow">
              <a:avLst>
                <a:gd name="adj1" fmla="val 50000"/>
                <a:gd name="adj2" fmla="val 70556"/>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 = 2</a:t>
              </a:r>
              <a:endParaRPr lang="en-US" altLang="en-US" sz="2400">
                <a:latin typeface="Times New Roman" panose="02020603050405020304" pitchFamily="18" charset="0"/>
              </a:endParaRPr>
            </a:p>
          </p:txBody>
        </p:sp>
        <p:sp>
          <p:nvSpPr>
            <p:cNvPr id="326667" name="Line 1034">
              <a:extLst>
                <a:ext uri="{FF2B5EF4-FFF2-40B4-BE49-F238E27FC236}">
                  <a16:creationId xmlns:a16="http://schemas.microsoft.com/office/drawing/2014/main" id="{E920EECB-5B8C-242A-5AC9-AA55AC5DE8A9}"/>
                </a:ext>
              </a:extLst>
            </p:cNvPr>
            <p:cNvSpPr>
              <a:spLocks noChangeShapeType="1"/>
            </p:cNvSpPr>
            <p:nvPr/>
          </p:nvSpPr>
          <p:spPr bwMode="auto">
            <a:xfrm>
              <a:off x="5130" y="4196"/>
              <a:ext cx="0" cy="18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6668" name="Text Box 1035">
              <a:extLst>
                <a:ext uri="{FF2B5EF4-FFF2-40B4-BE49-F238E27FC236}">
                  <a16:creationId xmlns:a16="http://schemas.microsoft.com/office/drawing/2014/main" id="{7008A467-A2B6-A6E1-C9A6-ACF1121F275C}"/>
                </a:ext>
              </a:extLst>
            </p:cNvPr>
            <p:cNvSpPr txBox="1">
              <a:spLocks noChangeArrowheads="1"/>
            </p:cNvSpPr>
            <p:nvPr/>
          </p:nvSpPr>
          <p:spPr bwMode="auto">
            <a:xfrm>
              <a:off x="4530" y="5981"/>
              <a:ext cx="1170" cy="4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Intercept</a:t>
              </a:r>
              <a:endParaRPr lang="en-US" altLang="en-US" sz="2400">
                <a:latin typeface="Times New Roman" panose="02020603050405020304" pitchFamily="18" charset="0"/>
              </a:endParaRPr>
            </a:p>
          </p:txBody>
        </p:sp>
        <p:sp>
          <p:nvSpPr>
            <p:cNvPr id="326669" name="AutoShape 1036" descr="5%">
              <a:extLst>
                <a:ext uri="{FF2B5EF4-FFF2-40B4-BE49-F238E27FC236}">
                  <a16:creationId xmlns:a16="http://schemas.microsoft.com/office/drawing/2014/main" id="{303944A2-FFA3-1EFD-8D9D-7035679DBF85}"/>
                </a:ext>
              </a:extLst>
            </p:cNvPr>
            <p:cNvSpPr>
              <a:spLocks noChangeArrowheads="1"/>
            </p:cNvSpPr>
            <p:nvPr/>
          </p:nvSpPr>
          <p:spPr bwMode="auto">
            <a:xfrm>
              <a:off x="6345" y="5996"/>
              <a:ext cx="1905" cy="675"/>
            </a:xfrm>
            <a:prstGeom prst="rightArrow">
              <a:avLst>
                <a:gd name="adj1" fmla="val 50000"/>
                <a:gd name="adj2" fmla="val 70556"/>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 = 9</a:t>
              </a:r>
              <a:endParaRPr lang="en-US" altLang="en-US" sz="2400">
                <a:latin typeface="Times New Roman" panose="02020603050405020304" pitchFamily="18" charset="0"/>
              </a:endParaRPr>
            </a:p>
          </p:txBody>
        </p:sp>
        <p:sp>
          <p:nvSpPr>
            <p:cNvPr id="326670" name="AutoShape 1037">
              <a:extLst>
                <a:ext uri="{FF2B5EF4-FFF2-40B4-BE49-F238E27FC236}">
                  <a16:creationId xmlns:a16="http://schemas.microsoft.com/office/drawing/2014/main" id="{7B4587DF-6BD0-E332-6803-CF911D68C30C}"/>
                </a:ext>
              </a:extLst>
            </p:cNvPr>
            <p:cNvSpPr>
              <a:spLocks noChangeArrowheads="1"/>
            </p:cNvSpPr>
            <p:nvPr/>
          </p:nvSpPr>
          <p:spPr bwMode="auto">
            <a:xfrm>
              <a:off x="6735" y="7016"/>
              <a:ext cx="1965" cy="615"/>
            </a:xfrm>
            <a:prstGeom prst="leftArrow">
              <a:avLst>
                <a:gd name="adj1" fmla="val 50000"/>
                <a:gd name="adj2" fmla="val 79878"/>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 = 8</a:t>
              </a:r>
              <a:endParaRPr lang="en-US" altLang="en-US" sz="2400">
                <a:latin typeface="Times New Roman" panose="02020603050405020304" pitchFamily="18" charset="0"/>
              </a:endParaRPr>
            </a:p>
          </p:txBody>
        </p:sp>
        <p:sp>
          <p:nvSpPr>
            <p:cNvPr id="326671" name="Line 1038">
              <a:extLst>
                <a:ext uri="{FF2B5EF4-FFF2-40B4-BE49-F238E27FC236}">
                  <a16:creationId xmlns:a16="http://schemas.microsoft.com/office/drawing/2014/main" id="{9FF63939-6B31-B4CC-0010-77C57FB1F62F}"/>
                </a:ext>
              </a:extLst>
            </p:cNvPr>
            <p:cNvSpPr>
              <a:spLocks noChangeShapeType="1"/>
            </p:cNvSpPr>
            <p:nvPr/>
          </p:nvSpPr>
          <p:spPr bwMode="auto">
            <a:xfrm>
              <a:off x="6735" y="6926"/>
              <a:ext cx="0" cy="18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6672" name="Text Box 1039">
              <a:extLst>
                <a:ext uri="{FF2B5EF4-FFF2-40B4-BE49-F238E27FC236}">
                  <a16:creationId xmlns:a16="http://schemas.microsoft.com/office/drawing/2014/main" id="{3482B087-5505-BA05-BE02-49C60C71F736}"/>
                </a:ext>
              </a:extLst>
            </p:cNvPr>
            <p:cNvSpPr txBox="1">
              <a:spLocks noChangeArrowheads="1"/>
            </p:cNvSpPr>
            <p:nvPr/>
          </p:nvSpPr>
          <p:spPr bwMode="auto">
            <a:xfrm>
              <a:off x="6495" y="8755"/>
              <a:ext cx="1170" cy="4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Intercept</a:t>
              </a:r>
              <a:endParaRPr lang="en-US" altLang="en-US" sz="2400">
                <a:latin typeface="Times New Roman" panose="02020603050405020304" pitchFamily="18" charset="0"/>
              </a:endParaRPr>
            </a:p>
          </p:txBody>
        </p:sp>
        <p:sp>
          <p:nvSpPr>
            <p:cNvPr id="326673" name="AutoShape 1040" descr="5%">
              <a:extLst>
                <a:ext uri="{FF2B5EF4-FFF2-40B4-BE49-F238E27FC236}">
                  <a16:creationId xmlns:a16="http://schemas.microsoft.com/office/drawing/2014/main" id="{2FE4DC56-33B8-FBBE-7B1B-48B9FDA22A70}"/>
                </a:ext>
              </a:extLst>
            </p:cNvPr>
            <p:cNvSpPr>
              <a:spLocks noChangeArrowheads="1"/>
            </p:cNvSpPr>
            <p:nvPr/>
          </p:nvSpPr>
          <p:spPr bwMode="auto">
            <a:xfrm>
              <a:off x="4065" y="8801"/>
              <a:ext cx="1965" cy="615"/>
            </a:xfrm>
            <a:prstGeom prst="leftArrow">
              <a:avLst>
                <a:gd name="adj1" fmla="val 50000"/>
                <a:gd name="adj2" fmla="val 79878"/>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 = 4</a:t>
              </a:r>
              <a:endParaRPr lang="en-US" altLang="en-US" sz="2400">
                <a:latin typeface="Times New Roman" panose="02020603050405020304" pitchFamily="18" charset="0"/>
              </a:endParaRPr>
            </a:p>
          </p:txBody>
        </p:sp>
        <p:sp>
          <p:nvSpPr>
            <p:cNvPr id="326674" name="Text Box 1041">
              <a:extLst>
                <a:ext uri="{FF2B5EF4-FFF2-40B4-BE49-F238E27FC236}">
                  <a16:creationId xmlns:a16="http://schemas.microsoft.com/office/drawing/2014/main" id="{5D57D946-5E01-E3B3-62CC-5A4010D93AA2}"/>
                </a:ext>
              </a:extLst>
            </p:cNvPr>
            <p:cNvSpPr txBox="1">
              <a:spLocks noChangeArrowheads="1"/>
            </p:cNvSpPr>
            <p:nvPr/>
          </p:nvSpPr>
          <p:spPr bwMode="auto">
            <a:xfrm>
              <a:off x="5610" y="4685"/>
              <a:ext cx="2235" cy="1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i="1">
                  <a:latin typeface="Times New Roman" panose="02020603050405020304" pitchFamily="18" charset="0"/>
                </a:rPr>
                <a:t>Tom intercepts the value of A sent by Alice to Bob and sends Bob his own A, instead.</a:t>
              </a:r>
              <a:endParaRPr lang="en-US" altLang="en-US" sz="2400">
                <a:latin typeface="Times New Roman" panose="02020603050405020304" pitchFamily="18" charset="0"/>
              </a:endParaRPr>
            </a:p>
          </p:txBody>
        </p:sp>
        <p:sp>
          <p:nvSpPr>
            <p:cNvPr id="326675" name="Text Box 1042">
              <a:extLst>
                <a:ext uri="{FF2B5EF4-FFF2-40B4-BE49-F238E27FC236}">
                  <a16:creationId xmlns:a16="http://schemas.microsoft.com/office/drawing/2014/main" id="{33F45099-20F9-A9B3-E331-DBCA1A3909AA}"/>
                </a:ext>
              </a:extLst>
            </p:cNvPr>
            <p:cNvSpPr txBox="1">
              <a:spLocks noChangeArrowheads="1"/>
            </p:cNvSpPr>
            <p:nvPr/>
          </p:nvSpPr>
          <p:spPr bwMode="auto">
            <a:xfrm>
              <a:off x="4290" y="7250"/>
              <a:ext cx="2235" cy="1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i="1">
                  <a:latin typeface="Times New Roman" panose="02020603050405020304" pitchFamily="18" charset="0"/>
                </a:rPr>
                <a:t>Tom intercepts the value of B sent by Bob to Alice and sends Alice his own B, instead.</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414979666"/>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Number Placeholder 5">
            <a:extLst>
              <a:ext uri="{FF2B5EF4-FFF2-40B4-BE49-F238E27FC236}">
                <a16:creationId xmlns:a16="http://schemas.microsoft.com/office/drawing/2014/main" id="{10319E94-83CB-424E-00DB-48FDBDF874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BDBCC90-0CC4-4283-9E34-451BD3CA6343}" type="slidenum">
              <a:rPr lang="en-US" altLang="en-US" sz="1400"/>
              <a:pPr>
                <a:spcBef>
                  <a:spcPct val="0"/>
                </a:spcBef>
                <a:buClrTx/>
                <a:buSzTx/>
                <a:buFontTx/>
                <a:buNone/>
              </a:pPr>
              <a:t>122</a:t>
            </a:fld>
            <a:endParaRPr lang="en-US" altLang="en-US" sz="1400"/>
          </a:p>
        </p:txBody>
      </p:sp>
      <p:sp>
        <p:nvSpPr>
          <p:cNvPr id="328707" name="Rectangle 1026">
            <a:extLst>
              <a:ext uri="{FF2B5EF4-FFF2-40B4-BE49-F238E27FC236}">
                <a16:creationId xmlns:a16="http://schemas.microsoft.com/office/drawing/2014/main" id="{DEEE4DB8-5279-0605-3268-3EE409A0FC3F}"/>
              </a:ext>
            </a:extLst>
          </p:cNvPr>
          <p:cNvSpPr>
            <a:spLocks noGrp="1" noChangeArrowheads="1"/>
          </p:cNvSpPr>
          <p:nvPr>
            <p:ph type="title"/>
          </p:nvPr>
        </p:nvSpPr>
        <p:spPr/>
        <p:txBody>
          <a:bodyPr/>
          <a:lstStyle/>
          <a:p>
            <a:pPr eaLnBrk="1" hangingPunct="1"/>
            <a:endParaRPr lang="en-GB" altLang="en-US"/>
          </a:p>
        </p:txBody>
      </p:sp>
      <p:sp>
        <p:nvSpPr>
          <p:cNvPr id="328708" name="Rectangle 1027">
            <a:extLst>
              <a:ext uri="{FF2B5EF4-FFF2-40B4-BE49-F238E27FC236}">
                <a16:creationId xmlns:a16="http://schemas.microsoft.com/office/drawing/2014/main" id="{18C622B1-0290-08B9-56B6-B1EE75187884}"/>
              </a:ext>
            </a:extLst>
          </p:cNvPr>
          <p:cNvSpPr>
            <a:spLocks noGrp="1" noChangeArrowheads="1"/>
          </p:cNvSpPr>
          <p:nvPr>
            <p:ph type="body" idx="1"/>
          </p:nvPr>
        </p:nvSpPr>
        <p:spPr/>
        <p:txBody>
          <a:bodyPr/>
          <a:lstStyle/>
          <a:p>
            <a:pPr eaLnBrk="1" hangingPunct="1"/>
            <a:endParaRPr lang="en-GB" altLang="en-US"/>
          </a:p>
        </p:txBody>
      </p:sp>
      <p:sp>
        <p:nvSpPr>
          <p:cNvPr id="328709" name="Text Box 1028">
            <a:extLst>
              <a:ext uri="{FF2B5EF4-FFF2-40B4-BE49-F238E27FC236}">
                <a16:creationId xmlns:a16="http://schemas.microsoft.com/office/drawing/2014/main" id="{7957171E-B474-7A3D-9B6D-009260A3B935}"/>
              </a:ext>
            </a:extLst>
          </p:cNvPr>
          <p:cNvSpPr txBox="1">
            <a:spLocks noChangeArrowheads="1"/>
          </p:cNvSpPr>
          <p:nvPr/>
        </p:nvSpPr>
        <p:spPr bwMode="auto">
          <a:xfrm>
            <a:off x="2895600" y="2362200"/>
            <a:ext cx="7391400" cy="11430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pt-BR" altLang="en-US" sz="1200" b="1">
                <a:latin typeface="Times New Roman" panose="02020603050405020304" pitchFamily="18" charset="0"/>
              </a:rPr>
              <a:t>Alice			Tom			Bob</a:t>
            </a:r>
          </a:p>
          <a:p>
            <a:pPr eaLnBrk="1" hangingPunct="1">
              <a:spcBef>
                <a:spcPct val="0"/>
              </a:spcBef>
              <a:buClrTx/>
              <a:buSzTx/>
              <a:buFontTx/>
              <a:buNone/>
            </a:pPr>
            <a:endParaRPr lang="pt-BR" altLang="en-US" sz="1400" b="1">
              <a:latin typeface="Times New Roman" panose="02020603050405020304" pitchFamily="18" charset="0"/>
            </a:endParaRPr>
          </a:p>
          <a:p>
            <a:pPr algn="just" eaLnBrk="1" hangingPunct="1">
              <a:spcBef>
                <a:spcPct val="0"/>
              </a:spcBef>
              <a:buClrTx/>
              <a:buSzTx/>
              <a:buFontTx/>
              <a:buNone/>
            </a:pPr>
            <a:r>
              <a:rPr lang="pt-BR" altLang="en-US" sz="1200" b="1">
                <a:latin typeface="Times New Roman" panose="02020603050405020304" pitchFamily="18" charset="0"/>
              </a:rPr>
              <a:t>A = 2, B = 4*			A = 2, B = 8			A = 9*, B = 8</a:t>
            </a:r>
          </a:p>
          <a:p>
            <a:pPr algn="just" eaLnBrk="1" hangingPunct="1">
              <a:spcBef>
                <a:spcPct val="0"/>
              </a:spcBef>
              <a:buClrTx/>
              <a:buSzTx/>
              <a:buFontTx/>
              <a:buNone/>
            </a:pPr>
            <a:endParaRPr lang="pt-BR" altLang="en-US" sz="1200" b="1">
              <a:latin typeface="Times New Roman" panose="02020603050405020304" pitchFamily="18" charset="0"/>
            </a:endParaRPr>
          </a:p>
          <a:p>
            <a:pPr algn="just" eaLnBrk="1" hangingPunct="1">
              <a:spcBef>
                <a:spcPct val="0"/>
              </a:spcBef>
              <a:buClrTx/>
              <a:buSzTx/>
              <a:buFontTx/>
              <a:buNone/>
            </a:pPr>
            <a:r>
              <a:rPr lang="en-US" altLang="en-US" sz="1200" b="1">
                <a:latin typeface="Times New Roman" panose="02020603050405020304" pitchFamily="18" charset="0"/>
              </a:rPr>
              <a:t>(Note: * indicates that these are the values after Tom hijacked and changed them.)</a:t>
            </a:r>
            <a:endParaRPr lang="en-US" altLang="en-US" sz="2800">
              <a:latin typeface="Times New Roman" panose="02020603050405020304" pitchFamily="18" charset="0"/>
            </a:endParaRPr>
          </a:p>
        </p:txBody>
      </p:sp>
      <p:sp>
        <p:nvSpPr>
          <p:cNvPr id="328710" name="Text Box 1029">
            <a:extLst>
              <a:ext uri="{FF2B5EF4-FFF2-40B4-BE49-F238E27FC236}">
                <a16:creationId xmlns:a16="http://schemas.microsoft.com/office/drawing/2014/main" id="{35533724-858D-EDDE-7A09-7C89BB7884A8}"/>
              </a:ext>
            </a:extLst>
          </p:cNvPr>
          <p:cNvSpPr txBox="1">
            <a:spLocks noChangeArrowheads="1"/>
          </p:cNvSpPr>
          <p:nvPr/>
        </p:nvSpPr>
        <p:spPr bwMode="auto">
          <a:xfrm>
            <a:off x="2895600" y="4038600"/>
            <a:ext cx="7315200" cy="2362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pt-BR" altLang="en-US" sz="1000" b="1">
                <a:latin typeface="Times New Roman" panose="02020603050405020304" pitchFamily="18" charset="0"/>
              </a:rPr>
              <a:t>Alice			Tom			Bob</a:t>
            </a:r>
          </a:p>
          <a:p>
            <a:pPr algn="just" eaLnBrk="1" hangingPunct="1">
              <a:spcBef>
                <a:spcPct val="0"/>
              </a:spcBef>
              <a:buClrTx/>
              <a:buSzTx/>
              <a:buFontTx/>
              <a:buNone/>
            </a:pPr>
            <a:endParaRPr lang="pt-BR" altLang="en-US" sz="1000" b="1">
              <a:latin typeface="Times New Roman" panose="02020603050405020304" pitchFamily="18" charset="0"/>
            </a:endParaRPr>
          </a:p>
          <a:p>
            <a:pPr eaLnBrk="1" hangingPunct="1">
              <a:spcBef>
                <a:spcPct val="0"/>
              </a:spcBef>
              <a:buClrTx/>
              <a:buSzTx/>
              <a:buFontTx/>
              <a:buNone/>
            </a:pPr>
            <a:r>
              <a:rPr lang="pt-BR" altLang="en-US" sz="1200" b="1">
                <a:latin typeface="Times New Roman" panose="02020603050405020304" pitchFamily="18" charset="0"/>
              </a:rPr>
              <a:t>K1       = B</a:t>
            </a:r>
            <a:r>
              <a:rPr lang="pt-BR" altLang="en-US" sz="1200" b="1" baseline="30000">
                <a:latin typeface="Times New Roman" panose="02020603050405020304" pitchFamily="18" charset="0"/>
              </a:rPr>
              <a:t>x</a:t>
            </a:r>
            <a:r>
              <a:rPr lang="pt-BR" altLang="en-US" sz="1200" b="1">
                <a:latin typeface="Times New Roman" panose="02020603050405020304" pitchFamily="18" charset="0"/>
              </a:rPr>
              <a:t> mod n		K1	= B</a:t>
            </a:r>
            <a:r>
              <a:rPr lang="pt-BR" altLang="en-US" sz="1200" b="1" baseline="30000">
                <a:latin typeface="Times New Roman" panose="02020603050405020304" pitchFamily="18" charset="0"/>
              </a:rPr>
              <a:t>x</a:t>
            </a:r>
            <a:r>
              <a:rPr lang="pt-BR" altLang="en-US" sz="1200" b="1">
                <a:latin typeface="Times New Roman" panose="02020603050405020304" pitchFamily="18" charset="0"/>
              </a:rPr>
              <a:t> mod n		K2 = A</a:t>
            </a:r>
            <a:r>
              <a:rPr lang="pt-BR" altLang="en-US" sz="1200" b="1" baseline="30000">
                <a:latin typeface="Times New Roman" panose="02020603050405020304" pitchFamily="18" charset="0"/>
              </a:rPr>
              <a:t>y</a:t>
            </a:r>
            <a:r>
              <a:rPr lang="pt-BR" altLang="en-US" sz="1200" b="1">
                <a:latin typeface="Times New Roman" panose="02020603050405020304" pitchFamily="18" charset="0"/>
              </a:rPr>
              <a:t> mod n</a:t>
            </a:r>
          </a:p>
          <a:p>
            <a:pPr lvl="1" eaLnBrk="1" hangingPunct="1">
              <a:spcBef>
                <a:spcPct val="0"/>
              </a:spcBef>
              <a:buClrTx/>
              <a:buSzTx/>
              <a:buFontTx/>
              <a:buNone/>
            </a:pPr>
            <a:r>
              <a:rPr lang="en-US" altLang="en-US" sz="1200" b="1">
                <a:latin typeface="Times New Roman" panose="02020603050405020304" pitchFamily="18" charset="0"/>
              </a:rPr>
              <a:t>= 4</a:t>
            </a:r>
            <a:r>
              <a:rPr lang="en-US" altLang="en-US" sz="1200" b="1" baseline="30000">
                <a:latin typeface="Times New Roman" panose="02020603050405020304" pitchFamily="18" charset="0"/>
              </a:rPr>
              <a:t>3</a:t>
            </a:r>
            <a:r>
              <a:rPr lang="en-US" altLang="en-US" sz="1200" b="1">
                <a:latin typeface="Times New Roman" panose="02020603050405020304" pitchFamily="18" charset="0"/>
              </a:rPr>
              <a:t> mod 11			= 8</a:t>
            </a:r>
            <a:r>
              <a:rPr lang="en-US" altLang="en-US" sz="1200" b="1" baseline="30000">
                <a:latin typeface="Times New Roman" panose="02020603050405020304" pitchFamily="18" charset="0"/>
              </a:rPr>
              <a:t>8</a:t>
            </a:r>
            <a:r>
              <a:rPr lang="en-US" altLang="en-US" sz="1200" b="1">
                <a:latin typeface="Times New Roman" panose="02020603050405020304" pitchFamily="18" charset="0"/>
              </a:rPr>
              <a:t> mod 11		       = 9</a:t>
            </a:r>
            <a:r>
              <a:rPr lang="en-US" altLang="en-US" sz="1200" b="1" baseline="30000">
                <a:latin typeface="Times New Roman" panose="02020603050405020304" pitchFamily="18" charset="0"/>
              </a:rPr>
              <a:t>9</a:t>
            </a:r>
            <a:r>
              <a:rPr lang="en-US" altLang="en-US" sz="1200" b="1">
                <a:latin typeface="Times New Roman" panose="02020603050405020304" pitchFamily="18" charset="0"/>
              </a:rPr>
              <a:t> mod 11</a:t>
            </a:r>
          </a:p>
          <a:p>
            <a:pPr lvl="1" eaLnBrk="1" hangingPunct="1">
              <a:spcBef>
                <a:spcPct val="0"/>
              </a:spcBef>
              <a:buClrTx/>
              <a:buSzTx/>
              <a:buFontTx/>
              <a:buNone/>
            </a:pPr>
            <a:r>
              <a:rPr lang="en-US" altLang="en-US" sz="1200" b="1">
                <a:latin typeface="Times New Roman" panose="02020603050405020304" pitchFamily="18" charset="0"/>
              </a:rPr>
              <a:t>= 64 mod 11			= 16777216 mod 11	     = 387420489 mod 11</a:t>
            </a:r>
          </a:p>
          <a:p>
            <a:pPr eaLnBrk="1" hangingPunct="1">
              <a:spcBef>
                <a:spcPct val="0"/>
              </a:spcBef>
              <a:buClrTx/>
              <a:buSzTx/>
              <a:buFontTx/>
              <a:buNone/>
            </a:pPr>
            <a:r>
              <a:rPr lang="en-US" altLang="en-US" sz="1200" b="1">
                <a:latin typeface="Times New Roman" panose="02020603050405020304" pitchFamily="18" charset="0"/>
              </a:rPr>
              <a:t>            = 9 				= 5		     = 5</a:t>
            </a:r>
          </a:p>
          <a:p>
            <a:pPr eaLnBrk="1" hangingPunct="1">
              <a:spcBef>
                <a:spcPct val="0"/>
              </a:spcBef>
              <a:buClrTx/>
              <a:buSzTx/>
              <a:buFontTx/>
              <a:buNone/>
            </a:pPr>
            <a:endParaRPr lang="en-US" altLang="en-US" sz="1200" b="1">
              <a:latin typeface="Times New Roman" panose="02020603050405020304" pitchFamily="18" charset="0"/>
            </a:endParaRPr>
          </a:p>
          <a:p>
            <a:pPr lvl="1" eaLnBrk="1" hangingPunct="1">
              <a:spcBef>
                <a:spcPct val="0"/>
              </a:spcBef>
              <a:buClrTx/>
              <a:buSzTx/>
              <a:buFontTx/>
              <a:buNone/>
            </a:pPr>
            <a:endParaRPr lang="en-US" altLang="en-US" sz="1200" b="1">
              <a:latin typeface="Times New Roman" panose="02020603050405020304" pitchFamily="18" charset="0"/>
            </a:endParaRPr>
          </a:p>
          <a:p>
            <a:pPr eaLnBrk="1" hangingPunct="1">
              <a:spcBef>
                <a:spcPct val="0"/>
              </a:spcBef>
              <a:buClrTx/>
              <a:buSzTx/>
              <a:buFontTx/>
              <a:buNone/>
            </a:pPr>
            <a:r>
              <a:rPr lang="en-US" altLang="en-US" sz="1200" b="1">
                <a:latin typeface="Times New Roman" panose="02020603050405020304" pitchFamily="18" charset="0"/>
              </a:rPr>
              <a:t>	 		K2	= A</a:t>
            </a:r>
            <a:r>
              <a:rPr lang="en-US" altLang="en-US" sz="1200" b="1" baseline="30000">
                <a:latin typeface="Times New Roman" panose="02020603050405020304" pitchFamily="18" charset="0"/>
              </a:rPr>
              <a:t>y</a:t>
            </a:r>
            <a:r>
              <a:rPr lang="en-US" altLang="en-US" sz="1200" b="1">
                <a:latin typeface="Times New Roman" panose="02020603050405020304" pitchFamily="18" charset="0"/>
              </a:rPr>
              <a:t> mod n</a:t>
            </a:r>
          </a:p>
          <a:p>
            <a:pPr eaLnBrk="1" hangingPunct="1">
              <a:spcBef>
                <a:spcPct val="0"/>
              </a:spcBef>
              <a:buClrTx/>
              <a:buSzTx/>
              <a:buFontTx/>
              <a:buNone/>
            </a:pPr>
            <a:r>
              <a:rPr lang="en-US" altLang="en-US" sz="1200" b="1">
                <a:latin typeface="Times New Roman" panose="02020603050405020304" pitchFamily="18" charset="0"/>
              </a:rPr>
              <a:t>				= 2</a:t>
            </a:r>
            <a:r>
              <a:rPr lang="en-US" altLang="en-US" sz="1200" b="1" baseline="30000">
                <a:latin typeface="Times New Roman" panose="02020603050405020304" pitchFamily="18" charset="0"/>
              </a:rPr>
              <a:t>6</a:t>
            </a:r>
            <a:r>
              <a:rPr lang="en-US" altLang="en-US" sz="1200" b="1">
                <a:latin typeface="Times New Roman" panose="02020603050405020304" pitchFamily="18" charset="0"/>
              </a:rPr>
              <a:t> mod 11</a:t>
            </a:r>
          </a:p>
          <a:p>
            <a:pPr eaLnBrk="1" hangingPunct="1">
              <a:spcBef>
                <a:spcPct val="0"/>
              </a:spcBef>
              <a:buClrTx/>
              <a:buSzTx/>
              <a:buFontTx/>
              <a:buNone/>
            </a:pPr>
            <a:r>
              <a:rPr lang="en-US" altLang="en-US" sz="1200">
                <a:latin typeface="Times New Roman" panose="02020603050405020304" pitchFamily="18" charset="0"/>
              </a:rPr>
              <a:t>				</a:t>
            </a:r>
            <a:r>
              <a:rPr lang="en-US" altLang="en-US" sz="1200" b="1">
                <a:latin typeface="Times New Roman" panose="02020603050405020304" pitchFamily="18" charset="0"/>
              </a:rPr>
              <a:t>= 64 mod 11</a:t>
            </a:r>
          </a:p>
          <a:p>
            <a:pPr eaLnBrk="1" hangingPunct="1">
              <a:spcBef>
                <a:spcPct val="0"/>
              </a:spcBef>
              <a:buClrTx/>
              <a:buSzTx/>
              <a:buFontTx/>
              <a:buNone/>
            </a:pPr>
            <a:r>
              <a:rPr lang="en-US" altLang="en-US" sz="1200">
                <a:latin typeface="Times New Roman" panose="02020603050405020304" pitchFamily="18" charset="0"/>
              </a:rPr>
              <a:t>				</a:t>
            </a:r>
            <a:r>
              <a:rPr lang="en-US" altLang="en-US" sz="1200" b="1">
                <a:latin typeface="Times New Roman" panose="02020603050405020304" pitchFamily="18" charset="0"/>
              </a:rPr>
              <a:t>= 9</a:t>
            </a: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44467030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Number Placeholder 5">
            <a:extLst>
              <a:ext uri="{FF2B5EF4-FFF2-40B4-BE49-F238E27FC236}">
                <a16:creationId xmlns:a16="http://schemas.microsoft.com/office/drawing/2014/main" id="{C2C3ADF8-A05B-4A2A-A2A1-388BA6159A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16224F5-FF54-4750-8A0E-D16DE9D76A31}" type="slidenum">
              <a:rPr lang="en-US" altLang="en-US" sz="1400"/>
              <a:pPr>
                <a:spcBef>
                  <a:spcPct val="0"/>
                </a:spcBef>
                <a:buClrTx/>
                <a:buSzTx/>
                <a:buFontTx/>
                <a:buNone/>
              </a:pPr>
              <a:t>123</a:t>
            </a:fld>
            <a:endParaRPr lang="en-US" altLang="en-US" sz="1400"/>
          </a:p>
        </p:txBody>
      </p:sp>
      <p:sp>
        <p:nvSpPr>
          <p:cNvPr id="240643" name="Rectangle 2">
            <a:extLst>
              <a:ext uri="{FF2B5EF4-FFF2-40B4-BE49-F238E27FC236}">
                <a16:creationId xmlns:a16="http://schemas.microsoft.com/office/drawing/2014/main" id="{7EBB5CEB-E8E3-0664-EC56-3C2F8FB6D7EC}"/>
              </a:ext>
            </a:extLst>
          </p:cNvPr>
          <p:cNvSpPr>
            <a:spLocks noGrp="1" noChangeArrowheads="1"/>
          </p:cNvSpPr>
          <p:nvPr>
            <p:ph type="title"/>
          </p:nvPr>
        </p:nvSpPr>
        <p:spPr/>
        <p:txBody>
          <a:bodyPr/>
          <a:lstStyle/>
          <a:p>
            <a:pPr eaLnBrk="1" hangingPunct="1"/>
            <a:r>
              <a:rPr lang="en-US" altLang="en-US"/>
              <a:t>Asymmetric Key Encryption</a:t>
            </a:r>
          </a:p>
        </p:txBody>
      </p:sp>
      <p:sp>
        <p:nvSpPr>
          <p:cNvPr id="240644" name="Rectangle 3">
            <a:extLst>
              <a:ext uri="{FF2B5EF4-FFF2-40B4-BE49-F238E27FC236}">
                <a16:creationId xmlns:a16="http://schemas.microsoft.com/office/drawing/2014/main" id="{ACAA61C3-0322-8B65-EC3A-F3244C25A2FD}"/>
              </a:ext>
            </a:extLst>
          </p:cNvPr>
          <p:cNvSpPr>
            <a:spLocks noGrp="1" noChangeArrowheads="1"/>
          </p:cNvSpPr>
          <p:nvPr>
            <p:ph type="body" idx="1"/>
          </p:nvPr>
        </p:nvSpPr>
        <p:spPr/>
        <p:txBody>
          <a:bodyPr/>
          <a:lstStyle/>
          <a:p>
            <a:pPr eaLnBrk="1" hangingPunct="1"/>
            <a:r>
              <a:rPr lang="en-US" altLang="en-US"/>
              <a:t>Also called as Public Key Encryption</a:t>
            </a:r>
          </a:p>
          <a:p>
            <a:pPr eaLnBrk="1" hangingPunct="1"/>
            <a:r>
              <a:rPr lang="en-US" altLang="en-US"/>
              <a:t>Each party has two keys</a:t>
            </a:r>
          </a:p>
          <a:p>
            <a:pPr lvl="1" eaLnBrk="1" hangingPunct="1"/>
            <a:r>
              <a:rPr lang="en-US" altLang="en-US" sz="3200"/>
              <a:t>Public Key (say </a:t>
            </a:r>
            <a:r>
              <a:rPr lang="en-US" altLang="en-US" sz="3200" i="1"/>
              <a:t>K1</a:t>
            </a:r>
            <a:r>
              <a:rPr lang="en-US" altLang="en-US" sz="3200"/>
              <a:t>)</a:t>
            </a:r>
          </a:p>
          <a:p>
            <a:pPr lvl="1" eaLnBrk="1" hangingPunct="1"/>
            <a:r>
              <a:rPr lang="en-US" altLang="en-US" sz="3200"/>
              <a:t>Private Key (say </a:t>
            </a:r>
            <a:r>
              <a:rPr lang="en-US" altLang="en-US" sz="3200" i="1"/>
              <a:t>K2</a:t>
            </a:r>
            <a:r>
              <a:rPr lang="en-US" altLang="en-US" sz="3200"/>
              <a:t>)</a:t>
            </a:r>
            <a:endParaRPr lang="en-US" altLang="en-US"/>
          </a:p>
          <a:p>
            <a:pPr eaLnBrk="1" hangingPunct="1"/>
            <a:r>
              <a:rPr lang="en-US" altLang="en-US"/>
              <a:t>Public Key is known to everybody</a:t>
            </a:r>
          </a:p>
          <a:p>
            <a:pPr eaLnBrk="1" hangingPunct="1"/>
            <a:r>
              <a:rPr lang="en-US" altLang="en-US"/>
              <a:t>Private Key must be kept secret</a:t>
            </a:r>
          </a:p>
          <a:p>
            <a:pPr eaLnBrk="1" hangingPunct="1"/>
            <a:r>
              <a:rPr lang="en-US" altLang="en-US"/>
              <a:t>Encrypt with </a:t>
            </a:r>
            <a:r>
              <a:rPr lang="en-US" altLang="en-US" i="1"/>
              <a:t>K1</a:t>
            </a:r>
            <a:r>
              <a:rPr lang="en-US" altLang="en-US"/>
              <a:t>, Decrypt with </a:t>
            </a:r>
            <a:r>
              <a:rPr lang="en-US" altLang="en-US" i="1"/>
              <a:t>K2</a:t>
            </a:r>
            <a:endParaRPr lang="en-US" altLang="en-US" sz="3600"/>
          </a:p>
        </p:txBody>
      </p:sp>
    </p:spTree>
    <p:extLst>
      <p:ext uri="{BB962C8B-B14F-4D97-AF65-F5344CB8AC3E}">
        <p14:creationId xmlns:p14="http://schemas.microsoft.com/office/powerpoint/2010/main" val="3092589410"/>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Slide Number Placeholder 5">
            <a:extLst>
              <a:ext uri="{FF2B5EF4-FFF2-40B4-BE49-F238E27FC236}">
                <a16:creationId xmlns:a16="http://schemas.microsoft.com/office/drawing/2014/main" id="{FB8A803A-EEAF-37F5-8C21-DAA9855880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50DF9F4-7DB9-4D1F-8256-A9AD6157BD4D}" type="slidenum">
              <a:rPr lang="en-US" altLang="en-US" sz="1400"/>
              <a:pPr>
                <a:spcBef>
                  <a:spcPct val="0"/>
                </a:spcBef>
                <a:buClrTx/>
                <a:buSzTx/>
                <a:buFontTx/>
                <a:buNone/>
              </a:pPr>
              <a:t>124</a:t>
            </a:fld>
            <a:endParaRPr lang="en-US" altLang="en-US" sz="1400"/>
          </a:p>
        </p:txBody>
      </p:sp>
      <p:sp>
        <p:nvSpPr>
          <p:cNvPr id="242691" name="Rectangle 2">
            <a:extLst>
              <a:ext uri="{FF2B5EF4-FFF2-40B4-BE49-F238E27FC236}">
                <a16:creationId xmlns:a16="http://schemas.microsoft.com/office/drawing/2014/main" id="{12F2C9BA-8D99-CBC2-D028-C4FB1DD3A3DD}"/>
              </a:ext>
            </a:extLst>
          </p:cNvPr>
          <p:cNvSpPr>
            <a:spLocks noGrp="1" noChangeArrowheads="1"/>
          </p:cNvSpPr>
          <p:nvPr>
            <p:ph type="title"/>
          </p:nvPr>
        </p:nvSpPr>
        <p:spPr/>
        <p:txBody>
          <a:bodyPr/>
          <a:lstStyle/>
          <a:p>
            <a:pPr eaLnBrk="1" hangingPunct="1"/>
            <a:r>
              <a:rPr lang="en-US" altLang="en-US"/>
              <a:t>Asymmetric Key Encryption: Concept</a:t>
            </a:r>
          </a:p>
        </p:txBody>
      </p:sp>
      <p:sp>
        <p:nvSpPr>
          <p:cNvPr id="242692" name="computr1">
            <a:extLst>
              <a:ext uri="{FF2B5EF4-FFF2-40B4-BE49-F238E27FC236}">
                <a16:creationId xmlns:a16="http://schemas.microsoft.com/office/drawing/2014/main" id="{9EE739CE-D0DC-D215-8FFA-69D124AD4E78}"/>
              </a:ext>
            </a:extLst>
          </p:cNvPr>
          <p:cNvSpPr>
            <a:spLocks noEditPoints="1" noChangeArrowheads="1"/>
          </p:cNvSpPr>
          <p:nvPr/>
        </p:nvSpPr>
        <p:spPr bwMode="auto">
          <a:xfrm>
            <a:off x="10385438" y="3732616"/>
            <a:ext cx="1550796" cy="941238"/>
          </a:xfrm>
          <a:custGeom>
            <a:avLst/>
            <a:gdLst>
              <a:gd name="T0" fmla="*/ 2147483646 w 21600"/>
              <a:gd name="T1" fmla="*/ 0 h 21600"/>
              <a:gd name="T2" fmla="*/ 2147483646 w 21600"/>
              <a:gd name="T3" fmla="*/ 0 h 21600"/>
              <a:gd name="T4" fmla="*/ 2147483646 w 21600"/>
              <a:gd name="T5" fmla="*/ 0 h 21600"/>
              <a:gd name="T6" fmla="*/ 0 w 21600"/>
              <a:gd name="T7" fmla="*/ 2147483646 h 21600"/>
              <a:gd name="T8" fmla="*/ 0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2147483646 w 21600"/>
              <a:gd name="T21" fmla="*/ 2147483646 h 21600"/>
              <a:gd name="T22" fmla="*/ 2147483646 w 21600"/>
              <a:gd name="T23" fmla="*/ 2147483646 h 21600"/>
              <a:gd name="T24" fmla="*/ 0 w 21600"/>
              <a:gd name="T25" fmla="*/ 2147483646 h 21600"/>
              <a:gd name="T26" fmla="*/ 2147483646 w 21600"/>
              <a:gd name="T27" fmla="*/ 214748364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Bank</a:t>
            </a:r>
          </a:p>
        </p:txBody>
      </p:sp>
      <p:grpSp>
        <p:nvGrpSpPr>
          <p:cNvPr id="242693" name="Group 4">
            <a:extLst>
              <a:ext uri="{FF2B5EF4-FFF2-40B4-BE49-F238E27FC236}">
                <a16:creationId xmlns:a16="http://schemas.microsoft.com/office/drawing/2014/main" id="{AF60E9C8-2ADE-2A3F-A25B-6C91E1A42AD7}"/>
              </a:ext>
            </a:extLst>
          </p:cNvPr>
          <p:cNvGrpSpPr>
            <a:grpSpLocks/>
          </p:cNvGrpSpPr>
          <p:nvPr/>
        </p:nvGrpSpPr>
        <p:grpSpPr bwMode="auto">
          <a:xfrm>
            <a:off x="871341" y="1801564"/>
            <a:ext cx="9649396" cy="4691311"/>
            <a:chOff x="1088" y="1536"/>
            <a:chExt cx="3544" cy="2010"/>
          </a:xfrm>
        </p:grpSpPr>
        <p:sp>
          <p:nvSpPr>
            <p:cNvPr id="242694" name="computr1">
              <a:extLst>
                <a:ext uri="{FF2B5EF4-FFF2-40B4-BE49-F238E27FC236}">
                  <a16:creationId xmlns:a16="http://schemas.microsoft.com/office/drawing/2014/main" id="{9821599F-1BAD-BB0D-8B8A-1EAF61D8BEEF}"/>
                </a:ext>
              </a:extLst>
            </p:cNvPr>
            <p:cNvSpPr>
              <a:spLocks noEditPoints="1" noChangeArrowheads="1"/>
            </p:cNvSpPr>
            <p:nvPr/>
          </p:nvSpPr>
          <p:spPr bwMode="auto">
            <a:xfrm>
              <a:off x="1088" y="1536"/>
              <a:ext cx="848" cy="58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6 w 21600"/>
                <a:gd name="T43" fmla="*/ 2530 h 21600"/>
                <a:gd name="T44" fmla="*/ 16760 w 21600"/>
                <a:gd name="T45" fmla="*/ 1114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Customer A</a:t>
              </a:r>
            </a:p>
          </p:txBody>
        </p:sp>
        <p:sp>
          <p:nvSpPr>
            <p:cNvPr id="242695" name="computr1">
              <a:extLst>
                <a:ext uri="{FF2B5EF4-FFF2-40B4-BE49-F238E27FC236}">
                  <a16:creationId xmlns:a16="http://schemas.microsoft.com/office/drawing/2014/main" id="{01E35117-DF24-29A2-C1BD-C490A1D768AC}"/>
                </a:ext>
              </a:extLst>
            </p:cNvPr>
            <p:cNvSpPr>
              <a:spLocks noEditPoints="1" noChangeArrowheads="1"/>
            </p:cNvSpPr>
            <p:nvPr/>
          </p:nvSpPr>
          <p:spPr bwMode="auto">
            <a:xfrm>
              <a:off x="1113" y="2250"/>
              <a:ext cx="848" cy="58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6 w 21600"/>
                <a:gd name="T43" fmla="*/ 2530 h 21600"/>
                <a:gd name="T44" fmla="*/ 16760 w 21600"/>
                <a:gd name="T45" fmla="*/ 1114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Customer B</a:t>
              </a:r>
            </a:p>
          </p:txBody>
        </p:sp>
        <p:sp>
          <p:nvSpPr>
            <p:cNvPr id="242696" name="computr1">
              <a:extLst>
                <a:ext uri="{FF2B5EF4-FFF2-40B4-BE49-F238E27FC236}">
                  <a16:creationId xmlns:a16="http://schemas.microsoft.com/office/drawing/2014/main" id="{049DD80E-50CD-6B2D-0693-256A7664108D}"/>
                </a:ext>
              </a:extLst>
            </p:cNvPr>
            <p:cNvSpPr>
              <a:spLocks noEditPoints="1" noChangeArrowheads="1"/>
            </p:cNvSpPr>
            <p:nvPr/>
          </p:nvSpPr>
          <p:spPr bwMode="auto">
            <a:xfrm>
              <a:off x="1088" y="2957"/>
              <a:ext cx="848" cy="58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6 w 21600"/>
                <a:gd name="T43" fmla="*/ 2530 h 21600"/>
                <a:gd name="T44" fmla="*/ 16760 w 21600"/>
                <a:gd name="T45" fmla="*/ 1114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Times New Roman" panose="02020603050405020304" pitchFamily="18" charset="0"/>
                </a:rPr>
                <a:t>Customer C</a:t>
              </a:r>
            </a:p>
          </p:txBody>
        </p:sp>
        <p:sp>
          <p:nvSpPr>
            <p:cNvPr id="242697" name="Line 8">
              <a:extLst>
                <a:ext uri="{FF2B5EF4-FFF2-40B4-BE49-F238E27FC236}">
                  <a16:creationId xmlns:a16="http://schemas.microsoft.com/office/drawing/2014/main" id="{3BADCDB6-2A75-F6F6-A0A7-AAA5235E091A}"/>
                </a:ext>
              </a:extLst>
            </p:cNvPr>
            <p:cNvSpPr>
              <a:spLocks noChangeShapeType="1"/>
            </p:cNvSpPr>
            <p:nvPr/>
          </p:nvSpPr>
          <p:spPr bwMode="auto">
            <a:xfrm>
              <a:off x="1852" y="1747"/>
              <a:ext cx="432"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698" name="Text Box 9">
              <a:extLst>
                <a:ext uri="{FF2B5EF4-FFF2-40B4-BE49-F238E27FC236}">
                  <a16:creationId xmlns:a16="http://schemas.microsoft.com/office/drawing/2014/main" id="{B8939C83-7C50-164B-9058-683278170154}"/>
                </a:ext>
              </a:extLst>
            </p:cNvPr>
            <p:cNvSpPr txBox="1">
              <a:spLocks noChangeArrowheads="1"/>
            </p:cNvSpPr>
            <p:nvPr/>
          </p:nvSpPr>
          <p:spPr bwMode="auto">
            <a:xfrm>
              <a:off x="2259" y="1588"/>
              <a:ext cx="677" cy="298"/>
            </a:xfrm>
            <a:prstGeom prst="rect">
              <a:avLst/>
            </a:prstGeom>
            <a:solidFill>
              <a:schemeClr val="accent2">
                <a:lumMod val="40000"/>
                <a:lumOff val="6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a:spcBef>
                  <a:spcPct val="0"/>
                </a:spcBef>
                <a:buClrTx/>
                <a:buSzTx/>
                <a:buFontTx/>
                <a:buNone/>
              </a:pPr>
              <a:r>
                <a:rPr lang="en-US" altLang="en-US" sz="1800" b="1" dirty="0">
                  <a:latin typeface="Times New Roman" panose="02020603050405020304" pitchFamily="18" charset="0"/>
                </a:rPr>
                <a:t>Bank’s public key</a:t>
              </a:r>
            </a:p>
          </p:txBody>
        </p:sp>
        <p:sp>
          <p:nvSpPr>
            <p:cNvPr id="242699" name="Line 10">
              <a:extLst>
                <a:ext uri="{FF2B5EF4-FFF2-40B4-BE49-F238E27FC236}">
                  <a16:creationId xmlns:a16="http://schemas.microsoft.com/office/drawing/2014/main" id="{2F9E132B-0C2D-7754-DC2B-82910FF7D648}"/>
                </a:ext>
              </a:extLst>
            </p:cNvPr>
            <p:cNvSpPr>
              <a:spLocks noChangeShapeType="1"/>
            </p:cNvSpPr>
            <p:nvPr/>
          </p:nvSpPr>
          <p:spPr bwMode="auto">
            <a:xfrm>
              <a:off x="1892" y="2482"/>
              <a:ext cx="433"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700" name="Text Box 11">
              <a:extLst>
                <a:ext uri="{FF2B5EF4-FFF2-40B4-BE49-F238E27FC236}">
                  <a16:creationId xmlns:a16="http://schemas.microsoft.com/office/drawing/2014/main" id="{59FE893D-B564-4F49-6014-CEF7BDCDD7F4}"/>
                </a:ext>
              </a:extLst>
            </p:cNvPr>
            <p:cNvSpPr txBox="1">
              <a:spLocks noChangeArrowheads="1"/>
            </p:cNvSpPr>
            <p:nvPr/>
          </p:nvSpPr>
          <p:spPr bwMode="auto">
            <a:xfrm>
              <a:off x="2300" y="2322"/>
              <a:ext cx="677" cy="298"/>
            </a:xfrm>
            <a:prstGeom prst="rect">
              <a:avLst/>
            </a:prstGeom>
            <a:solidFill>
              <a:schemeClr val="accent2">
                <a:lumMod val="40000"/>
                <a:lumOff val="6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a:spcBef>
                  <a:spcPct val="0"/>
                </a:spcBef>
                <a:buClrTx/>
                <a:buSzTx/>
                <a:buFontTx/>
                <a:buNone/>
              </a:pPr>
              <a:r>
                <a:rPr lang="en-US" altLang="en-US" sz="1800" b="1">
                  <a:latin typeface="Times New Roman" panose="02020603050405020304" pitchFamily="18" charset="0"/>
                </a:rPr>
                <a:t>Bank’s public key</a:t>
              </a:r>
            </a:p>
          </p:txBody>
        </p:sp>
        <p:sp>
          <p:nvSpPr>
            <p:cNvPr id="242701" name="Line 12">
              <a:extLst>
                <a:ext uri="{FF2B5EF4-FFF2-40B4-BE49-F238E27FC236}">
                  <a16:creationId xmlns:a16="http://schemas.microsoft.com/office/drawing/2014/main" id="{F345320E-24B5-C079-D3FA-56611722D68A}"/>
                </a:ext>
              </a:extLst>
            </p:cNvPr>
            <p:cNvSpPr>
              <a:spLocks noChangeShapeType="1"/>
            </p:cNvSpPr>
            <p:nvPr/>
          </p:nvSpPr>
          <p:spPr bwMode="auto">
            <a:xfrm>
              <a:off x="1860" y="3182"/>
              <a:ext cx="432"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702" name="Text Box 13">
              <a:extLst>
                <a:ext uri="{FF2B5EF4-FFF2-40B4-BE49-F238E27FC236}">
                  <a16:creationId xmlns:a16="http://schemas.microsoft.com/office/drawing/2014/main" id="{2FA2DF41-E0DB-067B-FA60-05F02948846B}"/>
                </a:ext>
              </a:extLst>
            </p:cNvPr>
            <p:cNvSpPr txBox="1">
              <a:spLocks noChangeArrowheads="1"/>
            </p:cNvSpPr>
            <p:nvPr/>
          </p:nvSpPr>
          <p:spPr bwMode="auto">
            <a:xfrm>
              <a:off x="2267" y="3022"/>
              <a:ext cx="677" cy="298"/>
            </a:xfrm>
            <a:prstGeom prst="rect">
              <a:avLst/>
            </a:prstGeom>
            <a:solidFill>
              <a:schemeClr val="accent2">
                <a:lumMod val="40000"/>
                <a:lumOff val="6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a:spcBef>
                  <a:spcPct val="0"/>
                </a:spcBef>
                <a:buClrTx/>
                <a:buSzTx/>
                <a:buFontTx/>
                <a:buNone/>
              </a:pPr>
              <a:r>
                <a:rPr lang="en-US" altLang="en-US" sz="1800" b="1">
                  <a:latin typeface="Times New Roman" panose="02020603050405020304" pitchFamily="18" charset="0"/>
                </a:rPr>
                <a:t>Bank’s public key</a:t>
              </a:r>
            </a:p>
          </p:txBody>
        </p:sp>
        <p:sp>
          <p:nvSpPr>
            <p:cNvPr id="242703" name="Text Box 14">
              <a:extLst>
                <a:ext uri="{FF2B5EF4-FFF2-40B4-BE49-F238E27FC236}">
                  <a16:creationId xmlns:a16="http://schemas.microsoft.com/office/drawing/2014/main" id="{61F85FA6-1E71-CC17-BC18-360B43EB8B14}"/>
                </a:ext>
              </a:extLst>
            </p:cNvPr>
            <p:cNvSpPr txBox="1">
              <a:spLocks noChangeArrowheads="1"/>
            </p:cNvSpPr>
            <p:nvPr/>
          </p:nvSpPr>
          <p:spPr bwMode="auto">
            <a:xfrm>
              <a:off x="3556" y="2329"/>
              <a:ext cx="717" cy="291"/>
            </a:xfrm>
            <a:prstGeom prst="rect">
              <a:avLst/>
            </a:prstGeom>
            <a:solidFill>
              <a:schemeClr val="accent6">
                <a:lumMod val="20000"/>
                <a:lumOff val="8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a:spcBef>
                  <a:spcPct val="0"/>
                </a:spcBef>
                <a:buClrTx/>
                <a:buSzTx/>
                <a:buFontTx/>
                <a:buNone/>
              </a:pPr>
              <a:r>
                <a:rPr lang="en-US" altLang="en-US" sz="1800" b="1">
                  <a:latin typeface="Times New Roman" panose="02020603050405020304" pitchFamily="18" charset="0"/>
                </a:rPr>
                <a:t>Bank’s private key</a:t>
              </a:r>
            </a:p>
            <a:p>
              <a:pPr>
                <a:spcBef>
                  <a:spcPct val="0"/>
                </a:spcBef>
                <a:buClrTx/>
                <a:buSzTx/>
                <a:buFontTx/>
                <a:buNone/>
              </a:pPr>
              <a:endParaRPr lang="en-US" altLang="en-US" sz="2000">
                <a:latin typeface="Times New Roman" panose="02020603050405020304" pitchFamily="18" charset="0"/>
              </a:endParaRPr>
            </a:p>
          </p:txBody>
        </p:sp>
        <p:sp>
          <p:nvSpPr>
            <p:cNvPr id="242704" name="Line 15">
              <a:extLst>
                <a:ext uri="{FF2B5EF4-FFF2-40B4-BE49-F238E27FC236}">
                  <a16:creationId xmlns:a16="http://schemas.microsoft.com/office/drawing/2014/main" id="{0F59B6FD-90B2-DFA2-D174-121FA3E18ACE}"/>
                </a:ext>
              </a:extLst>
            </p:cNvPr>
            <p:cNvSpPr>
              <a:spLocks noChangeShapeType="1"/>
            </p:cNvSpPr>
            <p:nvPr/>
          </p:nvSpPr>
          <p:spPr bwMode="auto">
            <a:xfrm>
              <a:off x="2936" y="1726"/>
              <a:ext cx="620" cy="70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705" name="Line 16">
              <a:extLst>
                <a:ext uri="{FF2B5EF4-FFF2-40B4-BE49-F238E27FC236}">
                  <a16:creationId xmlns:a16="http://schemas.microsoft.com/office/drawing/2014/main" id="{CC85DB84-A00D-043F-0C19-1DA992C23134}"/>
                </a:ext>
              </a:extLst>
            </p:cNvPr>
            <p:cNvSpPr>
              <a:spLocks noChangeShapeType="1"/>
            </p:cNvSpPr>
            <p:nvPr/>
          </p:nvSpPr>
          <p:spPr bwMode="auto">
            <a:xfrm>
              <a:off x="2985" y="2482"/>
              <a:ext cx="571"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706" name="Line 17">
              <a:extLst>
                <a:ext uri="{FF2B5EF4-FFF2-40B4-BE49-F238E27FC236}">
                  <a16:creationId xmlns:a16="http://schemas.microsoft.com/office/drawing/2014/main" id="{E0E61443-A5E5-57B6-E775-AAAD8BBB9E91}"/>
                </a:ext>
              </a:extLst>
            </p:cNvPr>
            <p:cNvSpPr>
              <a:spLocks noChangeShapeType="1"/>
            </p:cNvSpPr>
            <p:nvPr/>
          </p:nvSpPr>
          <p:spPr bwMode="auto">
            <a:xfrm flipV="1">
              <a:off x="2944" y="2565"/>
              <a:ext cx="612" cy="624"/>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42707" name="Line 18">
              <a:extLst>
                <a:ext uri="{FF2B5EF4-FFF2-40B4-BE49-F238E27FC236}">
                  <a16:creationId xmlns:a16="http://schemas.microsoft.com/office/drawing/2014/main" id="{577399F6-CC1D-92E0-FB55-7C0E4DFD4FB4}"/>
                </a:ext>
              </a:extLst>
            </p:cNvPr>
            <p:cNvSpPr>
              <a:spLocks noChangeShapeType="1"/>
            </p:cNvSpPr>
            <p:nvPr/>
          </p:nvSpPr>
          <p:spPr bwMode="auto">
            <a:xfrm>
              <a:off x="4273" y="2475"/>
              <a:ext cx="35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grpSp>
    </p:spTree>
    <p:extLst>
      <p:ext uri="{BB962C8B-B14F-4D97-AF65-F5344CB8AC3E}">
        <p14:creationId xmlns:p14="http://schemas.microsoft.com/office/powerpoint/2010/main" val="1442879053"/>
      </p:ext>
    </p:extLst>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Slide Number Placeholder 5">
            <a:extLst>
              <a:ext uri="{FF2B5EF4-FFF2-40B4-BE49-F238E27FC236}">
                <a16:creationId xmlns:a16="http://schemas.microsoft.com/office/drawing/2014/main" id="{F5EA8B79-359A-91D8-89B8-50F1D75F00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70F3FDE-7BF4-4179-9AF7-C6C2F31E6F4A}" type="slidenum">
              <a:rPr lang="en-US" altLang="en-US" sz="1400"/>
              <a:pPr>
                <a:spcBef>
                  <a:spcPct val="0"/>
                </a:spcBef>
                <a:buClrTx/>
                <a:buSzTx/>
                <a:buFontTx/>
                <a:buNone/>
              </a:pPr>
              <a:t>125</a:t>
            </a:fld>
            <a:endParaRPr lang="en-US" altLang="en-US" sz="1400"/>
          </a:p>
        </p:txBody>
      </p:sp>
      <p:sp>
        <p:nvSpPr>
          <p:cNvPr id="244739" name="Rectangle 2">
            <a:extLst>
              <a:ext uri="{FF2B5EF4-FFF2-40B4-BE49-F238E27FC236}">
                <a16:creationId xmlns:a16="http://schemas.microsoft.com/office/drawing/2014/main" id="{34A1D837-69EB-63ED-622C-F9C5A11BC30C}"/>
              </a:ext>
            </a:extLst>
          </p:cNvPr>
          <p:cNvSpPr>
            <a:spLocks noGrp="1" noChangeArrowheads="1"/>
          </p:cNvSpPr>
          <p:nvPr>
            <p:ph type="title"/>
          </p:nvPr>
        </p:nvSpPr>
        <p:spPr/>
        <p:txBody>
          <a:bodyPr/>
          <a:lstStyle/>
          <a:p>
            <a:pPr eaLnBrk="1" hangingPunct="1"/>
            <a:r>
              <a:rPr lang="en-US" altLang="en-US"/>
              <a:t>Asymmetric Key Encryption: Example</a:t>
            </a:r>
          </a:p>
        </p:txBody>
      </p:sp>
      <p:sp>
        <p:nvSpPr>
          <p:cNvPr id="244740" name="AutoShape 3">
            <a:extLst>
              <a:ext uri="{FF2B5EF4-FFF2-40B4-BE49-F238E27FC236}">
                <a16:creationId xmlns:a16="http://schemas.microsoft.com/office/drawing/2014/main" id="{30AF2C7F-A78C-3DFA-869D-51510D3DD8A7}"/>
              </a:ext>
            </a:extLst>
          </p:cNvPr>
          <p:cNvSpPr>
            <a:spLocks noChangeArrowheads="1"/>
          </p:cNvSpPr>
          <p:nvPr/>
        </p:nvSpPr>
        <p:spPr bwMode="auto">
          <a:xfrm>
            <a:off x="6400800" y="5410200"/>
            <a:ext cx="304800" cy="457200"/>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44741" name="Group 4">
            <a:extLst>
              <a:ext uri="{FF2B5EF4-FFF2-40B4-BE49-F238E27FC236}">
                <a16:creationId xmlns:a16="http://schemas.microsoft.com/office/drawing/2014/main" id="{4CC13291-27C9-ED40-595E-FD12107ACF96}"/>
              </a:ext>
            </a:extLst>
          </p:cNvPr>
          <p:cNvGrpSpPr>
            <a:grpSpLocks/>
          </p:cNvGrpSpPr>
          <p:nvPr/>
        </p:nvGrpSpPr>
        <p:grpSpPr bwMode="auto">
          <a:xfrm>
            <a:off x="2971800" y="1762125"/>
            <a:ext cx="6172200" cy="4267200"/>
            <a:chOff x="912" y="1344"/>
            <a:chExt cx="3888" cy="2688"/>
          </a:xfrm>
        </p:grpSpPr>
        <p:sp>
          <p:nvSpPr>
            <p:cNvPr id="244743" name="Rectangle 5">
              <a:extLst>
                <a:ext uri="{FF2B5EF4-FFF2-40B4-BE49-F238E27FC236}">
                  <a16:creationId xmlns:a16="http://schemas.microsoft.com/office/drawing/2014/main" id="{86366FFF-0E43-BDA9-9A74-A622A9688261}"/>
                </a:ext>
              </a:extLst>
            </p:cNvPr>
            <p:cNvSpPr>
              <a:spLocks noChangeArrowheads="1"/>
            </p:cNvSpPr>
            <p:nvPr/>
          </p:nvSpPr>
          <p:spPr bwMode="auto">
            <a:xfrm>
              <a:off x="912" y="1344"/>
              <a:ext cx="1296" cy="48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My name is Atul</a:t>
              </a:r>
            </a:p>
          </p:txBody>
        </p:sp>
        <p:sp>
          <p:nvSpPr>
            <p:cNvPr id="244744" name="Rectangle 6">
              <a:extLst>
                <a:ext uri="{FF2B5EF4-FFF2-40B4-BE49-F238E27FC236}">
                  <a16:creationId xmlns:a16="http://schemas.microsoft.com/office/drawing/2014/main" id="{F7D80D30-7CEA-9E67-1881-FB0C195578EE}"/>
                </a:ext>
              </a:extLst>
            </p:cNvPr>
            <p:cNvSpPr>
              <a:spLocks noChangeArrowheads="1"/>
            </p:cNvSpPr>
            <p:nvPr/>
          </p:nvSpPr>
          <p:spPr bwMode="auto">
            <a:xfrm>
              <a:off x="2448" y="1344"/>
              <a:ext cx="912" cy="48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Encrypt</a:t>
              </a:r>
            </a:p>
          </p:txBody>
        </p:sp>
        <p:sp>
          <p:nvSpPr>
            <p:cNvPr id="244745" name="AutoShape 7">
              <a:extLst>
                <a:ext uri="{FF2B5EF4-FFF2-40B4-BE49-F238E27FC236}">
                  <a16:creationId xmlns:a16="http://schemas.microsoft.com/office/drawing/2014/main" id="{C87DA953-7E1B-B3F2-5AA0-3DE94DAE2565}"/>
                </a:ext>
              </a:extLst>
            </p:cNvPr>
            <p:cNvSpPr>
              <a:spLocks noChangeArrowheads="1"/>
            </p:cNvSpPr>
            <p:nvPr/>
          </p:nvSpPr>
          <p:spPr bwMode="auto">
            <a:xfrm>
              <a:off x="244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44746" name="AutoShape 8">
              <a:extLst>
                <a:ext uri="{FF2B5EF4-FFF2-40B4-BE49-F238E27FC236}">
                  <a16:creationId xmlns:a16="http://schemas.microsoft.com/office/drawing/2014/main" id="{61E340D5-87C9-3F6B-8B5C-3F0EC0A2FFFE}"/>
                </a:ext>
              </a:extLst>
            </p:cNvPr>
            <p:cNvSpPr>
              <a:spLocks noChangeArrowheads="1"/>
            </p:cNvSpPr>
            <p:nvPr/>
          </p:nvSpPr>
          <p:spPr bwMode="auto">
            <a:xfrm>
              <a:off x="316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44747" name="Rectangle 9">
              <a:extLst>
                <a:ext uri="{FF2B5EF4-FFF2-40B4-BE49-F238E27FC236}">
                  <a16:creationId xmlns:a16="http://schemas.microsoft.com/office/drawing/2014/main" id="{7E73B2D5-A47F-131E-5538-5917BC55DC37}"/>
                </a:ext>
              </a:extLst>
            </p:cNvPr>
            <p:cNvSpPr>
              <a:spLocks noChangeArrowheads="1"/>
            </p:cNvSpPr>
            <p:nvPr/>
          </p:nvSpPr>
          <p:spPr bwMode="auto">
            <a:xfrm>
              <a:off x="2208" y="2112"/>
              <a:ext cx="672" cy="336"/>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Algorithm</a:t>
              </a:r>
            </a:p>
          </p:txBody>
        </p:sp>
        <p:sp>
          <p:nvSpPr>
            <p:cNvPr id="244748" name="Rectangle 10">
              <a:extLst>
                <a:ext uri="{FF2B5EF4-FFF2-40B4-BE49-F238E27FC236}">
                  <a16:creationId xmlns:a16="http://schemas.microsoft.com/office/drawing/2014/main" id="{1337C3A2-6DAD-6E8D-3332-39EE6B342AC9}"/>
                </a:ext>
              </a:extLst>
            </p:cNvPr>
            <p:cNvSpPr>
              <a:spLocks noChangeArrowheads="1"/>
            </p:cNvSpPr>
            <p:nvPr/>
          </p:nvSpPr>
          <p:spPr bwMode="auto">
            <a:xfrm>
              <a:off x="3024" y="2112"/>
              <a:ext cx="480" cy="336"/>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K1</a:t>
              </a:r>
            </a:p>
          </p:txBody>
        </p:sp>
        <p:sp>
          <p:nvSpPr>
            <p:cNvPr id="244749" name="Rectangle 11">
              <a:extLst>
                <a:ext uri="{FF2B5EF4-FFF2-40B4-BE49-F238E27FC236}">
                  <a16:creationId xmlns:a16="http://schemas.microsoft.com/office/drawing/2014/main" id="{5E457EC5-0269-B3A7-4705-2B1878399865}"/>
                </a:ext>
              </a:extLst>
            </p:cNvPr>
            <p:cNvSpPr>
              <a:spLocks noChangeArrowheads="1"/>
            </p:cNvSpPr>
            <p:nvPr/>
          </p:nvSpPr>
          <p:spPr bwMode="auto">
            <a:xfrm>
              <a:off x="3600" y="1344"/>
              <a:ext cx="1008" cy="48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G%er@17*</a:t>
              </a:r>
            </a:p>
          </p:txBody>
        </p:sp>
        <p:sp>
          <p:nvSpPr>
            <p:cNvPr id="244750" name="Rectangle 12">
              <a:extLst>
                <a:ext uri="{FF2B5EF4-FFF2-40B4-BE49-F238E27FC236}">
                  <a16:creationId xmlns:a16="http://schemas.microsoft.com/office/drawing/2014/main" id="{3AE2D247-2560-07F0-052B-CB386EA954B8}"/>
                </a:ext>
              </a:extLst>
            </p:cNvPr>
            <p:cNvSpPr>
              <a:spLocks noChangeArrowheads="1"/>
            </p:cNvSpPr>
            <p:nvPr/>
          </p:nvSpPr>
          <p:spPr bwMode="auto">
            <a:xfrm>
              <a:off x="3504" y="2928"/>
              <a:ext cx="1296" cy="48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My name is Atul</a:t>
              </a:r>
            </a:p>
          </p:txBody>
        </p:sp>
        <p:sp>
          <p:nvSpPr>
            <p:cNvPr id="244751" name="Rectangle 13">
              <a:extLst>
                <a:ext uri="{FF2B5EF4-FFF2-40B4-BE49-F238E27FC236}">
                  <a16:creationId xmlns:a16="http://schemas.microsoft.com/office/drawing/2014/main" id="{0D40E65B-23CD-3F33-518B-CA4207C89E26}"/>
                </a:ext>
              </a:extLst>
            </p:cNvPr>
            <p:cNvSpPr>
              <a:spLocks noChangeArrowheads="1"/>
            </p:cNvSpPr>
            <p:nvPr/>
          </p:nvSpPr>
          <p:spPr bwMode="auto">
            <a:xfrm>
              <a:off x="2352" y="2928"/>
              <a:ext cx="912" cy="48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Decrypt</a:t>
              </a:r>
            </a:p>
          </p:txBody>
        </p:sp>
        <p:sp>
          <p:nvSpPr>
            <p:cNvPr id="244752" name="AutoShape 14">
              <a:extLst>
                <a:ext uri="{FF2B5EF4-FFF2-40B4-BE49-F238E27FC236}">
                  <a16:creationId xmlns:a16="http://schemas.microsoft.com/office/drawing/2014/main" id="{3B4AB84A-766F-E4BB-B40B-01294D966356}"/>
                </a:ext>
              </a:extLst>
            </p:cNvPr>
            <p:cNvSpPr>
              <a:spLocks noChangeArrowheads="1"/>
            </p:cNvSpPr>
            <p:nvPr/>
          </p:nvSpPr>
          <p:spPr bwMode="auto">
            <a:xfrm>
              <a:off x="235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44753" name="Rectangle 15">
              <a:extLst>
                <a:ext uri="{FF2B5EF4-FFF2-40B4-BE49-F238E27FC236}">
                  <a16:creationId xmlns:a16="http://schemas.microsoft.com/office/drawing/2014/main" id="{22E09E75-9DAF-FE0B-1A29-924E0950AC01}"/>
                </a:ext>
              </a:extLst>
            </p:cNvPr>
            <p:cNvSpPr>
              <a:spLocks noChangeArrowheads="1"/>
            </p:cNvSpPr>
            <p:nvPr/>
          </p:nvSpPr>
          <p:spPr bwMode="auto">
            <a:xfrm>
              <a:off x="2112" y="3696"/>
              <a:ext cx="672" cy="336"/>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Algorithm</a:t>
              </a:r>
            </a:p>
          </p:txBody>
        </p:sp>
        <p:sp>
          <p:nvSpPr>
            <p:cNvPr id="244754" name="Rectangle 16">
              <a:extLst>
                <a:ext uri="{FF2B5EF4-FFF2-40B4-BE49-F238E27FC236}">
                  <a16:creationId xmlns:a16="http://schemas.microsoft.com/office/drawing/2014/main" id="{ED48B88D-42BA-6486-98AA-06E85783A4EB}"/>
                </a:ext>
              </a:extLst>
            </p:cNvPr>
            <p:cNvSpPr>
              <a:spLocks noChangeArrowheads="1"/>
            </p:cNvSpPr>
            <p:nvPr/>
          </p:nvSpPr>
          <p:spPr bwMode="auto">
            <a:xfrm>
              <a:off x="2928" y="3696"/>
              <a:ext cx="480" cy="336"/>
            </a:xfrm>
            <a:prstGeom prst="rect">
              <a:avLst/>
            </a:prstGeom>
            <a:solidFill>
              <a:srgbClr val="FF9966"/>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K2</a:t>
              </a:r>
            </a:p>
          </p:txBody>
        </p:sp>
        <p:sp>
          <p:nvSpPr>
            <p:cNvPr id="244755" name="Rectangle 17">
              <a:extLst>
                <a:ext uri="{FF2B5EF4-FFF2-40B4-BE49-F238E27FC236}">
                  <a16:creationId xmlns:a16="http://schemas.microsoft.com/office/drawing/2014/main" id="{EE9B1A86-9AFD-C3BD-30D7-2475AD39BE60}"/>
                </a:ext>
              </a:extLst>
            </p:cNvPr>
            <p:cNvSpPr>
              <a:spLocks noChangeArrowheads="1"/>
            </p:cNvSpPr>
            <p:nvPr/>
          </p:nvSpPr>
          <p:spPr bwMode="auto">
            <a:xfrm>
              <a:off x="1104" y="2928"/>
              <a:ext cx="1008" cy="48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G%er@17*</a:t>
              </a:r>
            </a:p>
          </p:txBody>
        </p:sp>
        <p:sp>
          <p:nvSpPr>
            <p:cNvPr id="244756" name="AutoShape 18">
              <a:extLst>
                <a:ext uri="{FF2B5EF4-FFF2-40B4-BE49-F238E27FC236}">
                  <a16:creationId xmlns:a16="http://schemas.microsoft.com/office/drawing/2014/main" id="{81DEC378-11F0-18EF-8005-8C63F9DBCB5E}"/>
                </a:ext>
              </a:extLst>
            </p:cNvPr>
            <p:cNvSpPr>
              <a:spLocks noChangeArrowheads="1"/>
            </p:cNvSpPr>
            <p:nvPr/>
          </p:nvSpPr>
          <p:spPr bwMode="auto">
            <a:xfrm>
              <a:off x="2208"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44757" name="AutoShape 19">
              <a:extLst>
                <a:ext uri="{FF2B5EF4-FFF2-40B4-BE49-F238E27FC236}">
                  <a16:creationId xmlns:a16="http://schemas.microsoft.com/office/drawing/2014/main" id="{50B3BD23-DE50-D440-883D-F6F7514DB9E3}"/>
                </a:ext>
              </a:extLst>
            </p:cNvPr>
            <p:cNvSpPr>
              <a:spLocks noChangeArrowheads="1"/>
            </p:cNvSpPr>
            <p:nvPr/>
          </p:nvSpPr>
          <p:spPr bwMode="auto">
            <a:xfrm>
              <a:off x="3360"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44758" name="AutoShape 20">
              <a:extLst>
                <a:ext uri="{FF2B5EF4-FFF2-40B4-BE49-F238E27FC236}">
                  <a16:creationId xmlns:a16="http://schemas.microsoft.com/office/drawing/2014/main" id="{80E84BD4-ED55-ECA2-D506-3E3D101E4F10}"/>
                </a:ext>
              </a:extLst>
            </p:cNvPr>
            <p:cNvSpPr>
              <a:spLocks noChangeArrowheads="1"/>
            </p:cNvSpPr>
            <p:nvPr/>
          </p:nvSpPr>
          <p:spPr bwMode="auto">
            <a:xfrm>
              <a:off x="2112"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244742" name="AutoShape 21">
            <a:extLst>
              <a:ext uri="{FF2B5EF4-FFF2-40B4-BE49-F238E27FC236}">
                <a16:creationId xmlns:a16="http://schemas.microsoft.com/office/drawing/2014/main" id="{42571F92-9237-F8F4-4A43-7901A671A309}"/>
              </a:ext>
            </a:extLst>
          </p:cNvPr>
          <p:cNvSpPr>
            <a:spLocks noChangeArrowheads="1"/>
          </p:cNvSpPr>
          <p:nvPr/>
        </p:nvSpPr>
        <p:spPr bwMode="auto">
          <a:xfrm>
            <a:off x="6715018" y="4581525"/>
            <a:ext cx="381000" cy="228600"/>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Tree>
    <p:extLst>
      <p:ext uri="{BB962C8B-B14F-4D97-AF65-F5344CB8AC3E}">
        <p14:creationId xmlns:p14="http://schemas.microsoft.com/office/powerpoint/2010/main" val="3847703863"/>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Slide Number Placeholder 4">
            <a:extLst>
              <a:ext uri="{FF2B5EF4-FFF2-40B4-BE49-F238E27FC236}">
                <a16:creationId xmlns:a16="http://schemas.microsoft.com/office/drawing/2014/main" id="{39D88C53-BA73-EE08-AACE-5B38A6AB52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CD4ACE8-E5E6-4D81-9F06-5F0A3E309F8C}" type="slidenum">
              <a:rPr lang="en-US" altLang="en-US" sz="1400"/>
              <a:pPr>
                <a:spcBef>
                  <a:spcPct val="0"/>
                </a:spcBef>
                <a:buClrTx/>
                <a:buSzTx/>
                <a:buFontTx/>
                <a:buNone/>
              </a:pPr>
              <a:t>126</a:t>
            </a:fld>
            <a:endParaRPr lang="en-US" altLang="en-US" sz="1400"/>
          </a:p>
        </p:txBody>
      </p:sp>
      <p:sp>
        <p:nvSpPr>
          <p:cNvPr id="246787" name="Rectangle 2">
            <a:extLst>
              <a:ext uri="{FF2B5EF4-FFF2-40B4-BE49-F238E27FC236}">
                <a16:creationId xmlns:a16="http://schemas.microsoft.com/office/drawing/2014/main" id="{0B957A90-B872-F21B-8F4C-49639CE5FBC7}"/>
              </a:ext>
            </a:extLst>
          </p:cNvPr>
          <p:cNvSpPr>
            <a:spLocks noGrp="1" noChangeArrowheads="1"/>
          </p:cNvSpPr>
          <p:nvPr>
            <p:ph type="title"/>
          </p:nvPr>
        </p:nvSpPr>
        <p:spPr/>
        <p:txBody>
          <a:bodyPr/>
          <a:lstStyle/>
          <a:p>
            <a:pPr eaLnBrk="1" hangingPunct="1"/>
            <a:r>
              <a:rPr lang="en-US" altLang="en-US"/>
              <a:t>Matrix of Keys</a:t>
            </a:r>
          </a:p>
        </p:txBody>
      </p:sp>
      <p:grpSp>
        <p:nvGrpSpPr>
          <p:cNvPr id="246788" name="Group 3">
            <a:extLst>
              <a:ext uri="{FF2B5EF4-FFF2-40B4-BE49-F238E27FC236}">
                <a16:creationId xmlns:a16="http://schemas.microsoft.com/office/drawing/2014/main" id="{EC0E103E-77FC-B8F2-7B38-A7523E42745C}"/>
              </a:ext>
            </a:extLst>
          </p:cNvPr>
          <p:cNvGrpSpPr>
            <a:grpSpLocks/>
          </p:cNvGrpSpPr>
          <p:nvPr/>
        </p:nvGrpSpPr>
        <p:grpSpPr bwMode="auto">
          <a:xfrm>
            <a:off x="989743" y="1561190"/>
            <a:ext cx="10239911" cy="4284805"/>
            <a:chOff x="-3" y="-3"/>
            <a:chExt cx="2401" cy="1926"/>
          </a:xfrm>
        </p:grpSpPr>
        <p:grpSp>
          <p:nvGrpSpPr>
            <p:cNvPr id="246789" name="Group 4">
              <a:extLst>
                <a:ext uri="{FF2B5EF4-FFF2-40B4-BE49-F238E27FC236}">
                  <a16:creationId xmlns:a16="http://schemas.microsoft.com/office/drawing/2014/main" id="{1B2222FE-EEE1-C836-455D-F0159E24559A}"/>
                </a:ext>
              </a:extLst>
            </p:cNvPr>
            <p:cNvGrpSpPr>
              <a:grpSpLocks/>
            </p:cNvGrpSpPr>
            <p:nvPr/>
          </p:nvGrpSpPr>
          <p:grpSpPr bwMode="auto">
            <a:xfrm>
              <a:off x="0" y="0"/>
              <a:ext cx="2395" cy="1920"/>
              <a:chOff x="0" y="0"/>
              <a:chExt cx="2395" cy="1920"/>
            </a:xfrm>
          </p:grpSpPr>
          <p:grpSp>
            <p:nvGrpSpPr>
              <p:cNvPr id="246791" name="Group 5">
                <a:extLst>
                  <a:ext uri="{FF2B5EF4-FFF2-40B4-BE49-F238E27FC236}">
                    <a16:creationId xmlns:a16="http://schemas.microsoft.com/office/drawing/2014/main" id="{01A0A126-5AC7-DF24-AB78-58C8B54A924D}"/>
                  </a:ext>
                </a:extLst>
              </p:cNvPr>
              <p:cNvGrpSpPr>
                <a:grpSpLocks/>
              </p:cNvGrpSpPr>
              <p:nvPr/>
            </p:nvGrpSpPr>
            <p:grpSpPr bwMode="auto">
              <a:xfrm>
                <a:off x="0" y="0"/>
                <a:ext cx="962" cy="384"/>
                <a:chOff x="0" y="0"/>
                <a:chExt cx="962" cy="384"/>
              </a:xfrm>
            </p:grpSpPr>
            <p:sp>
              <p:nvSpPr>
                <p:cNvPr id="246834" name="Rectangle 6">
                  <a:extLst>
                    <a:ext uri="{FF2B5EF4-FFF2-40B4-BE49-F238E27FC236}">
                      <a16:creationId xmlns:a16="http://schemas.microsoft.com/office/drawing/2014/main" id="{076B6B56-47FA-054B-2FCD-54C8EFB72F42}"/>
                    </a:ext>
                  </a:extLst>
                </p:cNvPr>
                <p:cNvSpPr>
                  <a:spLocks noChangeArrowheads="1"/>
                </p:cNvSpPr>
                <p:nvPr/>
              </p:nvSpPr>
              <p:spPr bwMode="auto">
                <a:xfrm>
                  <a:off x="43" y="0"/>
                  <a:ext cx="8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b="1">
                      <a:latin typeface="Times New Roman" panose="02020603050405020304" pitchFamily="18" charset="0"/>
                      <a:cs typeface="Times New Roman" panose="02020603050405020304" pitchFamily="18" charset="0"/>
                    </a:rPr>
                    <a:t>Key details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35" name="Rectangle 7">
                  <a:extLst>
                    <a:ext uri="{FF2B5EF4-FFF2-40B4-BE49-F238E27FC236}">
                      <a16:creationId xmlns:a16="http://schemas.microsoft.com/office/drawing/2014/main" id="{49832B29-A1A7-0F22-4E86-695DE5F8D742}"/>
                    </a:ext>
                  </a:extLst>
                </p:cNvPr>
                <p:cNvSpPr>
                  <a:spLocks noChangeArrowheads="1"/>
                </p:cNvSpPr>
                <p:nvPr/>
              </p:nvSpPr>
              <p:spPr bwMode="auto">
                <a:xfrm>
                  <a:off x="0" y="0"/>
                  <a:ext cx="96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2" name="Group 8">
                <a:extLst>
                  <a:ext uri="{FF2B5EF4-FFF2-40B4-BE49-F238E27FC236}">
                    <a16:creationId xmlns:a16="http://schemas.microsoft.com/office/drawing/2014/main" id="{E0C1B794-F8CC-57A4-B553-4AAF454BF3D3}"/>
                  </a:ext>
                </a:extLst>
              </p:cNvPr>
              <p:cNvGrpSpPr>
                <a:grpSpLocks/>
              </p:cNvGrpSpPr>
              <p:nvPr/>
            </p:nvGrpSpPr>
            <p:grpSpPr bwMode="auto">
              <a:xfrm>
                <a:off x="962" y="0"/>
                <a:ext cx="655" cy="384"/>
                <a:chOff x="962" y="0"/>
                <a:chExt cx="655" cy="384"/>
              </a:xfrm>
            </p:grpSpPr>
            <p:sp>
              <p:nvSpPr>
                <p:cNvPr id="246832" name="Rectangle 9">
                  <a:extLst>
                    <a:ext uri="{FF2B5EF4-FFF2-40B4-BE49-F238E27FC236}">
                      <a16:creationId xmlns:a16="http://schemas.microsoft.com/office/drawing/2014/main" id="{D1155C1C-425E-0988-050E-93BF7332FAC5}"/>
                    </a:ext>
                  </a:extLst>
                </p:cNvPr>
                <p:cNvSpPr>
                  <a:spLocks noChangeArrowheads="1"/>
                </p:cNvSpPr>
                <p:nvPr/>
              </p:nvSpPr>
              <p:spPr bwMode="auto">
                <a:xfrm>
                  <a:off x="1005" y="0"/>
                  <a:ext cx="5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b="1" i="1">
                      <a:latin typeface="Times New Roman" panose="02020603050405020304" pitchFamily="18" charset="0"/>
                      <a:cs typeface="Times New Roman" panose="02020603050405020304" pitchFamily="18" charset="0"/>
                    </a:rPr>
                    <a:t>A</a:t>
                  </a:r>
                  <a:r>
                    <a:rPr lang="en-AU" altLang="en-US" sz="2800" b="1">
                      <a:latin typeface="Times New Roman" panose="02020603050405020304" pitchFamily="18" charset="0"/>
                      <a:cs typeface="Times New Roman" panose="02020603050405020304" pitchFamily="18" charset="0"/>
                    </a:rPr>
                    <a:t> should know</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33" name="Rectangle 10">
                  <a:extLst>
                    <a:ext uri="{FF2B5EF4-FFF2-40B4-BE49-F238E27FC236}">
                      <a16:creationId xmlns:a16="http://schemas.microsoft.com/office/drawing/2014/main" id="{026A48CA-3536-69C9-4864-FBB0FECB3582}"/>
                    </a:ext>
                  </a:extLst>
                </p:cNvPr>
                <p:cNvSpPr>
                  <a:spLocks noChangeArrowheads="1"/>
                </p:cNvSpPr>
                <p:nvPr/>
              </p:nvSpPr>
              <p:spPr bwMode="auto">
                <a:xfrm>
                  <a:off x="962" y="0"/>
                  <a:ext cx="65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3" name="Group 11">
                <a:extLst>
                  <a:ext uri="{FF2B5EF4-FFF2-40B4-BE49-F238E27FC236}">
                    <a16:creationId xmlns:a16="http://schemas.microsoft.com/office/drawing/2014/main" id="{137764B3-E9DE-4D67-E7EB-1DC5ADAD8683}"/>
                  </a:ext>
                </a:extLst>
              </p:cNvPr>
              <p:cNvGrpSpPr>
                <a:grpSpLocks/>
              </p:cNvGrpSpPr>
              <p:nvPr/>
            </p:nvGrpSpPr>
            <p:grpSpPr bwMode="auto">
              <a:xfrm>
                <a:off x="1617" y="0"/>
                <a:ext cx="778" cy="384"/>
                <a:chOff x="1617" y="0"/>
                <a:chExt cx="778" cy="384"/>
              </a:xfrm>
            </p:grpSpPr>
            <p:sp>
              <p:nvSpPr>
                <p:cNvPr id="246830" name="Rectangle 12">
                  <a:extLst>
                    <a:ext uri="{FF2B5EF4-FFF2-40B4-BE49-F238E27FC236}">
                      <a16:creationId xmlns:a16="http://schemas.microsoft.com/office/drawing/2014/main" id="{D2517D53-5C19-72A3-F99D-393AA1F648F7}"/>
                    </a:ext>
                  </a:extLst>
                </p:cNvPr>
                <p:cNvSpPr>
                  <a:spLocks noChangeArrowheads="1"/>
                </p:cNvSpPr>
                <p:nvPr/>
              </p:nvSpPr>
              <p:spPr bwMode="auto">
                <a:xfrm>
                  <a:off x="1660" y="0"/>
                  <a:ext cx="6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b="1" i="1">
                      <a:latin typeface="Times New Roman" panose="02020603050405020304" pitchFamily="18" charset="0"/>
                      <a:cs typeface="Times New Roman" panose="02020603050405020304" pitchFamily="18" charset="0"/>
                    </a:rPr>
                    <a:t>B</a:t>
                  </a:r>
                  <a:r>
                    <a:rPr lang="en-AU" altLang="en-US" sz="2800" b="1">
                      <a:latin typeface="Times New Roman" panose="02020603050405020304" pitchFamily="18" charset="0"/>
                      <a:cs typeface="Times New Roman" panose="02020603050405020304" pitchFamily="18" charset="0"/>
                    </a:rPr>
                    <a:t> should know</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31" name="Rectangle 13">
                  <a:extLst>
                    <a:ext uri="{FF2B5EF4-FFF2-40B4-BE49-F238E27FC236}">
                      <a16:creationId xmlns:a16="http://schemas.microsoft.com/office/drawing/2014/main" id="{32F2B5C7-6F12-9AC9-1286-CE5F9CE4FB22}"/>
                    </a:ext>
                  </a:extLst>
                </p:cNvPr>
                <p:cNvSpPr>
                  <a:spLocks noChangeArrowheads="1"/>
                </p:cNvSpPr>
                <p:nvPr/>
              </p:nvSpPr>
              <p:spPr bwMode="auto">
                <a:xfrm>
                  <a:off x="1617" y="0"/>
                  <a:ext cx="77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4" name="Group 14">
                <a:extLst>
                  <a:ext uri="{FF2B5EF4-FFF2-40B4-BE49-F238E27FC236}">
                    <a16:creationId xmlns:a16="http://schemas.microsoft.com/office/drawing/2014/main" id="{B94DA811-E509-1E6D-6CCA-7B650668AB76}"/>
                  </a:ext>
                </a:extLst>
              </p:cNvPr>
              <p:cNvGrpSpPr>
                <a:grpSpLocks/>
              </p:cNvGrpSpPr>
              <p:nvPr/>
            </p:nvGrpSpPr>
            <p:grpSpPr bwMode="auto">
              <a:xfrm>
                <a:off x="0" y="384"/>
                <a:ext cx="962" cy="384"/>
                <a:chOff x="0" y="384"/>
                <a:chExt cx="962" cy="384"/>
              </a:xfrm>
            </p:grpSpPr>
            <p:sp>
              <p:nvSpPr>
                <p:cNvPr id="246828" name="Rectangle 15">
                  <a:extLst>
                    <a:ext uri="{FF2B5EF4-FFF2-40B4-BE49-F238E27FC236}">
                      <a16:creationId xmlns:a16="http://schemas.microsoft.com/office/drawing/2014/main" id="{FC2D8C49-5F68-0F50-3940-76D31FB77791}"/>
                    </a:ext>
                  </a:extLst>
                </p:cNvPr>
                <p:cNvSpPr>
                  <a:spLocks noChangeArrowheads="1"/>
                </p:cNvSpPr>
                <p:nvPr/>
              </p:nvSpPr>
              <p:spPr bwMode="auto">
                <a:xfrm>
                  <a:off x="43" y="384"/>
                  <a:ext cx="8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A’s private key</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29" name="Rectangle 16">
                  <a:extLst>
                    <a:ext uri="{FF2B5EF4-FFF2-40B4-BE49-F238E27FC236}">
                      <a16:creationId xmlns:a16="http://schemas.microsoft.com/office/drawing/2014/main" id="{0F0CC1B0-7DEA-28E0-203F-2A683DA5FADD}"/>
                    </a:ext>
                  </a:extLst>
                </p:cNvPr>
                <p:cNvSpPr>
                  <a:spLocks noChangeArrowheads="1"/>
                </p:cNvSpPr>
                <p:nvPr/>
              </p:nvSpPr>
              <p:spPr bwMode="auto">
                <a:xfrm>
                  <a:off x="0" y="384"/>
                  <a:ext cx="96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5" name="Group 17">
                <a:extLst>
                  <a:ext uri="{FF2B5EF4-FFF2-40B4-BE49-F238E27FC236}">
                    <a16:creationId xmlns:a16="http://schemas.microsoft.com/office/drawing/2014/main" id="{174ADEC3-2BB6-1F06-3AED-08DA10F75CB3}"/>
                  </a:ext>
                </a:extLst>
              </p:cNvPr>
              <p:cNvGrpSpPr>
                <a:grpSpLocks/>
              </p:cNvGrpSpPr>
              <p:nvPr/>
            </p:nvGrpSpPr>
            <p:grpSpPr bwMode="auto">
              <a:xfrm>
                <a:off x="962" y="384"/>
                <a:ext cx="655" cy="384"/>
                <a:chOff x="962" y="384"/>
                <a:chExt cx="655" cy="384"/>
              </a:xfrm>
            </p:grpSpPr>
            <p:sp>
              <p:nvSpPr>
                <p:cNvPr id="246826" name="Rectangle 18">
                  <a:extLst>
                    <a:ext uri="{FF2B5EF4-FFF2-40B4-BE49-F238E27FC236}">
                      <a16:creationId xmlns:a16="http://schemas.microsoft.com/office/drawing/2014/main" id="{99AEB431-C0B3-C81F-4C07-FB98FA60BBE5}"/>
                    </a:ext>
                  </a:extLst>
                </p:cNvPr>
                <p:cNvSpPr>
                  <a:spLocks noChangeArrowheads="1"/>
                </p:cNvSpPr>
                <p:nvPr/>
              </p:nvSpPr>
              <p:spPr bwMode="auto">
                <a:xfrm>
                  <a:off x="1005" y="384"/>
                  <a:ext cx="5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27" name="Rectangle 19">
                  <a:extLst>
                    <a:ext uri="{FF2B5EF4-FFF2-40B4-BE49-F238E27FC236}">
                      <a16:creationId xmlns:a16="http://schemas.microsoft.com/office/drawing/2014/main" id="{56565210-4280-9C37-D4E6-E9C989E45119}"/>
                    </a:ext>
                  </a:extLst>
                </p:cNvPr>
                <p:cNvSpPr>
                  <a:spLocks noChangeArrowheads="1"/>
                </p:cNvSpPr>
                <p:nvPr/>
              </p:nvSpPr>
              <p:spPr bwMode="auto">
                <a:xfrm>
                  <a:off x="962" y="384"/>
                  <a:ext cx="65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6" name="Group 20">
                <a:extLst>
                  <a:ext uri="{FF2B5EF4-FFF2-40B4-BE49-F238E27FC236}">
                    <a16:creationId xmlns:a16="http://schemas.microsoft.com/office/drawing/2014/main" id="{AC2F0D05-6D56-28C7-0C22-15707602F8DB}"/>
                  </a:ext>
                </a:extLst>
              </p:cNvPr>
              <p:cNvGrpSpPr>
                <a:grpSpLocks/>
              </p:cNvGrpSpPr>
              <p:nvPr/>
            </p:nvGrpSpPr>
            <p:grpSpPr bwMode="auto">
              <a:xfrm>
                <a:off x="1617" y="384"/>
                <a:ext cx="778" cy="384"/>
                <a:chOff x="1617" y="384"/>
                <a:chExt cx="778" cy="384"/>
              </a:xfrm>
            </p:grpSpPr>
            <p:sp>
              <p:nvSpPr>
                <p:cNvPr id="246824" name="Rectangle 21">
                  <a:extLst>
                    <a:ext uri="{FF2B5EF4-FFF2-40B4-BE49-F238E27FC236}">
                      <a16:creationId xmlns:a16="http://schemas.microsoft.com/office/drawing/2014/main" id="{8D82C488-3362-962F-C113-C1CAE4B7A2F3}"/>
                    </a:ext>
                  </a:extLst>
                </p:cNvPr>
                <p:cNvSpPr>
                  <a:spLocks noChangeArrowheads="1"/>
                </p:cNvSpPr>
                <p:nvPr/>
              </p:nvSpPr>
              <p:spPr bwMode="auto">
                <a:xfrm>
                  <a:off x="1660" y="384"/>
                  <a:ext cx="6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No</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25" name="Rectangle 22">
                  <a:extLst>
                    <a:ext uri="{FF2B5EF4-FFF2-40B4-BE49-F238E27FC236}">
                      <a16:creationId xmlns:a16="http://schemas.microsoft.com/office/drawing/2014/main" id="{148135E0-E8E9-EA0A-C6A3-EB1797166CBF}"/>
                    </a:ext>
                  </a:extLst>
                </p:cNvPr>
                <p:cNvSpPr>
                  <a:spLocks noChangeArrowheads="1"/>
                </p:cNvSpPr>
                <p:nvPr/>
              </p:nvSpPr>
              <p:spPr bwMode="auto">
                <a:xfrm>
                  <a:off x="1617" y="384"/>
                  <a:ext cx="77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7" name="Group 23">
                <a:extLst>
                  <a:ext uri="{FF2B5EF4-FFF2-40B4-BE49-F238E27FC236}">
                    <a16:creationId xmlns:a16="http://schemas.microsoft.com/office/drawing/2014/main" id="{FA44A6DD-00D2-00BD-6B79-D3B307104466}"/>
                  </a:ext>
                </a:extLst>
              </p:cNvPr>
              <p:cNvGrpSpPr>
                <a:grpSpLocks/>
              </p:cNvGrpSpPr>
              <p:nvPr/>
            </p:nvGrpSpPr>
            <p:grpSpPr bwMode="auto">
              <a:xfrm>
                <a:off x="0" y="768"/>
                <a:ext cx="962" cy="384"/>
                <a:chOff x="0" y="768"/>
                <a:chExt cx="962" cy="384"/>
              </a:xfrm>
            </p:grpSpPr>
            <p:sp>
              <p:nvSpPr>
                <p:cNvPr id="246822" name="Rectangle 24">
                  <a:extLst>
                    <a:ext uri="{FF2B5EF4-FFF2-40B4-BE49-F238E27FC236}">
                      <a16:creationId xmlns:a16="http://schemas.microsoft.com/office/drawing/2014/main" id="{92D43970-6297-23FB-4304-A4AD3CD8C709}"/>
                    </a:ext>
                  </a:extLst>
                </p:cNvPr>
                <p:cNvSpPr>
                  <a:spLocks noChangeArrowheads="1"/>
                </p:cNvSpPr>
                <p:nvPr/>
              </p:nvSpPr>
              <p:spPr bwMode="auto">
                <a:xfrm>
                  <a:off x="43" y="768"/>
                  <a:ext cx="8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A’s public key</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23" name="Rectangle 25">
                  <a:extLst>
                    <a:ext uri="{FF2B5EF4-FFF2-40B4-BE49-F238E27FC236}">
                      <a16:creationId xmlns:a16="http://schemas.microsoft.com/office/drawing/2014/main" id="{CF5A94EA-C622-2EF1-4F1D-2B817FC4D64C}"/>
                    </a:ext>
                  </a:extLst>
                </p:cNvPr>
                <p:cNvSpPr>
                  <a:spLocks noChangeArrowheads="1"/>
                </p:cNvSpPr>
                <p:nvPr/>
              </p:nvSpPr>
              <p:spPr bwMode="auto">
                <a:xfrm>
                  <a:off x="0" y="768"/>
                  <a:ext cx="96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8" name="Group 26">
                <a:extLst>
                  <a:ext uri="{FF2B5EF4-FFF2-40B4-BE49-F238E27FC236}">
                    <a16:creationId xmlns:a16="http://schemas.microsoft.com/office/drawing/2014/main" id="{E7E4C886-B380-BD0A-8EB6-4268BF24E90C}"/>
                  </a:ext>
                </a:extLst>
              </p:cNvPr>
              <p:cNvGrpSpPr>
                <a:grpSpLocks/>
              </p:cNvGrpSpPr>
              <p:nvPr/>
            </p:nvGrpSpPr>
            <p:grpSpPr bwMode="auto">
              <a:xfrm>
                <a:off x="962" y="768"/>
                <a:ext cx="655" cy="384"/>
                <a:chOff x="962" y="768"/>
                <a:chExt cx="655" cy="384"/>
              </a:xfrm>
            </p:grpSpPr>
            <p:sp>
              <p:nvSpPr>
                <p:cNvPr id="246820" name="Rectangle 27">
                  <a:extLst>
                    <a:ext uri="{FF2B5EF4-FFF2-40B4-BE49-F238E27FC236}">
                      <a16:creationId xmlns:a16="http://schemas.microsoft.com/office/drawing/2014/main" id="{87386F90-1E01-1380-6962-4CA6E8CC673C}"/>
                    </a:ext>
                  </a:extLst>
                </p:cNvPr>
                <p:cNvSpPr>
                  <a:spLocks noChangeArrowheads="1"/>
                </p:cNvSpPr>
                <p:nvPr/>
              </p:nvSpPr>
              <p:spPr bwMode="auto">
                <a:xfrm>
                  <a:off x="1005" y="768"/>
                  <a:ext cx="5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21" name="Rectangle 28">
                  <a:extLst>
                    <a:ext uri="{FF2B5EF4-FFF2-40B4-BE49-F238E27FC236}">
                      <a16:creationId xmlns:a16="http://schemas.microsoft.com/office/drawing/2014/main" id="{C2D56E4E-8B21-B49A-E9E0-E83522694246}"/>
                    </a:ext>
                  </a:extLst>
                </p:cNvPr>
                <p:cNvSpPr>
                  <a:spLocks noChangeArrowheads="1"/>
                </p:cNvSpPr>
                <p:nvPr/>
              </p:nvSpPr>
              <p:spPr bwMode="auto">
                <a:xfrm>
                  <a:off x="962" y="768"/>
                  <a:ext cx="65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799" name="Group 29">
                <a:extLst>
                  <a:ext uri="{FF2B5EF4-FFF2-40B4-BE49-F238E27FC236}">
                    <a16:creationId xmlns:a16="http://schemas.microsoft.com/office/drawing/2014/main" id="{0B6BB270-7777-AD74-44DA-86801A39EA85}"/>
                  </a:ext>
                </a:extLst>
              </p:cNvPr>
              <p:cNvGrpSpPr>
                <a:grpSpLocks/>
              </p:cNvGrpSpPr>
              <p:nvPr/>
            </p:nvGrpSpPr>
            <p:grpSpPr bwMode="auto">
              <a:xfrm>
                <a:off x="1617" y="768"/>
                <a:ext cx="778" cy="384"/>
                <a:chOff x="1617" y="768"/>
                <a:chExt cx="778" cy="384"/>
              </a:xfrm>
            </p:grpSpPr>
            <p:sp>
              <p:nvSpPr>
                <p:cNvPr id="246818" name="Rectangle 30">
                  <a:extLst>
                    <a:ext uri="{FF2B5EF4-FFF2-40B4-BE49-F238E27FC236}">
                      <a16:creationId xmlns:a16="http://schemas.microsoft.com/office/drawing/2014/main" id="{580F38C5-666F-3CC8-08D4-81D77987E8A9}"/>
                    </a:ext>
                  </a:extLst>
                </p:cNvPr>
                <p:cNvSpPr>
                  <a:spLocks noChangeArrowheads="1"/>
                </p:cNvSpPr>
                <p:nvPr/>
              </p:nvSpPr>
              <p:spPr bwMode="auto">
                <a:xfrm>
                  <a:off x="1660" y="768"/>
                  <a:ext cx="6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19" name="Rectangle 31">
                  <a:extLst>
                    <a:ext uri="{FF2B5EF4-FFF2-40B4-BE49-F238E27FC236}">
                      <a16:creationId xmlns:a16="http://schemas.microsoft.com/office/drawing/2014/main" id="{17A2EC3C-2A01-AC6A-2A54-04317723D872}"/>
                    </a:ext>
                  </a:extLst>
                </p:cNvPr>
                <p:cNvSpPr>
                  <a:spLocks noChangeArrowheads="1"/>
                </p:cNvSpPr>
                <p:nvPr/>
              </p:nvSpPr>
              <p:spPr bwMode="auto">
                <a:xfrm>
                  <a:off x="1617" y="768"/>
                  <a:ext cx="77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0" name="Group 32">
                <a:extLst>
                  <a:ext uri="{FF2B5EF4-FFF2-40B4-BE49-F238E27FC236}">
                    <a16:creationId xmlns:a16="http://schemas.microsoft.com/office/drawing/2014/main" id="{F2686B0B-EE7A-5819-E2A8-418B3ECD6922}"/>
                  </a:ext>
                </a:extLst>
              </p:cNvPr>
              <p:cNvGrpSpPr>
                <a:grpSpLocks/>
              </p:cNvGrpSpPr>
              <p:nvPr/>
            </p:nvGrpSpPr>
            <p:grpSpPr bwMode="auto">
              <a:xfrm>
                <a:off x="0" y="1152"/>
                <a:ext cx="962" cy="384"/>
                <a:chOff x="0" y="1152"/>
                <a:chExt cx="962" cy="384"/>
              </a:xfrm>
            </p:grpSpPr>
            <p:sp>
              <p:nvSpPr>
                <p:cNvPr id="246816" name="Rectangle 33">
                  <a:extLst>
                    <a:ext uri="{FF2B5EF4-FFF2-40B4-BE49-F238E27FC236}">
                      <a16:creationId xmlns:a16="http://schemas.microsoft.com/office/drawing/2014/main" id="{A3979D5D-EE96-510B-D1AA-013171338DA4}"/>
                    </a:ext>
                  </a:extLst>
                </p:cNvPr>
                <p:cNvSpPr>
                  <a:spLocks noChangeArrowheads="1"/>
                </p:cNvSpPr>
                <p:nvPr/>
              </p:nvSpPr>
              <p:spPr bwMode="auto">
                <a:xfrm>
                  <a:off x="43" y="1152"/>
                  <a:ext cx="8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B’s private key</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17" name="Rectangle 34">
                  <a:extLst>
                    <a:ext uri="{FF2B5EF4-FFF2-40B4-BE49-F238E27FC236}">
                      <a16:creationId xmlns:a16="http://schemas.microsoft.com/office/drawing/2014/main" id="{E3ECDA8E-1FD0-8C7E-113C-386B86D04814}"/>
                    </a:ext>
                  </a:extLst>
                </p:cNvPr>
                <p:cNvSpPr>
                  <a:spLocks noChangeArrowheads="1"/>
                </p:cNvSpPr>
                <p:nvPr/>
              </p:nvSpPr>
              <p:spPr bwMode="auto">
                <a:xfrm>
                  <a:off x="0" y="1152"/>
                  <a:ext cx="96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1" name="Group 35">
                <a:extLst>
                  <a:ext uri="{FF2B5EF4-FFF2-40B4-BE49-F238E27FC236}">
                    <a16:creationId xmlns:a16="http://schemas.microsoft.com/office/drawing/2014/main" id="{FB7B5F62-9582-F85D-6760-DB31091C4215}"/>
                  </a:ext>
                </a:extLst>
              </p:cNvPr>
              <p:cNvGrpSpPr>
                <a:grpSpLocks/>
              </p:cNvGrpSpPr>
              <p:nvPr/>
            </p:nvGrpSpPr>
            <p:grpSpPr bwMode="auto">
              <a:xfrm>
                <a:off x="962" y="1152"/>
                <a:ext cx="655" cy="384"/>
                <a:chOff x="962" y="1152"/>
                <a:chExt cx="655" cy="384"/>
              </a:xfrm>
            </p:grpSpPr>
            <p:sp>
              <p:nvSpPr>
                <p:cNvPr id="246814" name="Rectangle 36">
                  <a:extLst>
                    <a:ext uri="{FF2B5EF4-FFF2-40B4-BE49-F238E27FC236}">
                      <a16:creationId xmlns:a16="http://schemas.microsoft.com/office/drawing/2014/main" id="{19185C79-5BA7-0C38-A338-6E2305F2CBD9}"/>
                    </a:ext>
                  </a:extLst>
                </p:cNvPr>
                <p:cNvSpPr>
                  <a:spLocks noChangeArrowheads="1"/>
                </p:cNvSpPr>
                <p:nvPr/>
              </p:nvSpPr>
              <p:spPr bwMode="auto">
                <a:xfrm>
                  <a:off x="1005" y="1152"/>
                  <a:ext cx="5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No</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15" name="Rectangle 37">
                  <a:extLst>
                    <a:ext uri="{FF2B5EF4-FFF2-40B4-BE49-F238E27FC236}">
                      <a16:creationId xmlns:a16="http://schemas.microsoft.com/office/drawing/2014/main" id="{70290BE0-1FD0-99DD-D814-55B7D9C62C93}"/>
                    </a:ext>
                  </a:extLst>
                </p:cNvPr>
                <p:cNvSpPr>
                  <a:spLocks noChangeArrowheads="1"/>
                </p:cNvSpPr>
                <p:nvPr/>
              </p:nvSpPr>
              <p:spPr bwMode="auto">
                <a:xfrm>
                  <a:off x="962" y="1152"/>
                  <a:ext cx="65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2" name="Group 38">
                <a:extLst>
                  <a:ext uri="{FF2B5EF4-FFF2-40B4-BE49-F238E27FC236}">
                    <a16:creationId xmlns:a16="http://schemas.microsoft.com/office/drawing/2014/main" id="{FC712588-FBD3-B339-CBD4-6FAE565C9E8B}"/>
                  </a:ext>
                </a:extLst>
              </p:cNvPr>
              <p:cNvGrpSpPr>
                <a:grpSpLocks/>
              </p:cNvGrpSpPr>
              <p:nvPr/>
            </p:nvGrpSpPr>
            <p:grpSpPr bwMode="auto">
              <a:xfrm>
                <a:off x="1617" y="1152"/>
                <a:ext cx="778" cy="384"/>
                <a:chOff x="1617" y="1152"/>
                <a:chExt cx="778" cy="384"/>
              </a:xfrm>
            </p:grpSpPr>
            <p:sp>
              <p:nvSpPr>
                <p:cNvPr id="246812" name="Rectangle 39">
                  <a:extLst>
                    <a:ext uri="{FF2B5EF4-FFF2-40B4-BE49-F238E27FC236}">
                      <a16:creationId xmlns:a16="http://schemas.microsoft.com/office/drawing/2014/main" id="{ED471F73-FB8E-43DB-FB7C-4C5F0D6F6D07}"/>
                    </a:ext>
                  </a:extLst>
                </p:cNvPr>
                <p:cNvSpPr>
                  <a:spLocks noChangeArrowheads="1"/>
                </p:cNvSpPr>
                <p:nvPr/>
              </p:nvSpPr>
              <p:spPr bwMode="auto">
                <a:xfrm>
                  <a:off x="1660" y="1152"/>
                  <a:ext cx="6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13" name="Rectangle 40">
                  <a:extLst>
                    <a:ext uri="{FF2B5EF4-FFF2-40B4-BE49-F238E27FC236}">
                      <a16:creationId xmlns:a16="http://schemas.microsoft.com/office/drawing/2014/main" id="{12E0858E-7AC7-847A-EA5B-195189565680}"/>
                    </a:ext>
                  </a:extLst>
                </p:cNvPr>
                <p:cNvSpPr>
                  <a:spLocks noChangeArrowheads="1"/>
                </p:cNvSpPr>
                <p:nvPr/>
              </p:nvSpPr>
              <p:spPr bwMode="auto">
                <a:xfrm>
                  <a:off x="1617" y="1152"/>
                  <a:ext cx="77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3" name="Group 41">
                <a:extLst>
                  <a:ext uri="{FF2B5EF4-FFF2-40B4-BE49-F238E27FC236}">
                    <a16:creationId xmlns:a16="http://schemas.microsoft.com/office/drawing/2014/main" id="{3B7A0DF0-D0B8-BF0A-C429-97AE6DCF9247}"/>
                  </a:ext>
                </a:extLst>
              </p:cNvPr>
              <p:cNvGrpSpPr>
                <a:grpSpLocks/>
              </p:cNvGrpSpPr>
              <p:nvPr/>
            </p:nvGrpSpPr>
            <p:grpSpPr bwMode="auto">
              <a:xfrm>
                <a:off x="0" y="1536"/>
                <a:ext cx="962" cy="384"/>
                <a:chOff x="0" y="1536"/>
                <a:chExt cx="962" cy="384"/>
              </a:xfrm>
            </p:grpSpPr>
            <p:sp>
              <p:nvSpPr>
                <p:cNvPr id="246810" name="Rectangle 42">
                  <a:extLst>
                    <a:ext uri="{FF2B5EF4-FFF2-40B4-BE49-F238E27FC236}">
                      <a16:creationId xmlns:a16="http://schemas.microsoft.com/office/drawing/2014/main" id="{C9EAB5C1-7B5A-2B42-A70F-65F71A8492E1}"/>
                    </a:ext>
                  </a:extLst>
                </p:cNvPr>
                <p:cNvSpPr>
                  <a:spLocks noChangeArrowheads="1"/>
                </p:cNvSpPr>
                <p:nvPr/>
              </p:nvSpPr>
              <p:spPr bwMode="auto">
                <a:xfrm>
                  <a:off x="43" y="1536"/>
                  <a:ext cx="8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B’s public key</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11" name="Rectangle 43">
                  <a:extLst>
                    <a:ext uri="{FF2B5EF4-FFF2-40B4-BE49-F238E27FC236}">
                      <a16:creationId xmlns:a16="http://schemas.microsoft.com/office/drawing/2014/main" id="{F0C99706-D956-B121-224C-0B9418ED4FAD}"/>
                    </a:ext>
                  </a:extLst>
                </p:cNvPr>
                <p:cNvSpPr>
                  <a:spLocks noChangeArrowheads="1"/>
                </p:cNvSpPr>
                <p:nvPr/>
              </p:nvSpPr>
              <p:spPr bwMode="auto">
                <a:xfrm>
                  <a:off x="0" y="1536"/>
                  <a:ext cx="96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4" name="Group 44">
                <a:extLst>
                  <a:ext uri="{FF2B5EF4-FFF2-40B4-BE49-F238E27FC236}">
                    <a16:creationId xmlns:a16="http://schemas.microsoft.com/office/drawing/2014/main" id="{AF4E5FFE-8A55-F308-0AA5-DC8AFD120F60}"/>
                  </a:ext>
                </a:extLst>
              </p:cNvPr>
              <p:cNvGrpSpPr>
                <a:grpSpLocks/>
              </p:cNvGrpSpPr>
              <p:nvPr/>
            </p:nvGrpSpPr>
            <p:grpSpPr bwMode="auto">
              <a:xfrm>
                <a:off x="962" y="1536"/>
                <a:ext cx="655" cy="384"/>
                <a:chOff x="962" y="1536"/>
                <a:chExt cx="655" cy="384"/>
              </a:xfrm>
            </p:grpSpPr>
            <p:sp>
              <p:nvSpPr>
                <p:cNvPr id="246808" name="Rectangle 45">
                  <a:extLst>
                    <a:ext uri="{FF2B5EF4-FFF2-40B4-BE49-F238E27FC236}">
                      <a16:creationId xmlns:a16="http://schemas.microsoft.com/office/drawing/2014/main" id="{6F040592-C83D-C769-373A-BD2D36CA4F55}"/>
                    </a:ext>
                  </a:extLst>
                </p:cNvPr>
                <p:cNvSpPr>
                  <a:spLocks noChangeArrowheads="1"/>
                </p:cNvSpPr>
                <p:nvPr/>
              </p:nvSpPr>
              <p:spPr bwMode="auto">
                <a:xfrm>
                  <a:off x="1005" y="1536"/>
                  <a:ext cx="5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09" name="Rectangle 46">
                  <a:extLst>
                    <a:ext uri="{FF2B5EF4-FFF2-40B4-BE49-F238E27FC236}">
                      <a16:creationId xmlns:a16="http://schemas.microsoft.com/office/drawing/2014/main" id="{9624879F-D819-0CE9-7D69-C9C6B74F1DFC}"/>
                    </a:ext>
                  </a:extLst>
                </p:cNvPr>
                <p:cNvSpPr>
                  <a:spLocks noChangeArrowheads="1"/>
                </p:cNvSpPr>
                <p:nvPr/>
              </p:nvSpPr>
              <p:spPr bwMode="auto">
                <a:xfrm>
                  <a:off x="962" y="1536"/>
                  <a:ext cx="65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nvGrpSpPr>
              <p:cNvPr id="246805" name="Group 47">
                <a:extLst>
                  <a:ext uri="{FF2B5EF4-FFF2-40B4-BE49-F238E27FC236}">
                    <a16:creationId xmlns:a16="http://schemas.microsoft.com/office/drawing/2014/main" id="{E1427469-986C-6F4A-ACD8-2A0187E5BEE9}"/>
                  </a:ext>
                </a:extLst>
              </p:cNvPr>
              <p:cNvGrpSpPr>
                <a:grpSpLocks/>
              </p:cNvGrpSpPr>
              <p:nvPr/>
            </p:nvGrpSpPr>
            <p:grpSpPr bwMode="auto">
              <a:xfrm>
                <a:off x="1617" y="1536"/>
                <a:ext cx="778" cy="384"/>
                <a:chOff x="1617" y="1536"/>
                <a:chExt cx="778" cy="384"/>
              </a:xfrm>
            </p:grpSpPr>
            <p:sp>
              <p:nvSpPr>
                <p:cNvPr id="246806" name="Rectangle 48">
                  <a:extLst>
                    <a:ext uri="{FF2B5EF4-FFF2-40B4-BE49-F238E27FC236}">
                      <a16:creationId xmlns:a16="http://schemas.microsoft.com/office/drawing/2014/main" id="{83EB3A10-9AA6-F920-C7A9-9C6AFA07922D}"/>
                    </a:ext>
                  </a:extLst>
                </p:cNvPr>
                <p:cNvSpPr>
                  <a:spLocks noChangeArrowheads="1"/>
                </p:cNvSpPr>
                <p:nvPr/>
              </p:nvSpPr>
              <p:spPr bwMode="auto">
                <a:xfrm>
                  <a:off x="1660" y="1536"/>
                  <a:ext cx="6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AU" altLang="en-US" sz="2800">
                      <a:latin typeface="Times New Roman" panose="02020603050405020304" pitchFamily="18" charset="0"/>
                      <a:cs typeface="Times New Roman" panose="02020603050405020304" pitchFamily="18" charset="0"/>
                    </a:rPr>
                    <a:t>Yes</a:t>
                  </a:r>
                  <a:endParaRPr lang="en-US" altLang="en-US" sz="28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2800">
                    <a:latin typeface="Times New Roman" panose="02020603050405020304" pitchFamily="18" charset="0"/>
                  </a:endParaRPr>
                </a:p>
              </p:txBody>
            </p:sp>
            <p:sp>
              <p:nvSpPr>
                <p:cNvPr id="246807" name="Rectangle 49">
                  <a:extLst>
                    <a:ext uri="{FF2B5EF4-FFF2-40B4-BE49-F238E27FC236}">
                      <a16:creationId xmlns:a16="http://schemas.microsoft.com/office/drawing/2014/main" id="{92731655-2EE3-29E3-9C4F-C7309A5B45E8}"/>
                    </a:ext>
                  </a:extLst>
                </p:cNvPr>
                <p:cNvSpPr>
                  <a:spLocks noChangeArrowheads="1"/>
                </p:cNvSpPr>
                <p:nvPr/>
              </p:nvSpPr>
              <p:spPr bwMode="auto">
                <a:xfrm>
                  <a:off x="1617" y="1536"/>
                  <a:ext cx="77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grpSp>
        <p:sp>
          <p:nvSpPr>
            <p:cNvPr id="246790" name="Rectangle 50">
              <a:extLst>
                <a:ext uri="{FF2B5EF4-FFF2-40B4-BE49-F238E27FC236}">
                  <a16:creationId xmlns:a16="http://schemas.microsoft.com/office/drawing/2014/main" id="{6FF72179-F6EB-301C-27C0-239B27E5E422}"/>
                </a:ext>
              </a:extLst>
            </p:cNvPr>
            <p:cNvSpPr>
              <a:spLocks noChangeArrowheads="1"/>
            </p:cNvSpPr>
            <p:nvPr/>
          </p:nvSpPr>
          <p:spPr bwMode="auto">
            <a:xfrm>
              <a:off x="-3" y="-3"/>
              <a:ext cx="2401" cy="192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grpSp>
    </p:spTree>
    <p:extLst>
      <p:ext uri="{BB962C8B-B14F-4D97-AF65-F5344CB8AC3E}">
        <p14:creationId xmlns:p14="http://schemas.microsoft.com/office/powerpoint/2010/main" val="425104929"/>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Title 4">
            <a:extLst>
              <a:ext uri="{FF2B5EF4-FFF2-40B4-BE49-F238E27FC236}">
                <a16:creationId xmlns:a16="http://schemas.microsoft.com/office/drawing/2014/main" id="{36D27DEB-F8F6-AA7A-3FA9-5BE1F4B7BBDB}"/>
              </a:ext>
            </a:extLst>
          </p:cNvPr>
          <p:cNvSpPr>
            <a:spLocks noGrp="1" noChangeArrowheads="1"/>
          </p:cNvSpPr>
          <p:nvPr>
            <p:ph type="title"/>
          </p:nvPr>
        </p:nvSpPr>
        <p:spPr/>
        <p:txBody>
          <a:bodyPr/>
          <a:lstStyle/>
          <a:p>
            <a:r>
              <a:rPr lang="en-IN" altLang="en-US"/>
              <a:t>The RSA Algorithm: The Public Key</a:t>
            </a:r>
          </a:p>
        </p:txBody>
      </p:sp>
      <p:sp>
        <p:nvSpPr>
          <p:cNvPr id="6" name="Content Placeholder 5">
            <a:extLst>
              <a:ext uri="{FF2B5EF4-FFF2-40B4-BE49-F238E27FC236}">
                <a16:creationId xmlns:a16="http://schemas.microsoft.com/office/drawing/2014/main" id="{EABB395F-E408-C113-1D48-778221FA1C25}"/>
              </a:ext>
            </a:extLst>
          </p:cNvPr>
          <p:cNvSpPr>
            <a:spLocks noGrp="1"/>
          </p:cNvSpPr>
          <p:nvPr>
            <p:ph idx="1"/>
          </p:nvPr>
        </p:nvSpPr>
        <p:spPr/>
        <p:txBody>
          <a:bodyPr>
            <a:normAutofit fontScale="92500"/>
          </a:bodyPr>
          <a:lstStyle/>
          <a:p>
            <a:pPr>
              <a:defRPr/>
            </a:pPr>
            <a:r>
              <a:rPr lang="en-IN" dirty="0"/>
              <a:t>It uses a number called as N</a:t>
            </a:r>
          </a:p>
          <a:p>
            <a:pPr>
              <a:defRPr/>
            </a:pPr>
            <a:r>
              <a:rPr lang="en-US" dirty="0"/>
              <a:t>In order to choose her personal value of N, Alice picks two prime numbers, p and q, and multiplies them together</a:t>
            </a:r>
          </a:p>
          <a:p>
            <a:pPr>
              <a:defRPr/>
            </a:pPr>
            <a:r>
              <a:rPr lang="en-US" dirty="0"/>
              <a:t>So, Alice could choose her prime numbers to be p = 17,159 and q = 10,247</a:t>
            </a:r>
          </a:p>
          <a:p>
            <a:pPr>
              <a:defRPr/>
            </a:pPr>
            <a:r>
              <a:rPr lang="en-US" dirty="0"/>
              <a:t>Multiplying these two numbers together gives N = 17,159 × 10,247 = 175,828,273</a:t>
            </a:r>
          </a:p>
          <a:p>
            <a:pPr>
              <a:defRPr/>
            </a:pPr>
            <a:r>
              <a:rPr lang="en-US" dirty="0"/>
              <a:t>Alice’s choice of N effectively becomes her public encryption key, and she could print it on her business card, post it on the Internet, or publish it in a public key directory along with everybody else’s value of N</a:t>
            </a:r>
          </a:p>
          <a:p>
            <a:pPr>
              <a:defRPr/>
            </a:pPr>
            <a:endParaRPr lang="en-US" dirty="0"/>
          </a:p>
          <a:p>
            <a:pPr>
              <a:defRPr/>
            </a:pPr>
            <a:endParaRPr lang="en-IN" dirty="0"/>
          </a:p>
        </p:txBody>
      </p:sp>
      <p:sp>
        <p:nvSpPr>
          <p:cNvPr id="248836" name="Slide Number Placeholder 3">
            <a:extLst>
              <a:ext uri="{FF2B5EF4-FFF2-40B4-BE49-F238E27FC236}">
                <a16:creationId xmlns:a16="http://schemas.microsoft.com/office/drawing/2014/main" id="{0DD7A5CA-BEC9-1C75-D94E-BD1356C3368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61B16F6-6555-4AE3-B6E8-A2B8878D5B83}" type="slidenum">
              <a:rPr lang="en-US" altLang="en-US" sz="1400"/>
              <a:pPr>
                <a:spcBef>
                  <a:spcPct val="0"/>
                </a:spcBef>
                <a:buClrTx/>
                <a:buSzTx/>
                <a:buFontTx/>
                <a:buNone/>
              </a:pPr>
              <a:t>127</a:t>
            </a:fld>
            <a:endParaRPr lang="en-US" altLang="en-US" sz="1400"/>
          </a:p>
        </p:txBody>
      </p:sp>
    </p:spTree>
    <p:extLst>
      <p:ext uri="{BB962C8B-B14F-4D97-AF65-F5344CB8AC3E}">
        <p14:creationId xmlns:p14="http://schemas.microsoft.com/office/powerpoint/2010/main" val="192989111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itle 4">
            <a:extLst>
              <a:ext uri="{FF2B5EF4-FFF2-40B4-BE49-F238E27FC236}">
                <a16:creationId xmlns:a16="http://schemas.microsoft.com/office/drawing/2014/main" id="{34DD0180-7204-3430-1B30-BAB4A8CC388C}"/>
              </a:ext>
            </a:extLst>
          </p:cNvPr>
          <p:cNvSpPr>
            <a:spLocks noGrp="1" noChangeArrowheads="1"/>
          </p:cNvSpPr>
          <p:nvPr>
            <p:ph type="title"/>
          </p:nvPr>
        </p:nvSpPr>
        <p:spPr/>
        <p:txBody>
          <a:bodyPr/>
          <a:lstStyle/>
          <a:p>
            <a:r>
              <a:rPr lang="en-IN" altLang="en-US"/>
              <a:t>The RSA Algorithm: The Private Key</a:t>
            </a:r>
          </a:p>
        </p:txBody>
      </p:sp>
      <p:sp>
        <p:nvSpPr>
          <p:cNvPr id="249859" name="Content Placeholder 5">
            <a:extLst>
              <a:ext uri="{FF2B5EF4-FFF2-40B4-BE49-F238E27FC236}">
                <a16:creationId xmlns:a16="http://schemas.microsoft.com/office/drawing/2014/main" id="{9F849068-7050-C81E-4B01-6A780EC2B4E2}"/>
              </a:ext>
            </a:extLst>
          </p:cNvPr>
          <p:cNvSpPr>
            <a:spLocks noGrp="1" noChangeArrowheads="1"/>
          </p:cNvSpPr>
          <p:nvPr>
            <p:ph idx="1"/>
          </p:nvPr>
        </p:nvSpPr>
        <p:spPr/>
        <p:txBody>
          <a:bodyPr>
            <a:normAutofit/>
          </a:bodyPr>
          <a:lstStyle/>
          <a:p>
            <a:r>
              <a:rPr lang="en-US" altLang="en-US" sz="2000" dirty="0"/>
              <a:t>The question remains: how can Alice decrypt a message that was encrypted with her public key? </a:t>
            </a:r>
          </a:p>
          <a:p>
            <a:r>
              <a:rPr lang="en-US" altLang="en-US" sz="2000" dirty="0"/>
              <a:t>In order to read messages sent to her, Alice must have a way of reversing the one-way function</a:t>
            </a:r>
          </a:p>
          <a:p>
            <a:r>
              <a:rPr lang="en-US" altLang="en-US" sz="2000" dirty="0"/>
              <a:t>She needs to have access to some special piece of information that allows her to decrypt the message</a:t>
            </a:r>
          </a:p>
          <a:p>
            <a:r>
              <a:rPr lang="en-US" altLang="en-US" sz="2000" dirty="0"/>
              <a:t>The one-way function is reversible to someone who knows the values of p and q, the two prime numbers that are multiplied together to give N</a:t>
            </a:r>
          </a:p>
          <a:p>
            <a:r>
              <a:rPr lang="en-US" altLang="en-US" sz="2000" dirty="0"/>
              <a:t>Although Alice has told the world that her value for N is 175,828,273, she has not revealed her values for p and q, so only she has the special information required to decrypt her own messages</a:t>
            </a:r>
          </a:p>
          <a:p>
            <a:r>
              <a:rPr lang="en-US" altLang="en-US" sz="2000" dirty="0"/>
              <a:t>We can think of N as the public key, the information that is available to everybody, the information required to encrypt messages to Alice</a:t>
            </a:r>
          </a:p>
          <a:p>
            <a:r>
              <a:rPr lang="en-US" altLang="en-US" sz="2000" dirty="0"/>
              <a:t>Whereas, p and q are the private key, available only to Alice, the information required to decrypt these messages</a:t>
            </a:r>
            <a:endParaRPr lang="en-IN" altLang="en-US" sz="2000" dirty="0"/>
          </a:p>
        </p:txBody>
      </p:sp>
      <p:sp>
        <p:nvSpPr>
          <p:cNvPr id="249860" name="Slide Number Placeholder 3">
            <a:extLst>
              <a:ext uri="{FF2B5EF4-FFF2-40B4-BE49-F238E27FC236}">
                <a16:creationId xmlns:a16="http://schemas.microsoft.com/office/drawing/2014/main" id="{4C2B6E53-F0CD-35C2-9763-7AB0AA2D813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C55A777-0FF5-4FAC-97CE-4538DA8E3270}" type="slidenum">
              <a:rPr lang="en-US" altLang="en-US" sz="1400"/>
              <a:pPr>
                <a:spcBef>
                  <a:spcPct val="0"/>
                </a:spcBef>
                <a:buClrTx/>
                <a:buSzTx/>
                <a:buFontTx/>
                <a:buNone/>
              </a:pPr>
              <a:t>128</a:t>
            </a:fld>
            <a:endParaRPr lang="en-US" altLang="en-US" sz="1400"/>
          </a:p>
        </p:txBody>
      </p:sp>
    </p:spTree>
    <p:extLst>
      <p:ext uri="{BB962C8B-B14F-4D97-AF65-F5344CB8AC3E}">
        <p14:creationId xmlns:p14="http://schemas.microsoft.com/office/powerpoint/2010/main" val="3038881617"/>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itle 4">
            <a:extLst>
              <a:ext uri="{FF2B5EF4-FFF2-40B4-BE49-F238E27FC236}">
                <a16:creationId xmlns:a16="http://schemas.microsoft.com/office/drawing/2014/main" id="{D1C66027-D630-2232-AB6B-B9E8F8766988}"/>
              </a:ext>
            </a:extLst>
          </p:cNvPr>
          <p:cNvSpPr>
            <a:spLocks noGrp="1" noChangeArrowheads="1"/>
          </p:cNvSpPr>
          <p:nvPr>
            <p:ph type="title"/>
          </p:nvPr>
        </p:nvSpPr>
        <p:spPr/>
        <p:txBody>
          <a:bodyPr/>
          <a:lstStyle/>
          <a:p>
            <a:r>
              <a:rPr lang="en-IN" altLang="en-US" sz="4000"/>
              <a:t>The RSA Algorithm: Why is it Difficult to Guess the Private Key?</a:t>
            </a:r>
          </a:p>
        </p:txBody>
      </p:sp>
      <p:sp>
        <p:nvSpPr>
          <p:cNvPr id="250883" name="Content Placeholder 5">
            <a:extLst>
              <a:ext uri="{FF2B5EF4-FFF2-40B4-BE49-F238E27FC236}">
                <a16:creationId xmlns:a16="http://schemas.microsoft.com/office/drawing/2014/main" id="{4BCEB026-512A-091C-E2B0-6406B1BF4E9D}"/>
              </a:ext>
            </a:extLst>
          </p:cNvPr>
          <p:cNvSpPr>
            <a:spLocks noGrp="1" noChangeArrowheads="1"/>
          </p:cNvSpPr>
          <p:nvPr>
            <p:ph idx="1"/>
          </p:nvPr>
        </p:nvSpPr>
        <p:spPr/>
        <p:txBody>
          <a:bodyPr>
            <a:normAutofit lnSpcReduction="10000"/>
          </a:bodyPr>
          <a:lstStyle/>
          <a:p>
            <a:r>
              <a:rPr lang="en-US" altLang="en-US" dirty="0"/>
              <a:t>If everybody knows N, the public key, then surely people can deduce p and q, the private key, and read Alice’s messages? </a:t>
            </a:r>
          </a:p>
          <a:p>
            <a:r>
              <a:rPr lang="en-US" altLang="en-US" dirty="0"/>
              <a:t>After all, N was created from p and q</a:t>
            </a:r>
          </a:p>
          <a:p>
            <a:r>
              <a:rPr lang="en-US" altLang="en-US" dirty="0"/>
              <a:t>In fact, it turns out that if N is large enough, it is virtually impossible to deduce p and q from N, and this is perhaps the most beautiful and elegant aspect of the RSA asymmetric cipher</a:t>
            </a:r>
          </a:p>
          <a:p>
            <a:r>
              <a:rPr lang="en-US" altLang="en-US" dirty="0"/>
              <a:t>Alice created N by choosing p and q, and then multiplying them together</a:t>
            </a:r>
          </a:p>
          <a:p>
            <a:r>
              <a:rPr lang="en-US" altLang="en-US" dirty="0"/>
              <a:t>The fundamental point is that this is in itself a one-way function</a:t>
            </a:r>
          </a:p>
          <a:p>
            <a:r>
              <a:rPr lang="en-US" altLang="en-US" dirty="0"/>
              <a:t>See next slide</a:t>
            </a:r>
            <a:endParaRPr lang="en-IN" altLang="en-US" dirty="0"/>
          </a:p>
        </p:txBody>
      </p:sp>
      <p:sp>
        <p:nvSpPr>
          <p:cNvPr id="250884" name="Slide Number Placeholder 3">
            <a:extLst>
              <a:ext uri="{FF2B5EF4-FFF2-40B4-BE49-F238E27FC236}">
                <a16:creationId xmlns:a16="http://schemas.microsoft.com/office/drawing/2014/main" id="{480D9888-DC1A-0A8D-44B7-230071EB1F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027C29D-D425-4360-9321-9B9D3839B2F6}" type="slidenum">
              <a:rPr lang="en-US" altLang="en-US" sz="1400"/>
              <a:pPr>
                <a:spcBef>
                  <a:spcPct val="0"/>
                </a:spcBef>
                <a:buClrTx/>
                <a:buSzTx/>
                <a:buFontTx/>
                <a:buNone/>
              </a:pPr>
              <a:t>129</a:t>
            </a:fld>
            <a:endParaRPr lang="en-US" altLang="en-US" sz="1400"/>
          </a:p>
        </p:txBody>
      </p:sp>
    </p:spTree>
    <p:extLst>
      <p:ext uri="{BB962C8B-B14F-4D97-AF65-F5344CB8AC3E}">
        <p14:creationId xmlns:p14="http://schemas.microsoft.com/office/powerpoint/2010/main" val="94620120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itle 4">
            <a:extLst>
              <a:ext uri="{FF2B5EF4-FFF2-40B4-BE49-F238E27FC236}">
                <a16:creationId xmlns:a16="http://schemas.microsoft.com/office/drawing/2014/main" id="{B52FC167-0EC3-F393-771A-95066CC9B570}"/>
              </a:ext>
            </a:extLst>
          </p:cNvPr>
          <p:cNvSpPr>
            <a:spLocks noGrp="1" noChangeArrowheads="1"/>
          </p:cNvSpPr>
          <p:nvPr>
            <p:ph type="title"/>
          </p:nvPr>
        </p:nvSpPr>
        <p:spPr/>
        <p:txBody>
          <a:bodyPr/>
          <a:lstStyle/>
          <a:p>
            <a:r>
              <a:rPr lang="en-IN" altLang="en-US" sz="4000"/>
              <a:t>The RSA Algorithm: Why is it Difficult to Guess the Private Key?</a:t>
            </a:r>
          </a:p>
        </p:txBody>
      </p:sp>
      <p:sp>
        <p:nvSpPr>
          <p:cNvPr id="6" name="Content Placeholder 5">
            <a:extLst>
              <a:ext uri="{FF2B5EF4-FFF2-40B4-BE49-F238E27FC236}">
                <a16:creationId xmlns:a16="http://schemas.microsoft.com/office/drawing/2014/main" id="{CFEC9D43-88FA-E7C4-889E-07F194868F7E}"/>
              </a:ext>
            </a:extLst>
          </p:cNvPr>
          <p:cNvSpPr>
            <a:spLocks noGrp="1"/>
          </p:cNvSpPr>
          <p:nvPr>
            <p:ph idx="1"/>
          </p:nvPr>
        </p:nvSpPr>
        <p:spPr/>
        <p:txBody>
          <a:bodyPr>
            <a:normAutofit fontScale="92500" lnSpcReduction="20000"/>
          </a:bodyPr>
          <a:lstStyle/>
          <a:p>
            <a:pPr>
              <a:defRPr/>
            </a:pPr>
            <a:r>
              <a:rPr lang="en-US" dirty="0"/>
              <a:t>To demonstrate the one-way nature of multiplying primes, we can take two prime numbers, such as 9,419 and 1,933, and multiply them together</a:t>
            </a:r>
          </a:p>
          <a:p>
            <a:pPr>
              <a:defRPr/>
            </a:pPr>
            <a:r>
              <a:rPr lang="en-US" dirty="0"/>
              <a:t>With a calculator it takes just a few seconds to get the answer, 18,206,927</a:t>
            </a:r>
          </a:p>
          <a:p>
            <a:pPr>
              <a:defRPr/>
            </a:pPr>
            <a:r>
              <a:rPr lang="en-US" dirty="0"/>
              <a:t>However, if instead we were given 18,206,927 and asked to find the prime factors (the two numbers that were multiplied to give 18,206,927) it would take us much longer</a:t>
            </a:r>
          </a:p>
          <a:p>
            <a:pPr lvl="1">
              <a:defRPr/>
            </a:pPr>
            <a:r>
              <a:rPr lang="en-US" sz="2000" dirty="0"/>
              <a:t>This process is called as </a:t>
            </a:r>
            <a:r>
              <a:rPr lang="en-US" sz="2000" b="1" dirty="0"/>
              <a:t>factoring</a:t>
            </a:r>
            <a:endParaRPr lang="en-US" sz="2000" dirty="0"/>
          </a:p>
          <a:p>
            <a:pPr>
              <a:defRPr/>
            </a:pPr>
            <a:r>
              <a:rPr lang="en-US" dirty="0"/>
              <a:t>If you doubt the difficulty of finding prime factors, then consider the following</a:t>
            </a:r>
          </a:p>
          <a:p>
            <a:pPr>
              <a:defRPr/>
            </a:pPr>
            <a:r>
              <a:rPr lang="en-US" dirty="0"/>
              <a:t>It took me just ten seconds to generate the number 1,709,023, but it will take you and a calculator the best part of an afternoon to work out the prime factors</a:t>
            </a:r>
          </a:p>
          <a:p>
            <a:pPr>
              <a:defRPr/>
            </a:pPr>
            <a:endParaRPr lang="en-US" dirty="0"/>
          </a:p>
          <a:p>
            <a:pPr>
              <a:defRPr/>
            </a:pPr>
            <a:endParaRPr lang="en-IN" dirty="0"/>
          </a:p>
        </p:txBody>
      </p:sp>
      <p:sp>
        <p:nvSpPr>
          <p:cNvPr id="251908" name="Slide Number Placeholder 3">
            <a:extLst>
              <a:ext uri="{FF2B5EF4-FFF2-40B4-BE49-F238E27FC236}">
                <a16:creationId xmlns:a16="http://schemas.microsoft.com/office/drawing/2014/main" id="{3972A2A0-7B51-7C2A-EEF5-5FAEC321FA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A257BAC-3B19-4A87-BFEB-98A4933D4DF8}" type="slidenum">
              <a:rPr lang="en-US" altLang="en-US" sz="1400"/>
              <a:pPr>
                <a:spcBef>
                  <a:spcPct val="0"/>
                </a:spcBef>
                <a:buClrTx/>
                <a:buSzTx/>
                <a:buFontTx/>
                <a:buNone/>
              </a:pPr>
              <a:t>130</a:t>
            </a:fld>
            <a:endParaRPr lang="en-US" altLang="en-US" sz="1400"/>
          </a:p>
        </p:txBody>
      </p:sp>
    </p:spTree>
    <p:extLst>
      <p:ext uri="{BB962C8B-B14F-4D97-AF65-F5344CB8AC3E}">
        <p14:creationId xmlns:p14="http://schemas.microsoft.com/office/powerpoint/2010/main" val="423944584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itle 4">
            <a:extLst>
              <a:ext uri="{FF2B5EF4-FFF2-40B4-BE49-F238E27FC236}">
                <a16:creationId xmlns:a16="http://schemas.microsoft.com/office/drawing/2014/main" id="{18A36EFF-E791-745D-E5FF-447EB08CAFF1}"/>
              </a:ext>
            </a:extLst>
          </p:cNvPr>
          <p:cNvSpPr>
            <a:spLocks noGrp="1" noChangeArrowheads="1"/>
          </p:cNvSpPr>
          <p:nvPr>
            <p:ph type="title"/>
          </p:nvPr>
        </p:nvSpPr>
        <p:spPr/>
        <p:txBody>
          <a:bodyPr/>
          <a:lstStyle/>
          <a:p>
            <a:r>
              <a:rPr lang="en-IN" altLang="en-US" sz="4000"/>
              <a:t>The RSA Algorithm: The Attacker’s Problem – 1</a:t>
            </a:r>
          </a:p>
        </p:txBody>
      </p:sp>
      <p:sp>
        <p:nvSpPr>
          <p:cNvPr id="252931" name="Content Placeholder 5">
            <a:extLst>
              <a:ext uri="{FF2B5EF4-FFF2-40B4-BE49-F238E27FC236}">
                <a16:creationId xmlns:a16="http://schemas.microsoft.com/office/drawing/2014/main" id="{0339EE61-4A53-53AF-3E05-6C548F490411}"/>
              </a:ext>
            </a:extLst>
          </p:cNvPr>
          <p:cNvSpPr>
            <a:spLocks noGrp="1" noChangeArrowheads="1"/>
          </p:cNvSpPr>
          <p:nvPr>
            <p:ph idx="1"/>
          </p:nvPr>
        </p:nvSpPr>
        <p:spPr/>
        <p:txBody>
          <a:bodyPr>
            <a:normAutofit fontScale="92500"/>
          </a:bodyPr>
          <a:lstStyle/>
          <a:p>
            <a:r>
              <a:rPr lang="en-IN" altLang="en-US" dirty="0"/>
              <a:t>Suppose Alice has sent a message to Bob, encrypted with Bob’s public key </a:t>
            </a:r>
            <a:r>
              <a:rPr lang="en-US" altLang="en-US" dirty="0"/>
              <a:t>N</a:t>
            </a:r>
            <a:r>
              <a:rPr lang="en-US" altLang="en-US" baseline="-25000" dirty="0"/>
              <a:t>B</a:t>
            </a:r>
            <a:endParaRPr lang="en-IN" altLang="en-US" baseline="-25000" dirty="0"/>
          </a:p>
          <a:p>
            <a:r>
              <a:rPr lang="en-US" altLang="en-US" dirty="0"/>
              <a:t>To create his public key, Bob picked his own prime numbers, </a:t>
            </a:r>
            <a:r>
              <a:rPr lang="en-US" altLang="en-US" dirty="0" err="1"/>
              <a:t>p</a:t>
            </a:r>
            <a:r>
              <a:rPr lang="en-US" altLang="en-US" baseline="-25000" dirty="0" err="1"/>
              <a:t>B</a:t>
            </a:r>
            <a:r>
              <a:rPr lang="en-US" altLang="en-US" dirty="0"/>
              <a:t> and </a:t>
            </a:r>
            <a:r>
              <a:rPr lang="en-US" altLang="en-US" dirty="0" err="1"/>
              <a:t>q</a:t>
            </a:r>
            <a:r>
              <a:rPr lang="en-US" altLang="en-US" baseline="-25000" dirty="0" err="1"/>
              <a:t>B</a:t>
            </a:r>
            <a:r>
              <a:rPr lang="en-US" altLang="en-US" dirty="0"/>
              <a:t>, and multiplied them together to get N</a:t>
            </a:r>
            <a:r>
              <a:rPr lang="en-US" altLang="en-US" baseline="-25000" dirty="0"/>
              <a:t>B</a:t>
            </a:r>
            <a:endParaRPr lang="en-US" altLang="en-US" dirty="0"/>
          </a:p>
          <a:p>
            <a:r>
              <a:rPr lang="en-US" altLang="en-US" dirty="0"/>
              <a:t>He has kept </a:t>
            </a:r>
            <a:r>
              <a:rPr lang="en-US" altLang="en-US" dirty="0" err="1"/>
              <a:t>p</a:t>
            </a:r>
            <a:r>
              <a:rPr lang="en-US" altLang="en-US" baseline="-25000" dirty="0" err="1"/>
              <a:t>B</a:t>
            </a:r>
            <a:r>
              <a:rPr lang="en-US" altLang="en-US" dirty="0"/>
              <a:t> and </a:t>
            </a:r>
            <a:r>
              <a:rPr lang="en-US" altLang="en-US" dirty="0" err="1"/>
              <a:t>q</a:t>
            </a:r>
            <a:r>
              <a:rPr lang="en-US" altLang="en-US" baseline="-25000" dirty="0" err="1"/>
              <a:t>B</a:t>
            </a:r>
            <a:r>
              <a:rPr lang="en-US" altLang="en-US" dirty="0"/>
              <a:t> secret, because these make up his private decryption key, but he has published N</a:t>
            </a:r>
            <a:r>
              <a:rPr lang="en-US" altLang="en-US" baseline="-25000" dirty="0"/>
              <a:t>B</a:t>
            </a:r>
            <a:r>
              <a:rPr lang="en-US" altLang="en-US" dirty="0"/>
              <a:t>, which is equal to 408,508,091</a:t>
            </a:r>
          </a:p>
          <a:p>
            <a:r>
              <a:rPr lang="en-US" altLang="en-US" dirty="0"/>
              <a:t>So Alice inserts Bob’s public key N</a:t>
            </a:r>
            <a:r>
              <a:rPr lang="en-US" altLang="en-US" baseline="-25000" dirty="0"/>
              <a:t>B </a:t>
            </a:r>
            <a:r>
              <a:rPr lang="en-US" altLang="en-US" dirty="0"/>
              <a:t>into the general one-way encryption function, and then encrypts her message to him</a:t>
            </a:r>
          </a:p>
          <a:p>
            <a:r>
              <a:rPr lang="en-US" altLang="en-US" dirty="0"/>
              <a:t>When the encrypted message arrives, Bob can reverse the function and decrypt it using his values for </a:t>
            </a:r>
            <a:r>
              <a:rPr lang="en-US" altLang="en-US" dirty="0" err="1"/>
              <a:t>p</a:t>
            </a:r>
            <a:r>
              <a:rPr lang="en-US" altLang="en-US" baseline="-25000" dirty="0" err="1"/>
              <a:t>B</a:t>
            </a:r>
            <a:r>
              <a:rPr lang="en-US" altLang="en-US" dirty="0"/>
              <a:t> and </a:t>
            </a:r>
            <a:r>
              <a:rPr lang="en-US" altLang="en-US" dirty="0" err="1"/>
              <a:t>q</a:t>
            </a:r>
            <a:r>
              <a:rPr lang="en-US" altLang="en-US" baseline="-25000" dirty="0" err="1"/>
              <a:t>B</a:t>
            </a:r>
            <a:r>
              <a:rPr lang="en-US" altLang="en-US" dirty="0"/>
              <a:t>, which make up his private key</a:t>
            </a:r>
            <a:endParaRPr lang="en-IN" altLang="en-US" dirty="0"/>
          </a:p>
        </p:txBody>
      </p:sp>
      <p:sp>
        <p:nvSpPr>
          <p:cNvPr id="252932" name="Slide Number Placeholder 3">
            <a:extLst>
              <a:ext uri="{FF2B5EF4-FFF2-40B4-BE49-F238E27FC236}">
                <a16:creationId xmlns:a16="http://schemas.microsoft.com/office/drawing/2014/main" id="{3D083E9A-0161-9859-F9EA-8F636FC2DD5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0C79DAB-B988-491F-A8BE-1C11F9077EEB}" type="slidenum">
              <a:rPr lang="en-US" altLang="en-US" sz="1400"/>
              <a:pPr>
                <a:spcBef>
                  <a:spcPct val="0"/>
                </a:spcBef>
                <a:buClrTx/>
                <a:buSzTx/>
                <a:buFontTx/>
                <a:buNone/>
              </a:pPr>
              <a:t>131</a:t>
            </a:fld>
            <a:endParaRPr lang="en-US" altLang="en-US" sz="1400"/>
          </a:p>
        </p:txBody>
      </p:sp>
    </p:spTree>
    <p:extLst>
      <p:ext uri="{BB962C8B-B14F-4D97-AF65-F5344CB8AC3E}">
        <p14:creationId xmlns:p14="http://schemas.microsoft.com/office/powerpoint/2010/main" val="41834817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itle 4">
            <a:extLst>
              <a:ext uri="{FF2B5EF4-FFF2-40B4-BE49-F238E27FC236}">
                <a16:creationId xmlns:a16="http://schemas.microsoft.com/office/drawing/2014/main" id="{16D1E267-826B-A735-D253-57736CC146E7}"/>
              </a:ext>
            </a:extLst>
          </p:cNvPr>
          <p:cNvSpPr>
            <a:spLocks noGrp="1" noChangeArrowheads="1"/>
          </p:cNvSpPr>
          <p:nvPr>
            <p:ph type="title"/>
          </p:nvPr>
        </p:nvSpPr>
        <p:spPr/>
        <p:txBody>
          <a:bodyPr/>
          <a:lstStyle/>
          <a:p>
            <a:r>
              <a:rPr lang="en-IN" altLang="en-US" sz="4000"/>
              <a:t>The RSA Algorithm: The Attacker’s Problem – 2</a:t>
            </a:r>
          </a:p>
        </p:txBody>
      </p:sp>
      <p:sp>
        <p:nvSpPr>
          <p:cNvPr id="253955" name="Content Placeholder 5">
            <a:extLst>
              <a:ext uri="{FF2B5EF4-FFF2-40B4-BE49-F238E27FC236}">
                <a16:creationId xmlns:a16="http://schemas.microsoft.com/office/drawing/2014/main" id="{1E7E813A-6C96-20D4-5AFD-74D45D105475}"/>
              </a:ext>
            </a:extLst>
          </p:cNvPr>
          <p:cNvSpPr>
            <a:spLocks noGrp="1" noChangeArrowheads="1"/>
          </p:cNvSpPr>
          <p:nvPr>
            <p:ph idx="1"/>
          </p:nvPr>
        </p:nvSpPr>
        <p:spPr/>
        <p:txBody>
          <a:bodyPr>
            <a:normAutofit lnSpcReduction="10000"/>
          </a:bodyPr>
          <a:lstStyle/>
          <a:p>
            <a:r>
              <a:rPr lang="en-US" altLang="en-US" sz="2400"/>
              <a:t>Attacker Eve’s only hope of decrypting the message is to reverse the one-way function, and this is possible only if she knows p</a:t>
            </a:r>
            <a:r>
              <a:rPr lang="en-US" altLang="en-US" sz="2400" baseline="-25000"/>
              <a:t>B</a:t>
            </a:r>
            <a:r>
              <a:rPr lang="en-US" altLang="en-US" sz="2400"/>
              <a:t> and q</a:t>
            </a:r>
            <a:r>
              <a:rPr lang="en-US" altLang="en-US" sz="2400" baseline="-25000"/>
              <a:t>B</a:t>
            </a:r>
          </a:p>
          <a:p>
            <a:r>
              <a:rPr lang="en-US" altLang="en-US" sz="2400"/>
              <a:t>Bob has kept p</a:t>
            </a:r>
            <a:r>
              <a:rPr lang="en-US" altLang="en-US" sz="2400" baseline="-25000"/>
              <a:t>B</a:t>
            </a:r>
            <a:r>
              <a:rPr lang="en-US" altLang="en-US" sz="2400"/>
              <a:t> and q</a:t>
            </a:r>
            <a:r>
              <a:rPr lang="en-US" altLang="en-US" sz="2400" baseline="-25000"/>
              <a:t>B </a:t>
            </a:r>
            <a:r>
              <a:rPr lang="en-US" altLang="en-US" sz="2400"/>
              <a:t>secret, but Eve, like everybody else, knows N</a:t>
            </a:r>
            <a:r>
              <a:rPr lang="en-US" altLang="en-US" sz="2400" baseline="-25000"/>
              <a:t>B</a:t>
            </a:r>
            <a:r>
              <a:rPr lang="en-US" altLang="en-US" sz="2400"/>
              <a:t> is 408,508,091</a:t>
            </a:r>
          </a:p>
          <a:p>
            <a:r>
              <a:rPr lang="en-US" altLang="en-US" sz="2400"/>
              <a:t>Eve then attempts to deduce the values for p</a:t>
            </a:r>
            <a:r>
              <a:rPr lang="en-US" altLang="en-US" sz="2400" baseline="-25000"/>
              <a:t>B</a:t>
            </a:r>
            <a:r>
              <a:rPr lang="en-US" altLang="en-US" sz="2400"/>
              <a:t> and q</a:t>
            </a:r>
            <a:r>
              <a:rPr lang="en-US" altLang="en-US" sz="2400" baseline="-25000"/>
              <a:t>B </a:t>
            </a:r>
            <a:r>
              <a:rPr lang="en-US" altLang="en-US" sz="2400"/>
              <a:t>by working out which numbers would need to be multiplied together to get 408,508,091, a process known as factoring</a:t>
            </a:r>
          </a:p>
          <a:p>
            <a:r>
              <a:rPr lang="en-US" altLang="en-US" sz="2400"/>
              <a:t>Factoring is very time-consuming, but exactly how long would it take Eve to find the factors of 408,508,091? </a:t>
            </a:r>
          </a:p>
          <a:p>
            <a:r>
              <a:rPr lang="en-US" altLang="en-US" sz="2400"/>
              <a:t>There are various recipes for trying to factor N</a:t>
            </a:r>
            <a:r>
              <a:rPr lang="en-US" altLang="en-US" sz="2400" baseline="-25000"/>
              <a:t>B - </a:t>
            </a:r>
            <a:r>
              <a:rPr lang="en-US" altLang="en-US" sz="2400"/>
              <a:t>Although some recipes are faster than others, they all essentially involve checking each prime number to see if it divides into N</a:t>
            </a:r>
            <a:r>
              <a:rPr lang="en-US" altLang="en-US" sz="2400" baseline="-25000"/>
              <a:t>B</a:t>
            </a:r>
            <a:r>
              <a:rPr lang="en-US" altLang="en-US" sz="2400"/>
              <a:t> without a remainder</a:t>
            </a:r>
          </a:p>
        </p:txBody>
      </p:sp>
      <p:sp>
        <p:nvSpPr>
          <p:cNvPr id="253956" name="Slide Number Placeholder 3">
            <a:extLst>
              <a:ext uri="{FF2B5EF4-FFF2-40B4-BE49-F238E27FC236}">
                <a16:creationId xmlns:a16="http://schemas.microsoft.com/office/drawing/2014/main" id="{BF47B3B3-E78B-83FB-0D1E-AEF042DC1DF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67DC6F8-A673-4A82-980F-8E5463502EE2}" type="slidenum">
              <a:rPr lang="en-US" altLang="en-US" sz="1400"/>
              <a:pPr>
                <a:spcBef>
                  <a:spcPct val="0"/>
                </a:spcBef>
                <a:buClrTx/>
                <a:buSzTx/>
                <a:buFontTx/>
                <a:buNone/>
              </a:pPr>
              <a:t>132</a:t>
            </a:fld>
            <a:endParaRPr lang="en-US" altLang="en-US" sz="1400"/>
          </a:p>
        </p:txBody>
      </p:sp>
    </p:spTree>
    <p:extLst>
      <p:ext uri="{BB962C8B-B14F-4D97-AF65-F5344CB8AC3E}">
        <p14:creationId xmlns:p14="http://schemas.microsoft.com/office/powerpoint/2010/main" val="220986946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itle 4">
            <a:extLst>
              <a:ext uri="{FF2B5EF4-FFF2-40B4-BE49-F238E27FC236}">
                <a16:creationId xmlns:a16="http://schemas.microsoft.com/office/drawing/2014/main" id="{EF5A2E6C-FC01-8491-7162-A86CA6ABCC01}"/>
              </a:ext>
            </a:extLst>
          </p:cNvPr>
          <p:cNvSpPr>
            <a:spLocks noGrp="1" noChangeArrowheads="1"/>
          </p:cNvSpPr>
          <p:nvPr>
            <p:ph type="title"/>
          </p:nvPr>
        </p:nvSpPr>
        <p:spPr/>
        <p:txBody>
          <a:bodyPr/>
          <a:lstStyle/>
          <a:p>
            <a:r>
              <a:rPr lang="en-IN" altLang="en-US" sz="4000"/>
              <a:t>The RSA Algorithm: The Attacker’s Problem – 3</a:t>
            </a:r>
          </a:p>
        </p:txBody>
      </p:sp>
      <p:sp>
        <p:nvSpPr>
          <p:cNvPr id="254979" name="Content Placeholder 5">
            <a:extLst>
              <a:ext uri="{FF2B5EF4-FFF2-40B4-BE49-F238E27FC236}">
                <a16:creationId xmlns:a16="http://schemas.microsoft.com/office/drawing/2014/main" id="{C28F41CB-9D5F-47DA-481D-4A3AA06E9A49}"/>
              </a:ext>
            </a:extLst>
          </p:cNvPr>
          <p:cNvSpPr>
            <a:spLocks noGrp="1" noChangeArrowheads="1"/>
          </p:cNvSpPr>
          <p:nvPr>
            <p:ph idx="1"/>
          </p:nvPr>
        </p:nvSpPr>
        <p:spPr/>
        <p:txBody>
          <a:bodyPr>
            <a:normAutofit fontScale="92500"/>
          </a:bodyPr>
          <a:lstStyle/>
          <a:p>
            <a:r>
              <a:rPr lang="en-US" altLang="en-US" sz="2400" dirty="0"/>
              <a:t>For example, 3 is a prime number, but it is not a factor of 408,508,091 because 3 will not perfectly divide into 408,508,091</a:t>
            </a:r>
          </a:p>
          <a:p>
            <a:r>
              <a:rPr lang="en-US" altLang="en-US" sz="2400" dirty="0"/>
              <a:t>So Eve moves on to the next prime number, 5</a:t>
            </a:r>
          </a:p>
          <a:p>
            <a:r>
              <a:rPr lang="en-US" altLang="en-US" sz="2400" dirty="0"/>
              <a:t>Similarly, 5 is not a factor, so Eve moves on to the next prime number, and so on</a:t>
            </a:r>
          </a:p>
          <a:p>
            <a:r>
              <a:rPr lang="en-US" altLang="en-US" sz="2400" dirty="0"/>
              <a:t>Eventually, Eve arrives at 18,313, the 2,000th prime number, which is indeed a factor of 408,508,091</a:t>
            </a:r>
          </a:p>
          <a:p>
            <a:r>
              <a:rPr lang="en-US" altLang="en-US" sz="2400" dirty="0"/>
              <a:t>Having found one factor, it is easy to find the other one, which turns out to be 22,307</a:t>
            </a:r>
          </a:p>
          <a:p>
            <a:r>
              <a:rPr lang="en-US" altLang="en-US" sz="2400" dirty="0"/>
              <a:t>If Eve had a calculator and was able to check four primes a minute, then it would have taken her 500 minutes, or more than 8 hours, to find </a:t>
            </a:r>
            <a:r>
              <a:rPr lang="en-US" altLang="en-US" sz="2400" dirty="0" err="1"/>
              <a:t>p</a:t>
            </a:r>
            <a:r>
              <a:rPr lang="en-US" altLang="en-US" sz="2400" baseline="-25000" dirty="0" err="1"/>
              <a:t>B</a:t>
            </a:r>
            <a:r>
              <a:rPr lang="en-US" altLang="en-US" sz="2400" dirty="0"/>
              <a:t> and </a:t>
            </a:r>
            <a:r>
              <a:rPr lang="en-US" altLang="en-US" sz="2400" dirty="0" err="1"/>
              <a:t>q</a:t>
            </a:r>
            <a:r>
              <a:rPr lang="en-US" altLang="en-US" sz="2400" baseline="-25000" dirty="0" err="1"/>
              <a:t>B</a:t>
            </a:r>
            <a:endParaRPr lang="en-US" altLang="en-US" sz="2400" dirty="0"/>
          </a:p>
          <a:p>
            <a:r>
              <a:rPr lang="en-US" altLang="en-US" sz="2400" dirty="0"/>
              <a:t>In other words, Eve would be able to work out Bob’s private key in less than a day, and could therefore decipher the intercepted message in less than a day</a:t>
            </a:r>
          </a:p>
          <a:p>
            <a:endParaRPr lang="en-IN" altLang="en-US" sz="2400" dirty="0"/>
          </a:p>
        </p:txBody>
      </p:sp>
      <p:sp>
        <p:nvSpPr>
          <p:cNvPr id="254980" name="Slide Number Placeholder 3">
            <a:extLst>
              <a:ext uri="{FF2B5EF4-FFF2-40B4-BE49-F238E27FC236}">
                <a16:creationId xmlns:a16="http://schemas.microsoft.com/office/drawing/2014/main" id="{0FCD64B0-1BBC-AF61-0FB8-18AF861BAD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925135B-FBCC-4BF3-BD1F-F9EE544C02CD}" type="slidenum">
              <a:rPr lang="en-US" altLang="en-US" sz="1400"/>
              <a:pPr>
                <a:spcBef>
                  <a:spcPct val="0"/>
                </a:spcBef>
                <a:buClrTx/>
                <a:buSzTx/>
                <a:buFontTx/>
                <a:buNone/>
              </a:pPr>
              <a:t>133</a:t>
            </a:fld>
            <a:endParaRPr lang="en-US" altLang="en-US" sz="1400"/>
          </a:p>
        </p:txBody>
      </p:sp>
    </p:spTree>
    <p:extLst>
      <p:ext uri="{BB962C8B-B14F-4D97-AF65-F5344CB8AC3E}">
        <p14:creationId xmlns:p14="http://schemas.microsoft.com/office/powerpoint/2010/main" val="30857046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itle 4">
            <a:extLst>
              <a:ext uri="{FF2B5EF4-FFF2-40B4-BE49-F238E27FC236}">
                <a16:creationId xmlns:a16="http://schemas.microsoft.com/office/drawing/2014/main" id="{7535129F-B02E-0BC3-2E36-1CF3AB836777}"/>
              </a:ext>
            </a:extLst>
          </p:cNvPr>
          <p:cNvSpPr>
            <a:spLocks noGrp="1" noChangeArrowheads="1"/>
          </p:cNvSpPr>
          <p:nvPr>
            <p:ph type="title"/>
          </p:nvPr>
        </p:nvSpPr>
        <p:spPr/>
        <p:txBody>
          <a:bodyPr/>
          <a:lstStyle/>
          <a:p>
            <a:r>
              <a:rPr lang="en-IN" altLang="en-US" sz="4000"/>
              <a:t>The RSA Algorithm: The Attacker’s Problem – 4</a:t>
            </a:r>
          </a:p>
        </p:txBody>
      </p:sp>
      <p:sp>
        <p:nvSpPr>
          <p:cNvPr id="256003" name="Content Placeholder 5">
            <a:extLst>
              <a:ext uri="{FF2B5EF4-FFF2-40B4-BE49-F238E27FC236}">
                <a16:creationId xmlns:a16="http://schemas.microsoft.com/office/drawing/2014/main" id="{B62F01D6-8158-93B2-B6EB-5BF00CDDBD39}"/>
              </a:ext>
            </a:extLst>
          </p:cNvPr>
          <p:cNvSpPr>
            <a:spLocks noGrp="1" noChangeArrowheads="1"/>
          </p:cNvSpPr>
          <p:nvPr>
            <p:ph idx="1"/>
          </p:nvPr>
        </p:nvSpPr>
        <p:spPr/>
        <p:txBody>
          <a:bodyPr>
            <a:normAutofit fontScale="92500"/>
          </a:bodyPr>
          <a:lstStyle/>
          <a:p>
            <a:r>
              <a:rPr lang="en-US" altLang="en-US" dirty="0"/>
              <a:t>This is not a very high level of security, but Bob could have chosen much larger prime numbers and increased the security of his private key</a:t>
            </a:r>
          </a:p>
          <a:p>
            <a:r>
              <a:rPr lang="en-US" altLang="en-US" dirty="0"/>
              <a:t>For example, he could have chosen primes that are as big as 10</a:t>
            </a:r>
            <a:r>
              <a:rPr lang="en-US" altLang="en-US" baseline="30000" dirty="0"/>
              <a:t>65</a:t>
            </a:r>
            <a:r>
              <a:rPr lang="en-US" altLang="en-US" dirty="0"/>
              <a:t> (this means 1 followed by 65 zeros, or one hundred thousand, million, million, million, million, million, million, million, million, million, million)</a:t>
            </a:r>
          </a:p>
          <a:p>
            <a:r>
              <a:rPr lang="en-US" altLang="en-US" dirty="0"/>
              <a:t>This would have resulted in a value for N that would have been roughly 10</a:t>
            </a:r>
            <a:r>
              <a:rPr lang="en-US" altLang="en-US" baseline="30000" dirty="0"/>
              <a:t>65</a:t>
            </a:r>
            <a:r>
              <a:rPr lang="en-US" altLang="en-US" dirty="0"/>
              <a:t> × 10</a:t>
            </a:r>
            <a:r>
              <a:rPr lang="en-US" altLang="en-US" baseline="30000" dirty="0"/>
              <a:t>65</a:t>
            </a:r>
            <a:r>
              <a:rPr lang="en-US" altLang="en-US" dirty="0"/>
              <a:t>, which is 10</a:t>
            </a:r>
            <a:r>
              <a:rPr lang="en-US" altLang="en-US" baseline="30000" dirty="0"/>
              <a:t>130</a:t>
            </a:r>
            <a:endParaRPr lang="en-US" altLang="en-US" dirty="0"/>
          </a:p>
          <a:p>
            <a:r>
              <a:rPr lang="en-US" altLang="en-US" dirty="0"/>
              <a:t>A computer could multiply the two primes and generate N in just a second, but if Eve wanted to reverse the process and work out p and q, it would take inordinately longer</a:t>
            </a:r>
            <a:endParaRPr lang="en-IN" altLang="en-US" dirty="0"/>
          </a:p>
        </p:txBody>
      </p:sp>
      <p:sp>
        <p:nvSpPr>
          <p:cNvPr id="256004" name="Slide Number Placeholder 3">
            <a:extLst>
              <a:ext uri="{FF2B5EF4-FFF2-40B4-BE49-F238E27FC236}">
                <a16:creationId xmlns:a16="http://schemas.microsoft.com/office/drawing/2014/main" id="{9951ADA5-994D-E4F6-CC89-801EB39981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989AD98-3DE5-46B2-AFD1-954F3DCA02D7}" type="slidenum">
              <a:rPr lang="en-US" altLang="en-US" sz="1400"/>
              <a:pPr>
                <a:spcBef>
                  <a:spcPct val="0"/>
                </a:spcBef>
                <a:buClrTx/>
                <a:buSzTx/>
                <a:buFontTx/>
                <a:buNone/>
              </a:pPr>
              <a:t>134</a:t>
            </a:fld>
            <a:endParaRPr lang="en-US" altLang="en-US" sz="1400"/>
          </a:p>
        </p:txBody>
      </p:sp>
    </p:spTree>
    <p:extLst>
      <p:ext uri="{BB962C8B-B14F-4D97-AF65-F5344CB8AC3E}">
        <p14:creationId xmlns:p14="http://schemas.microsoft.com/office/powerpoint/2010/main" val="223155606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Slide Number Placeholder 4">
            <a:extLst>
              <a:ext uri="{FF2B5EF4-FFF2-40B4-BE49-F238E27FC236}">
                <a16:creationId xmlns:a16="http://schemas.microsoft.com/office/drawing/2014/main" id="{85803E0B-D507-3409-457B-F2805E84C4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41803C6-3745-4EAF-9CBC-799FC6B5E836}" type="slidenum">
              <a:rPr lang="en-US" altLang="en-US" sz="1400"/>
              <a:pPr>
                <a:spcBef>
                  <a:spcPct val="0"/>
                </a:spcBef>
                <a:buClrTx/>
                <a:buSzTx/>
                <a:buFontTx/>
                <a:buNone/>
              </a:pPr>
              <a:t>135</a:t>
            </a:fld>
            <a:endParaRPr lang="en-US" altLang="en-US" sz="1400"/>
          </a:p>
        </p:txBody>
      </p:sp>
      <p:sp>
        <p:nvSpPr>
          <p:cNvPr id="257027" name="Rectangle 1026">
            <a:extLst>
              <a:ext uri="{FF2B5EF4-FFF2-40B4-BE49-F238E27FC236}">
                <a16:creationId xmlns:a16="http://schemas.microsoft.com/office/drawing/2014/main" id="{246ECAFD-75D0-A5D6-C10F-37D23CE11537}"/>
              </a:ext>
            </a:extLst>
          </p:cNvPr>
          <p:cNvSpPr>
            <a:spLocks noGrp="1" noChangeArrowheads="1"/>
          </p:cNvSpPr>
          <p:nvPr>
            <p:ph type="title"/>
          </p:nvPr>
        </p:nvSpPr>
        <p:spPr/>
        <p:txBody>
          <a:bodyPr/>
          <a:lstStyle/>
          <a:p>
            <a:pPr eaLnBrk="1" hangingPunct="1"/>
            <a:r>
              <a:rPr lang="en-US" altLang="en-US"/>
              <a:t>RSA Algorithm</a:t>
            </a:r>
          </a:p>
        </p:txBody>
      </p:sp>
      <p:sp>
        <p:nvSpPr>
          <p:cNvPr id="257028" name="Text Box 1027">
            <a:extLst>
              <a:ext uri="{FF2B5EF4-FFF2-40B4-BE49-F238E27FC236}">
                <a16:creationId xmlns:a16="http://schemas.microsoft.com/office/drawing/2014/main" id="{DCF9963B-B57D-6D64-BB95-9FC770EA39C1}"/>
              </a:ext>
            </a:extLst>
          </p:cNvPr>
          <p:cNvSpPr txBox="1">
            <a:spLocks noChangeArrowheads="1"/>
          </p:cNvSpPr>
          <p:nvPr/>
        </p:nvSpPr>
        <p:spPr bwMode="auto">
          <a:xfrm>
            <a:off x="838200" y="1434190"/>
            <a:ext cx="9590070" cy="4922159"/>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None/>
            </a:pPr>
            <a:r>
              <a:rPr lang="en-US" altLang="en-US" sz="1800" b="1">
                <a:latin typeface="Times New Roman" panose="02020603050405020304" pitchFamily="18" charset="0"/>
              </a:rPr>
              <a:t>1. Choose two large prime numbers P and Q.</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2. Calculate N = P x Q.</a:t>
            </a:r>
          </a:p>
          <a:p>
            <a:pPr algn="just">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3. Select the public key (i.e. the encryption key) E such that it is not a factor of (P – 1) and (Q – 1).</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4. Select the private key (i.e. the decryption key) D such that the following equation is true:</a:t>
            </a:r>
          </a:p>
          <a:p>
            <a:pPr>
              <a:spcBef>
                <a:spcPct val="0"/>
              </a:spcBef>
              <a:buClrTx/>
              <a:buSzTx/>
              <a:buFontTx/>
              <a:buNone/>
            </a:pPr>
            <a:r>
              <a:rPr lang="en-US" altLang="en-US" sz="1800" b="1">
                <a:latin typeface="Times New Roman" panose="02020603050405020304" pitchFamily="18" charset="0"/>
              </a:rPr>
              <a:t>(D x E) mod (P – 1) x (Q – 1) = 1</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5. For encryption, calculate the cipher text CT from the plain text PT as follows:</a:t>
            </a:r>
          </a:p>
          <a:p>
            <a:pPr>
              <a:spcBef>
                <a:spcPct val="0"/>
              </a:spcBef>
              <a:buClrTx/>
              <a:buSzTx/>
              <a:buFontTx/>
              <a:buNone/>
            </a:pPr>
            <a:r>
              <a:rPr lang="en-US" altLang="en-US" sz="1800" b="1">
                <a:latin typeface="Times New Roman" panose="02020603050405020304" pitchFamily="18" charset="0"/>
              </a:rPr>
              <a:t>CT = PT</a:t>
            </a:r>
            <a:r>
              <a:rPr lang="en-US" altLang="en-US" sz="1800" b="1" baseline="30000">
                <a:latin typeface="Times New Roman" panose="02020603050405020304" pitchFamily="18" charset="0"/>
              </a:rPr>
              <a:t>E</a:t>
            </a:r>
            <a:r>
              <a:rPr lang="en-US" altLang="en-US" sz="1800" b="1">
                <a:latin typeface="Times New Roman" panose="02020603050405020304" pitchFamily="18" charset="0"/>
              </a:rPr>
              <a:t> mod N</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6. Send CT as the cipher text to the receiver.</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800" b="1">
                <a:latin typeface="Times New Roman" panose="02020603050405020304" pitchFamily="18" charset="0"/>
              </a:rPr>
              <a:t>7. For decryption, calculate the plain text PT from the cipher text CT as follows:</a:t>
            </a:r>
          </a:p>
          <a:p>
            <a:pPr>
              <a:spcBef>
                <a:spcPct val="0"/>
              </a:spcBef>
              <a:buClrTx/>
              <a:buSzTx/>
              <a:buFontTx/>
              <a:buNone/>
            </a:pPr>
            <a:r>
              <a:rPr lang="en-US" altLang="en-US" sz="1800" b="1">
                <a:latin typeface="Times New Roman" panose="02020603050405020304" pitchFamily="18" charset="0"/>
              </a:rPr>
              <a:t>PT = CT</a:t>
            </a:r>
            <a:r>
              <a:rPr lang="en-US" altLang="en-US" sz="1800" b="1" baseline="30000">
                <a:latin typeface="Times New Roman" panose="02020603050405020304" pitchFamily="18" charset="0"/>
              </a:rPr>
              <a:t>D</a:t>
            </a:r>
            <a:r>
              <a:rPr lang="en-US" altLang="en-US" sz="1800" b="1">
                <a:latin typeface="Times New Roman" panose="02020603050405020304" pitchFamily="18" charset="0"/>
              </a:rPr>
              <a:t> mod N</a:t>
            </a:r>
          </a:p>
          <a:p>
            <a:pPr>
              <a:spcBef>
                <a:spcPct val="0"/>
              </a:spcBef>
              <a:buClrTx/>
              <a:buSzTx/>
              <a:buFontTx/>
              <a:buNone/>
            </a:pPr>
            <a:endParaRPr lang="en-US" altLang="en-US" sz="1800" b="1">
              <a:latin typeface="Times New Roman" panose="02020603050405020304" pitchFamily="18" charset="0"/>
            </a:endParaRPr>
          </a:p>
          <a:p>
            <a:pPr>
              <a:spcBef>
                <a:spcPct val="0"/>
              </a:spcBef>
              <a:buClrTx/>
              <a:buSzTx/>
              <a:buFontTx/>
              <a:buNone/>
            </a:pPr>
            <a:endParaRPr lang="en-US" altLang="en-US" sz="1600">
              <a:latin typeface="Book Antiqua" panose="02040602050305030304" pitchFamily="18" charset="0"/>
            </a:endParaRPr>
          </a:p>
        </p:txBody>
      </p:sp>
    </p:spTree>
    <p:extLst>
      <p:ext uri="{BB962C8B-B14F-4D97-AF65-F5344CB8AC3E}">
        <p14:creationId xmlns:p14="http://schemas.microsoft.com/office/powerpoint/2010/main" val="3659782139"/>
      </p:ext>
    </p:extLst>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Slide Number Placeholder 5">
            <a:extLst>
              <a:ext uri="{FF2B5EF4-FFF2-40B4-BE49-F238E27FC236}">
                <a16:creationId xmlns:a16="http://schemas.microsoft.com/office/drawing/2014/main" id="{226EB53A-9123-AD92-97D2-D25B65DC7D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37F0966-BFC7-44C2-B2BC-09228C9A6821}" type="slidenum">
              <a:rPr lang="en-US" altLang="en-US" sz="1400"/>
              <a:pPr>
                <a:spcBef>
                  <a:spcPct val="0"/>
                </a:spcBef>
                <a:buClrTx/>
                <a:buSzTx/>
                <a:buFontTx/>
                <a:buNone/>
              </a:pPr>
              <a:t>136</a:t>
            </a:fld>
            <a:endParaRPr lang="en-US" altLang="en-US" sz="1400"/>
          </a:p>
        </p:txBody>
      </p:sp>
      <p:sp>
        <p:nvSpPr>
          <p:cNvPr id="261123" name="Rectangle 2">
            <a:extLst>
              <a:ext uri="{FF2B5EF4-FFF2-40B4-BE49-F238E27FC236}">
                <a16:creationId xmlns:a16="http://schemas.microsoft.com/office/drawing/2014/main" id="{DC44323D-26DA-C7E6-D73F-7604F99F4807}"/>
              </a:ext>
            </a:extLst>
          </p:cNvPr>
          <p:cNvSpPr>
            <a:spLocks noGrp="1" noChangeArrowheads="1"/>
          </p:cNvSpPr>
          <p:nvPr>
            <p:ph type="title"/>
          </p:nvPr>
        </p:nvSpPr>
        <p:spPr/>
        <p:txBody>
          <a:bodyPr/>
          <a:lstStyle/>
          <a:p>
            <a:pPr eaLnBrk="1" hangingPunct="1"/>
            <a:r>
              <a:rPr lang="en-US" altLang="en-US"/>
              <a:t>Find Missing Values</a:t>
            </a:r>
            <a:endParaRPr lang="en-GB" altLang="en-US"/>
          </a:p>
        </p:txBody>
      </p:sp>
      <p:sp>
        <p:nvSpPr>
          <p:cNvPr id="261124" name="Rectangle 3">
            <a:extLst>
              <a:ext uri="{FF2B5EF4-FFF2-40B4-BE49-F238E27FC236}">
                <a16:creationId xmlns:a16="http://schemas.microsoft.com/office/drawing/2014/main" id="{19C16359-7059-7721-25C7-A2DCAD552292}"/>
              </a:ext>
            </a:extLst>
          </p:cNvPr>
          <p:cNvSpPr>
            <a:spLocks noGrp="1" noChangeArrowheads="1"/>
          </p:cNvSpPr>
          <p:nvPr>
            <p:ph type="body" idx="1"/>
          </p:nvPr>
        </p:nvSpPr>
        <p:spPr/>
        <p:txBody>
          <a:bodyPr/>
          <a:lstStyle/>
          <a:p>
            <a:pPr eaLnBrk="1" hangingPunct="1"/>
            <a:endParaRPr lang="en-GB" altLang="en-US"/>
          </a:p>
        </p:txBody>
      </p:sp>
      <p:graphicFrame>
        <p:nvGraphicFramePr>
          <p:cNvPr id="420935" name="Group 71">
            <a:extLst>
              <a:ext uri="{FF2B5EF4-FFF2-40B4-BE49-F238E27FC236}">
                <a16:creationId xmlns:a16="http://schemas.microsoft.com/office/drawing/2014/main" id="{1723A9C6-741E-29E0-A05A-7A1D67D6FDB8}"/>
              </a:ext>
            </a:extLst>
          </p:cNvPr>
          <p:cNvGraphicFramePr>
            <a:graphicFrameLocks noGrp="1"/>
          </p:cNvGraphicFramePr>
          <p:nvPr/>
        </p:nvGraphicFramePr>
        <p:xfrm>
          <a:off x="3429000" y="3200401"/>
          <a:ext cx="6096000" cy="2322513"/>
        </p:xfrm>
        <a:graphic>
          <a:graphicData uri="http://schemas.openxmlformats.org/drawingml/2006/table">
            <a:tbl>
              <a:tblPr/>
              <a:tblGrid>
                <a:gridCol w="871538">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871537">
                  <a:extLst>
                    <a:ext uri="{9D8B030D-6E8A-4147-A177-3AD203B41FA5}">
                      <a16:colId xmlns:a16="http://schemas.microsoft.com/office/drawing/2014/main" val="20002"/>
                    </a:ext>
                  </a:extLst>
                </a:gridCol>
                <a:gridCol w="869950">
                  <a:extLst>
                    <a:ext uri="{9D8B030D-6E8A-4147-A177-3AD203B41FA5}">
                      <a16:colId xmlns:a16="http://schemas.microsoft.com/office/drawing/2014/main" val="20003"/>
                    </a:ext>
                  </a:extLst>
                </a:gridCol>
                <a:gridCol w="871538">
                  <a:extLst>
                    <a:ext uri="{9D8B030D-6E8A-4147-A177-3AD203B41FA5}">
                      <a16:colId xmlns:a16="http://schemas.microsoft.com/office/drawing/2014/main" val="20004"/>
                    </a:ext>
                  </a:extLst>
                </a:gridCol>
                <a:gridCol w="869950">
                  <a:extLst>
                    <a:ext uri="{9D8B030D-6E8A-4147-A177-3AD203B41FA5}">
                      <a16:colId xmlns:a16="http://schemas.microsoft.com/office/drawing/2014/main" val="20005"/>
                    </a:ext>
                  </a:extLst>
                </a:gridCol>
                <a:gridCol w="871537">
                  <a:extLst>
                    <a:ext uri="{9D8B030D-6E8A-4147-A177-3AD203B41FA5}">
                      <a16:colId xmlns:a16="http://schemas.microsoft.com/office/drawing/2014/main" val="20006"/>
                    </a:ext>
                  </a:extLst>
                </a:gridCol>
              </a:tblGrid>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q</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e</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d</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CT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14</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55</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9</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8</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0794588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Slide Number Placeholder 5">
            <a:extLst>
              <a:ext uri="{FF2B5EF4-FFF2-40B4-BE49-F238E27FC236}">
                <a16:creationId xmlns:a16="http://schemas.microsoft.com/office/drawing/2014/main" id="{5F931B7B-5917-215B-72AF-8C021BE094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24F0EBB-B8F7-4EF3-B56F-E00700182AE0}" type="slidenum">
              <a:rPr lang="en-US" altLang="en-US" sz="1400"/>
              <a:pPr>
                <a:spcBef>
                  <a:spcPct val="0"/>
                </a:spcBef>
                <a:buClrTx/>
                <a:buSzTx/>
                <a:buFontTx/>
                <a:buNone/>
              </a:pPr>
              <a:t>137</a:t>
            </a:fld>
            <a:endParaRPr lang="en-US" altLang="en-US" sz="1400"/>
          </a:p>
        </p:txBody>
      </p:sp>
      <p:sp>
        <p:nvSpPr>
          <p:cNvPr id="263171" name="Rectangle 2">
            <a:extLst>
              <a:ext uri="{FF2B5EF4-FFF2-40B4-BE49-F238E27FC236}">
                <a16:creationId xmlns:a16="http://schemas.microsoft.com/office/drawing/2014/main" id="{E8275565-EDAF-D555-A743-52DC63528164}"/>
              </a:ext>
            </a:extLst>
          </p:cNvPr>
          <p:cNvSpPr>
            <a:spLocks noGrp="1" noChangeArrowheads="1"/>
          </p:cNvSpPr>
          <p:nvPr>
            <p:ph type="title"/>
          </p:nvPr>
        </p:nvSpPr>
        <p:spPr/>
        <p:txBody>
          <a:bodyPr/>
          <a:lstStyle/>
          <a:p>
            <a:pPr eaLnBrk="1" hangingPunct="1"/>
            <a:r>
              <a:rPr lang="en-US" altLang="en-US"/>
              <a:t>Solution</a:t>
            </a:r>
            <a:endParaRPr lang="en-GB" altLang="en-US"/>
          </a:p>
        </p:txBody>
      </p:sp>
      <p:sp>
        <p:nvSpPr>
          <p:cNvPr id="263172" name="Rectangle 3">
            <a:extLst>
              <a:ext uri="{FF2B5EF4-FFF2-40B4-BE49-F238E27FC236}">
                <a16:creationId xmlns:a16="http://schemas.microsoft.com/office/drawing/2014/main" id="{D65DEC8F-192C-3A71-B3F5-361A9EB56D89}"/>
              </a:ext>
            </a:extLst>
          </p:cNvPr>
          <p:cNvSpPr>
            <a:spLocks noGrp="1" noChangeArrowheads="1"/>
          </p:cNvSpPr>
          <p:nvPr>
            <p:ph type="body" idx="1"/>
          </p:nvPr>
        </p:nvSpPr>
        <p:spPr/>
        <p:txBody>
          <a:bodyPr/>
          <a:lstStyle/>
          <a:p>
            <a:pPr eaLnBrk="1" hangingPunct="1"/>
            <a:endParaRPr lang="en-GB" altLang="en-US"/>
          </a:p>
        </p:txBody>
      </p:sp>
      <p:graphicFrame>
        <p:nvGraphicFramePr>
          <p:cNvPr id="421973" name="Group 85">
            <a:extLst>
              <a:ext uri="{FF2B5EF4-FFF2-40B4-BE49-F238E27FC236}">
                <a16:creationId xmlns:a16="http://schemas.microsoft.com/office/drawing/2014/main" id="{DFA9293E-4370-EEF9-65DD-D533520871F1}"/>
              </a:ext>
            </a:extLst>
          </p:cNvPr>
          <p:cNvGraphicFramePr>
            <a:graphicFrameLocks noGrp="1"/>
          </p:cNvGraphicFramePr>
          <p:nvPr/>
        </p:nvGraphicFramePr>
        <p:xfrm>
          <a:off x="3124200" y="2819401"/>
          <a:ext cx="6096000" cy="2322513"/>
        </p:xfrm>
        <a:graphic>
          <a:graphicData uri="http://schemas.openxmlformats.org/drawingml/2006/table">
            <a:tbl>
              <a:tblPr/>
              <a:tblGrid>
                <a:gridCol w="871538">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871537">
                  <a:extLst>
                    <a:ext uri="{9D8B030D-6E8A-4147-A177-3AD203B41FA5}">
                      <a16:colId xmlns:a16="http://schemas.microsoft.com/office/drawing/2014/main" val="20002"/>
                    </a:ext>
                  </a:extLst>
                </a:gridCol>
                <a:gridCol w="869950">
                  <a:extLst>
                    <a:ext uri="{9D8B030D-6E8A-4147-A177-3AD203B41FA5}">
                      <a16:colId xmlns:a16="http://schemas.microsoft.com/office/drawing/2014/main" val="20003"/>
                    </a:ext>
                  </a:extLst>
                </a:gridCol>
                <a:gridCol w="871538">
                  <a:extLst>
                    <a:ext uri="{9D8B030D-6E8A-4147-A177-3AD203B41FA5}">
                      <a16:colId xmlns:a16="http://schemas.microsoft.com/office/drawing/2014/main" val="20004"/>
                    </a:ext>
                  </a:extLst>
                </a:gridCol>
                <a:gridCol w="869950">
                  <a:extLst>
                    <a:ext uri="{9D8B030D-6E8A-4147-A177-3AD203B41FA5}">
                      <a16:colId xmlns:a16="http://schemas.microsoft.com/office/drawing/2014/main" val="20005"/>
                    </a:ext>
                  </a:extLst>
                </a:gridCol>
                <a:gridCol w="871537">
                  <a:extLst>
                    <a:ext uri="{9D8B030D-6E8A-4147-A177-3AD203B41FA5}">
                      <a16:colId xmlns:a16="http://schemas.microsoft.com/office/drawing/2014/main" val="20006"/>
                    </a:ext>
                  </a:extLst>
                </a:gridCol>
              </a:tblGrid>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q</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e</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d</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CT</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14</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9</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14</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a:t>
                      </a:r>
                      <a:endParaRPr kumimoji="0" lang="en-GB"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53</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8</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57</a:t>
                      </a:r>
                      <a:endParaRPr kumimoji="0" lang="en-GB"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9933965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Slide Number Placeholder 4">
            <a:extLst>
              <a:ext uri="{FF2B5EF4-FFF2-40B4-BE49-F238E27FC236}">
                <a16:creationId xmlns:a16="http://schemas.microsoft.com/office/drawing/2014/main" id="{CD39EA43-33C5-7AC2-9C14-ADD4EF0B57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87AE2A3-DAB2-4D21-B5E7-013364600312}" type="slidenum">
              <a:rPr lang="en-US" altLang="en-US" sz="1400"/>
              <a:pPr>
                <a:spcBef>
                  <a:spcPct val="0"/>
                </a:spcBef>
                <a:buClrTx/>
                <a:buSzTx/>
                <a:buFontTx/>
                <a:buNone/>
              </a:pPr>
              <a:t>138</a:t>
            </a:fld>
            <a:endParaRPr lang="en-US" altLang="en-US" sz="1400"/>
          </a:p>
        </p:txBody>
      </p:sp>
      <p:sp>
        <p:nvSpPr>
          <p:cNvPr id="265219" name="Rectangle 2">
            <a:extLst>
              <a:ext uri="{FF2B5EF4-FFF2-40B4-BE49-F238E27FC236}">
                <a16:creationId xmlns:a16="http://schemas.microsoft.com/office/drawing/2014/main" id="{F6358138-3AEE-2283-DF53-E3BB7D909597}"/>
              </a:ext>
            </a:extLst>
          </p:cNvPr>
          <p:cNvSpPr>
            <a:spLocks noGrp="1" noChangeArrowheads="1"/>
          </p:cNvSpPr>
          <p:nvPr>
            <p:ph type="title"/>
          </p:nvPr>
        </p:nvSpPr>
        <p:spPr/>
        <p:txBody>
          <a:bodyPr/>
          <a:lstStyle/>
          <a:p>
            <a:pPr eaLnBrk="1" hangingPunct="1"/>
            <a:r>
              <a:rPr lang="en-US" altLang="en-US"/>
              <a:t>Example of RSA Algorithm</a:t>
            </a:r>
          </a:p>
        </p:txBody>
      </p:sp>
      <p:grpSp>
        <p:nvGrpSpPr>
          <p:cNvPr id="265220" name="Group 3">
            <a:extLst>
              <a:ext uri="{FF2B5EF4-FFF2-40B4-BE49-F238E27FC236}">
                <a16:creationId xmlns:a16="http://schemas.microsoft.com/office/drawing/2014/main" id="{01DCB7C5-0CF5-3AAE-F2C1-6E1F6315E6F5}"/>
              </a:ext>
            </a:extLst>
          </p:cNvPr>
          <p:cNvGrpSpPr>
            <a:grpSpLocks/>
          </p:cNvGrpSpPr>
          <p:nvPr/>
        </p:nvGrpSpPr>
        <p:grpSpPr bwMode="auto">
          <a:xfrm>
            <a:off x="838200" y="1460462"/>
            <a:ext cx="9839155" cy="4926530"/>
            <a:chOff x="1860" y="5570"/>
            <a:chExt cx="8925" cy="5640"/>
          </a:xfrm>
        </p:grpSpPr>
        <p:sp>
          <p:nvSpPr>
            <p:cNvPr id="265221" name="Rectangle 4">
              <a:extLst>
                <a:ext uri="{FF2B5EF4-FFF2-40B4-BE49-F238E27FC236}">
                  <a16:creationId xmlns:a16="http://schemas.microsoft.com/office/drawing/2014/main" id="{5E5DC3A8-728F-5794-59F1-74A3ECA3C435}"/>
                </a:ext>
              </a:extLst>
            </p:cNvPr>
            <p:cNvSpPr>
              <a:spLocks noChangeArrowheads="1"/>
            </p:cNvSpPr>
            <p:nvPr/>
          </p:nvSpPr>
          <p:spPr bwMode="auto">
            <a:xfrm>
              <a:off x="1860" y="5570"/>
              <a:ext cx="8925" cy="56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2400"/>
            </a:p>
          </p:txBody>
        </p:sp>
        <p:sp>
          <p:nvSpPr>
            <p:cNvPr id="265222" name="computr1">
              <a:extLst>
                <a:ext uri="{FF2B5EF4-FFF2-40B4-BE49-F238E27FC236}">
                  <a16:creationId xmlns:a16="http://schemas.microsoft.com/office/drawing/2014/main" id="{6B860022-14D5-7EF6-B1DB-F80C38990B43}"/>
                </a:ext>
              </a:extLst>
            </p:cNvPr>
            <p:cNvSpPr>
              <a:spLocks noEditPoints="1" noChangeArrowheads="1"/>
            </p:cNvSpPr>
            <p:nvPr/>
          </p:nvSpPr>
          <p:spPr bwMode="auto">
            <a:xfrm>
              <a:off x="2316" y="9719"/>
              <a:ext cx="1020"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43 h 21600"/>
                <a:gd name="T44" fmla="*/ 16751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A</a:t>
              </a:r>
            </a:p>
          </p:txBody>
        </p:sp>
        <p:sp>
          <p:nvSpPr>
            <p:cNvPr id="265223" name="Line 6">
              <a:extLst>
                <a:ext uri="{FF2B5EF4-FFF2-40B4-BE49-F238E27FC236}">
                  <a16:creationId xmlns:a16="http://schemas.microsoft.com/office/drawing/2014/main" id="{680E3D3F-ABC1-047E-0D63-6000054BB583}"/>
                </a:ext>
              </a:extLst>
            </p:cNvPr>
            <p:cNvSpPr>
              <a:spLocks noChangeShapeType="1"/>
            </p:cNvSpPr>
            <p:nvPr/>
          </p:nvSpPr>
          <p:spPr bwMode="auto">
            <a:xfrm>
              <a:off x="3255" y="10164"/>
              <a:ext cx="6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65224" name="Text Box 7">
              <a:extLst>
                <a:ext uri="{FF2B5EF4-FFF2-40B4-BE49-F238E27FC236}">
                  <a16:creationId xmlns:a16="http://schemas.microsoft.com/office/drawing/2014/main" id="{931A2D7A-0C0E-543E-3FDF-BD298963896E}"/>
                </a:ext>
              </a:extLst>
            </p:cNvPr>
            <p:cNvSpPr txBox="1">
              <a:spLocks noChangeArrowheads="1"/>
            </p:cNvSpPr>
            <p:nvPr/>
          </p:nvSpPr>
          <p:spPr bwMode="auto">
            <a:xfrm>
              <a:off x="3360" y="9684"/>
              <a:ext cx="405" cy="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F</a:t>
              </a:r>
            </a:p>
          </p:txBody>
        </p:sp>
        <p:sp>
          <p:nvSpPr>
            <p:cNvPr id="265225" name="Text Box 8">
              <a:extLst>
                <a:ext uri="{FF2B5EF4-FFF2-40B4-BE49-F238E27FC236}">
                  <a16:creationId xmlns:a16="http://schemas.microsoft.com/office/drawing/2014/main" id="{318DB9DF-17D6-E125-F462-CE5D839CE5E2}"/>
                </a:ext>
              </a:extLst>
            </p:cNvPr>
            <p:cNvSpPr txBox="1">
              <a:spLocks noChangeArrowheads="1"/>
            </p:cNvSpPr>
            <p:nvPr/>
          </p:nvSpPr>
          <p:spPr bwMode="auto">
            <a:xfrm>
              <a:off x="3945" y="9729"/>
              <a:ext cx="2010" cy="1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F               6</a:t>
              </a:r>
            </a:p>
            <a:p>
              <a:pPr>
                <a:spcBef>
                  <a:spcPct val="0"/>
                </a:spcBef>
                <a:buClrTx/>
                <a:buSzTx/>
                <a:buFontTx/>
                <a:buNone/>
              </a:pPr>
              <a:r>
                <a:rPr lang="en-US" altLang="en-US" sz="1600" b="1">
                  <a:latin typeface="Times New Roman" panose="02020603050405020304" pitchFamily="18" charset="0"/>
                </a:rPr>
                <a:t>6</a:t>
              </a:r>
              <a:r>
                <a:rPr lang="en-US" altLang="en-US" sz="1600" b="1" baseline="30000">
                  <a:latin typeface="Times New Roman" panose="02020603050405020304" pitchFamily="18" charset="0"/>
                </a:rPr>
                <a:t>5</a:t>
              </a:r>
            </a:p>
            <a:p>
              <a:pPr>
                <a:spcBef>
                  <a:spcPct val="0"/>
                </a:spcBef>
                <a:buClrTx/>
                <a:buSzTx/>
                <a:buFontTx/>
                <a:buNone/>
              </a:pPr>
              <a:r>
                <a:rPr lang="en-US" altLang="en-US" sz="1600" b="1">
                  <a:latin typeface="Times New Roman" panose="02020603050405020304" pitchFamily="18" charset="0"/>
                </a:rPr>
                <a:t>Result modulo 119</a:t>
              </a:r>
            </a:p>
            <a:p>
              <a:pPr>
                <a:spcBef>
                  <a:spcPct val="0"/>
                </a:spcBef>
                <a:buClrTx/>
                <a:buSzTx/>
                <a:buFontTx/>
                <a:buNone/>
              </a:pPr>
              <a:r>
                <a:rPr lang="en-US" altLang="en-US" sz="1600" b="1">
                  <a:latin typeface="Times New Roman" panose="02020603050405020304" pitchFamily="18" charset="0"/>
                </a:rPr>
                <a:t>= 41</a:t>
              </a:r>
            </a:p>
          </p:txBody>
        </p:sp>
        <p:sp>
          <p:nvSpPr>
            <p:cNvPr id="265226" name="Line 9">
              <a:extLst>
                <a:ext uri="{FF2B5EF4-FFF2-40B4-BE49-F238E27FC236}">
                  <a16:creationId xmlns:a16="http://schemas.microsoft.com/office/drawing/2014/main" id="{3AD53F73-6939-C40C-DCFB-452B0EF9D23C}"/>
                </a:ext>
              </a:extLst>
            </p:cNvPr>
            <p:cNvSpPr>
              <a:spLocks noChangeShapeType="1"/>
            </p:cNvSpPr>
            <p:nvPr/>
          </p:nvSpPr>
          <p:spPr bwMode="auto">
            <a:xfrm>
              <a:off x="4245" y="9924"/>
              <a:ext cx="4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65227" name="Text Box 10">
              <a:extLst>
                <a:ext uri="{FF2B5EF4-FFF2-40B4-BE49-F238E27FC236}">
                  <a16:creationId xmlns:a16="http://schemas.microsoft.com/office/drawing/2014/main" id="{D4CD9C42-63DB-9EC4-777C-9FA3126E1B0F}"/>
                </a:ext>
              </a:extLst>
            </p:cNvPr>
            <p:cNvSpPr txBox="1">
              <a:spLocks noChangeArrowheads="1"/>
            </p:cNvSpPr>
            <p:nvPr/>
          </p:nvSpPr>
          <p:spPr bwMode="auto">
            <a:xfrm>
              <a:off x="3465" y="6735"/>
              <a:ext cx="2790" cy="27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None/>
              </a:pPr>
              <a:r>
                <a:rPr lang="en-US" altLang="en-US" sz="1600" b="1">
                  <a:latin typeface="Times New Roman" panose="02020603050405020304" pitchFamily="18" charset="0"/>
                </a:rPr>
                <a:t>1. Encode the original character using A = 1, B = 2 etc.</a:t>
              </a:r>
            </a:p>
            <a:p>
              <a:pPr>
                <a:spcBef>
                  <a:spcPct val="0"/>
                </a:spcBef>
                <a:buClrTx/>
                <a:buSzTx/>
                <a:buFontTx/>
                <a:buNone/>
              </a:pPr>
              <a:endParaRPr lang="en-US" altLang="en-US" sz="16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600" b="1">
                  <a:latin typeface="Times New Roman" panose="02020603050405020304" pitchFamily="18" charset="0"/>
                </a:rPr>
                <a:t>2. Raise the number to the power </a:t>
              </a:r>
              <a:r>
                <a:rPr lang="en-US" altLang="en-US" sz="1600" b="1" i="1">
                  <a:latin typeface="Times New Roman" panose="02020603050405020304" pitchFamily="18" charset="0"/>
                </a:rPr>
                <a:t>E</a:t>
              </a:r>
              <a:r>
                <a:rPr lang="en-US" altLang="en-US" sz="1600" b="1">
                  <a:latin typeface="Times New Roman" panose="02020603050405020304" pitchFamily="18" charset="0"/>
                </a:rPr>
                <a:t>, here 5.</a:t>
              </a:r>
            </a:p>
            <a:p>
              <a:pPr>
                <a:spcBef>
                  <a:spcPct val="0"/>
                </a:spcBef>
                <a:buClrTx/>
                <a:buSzTx/>
                <a:buFontTx/>
                <a:buNone/>
              </a:pPr>
              <a:endParaRPr lang="en-US" altLang="en-US" sz="16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600" b="1">
                  <a:latin typeface="Times New Roman" panose="02020603050405020304" pitchFamily="18" charset="0"/>
                </a:rPr>
                <a:t>3. Divide the result by 119 and get the remainder. The resulting number is the cipher text.</a:t>
              </a:r>
            </a:p>
          </p:txBody>
        </p:sp>
        <p:sp>
          <p:nvSpPr>
            <p:cNvPr id="265228" name="Text Box 11">
              <a:extLst>
                <a:ext uri="{FF2B5EF4-FFF2-40B4-BE49-F238E27FC236}">
                  <a16:creationId xmlns:a16="http://schemas.microsoft.com/office/drawing/2014/main" id="{C89821ED-4220-E78F-42C9-01F2D18BA2F7}"/>
                </a:ext>
              </a:extLst>
            </p:cNvPr>
            <p:cNvSpPr txBox="1">
              <a:spLocks noChangeArrowheads="1"/>
            </p:cNvSpPr>
            <p:nvPr/>
          </p:nvSpPr>
          <p:spPr bwMode="auto">
            <a:xfrm>
              <a:off x="3420" y="6035"/>
              <a:ext cx="2835" cy="6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Encryption algorithm using the public key</a:t>
              </a:r>
            </a:p>
          </p:txBody>
        </p:sp>
        <p:sp>
          <p:nvSpPr>
            <p:cNvPr id="265229" name="computr1">
              <a:extLst>
                <a:ext uri="{FF2B5EF4-FFF2-40B4-BE49-F238E27FC236}">
                  <a16:creationId xmlns:a16="http://schemas.microsoft.com/office/drawing/2014/main" id="{B9E66AA0-E86B-CFC6-83A2-0CF0F1D05DE6}"/>
                </a:ext>
              </a:extLst>
            </p:cNvPr>
            <p:cNvSpPr>
              <a:spLocks noEditPoints="1" noChangeArrowheads="1"/>
            </p:cNvSpPr>
            <p:nvPr/>
          </p:nvSpPr>
          <p:spPr bwMode="auto">
            <a:xfrm>
              <a:off x="9516" y="9584"/>
              <a:ext cx="1020"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43 h 21600"/>
                <a:gd name="T44" fmla="*/ 16751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B</a:t>
              </a:r>
            </a:p>
          </p:txBody>
        </p:sp>
        <p:sp>
          <p:nvSpPr>
            <p:cNvPr id="265230" name="Line 13">
              <a:extLst>
                <a:ext uri="{FF2B5EF4-FFF2-40B4-BE49-F238E27FC236}">
                  <a16:creationId xmlns:a16="http://schemas.microsoft.com/office/drawing/2014/main" id="{403552B6-E3E8-5142-6B81-B96DD24DCCB1}"/>
                </a:ext>
              </a:extLst>
            </p:cNvPr>
            <p:cNvSpPr>
              <a:spLocks noChangeShapeType="1"/>
            </p:cNvSpPr>
            <p:nvPr/>
          </p:nvSpPr>
          <p:spPr bwMode="auto">
            <a:xfrm>
              <a:off x="5970" y="10164"/>
              <a:ext cx="109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65231" name="Text Box 14">
              <a:extLst>
                <a:ext uri="{FF2B5EF4-FFF2-40B4-BE49-F238E27FC236}">
                  <a16:creationId xmlns:a16="http://schemas.microsoft.com/office/drawing/2014/main" id="{A1716806-BD17-69ED-BA3E-04F69599C8A2}"/>
                </a:ext>
              </a:extLst>
            </p:cNvPr>
            <p:cNvSpPr txBox="1">
              <a:spLocks noChangeArrowheads="1"/>
            </p:cNvSpPr>
            <p:nvPr/>
          </p:nvSpPr>
          <p:spPr bwMode="auto">
            <a:xfrm>
              <a:off x="6255" y="9714"/>
              <a:ext cx="495" cy="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41</a:t>
              </a:r>
            </a:p>
          </p:txBody>
        </p:sp>
        <p:sp>
          <p:nvSpPr>
            <p:cNvPr id="265232" name="Text Box 15">
              <a:extLst>
                <a:ext uri="{FF2B5EF4-FFF2-40B4-BE49-F238E27FC236}">
                  <a16:creationId xmlns:a16="http://schemas.microsoft.com/office/drawing/2014/main" id="{003D6BD7-11C4-784B-2D84-22C26BEB92E6}"/>
                </a:ext>
              </a:extLst>
            </p:cNvPr>
            <p:cNvSpPr txBox="1">
              <a:spLocks noChangeArrowheads="1"/>
            </p:cNvSpPr>
            <p:nvPr/>
          </p:nvSpPr>
          <p:spPr bwMode="auto">
            <a:xfrm>
              <a:off x="7080" y="9699"/>
              <a:ext cx="1950" cy="9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41</a:t>
              </a:r>
              <a:r>
                <a:rPr lang="en-US" altLang="en-US" sz="1600" b="1" baseline="30000">
                  <a:latin typeface="Times New Roman" panose="02020603050405020304" pitchFamily="18" charset="0"/>
                </a:rPr>
                <a:t>77</a:t>
              </a:r>
              <a:endParaRPr lang="en-US" altLang="en-US" sz="1600" b="1">
                <a:latin typeface="Times New Roman" panose="02020603050405020304" pitchFamily="18" charset="0"/>
              </a:endParaRPr>
            </a:p>
            <a:p>
              <a:pPr>
                <a:spcBef>
                  <a:spcPct val="0"/>
                </a:spcBef>
                <a:buClrTx/>
                <a:buSzTx/>
                <a:buFontTx/>
                <a:buNone/>
              </a:pPr>
              <a:r>
                <a:rPr lang="en-US" altLang="en-US" sz="1600" b="1">
                  <a:latin typeface="Times New Roman" panose="02020603050405020304" pitchFamily="18" charset="0"/>
                </a:rPr>
                <a:t>Result modulo 119</a:t>
              </a:r>
            </a:p>
            <a:p>
              <a:pPr>
                <a:spcBef>
                  <a:spcPct val="0"/>
                </a:spcBef>
                <a:buClrTx/>
                <a:buSzTx/>
                <a:buFontTx/>
                <a:buNone/>
              </a:pPr>
              <a:r>
                <a:rPr lang="en-US" altLang="en-US" sz="1600" b="1">
                  <a:latin typeface="Times New Roman" panose="02020603050405020304" pitchFamily="18" charset="0"/>
                </a:rPr>
                <a:t>6               F</a:t>
              </a:r>
            </a:p>
          </p:txBody>
        </p:sp>
        <p:sp>
          <p:nvSpPr>
            <p:cNvPr id="265233" name="Text Box 16">
              <a:extLst>
                <a:ext uri="{FF2B5EF4-FFF2-40B4-BE49-F238E27FC236}">
                  <a16:creationId xmlns:a16="http://schemas.microsoft.com/office/drawing/2014/main" id="{679CB19B-72A3-EE90-C86F-6D89EACD4881}"/>
                </a:ext>
              </a:extLst>
            </p:cNvPr>
            <p:cNvSpPr txBox="1">
              <a:spLocks noChangeArrowheads="1"/>
            </p:cNvSpPr>
            <p:nvPr/>
          </p:nvSpPr>
          <p:spPr bwMode="auto">
            <a:xfrm>
              <a:off x="6975" y="6690"/>
              <a:ext cx="2790" cy="27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None/>
              </a:pPr>
              <a:r>
                <a:rPr lang="en-US" altLang="en-US" sz="1600" b="1">
                  <a:latin typeface="Times New Roman" panose="02020603050405020304" pitchFamily="18" charset="0"/>
                </a:rPr>
                <a:t>1. Raise the number to the power </a:t>
              </a:r>
              <a:r>
                <a:rPr lang="en-US" altLang="en-US" sz="1600" b="1" i="1">
                  <a:latin typeface="Times New Roman" panose="02020603050405020304" pitchFamily="18" charset="0"/>
                </a:rPr>
                <a:t>D</a:t>
              </a:r>
              <a:r>
                <a:rPr lang="en-US" altLang="en-US" sz="1600" b="1">
                  <a:latin typeface="Times New Roman" panose="02020603050405020304" pitchFamily="18" charset="0"/>
                </a:rPr>
                <a:t>, here 77.</a:t>
              </a:r>
            </a:p>
            <a:p>
              <a:pPr>
                <a:spcBef>
                  <a:spcPct val="0"/>
                </a:spcBef>
                <a:buClrTx/>
                <a:buSzTx/>
                <a:buFontTx/>
                <a:buNone/>
              </a:pPr>
              <a:endParaRPr lang="en-US" altLang="en-US" sz="16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600" b="1">
                  <a:latin typeface="Times New Roman" panose="02020603050405020304" pitchFamily="18" charset="0"/>
                </a:rPr>
                <a:t>2. Divide the result by 119 and get the remainder. The resulting number is the cipher text.</a:t>
              </a:r>
            </a:p>
            <a:p>
              <a:pPr>
                <a:spcBef>
                  <a:spcPct val="0"/>
                </a:spcBef>
                <a:buClrTx/>
                <a:buSzTx/>
                <a:buFontTx/>
                <a:buNone/>
              </a:pPr>
              <a:endParaRPr lang="en-US" altLang="en-US" sz="1600" b="1">
                <a:latin typeface="Times New Roman" panose="02020603050405020304" pitchFamily="18" charset="0"/>
              </a:endParaRPr>
            </a:p>
            <a:p>
              <a:pPr>
                <a:spcBef>
                  <a:spcPct val="0"/>
                </a:spcBef>
                <a:buClrTx/>
                <a:buSzTx/>
                <a:buFont typeface="Times New Roman" panose="02020603050405020304" pitchFamily="18" charset="0"/>
                <a:buNone/>
              </a:pPr>
              <a:r>
                <a:rPr lang="en-US" altLang="en-US" sz="1600" b="1">
                  <a:latin typeface="Times New Roman" panose="02020603050405020304" pitchFamily="18" charset="0"/>
                </a:rPr>
                <a:t>3. Decode the original character using 1 = A, 2 = B etc.</a:t>
              </a:r>
            </a:p>
          </p:txBody>
        </p:sp>
        <p:sp>
          <p:nvSpPr>
            <p:cNvPr id="265234" name="Text Box 17">
              <a:extLst>
                <a:ext uri="{FF2B5EF4-FFF2-40B4-BE49-F238E27FC236}">
                  <a16:creationId xmlns:a16="http://schemas.microsoft.com/office/drawing/2014/main" id="{032ADBF6-D76F-CDA4-D19A-59B1D44B6B5F}"/>
                </a:ext>
              </a:extLst>
            </p:cNvPr>
            <p:cNvSpPr txBox="1">
              <a:spLocks noChangeArrowheads="1"/>
            </p:cNvSpPr>
            <p:nvPr/>
          </p:nvSpPr>
          <p:spPr bwMode="auto">
            <a:xfrm>
              <a:off x="6930" y="5990"/>
              <a:ext cx="2835" cy="6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Decryption algorithm using the private key</a:t>
              </a:r>
            </a:p>
          </p:txBody>
        </p:sp>
        <p:sp>
          <p:nvSpPr>
            <p:cNvPr id="265235" name="Line 18">
              <a:extLst>
                <a:ext uri="{FF2B5EF4-FFF2-40B4-BE49-F238E27FC236}">
                  <a16:creationId xmlns:a16="http://schemas.microsoft.com/office/drawing/2014/main" id="{2CED9FF1-B197-4964-A2BB-4514EEF936B7}"/>
                </a:ext>
              </a:extLst>
            </p:cNvPr>
            <p:cNvSpPr>
              <a:spLocks noChangeShapeType="1"/>
            </p:cNvSpPr>
            <p:nvPr/>
          </p:nvSpPr>
          <p:spPr bwMode="auto">
            <a:xfrm>
              <a:off x="7300" y="10461"/>
              <a:ext cx="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65236" name="Line 19">
              <a:extLst>
                <a:ext uri="{FF2B5EF4-FFF2-40B4-BE49-F238E27FC236}">
                  <a16:creationId xmlns:a16="http://schemas.microsoft.com/office/drawing/2014/main" id="{D310B3A6-A838-572B-633E-16F1004DAD13}"/>
                </a:ext>
              </a:extLst>
            </p:cNvPr>
            <p:cNvSpPr>
              <a:spLocks noChangeShapeType="1"/>
            </p:cNvSpPr>
            <p:nvPr/>
          </p:nvSpPr>
          <p:spPr bwMode="auto">
            <a:xfrm>
              <a:off x="9030" y="10149"/>
              <a:ext cx="5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sz="2400"/>
            </a:p>
          </p:txBody>
        </p:sp>
        <p:sp>
          <p:nvSpPr>
            <p:cNvPr id="265237" name="Text Box 20">
              <a:extLst>
                <a:ext uri="{FF2B5EF4-FFF2-40B4-BE49-F238E27FC236}">
                  <a16:creationId xmlns:a16="http://schemas.microsoft.com/office/drawing/2014/main" id="{0344C8BE-B2F1-1333-5CFA-17CBC81A4C51}"/>
                </a:ext>
              </a:extLst>
            </p:cNvPr>
            <p:cNvSpPr txBox="1">
              <a:spLocks noChangeArrowheads="1"/>
            </p:cNvSpPr>
            <p:nvPr/>
          </p:nvSpPr>
          <p:spPr bwMode="auto">
            <a:xfrm>
              <a:off x="9135" y="9699"/>
              <a:ext cx="390" cy="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F</a:t>
              </a:r>
            </a:p>
          </p:txBody>
        </p:sp>
      </p:grpSp>
    </p:spTree>
    <p:extLst>
      <p:ext uri="{BB962C8B-B14F-4D97-AF65-F5344CB8AC3E}">
        <p14:creationId xmlns:p14="http://schemas.microsoft.com/office/powerpoint/2010/main" val="1978423783"/>
      </p:ext>
    </p:extLst>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2">
            <a:extLst>
              <a:ext uri="{FF2B5EF4-FFF2-40B4-BE49-F238E27FC236}">
                <a16:creationId xmlns:a16="http://schemas.microsoft.com/office/drawing/2014/main" id="{7C789F7C-EF73-C369-A67B-C86A131D3517}"/>
              </a:ext>
            </a:extLst>
          </p:cNvPr>
          <p:cNvSpPr>
            <a:spLocks noGrp="1" noChangeArrowheads="1"/>
          </p:cNvSpPr>
          <p:nvPr>
            <p:ph type="title"/>
          </p:nvPr>
        </p:nvSpPr>
        <p:spPr/>
        <p:txBody>
          <a:bodyPr/>
          <a:lstStyle/>
          <a:p>
            <a:pPr eaLnBrk="1" hangingPunct="1"/>
            <a:r>
              <a:rPr lang="en-US" altLang="en-US" dirty="0"/>
              <a:t>Elliptic Curve Cryptography (ECC)</a:t>
            </a:r>
          </a:p>
        </p:txBody>
      </p:sp>
      <p:sp>
        <p:nvSpPr>
          <p:cNvPr id="2" name="Content Placeholder 1">
            <a:extLst>
              <a:ext uri="{FF2B5EF4-FFF2-40B4-BE49-F238E27FC236}">
                <a16:creationId xmlns:a16="http://schemas.microsoft.com/office/drawing/2014/main" id="{8CD7035A-600C-6698-13A4-5D5F700C1C21}"/>
              </a:ext>
            </a:extLst>
          </p:cNvPr>
          <p:cNvSpPr>
            <a:spLocks noGrp="1"/>
          </p:cNvSpPr>
          <p:nvPr>
            <p:ph idx="1"/>
          </p:nvPr>
        </p:nvSpPr>
        <p:spPr/>
        <p:txBody>
          <a:bodyPr/>
          <a:lstStyle/>
          <a:p>
            <a:r>
              <a:rPr lang="en-US" dirty="0"/>
              <a:t>An elliptic curve is the set of points that satisfy a specific mathematical equation. The equation for an elliptic curve looks something like this:</a:t>
            </a:r>
          </a:p>
          <a:p>
            <a:r>
              <a:rPr lang="en-US" dirty="0"/>
              <a:t>y</a:t>
            </a:r>
            <a:r>
              <a:rPr lang="en-US" baseline="30000" dirty="0"/>
              <a:t>2</a:t>
            </a:r>
            <a:r>
              <a:rPr lang="en-US" dirty="0"/>
              <a:t> = x</a:t>
            </a:r>
            <a:r>
              <a:rPr lang="en-US" baseline="30000" dirty="0"/>
              <a:t>3</a:t>
            </a:r>
            <a:r>
              <a:rPr lang="en-US" dirty="0"/>
              <a:t> + ax + b</a:t>
            </a:r>
          </a:p>
          <a:p>
            <a:endParaRPr lang="en-US" dirty="0"/>
          </a:p>
          <a:p>
            <a:r>
              <a:rPr lang="en-US" dirty="0"/>
              <a:t>https://fangpenlin.com/posts/2019/10/07/elliptic-curve-cryptography-explained/</a:t>
            </a:r>
          </a:p>
          <a:p>
            <a:endParaRPr lang="en-IN" dirty="0"/>
          </a:p>
        </p:txBody>
      </p:sp>
      <p:sp>
        <p:nvSpPr>
          <p:cNvPr id="267266" name="Slide Number Placeholder 5">
            <a:extLst>
              <a:ext uri="{FF2B5EF4-FFF2-40B4-BE49-F238E27FC236}">
                <a16:creationId xmlns:a16="http://schemas.microsoft.com/office/drawing/2014/main" id="{88EFC620-5542-908D-700E-E49083D2DA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6ACC738-2C33-4EB8-82C5-BAFE185C5D1F}" type="slidenum">
              <a:rPr lang="en-US" altLang="en-US" sz="1400"/>
              <a:pPr>
                <a:spcBef>
                  <a:spcPct val="0"/>
                </a:spcBef>
                <a:buClrTx/>
                <a:buSzTx/>
                <a:buFontTx/>
                <a:buNone/>
              </a:pPr>
              <a:t>139</a:t>
            </a:fld>
            <a:endParaRPr lang="en-US" altLang="en-US" sz="1400"/>
          </a:p>
        </p:txBody>
      </p:sp>
      <p:pic>
        <p:nvPicPr>
          <p:cNvPr id="1026" name="Picture 2">
            <a:extLst>
              <a:ext uri="{FF2B5EF4-FFF2-40B4-BE49-F238E27FC236}">
                <a16:creationId xmlns:a16="http://schemas.microsoft.com/office/drawing/2014/main" id="{46FD7264-C262-3D39-D516-7DA4AFEDA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3047" y="3061162"/>
            <a:ext cx="2619108" cy="2625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905959"/>
      </p:ext>
    </p:extLst>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Slide Number Placeholder 5">
            <a:extLst>
              <a:ext uri="{FF2B5EF4-FFF2-40B4-BE49-F238E27FC236}">
                <a16:creationId xmlns:a16="http://schemas.microsoft.com/office/drawing/2014/main" id="{88EFC620-5542-908D-700E-E49083D2DA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6ACC738-2C33-4EB8-82C5-BAFE185C5D1F}" type="slidenum">
              <a:rPr lang="en-US" altLang="en-US" sz="1400"/>
              <a:pPr>
                <a:spcBef>
                  <a:spcPct val="0"/>
                </a:spcBef>
                <a:buClrTx/>
                <a:buSzTx/>
                <a:buFontTx/>
                <a:buNone/>
              </a:pPr>
              <a:t>140</a:t>
            </a:fld>
            <a:endParaRPr lang="en-US" altLang="en-US" sz="1400"/>
          </a:p>
        </p:txBody>
      </p:sp>
      <p:sp>
        <p:nvSpPr>
          <p:cNvPr id="267267" name="Rectangle 2">
            <a:extLst>
              <a:ext uri="{FF2B5EF4-FFF2-40B4-BE49-F238E27FC236}">
                <a16:creationId xmlns:a16="http://schemas.microsoft.com/office/drawing/2014/main" id="{7C789F7C-EF73-C369-A67B-C86A131D3517}"/>
              </a:ext>
            </a:extLst>
          </p:cNvPr>
          <p:cNvSpPr>
            <a:spLocks noGrp="1" noChangeArrowheads="1"/>
          </p:cNvSpPr>
          <p:nvPr>
            <p:ph type="title"/>
          </p:nvPr>
        </p:nvSpPr>
        <p:spPr/>
        <p:txBody>
          <a:bodyPr/>
          <a:lstStyle/>
          <a:p>
            <a:pPr eaLnBrk="1" hangingPunct="1"/>
            <a:r>
              <a:rPr lang="en-US" altLang="en-US"/>
              <a:t>Symmetric/Asymmetric Key Encryption</a:t>
            </a:r>
          </a:p>
        </p:txBody>
      </p:sp>
      <p:graphicFrame>
        <p:nvGraphicFramePr>
          <p:cNvPr id="118787" name="Group 3">
            <a:extLst>
              <a:ext uri="{FF2B5EF4-FFF2-40B4-BE49-F238E27FC236}">
                <a16:creationId xmlns:a16="http://schemas.microsoft.com/office/drawing/2014/main" id="{9BF901C9-05B9-AA09-3FDD-E984A4E52C1E}"/>
              </a:ext>
            </a:extLst>
          </p:cNvPr>
          <p:cNvGraphicFramePr>
            <a:graphicFrameLocks noGrp="1"/>
          </p:cNvGraphicFramePr>
          <p:nvPr/>
        </p:nvGraphicFramePr>
        <p:xfrm>
          <a:off x="2743200" y="2057400"/>
          <a:ext cx="7543800" cy="4249741"/>
        </p:xfrm>
        <a:graphic>
          <a:graphicData uri="http://schemas.openxmlformats.org/drawingml/2006/table">
            <a:tbl>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6745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rgbClr val="CCFFFF"/>
                          </a:solidFill>
                          <a:effectLst/>
                          <a:latin typeface="Tahoma" pitchFamily="34" charset="0"/>
                        </a:rPr>
                        <a:t>Symmetric</a:t>
                      </a: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rgbClr val="CCFFFF"/>
                          </a:solidFill>
                          <a:effectLst/>
                          <a:latin typeface="Tahoma" pitchFamily="34" charset="0"/>
                        </a:rPr>
                        <a:t>Asymmetric</a:t>
                      </a:r>
                    </a:p>
                  </a:txBody>
                  <a:tcPr marT="45709" marB="4570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87290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Faster</a:t>
                      </a: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Slower</a:t>
                      </a:r>
                    </a:p>
                  </a:txBody>
                  <a:tcPr marT="45709" marB="4570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485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Problem of Key Exchange</a:t>
                      </a: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No Problem of Key Exchange</a:t>
                      </a:r>
                    </a:p>
                  </a:txBody>
                  <a:tcPr marT="45709" marB="4570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5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Every Pair Needs a Key</a:t>
                      </a: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Only One Key-pair Per Party</a:t>
                      </a:r>
                    </a:p>
                  </a:txBody>
                  <a:tcPr marT="45709" marB="4570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5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Easier to implement</a:t>
                      </a: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Practically more used</a:t>
                      </a:r>
                    </a:p>
                  </a:txBody>
                  <a:tcPr marT="45709" marB="4570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5586405"/>
      </p:ext>
    </p:extLst>
  </p:cSld>
  <p:clrMapOvr>
    <a:masterClrMapping/>
  </p:clrMapOv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6">
            <a:extLst>
              <a:ext uri="{FF2B5EF4-FFF2-40B4-BE49-F238E27FC236}">
                <a16:creationId xmlns:a16="http://schemas.microsoft.com/office/drawing/2014/main" id="{70A01823-EBEC-4907-3915-BDA47301A12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CF4555A-52E4-44A9-8D3B-9A2ED3086557}" type="slidenum">
              <a:rPr lang="en-US" altLang="en-US" sz="1400">
                <a:solidFill>
                  <a:schemeClr val="bg2"/>
                </a:solidFill>
              </a:rPr>
              <a:pPr>
                <a:spcBef>
                  <a:spcPct val="0"/>
                </a:spcBef>
                <a:buClrTx/>
                <a:buSzTx/>
                <a:buFontTx/>
                <a:buNone/>
              </a:pPr>
              <a:t>141</a:t>
            </a:fld>
            <a:endParaRPr lang="en-US" altLang="en-US" sz="1400">
              <a:solidFill>
                <a:schemeClr val="bg2"/>
              </a:solidFill>
            </a:endParaRPr>
          </a:p>
        </p:txBody>
      </p:sp>
      <p:sp>
        <p:nvSpPr>
          <p:cNvPr id="165891" name="Rectangle 4">
            <a:extLst>
              <a:ext uri="{FF2B5EF4-FFF2-40B4-BE49-F238E27FC236}">
                <a16:creationId xmlns:a16="http://schemas.microsoft.com/office/drawing/2014/main" id="{EC4D2296-4F2A-9397-9B95-519B7A43B098}"/>
              </a:ext>
            </a:extLst>
          </p:cNvPr>
          <p:cNvSpPr>
            <a:spLocks noGrp="1" noChangeArrowheads="1"/>
          </p:cNvSpPr>
          <p:nvPr>
            <p:ph type="ctrTitle"/>
          </p:nvPr>
        </p:nvSpPr>
        <p:spPr/>
        <p:txBody>
          <a:bodyPr/>
          <a:lstStyle/>
          <a:p>
            <a:pPr eaLnBrk="1" hangingPunct="1"/>
            <a:r>
              <a:rPr lang="en-US" altLang="en-US" dirty="0"/>
              <a:t>Message Digest/Hash: Concepts and Algorithms</a:t>
            </a:r>
          </a:p>
        </p:txBody>
      </p:sp>
      <p:sp>
        <p:nvSpPr>
          <p:cNvPr id="165892" name="Rectangle 5">
            <a:extLst>
              <a:ext uri="{FF2B5EF4-FFF2-40B4-BE49-F238E27FC236}">
                <a16:creationId xmlns:a16="http://schemas.microsoft.com/office/drawing/2014/main" id="{68D69EE6-5E84-7AEE-C62A-53B5B9787AE9}"/>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Number Placeholder 5">
            <a:extLst>
              <a:ext uri="{FF2B5EF4-FFF2-40B4-BE49-F238E27FC236}">
                <a16:creationId xmlns:a16="http://schemas.microsoft.com/office/drawing/2014/main" id="{E4986865-F494-D673-A25A-2E4F10E9E3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930CE38-76BB-444A-AA9D-6B21D2D7E60F}" type="slidenum">
              <a:rPr lang="en-US" altLang="en-US" sz="1400"/>
              <a:pPr>
                <a:spcBef>
                  <a:spcPct val="0"/>
                </a:spcBef>
                <a:buClrTx/>
                <a:buSzTx/>
                <a:buFontTx/>
                <a:buNone/>
              </a:pPr>
              <a:t>142</a:t>
            </a:fld>
            <a:endParaRPr lang="en-US" altLang="en-US" sz="1400"/>
          </a:p>
        </p:txBody>
      </p:sp>
      <p:sp>
        <p:nvSpPr>
          <p:cNvPr id="167939" name="Rectangle 2">
            <a:extLst>
              <a:ext uri="{FF2B5EF4-FFF2-40B4-BE49-F238E27FC236}">
                <a16:creationId xmlns:a16="http://schemas.microsoft.com/office/drawing/2014/main" id="{FCA04D48-488D-B65F-7161-9701AB2B43E3}"/>
              </a:ext>
            </a:extLst>
          </p:cNvPr>
          <p:cNvSpPr>
            <a:spLocks noGrp="1" noChangeArrowheads="1"/>
          </p:cNvSpPr>
          <p:nvPr>
            <p:ph type="title"/>
          </p:nvPr>
        </p:nvSpPr>
        <p:spPr/>
        <p:txBody>
          <a:bodyPr/>
          <a:lstStyle/>
          <a:p>
            <a:pPr eaLnBrk="1" hangingPunct="1"/>
            <a:r>
              <a:rPr lang="en-US" altLang="en-US" dirty="0"/>
              <a:t>Message Digest/Hash</a:t>
            </a:r>
          </a:p>
        </p:txBody>
      </p:sp>
      <p:sp>
        <p:nvSpPr>
          <p:cNvPr id="167940" name="Rectangle 3">
            <a:extLst>
              <a:ext uri="{FF2B5EF4-FFF2-40B4-BE49-F238E27FC236}">
                <a16:creationId xmlns:a16="http://schemas.microsoft.com/office/drawing/2014/main" id="{3DCFF6FB-CCCE-4AA4-464A-E7FEACDB5A52}"/>
              </a:ext>
            </a:extLst>
          </p:cNvPr>
          <p:cNvSpPr>
            <a:spLocks noGrp="1" noChangeArrowheads="1"/>
          </p:cNvSpPr>
          <p:nvPr>
            <p:ph type="body" idx="1"/>
          </p:nvPr>
        </p:nvSpPr>
        <p:spPr/>
        <p:txBody>
          <a:bodyPr/>
          <a:lstStyle/>
          <a:p>
            <a:pPr eaLnBrk="1" hangingPunct="1"/>
            <a:r>
              <a:rPr lang="en-US" altLang="en-US" i="1" dirty="0"/>
              <a:t>Finger print</a:t>
            </a:r>
            <a:r>
              <a:rPr lang="en-US" altLang="en-US" dirty="0"/>
              <a:t> of the original data</a:t>
            </a:r>
          </a:p>
          <a:p>
            <a:pPr eaLnBrk="1" hangingPunct="1"/>
            <a:r>
              <a:rPr lang="en-US" altLang="en-US" dirty="0"/>
              <a:t>Used to detect if the data has changed (</a:t>
            </a:r>
            <a:r>
              <a:rPr lang="en-US" altLang="en-US" b="1" dirty="0"/>
              <a:t>Tampering</a:t>
            </a:r>
            <a:r>
              <a:rPr lang="en-US" altLang="en-US" dirty="0"/>
              <a:t>)</a:t>
            </a:r>
          </a:p>
          <a:p>
            <a:pPr eaLnBrk="1" hangingPunct="1"/>
            <a:r>
              <a:rPr lang="en-US" altLang="en-US" dirty="0"/>
              <a:t>Useful to check </a:t>
            </a:r>
            <a:r>
              <a:rPr lang="en-US" altLang="en-US" b="1" dirty="0"/>
              <a:t>message integrity</a:t>
            </a:r>
            <a:endParaRPr lang="en-US" altLang="en-US" dirty="0"/>
          </a:p>
          <a:p>
            <a:pPr eaLnBrk="1" hangingPunct="1"/>
            <a:r>
              <a:rPr lang="en-US" altLang="en-US" dirty="0"/>
              <a:t>Always has Always one-to-one relationship with the original data</a:t>
            </a:r>
          </a:p>
          <a:p>
            <a:pPr eaLnBrk="1" hangingPunct="1"/>
            <a:r>
              <a:rPr lang="en-US" altLang="en-US" dirty="0"/>
              <a:t>Sender creates a message digest of the message and sends the message and the message digest to the receiver</a:t>
            </a:r>
          </a:p>
          <a:p>
            <a:r>
              <a:rPr lang="en-US" altLang="en-US" dirty="0"/>
              <a:t>Receiver creates a fresh message digest of the message and </a:t>
            </a:r>
            <a:r>
              <a:rPr lang="en-US" altLang="en-US" dirty="0" err="1"/>
              <a:t>comapres</a:t>
            </a:r>
            <a:r>
              <a:rPr lang="en-US" altLang="en-US" dirty="0"/>
              <a:t> it with the message digest </a:t>
            </a:r>
            <a:r>
              <a:rPr lang="en-US" altLang="en-US"/>
              <a:t>received from the </a:t>
            </a:r>
            <a:r>
              <a:rPr lang="en-US" altLang="en-US" dirty="0"/>
              <a:t>receiver</a:t>
            </a:r>
          </a:p>
          <a:p>
            <a:pPr eaLnBrk="1" hangingPunct="1"/>
            <a:endParaRPr lang="en-US" altLang="en-US" dirty="0"/>
          </a:p>
        </p:txBody>
      </p:sp>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Number Placeholder 5">
            <a:extLst>
              <a:ext uri="{FF2B5EF4-FFF2-40B4-BE49-F238E27FC236}">
                <a16:creationId xmlns:a16="http://schemas.microsoft.com/office/drawing/2014/main" id="{92398B1D-3715-D6DE-BDF1-90FBBC76C2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4EACCC-C5DD-4BF0-8817-1B3AE41078F4}" type="slidenum">
              <a:rPr lang="en-US" altLang="en-US" sz="1400"/>
              <a:pPr>
                <a:spcBef>
                  <a:spcPct val="0"/>
                </a:spcBef>
                <a:buClrTx/>
                <a:buSzTx/>
                <a:buFontTx/>
                <a:buNone/>
              </a:pPr>
              <a:t>143</a:t>
            </a:fld>
            <a:endParaRPr lang="en-US" altLang="en-US" sz="1400"/>
          </a:p>
        </p:txBody>
      </p:sp>
      <p:sp>
        <p:nvSpPr>
          <p:cNvPr id="169987" name="Rectangle 2">
            <a:extLst>
              <a:ext uri="{FF2B5EF4-FFF2-40B4-BE49-F238E27FC236}">
                <a16:creationId xmlns:a16="http://schemas.microsoft.com/office/drawing/2014/main" id="{5F009081-4901-4BE4-0364-14BC8FB428AD}"/>
              </a:ext>
            </a:extLst>
          </p:cNvPr>
          <p:cNvSpPr>
            <a:spLocks noGrp="1" noChangeArrowheads="1"/>
          </p:cNvSpPr>
          <p:nvPr>
            <p:ph type="title"/>
          </p:nvPr>
        </p:nvSpPr>
        <p:spPr/>
        <p:txBody>
          <a:bodyPr/>
          <a:lstStyle/>
          <a:p>
            <a:pPr eaLnBrk="1" hangingPunct="1"/>
            <a:r>
              <a:rPr lang="en-US" altLang="en-US"/>
              <a:t>Message Digest: Concept</a:t>
            </a:r>
          </a:p>
        </p:txBody>
      </p:sp>
      <p:sp>
        <p:nvSpPr>
          <p:cNvPr id="169988" name="Text Box 3">
            <a:extLst>
              <a:ext uri="{FF2B5EF4-FFF2-40B4-BE49-F238E27FC236}">
                <a16:creationId xmlns:a16="http://schemas.microsoft.com/office/drawing/2014/main" id="{6337FD7E-CC49-27F5-3201-AF255B542969}"/>
              </a:ext>
            </a:extLst>
          </p:cNvPr>
          <p:cNvSpPr txBox="1">
            <a:spLocks noChangeArrowheads="1"/>
          </p:cNvSpPr>
          <p:nvPr/>
        </p:nvSpPr>
        <p:spPr bwMode="auto">
          <a:xfrm>
            <a:off x="4224338" y="2393951"/>
            <a:ext cx="3376612" cy="1000125"/>
          </a:xfrm>
          <a:prstGeom prst="rect">
            <a:avLst/>
          </a:prstGeom>
          <a:solidFill>
            <a:schemeClr val="accent4">
              <a:lumMod val="40000"/>
              <a:lumOff val="60000"/>
            </a:scheme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000" b="1">
              <a:latin typeface="Times New Roman" panose="02020603050405020304" pitchFamily="18" charset="0"/>
            </a:endParaRPr>
          </a:p>
          <a:p>
            <a:pPr algn="ctr">
              <a:spcBef>
                <a:spcPct val="0"/>
              </a:spcBef>
              <a:buClrTx/>
              <a:buSzTx/>
              <a:buFontTx/>
              <a:buNone/>
            </a:pPr>
            <a:r>
              <a:rPr lang="en-US" altLang="en-US" sz="2400" b="1">
                <a:latin typeface="Times New Roman" panose="02020603050405020304" pitchFamily="18" charset="0"/>
              </a:rPr>
              <a:t>Original data</a:t>
            </a:r>
          </a:p>
          <a:p>
            <a:pPr algn="ctr">
              <a:spcBef>
                <a:spcPct val="0"/>
              </a:spcBef>
              <a:buClrTx/>
              <a:buSzTx/>
              <a:buFontTx/>
              <a:buNone/>
            </a:pPr>
            <a:endParaRPr lang="en-US" altLang="en-US" sz="1200" b="1">
              <a:latin typeface="Times New Roman" panose="02020603050405020304" pitchFamily="18" charset="0"/>
            </a:endParaRPr>
          </a:p>
        </p:txBody>
      </p:sp>
      <p:grpSp>
        <p:nvGrpSpPr>
          <p:cNvPr id="169989" name="Group 4">
            <a:extLst>
              <a:ext uri="{FF2B5EF4-FFF2-40B4-BE49-F238E27FC236}">
                <a16:creationId xmlns:a16="http://schemas.microsoft.com/office/drawing/2014/main" id="{F1928B3C-3EFB-595E-33D4-553A8F2A9EEC}"/>
              </a:ext>
            </a:extLst>
          </p:cNvPr>
          <p:cNvGrpSpPr>
            <a:grpSpLocks/>
          </p:cNvGrpSpPr>
          <p:nvPr/>
        </p:nvGrpSpPr>
        <p:grpSpPr bwMode="auto">
          <a:xfrm>
            <a:off x="5270501" y="3997326"/>
            <a:ext cx="1520825" cy="574675"/>
            <a:chOff x="5760" y="3456"/>
            <a:chExt cx="1440" cy="2736"/>
          </a:xfrm>
        </p:grpSpPr>
        <p:sp>
          <p:nvSpPr>
            <p:cNvPr id="169994" name="Line 5">
              <a:extLst>
                <a:ext uri="{FF2B5EF4-FFF2-40B4-BE49-F238E27FC236}">
                  <a16:creationId xmlns:a16="http://schemas.microsoft.com/office/drawing/2014/main" id="{F78F71D3-6287-3683-DF47-AA80C3B2A862}"/>
                </a:ext>
              </a:extLst>
            </p:cNvPr>
            <p:cNvSpPr>
              <a:spLocks noChangeShapeType="1"/>
            </p:cNvSpPr>
            <p:nvPr/>
          </p:nvSpPr>
          <p:spPr bwMode="auto">
            <a:xfrm>
              <a:off x="5760"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9995" name="Line 6">
              <a:extLst>
                <a:ext uri="{FF2B5EF4-FFF2-40B4-BE49-F238E27FC236}">
                  <a16:creationId xmlns:a16="http://schemas.microsoft.com/office/drawing/2014/main" id="{7B58F589-A92C-6587-198D-FFA1B26AD45B}"/>
                </a:ext>
              </a:extLst>
            </p:cNvPr>
            <p:cNvSpPr>
              <a:spLocks noChangeShapeType="1"/>
            </p:cNvSpPr>
            <p:nvPr/>
          </p:nvSpPr>
          <p:spPr bwMode="auto">
            <a:xfrm flipH="1">
              <a:off x="6624"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9996" name="AutoShape 7">
              <a:extLst>
                <a:ext uri="{FF2B5EF4-FFF2-40B4-BE49-F238E27FC236}">
                  <a16:creationId xmlns:a16="http://schemas.microsoft.com/office/drawing/2014/main" id="{DC78C5A6-6C4A-91D4-AC88-EFAF06C7B57F}"/>
                </a:ext>
              </a:extLst>
            </p:cNvPr>
            <p:cNvSpPr>
              <a:spLocks noChangeArrowheads="1"/>
            </p:cNvSpPr>
            <p:nvPr/>
          </p:nvSpPr>
          <p:spPr bwMode="auto">
            <a:xfrm>
              <a:off x="6336" y="4752"/>
              <a:ext cx="288" cy="144"/>
            </a:xfrm>
            <a:prstGeom prst="flowChartSummingJunction">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69997" name="AutoShape 8">
              <a:extLst>
                <a:ext uri="{FF2B5EF4-FFF2-40B4-BE49-F238E27FC236}">
                  <a16:creationId xmlns:a16="http://schemas.microsoft.com/office/drawing/2014/main" id="{93889D91-CCD6-FECC-1ACF-FAF0394C3A2B}"/>
                </a:ext>
              </a:extLst>
            </p:cNvPr>
            <p:cNvSpPr>
              <a:spLocks noChangeArrowheads="1"/>
            </p:cNvSpPr>
            <p:nvPr/>
          </p:nvSpPr>
          <p:spPr bwMode="auto">
            <a:xfrm>
              <a:off x="6336" y="4896"/>
              <a:ext cx="288" cy="1296"/>
            </a:xfrm>
            <a:prstGeom prst="flowChartProcess">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69998" name="Oval 9">
              <a:extLst>
                <a:ext uri="{FF2B5EF4-FFF2-40B4-BE49-F238E27FC236}">
                  <a16:creationId xmlns:a16="http://schemas.microsoft.com/office/drawing/2014/main" id="{A94D09AB-B255-3722-73BB-C0AD45809FC4}"/>
                </a:ext>
              </a:extLst>
            </p:cNvPr>
            <p:cNvSpPr>
              <a:spLocks noChangeArrowheads="1"/>
            </p:cNvSpPr>
            <p:nvPr/>
          </p:nvSpPr>
          <p:spPr bwMode="auto">
            <a:xfrm>
              <a:off x="5760" y="3456"/>
              <a:ext cx="1440" cy="28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69990" name="Text Box 10">
            <a:extLst>
              <a:ext uri="{FF2B5EF4-FFF2-40B4-BE49-F238E27FC236}">
                <a16:creationId xmlns:a16="http://schemas.microsoft.com/office/drawing/2014/main" id="{C56A2D79-33A2-6D60-BE15-3DA239512435}"/>
              </a:ext>
            </a:extLst>
          </p:cNvPr>
          <p:cNvSpPr txBox="1">
            <a:spLocks noChangeArrowheads="1"/>
          </p:cNvSpPr>
          <p:nvPr/>
        </p:nvSpPr>
        <p:spPr bwMode="auto">
          <a:xfrm>
            <a:off x="4737101" y="5257801"/>
            <a:ext cx="2322513" cy="866775"/>
          </a:xfrm>
          <a:prstGeom prst="rect">
            <a:avLst/>
          </a:prstGeom>
          <a:solidFill>
            <a:schemeClr val="accent2"/>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2400" b="1">
                <a:solidFill>
                  <a:srgbClr val="CCFFFF"/>
                </a:solidFill>
                <a:latin typeface="Times New Roman" panose="02020603050405020304" pitchFamily="18" charset="0"/>
              </a:rPr>
              <a:t>Message Digest</a:t>
            </a:r>
          </a:p>
        </p:txBody>
      </p:sp>
      <p:sp>
        <p:nvSpPr>
          <p:cNvPr id="169991" name="AutoShape 11">
            <a:extLst>
              <a:ext uri="{FF2B5EF4-FFF2-40B4-BE49-F238E27FC236}">
                <a16:creationId xmlns:a16="http://schemas.microsoft.com/office/drawing/2014/main" id="{1DED1CF0-96A2-A5B1-5CAF-A50D1E0E9388}"/>
              </a:ext>
            </a:extLst>
          </p:cNvPr>
          <p:cNvSpPr>
            <a:spLocks noChangeArrowheads="1"/>
          </p:cNvSpPr>
          <p:nvPr/>
        </p:nvSpPr>
        <p:spPr bwMode="auto">
          <a:xfrm>
            <a:off x="5705475" y="3540125"/>
            <a:ext cx="592138" cy="400050"/>
          </a:xfrm>
          <a:prstGeom prst="downArrow">
            <a:avLst>
              <a:gd name="adj1" fmla="val 50000"/>
              <a:gd name="adj2" fmla="val 2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69992" name="AutoShape 12">
            <a:extLst>
              <a:ext uri="{FF2B5EF4-FFF2-40B4-BE49-F238E27FC236}">
                <a16:creationId xmlns:a16="http://schemas.microsoft.com/office/drawing/2014/main" id="{EEDF67B7-6784-5A3C-3DA7-27BE467B8705}"/>
              </a:ext>
            </a:extLst>
          </p:cNvPr>
          <p:cNvSpPr>
            <a:spLocks noChangeArrowheads="1"/>
          </p:cNvSpPr>
          <p:nvPr/>
        </p:nvSpPr>
        <p:spPr bwMode="auto">
          <a:xfrm>
            <a:off x="5686425" y="4664075"/>
            <a:ext cx="592138" cy="400050"/>
          </a:xfrm>
          <a:prstGeom prst="downArrow">
            <a:avLst>
              <a:gd name="adj1" fmla="val 50000"/>
              <a:gd name="adj2" fmla="val 2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69993" name="Text Box 13">
            <a:extLst>
              <a:ext uri="{FF2B5EF4-FFF2-40B4-BE49-F238E27FC236}">
                <a16:creationId xmlns:a16="http://schemas.microsoft.com/office/drawing/2014/main" id="{43BD77F0-E891-8F8F-7ADA-DFA95797C342}"/>
              </a:ext>
            </a:extLst>
          </p:cNvPr>
          <p:cNvSpPr txBox="1">
            <a:spLocks noChangeArrowheads="1"/>
          </p:cNvSpPr>
          <p:nvPr/>
        </p:nvSpPr>
        <p:spPr bwMode="auto">
          <a:xfrm>
            <a:off x="7086600" y="3949700"/>
            <a:ext cx="2298700" cy="1003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solidFill>
                  <a:srgbClr val="FF0000"/>
                </a:solidFill>
                <a:latin typeface="Times New Roman" panose="02020603050405020304" pitchFamily="18" charset="0"/>
              </a:rPr>
              <a:t>Message digest algorithm</a:t>
            </a:r>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Number Placeholder 5">
            <a:extLst>
              <a:ext uri="{FF2B5EF4-FFF2-40B4-BE49-F238E27FC236}">
                <a16:creationId xmlns:a16="http://schemas.microsoft.com/office/drawing/2014/main" id="{52F88569-A1F4-1D0D-8153-D6892A9098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F0D422E-0FFF-4C19-A892-1690281437C0}" type="slidenum">
              <a:rPr lang="en-US" altLang="en-US" sz="1400"/>
              <a:pPr>
                <a:spcBef>
                  <a:spcPct val="0"/>
                </a:spcBef>
                <a:buClrTx/>
                <a:buSzTx/>
                <a:buFontTx/>
                <a:buNone/>
              </a:pPr>
              <a:t>144</a:t>
            </a:fld>
            <a:endParaRPr lang="en-US" altLang="en-US" sz="1400"/>
          </a:p>
        </p:txBody>
      </p:sp>
      <p:sp>
        <p:nvSpPr>
          <p:cNvPr id="172035" name="Rectangle 2">
            <a:extLst>
              <a:ext uri="{FF2B5EF4-FFF2-40B4-BE49-F238E27FC236}">
                <a16:creationId xmlns:a16="http://schemas.microsoft.com/office/drawing/2014/main" id="{044C2FB9-5448-A147-4D3E-9EF2CE6A489A}"/>
              </a:ext>
            </a:extLst>
          </p:cNvPr>
          <p:cNvSpPr>
            <a:spLocks noGrp="1" noChangeArrowheads="1"/>
          </p:cNvSpPr>
          <p:nvPr>
            <p:ph type="title"/>
          </p:nvPr>
        </p:nvSpPr>
        <p:spPr/>
        <p:txBody>
          <a:bodyPr/>
          <a:lstStyle/>
          <a:p>
            <a:pPr eaLnBrk="1" hangingPunct="1"/>
            <a:r>
              <a:rPr lang="en-US" altLang="en-US"/>
              <a:t>Message Digest: Conceptual Example</a:t>
            </a:r>
          </a:p>
        </p:txBody>
      </p:sp>
      <p:sp>
        <p:nvSpPr>
          <p:cNvPr id="172036" name="Rectangle 3">
            <a:extLst>
              <a:ext uri="{FF2B5EF4-FFF2-40B4-BE49-F238E27FC236}">
                <a16:creationId xmlns:a16="http://schemas.microsoft.com/office/drawing/2014/main" id="{374815FB-33EA-9DAD-C9D0-38CC899E9805}"/>
              </a:ext>
            </a:extLst>
          </p:cNvPr>
          <p:cNvSpPr>
            <a:spLocks noChangeArrowheads="1"/>
          </p:cNvSpPr>
          <p:nvPr/>
        </p:nvSpPr>
        <p:spPr bwMode="auto">
          <a:xfrm>
            <a:off x="3124200" y="2209800"/>
            <a:ext cx="2286000" cy="838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Original data</a:t>
            </a:r>
          </a:p>
        </p:txBody>
      </p:sp>
      <p:sp>
        <p:nvSpPr>
          <p:cNvPr id="172037" name="Rectangle 4">
            <a:extLst>
              <a:ext uri="{FF2B5EF4-FFF2-40B4-BE49-F238E27FC236}">
                <a16:creationId xmlns:a16="http://schemas.microsoft.com/office/drawing/2014/main" id="{EE089FF2-FE0B-4B84-2EAF-874F53766F30}"/>
              </a:ext>
            </a:extLst>
          </p:cNvPr>
          <p:cNvSpPr>
            <a:spLocks noChangeArrowheads="1"/>
          </p:cNvSpPr>
          <p:nvPr/>
        </p:nvSpPr>
        <p:spPr bwMode="auto">
          <a:xfrm>
            <a:off x="31242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Message Digest </a:t>
            </a:r>
          </a:p>
          <a:p>
            <a:pPr algn="ctr" eaLnBrk="1" hangingPunct="1">
              <a:spcBef>
                <a:spcPct val="0"/>
              </a:spcBef>
              <a:buClrTx/>
              <a:buSzTx/>
              <a:buFontTx/>
              <a:buNone/>
            </a:pPr>
            <a:r>
              <a:rPr lang="en-US" altLang="en-US" sz="2400">
                <a:solidFill>
                  <a:srgbClr val="CCFFFF"/>
                </a:solidFill>
              </a:rPr>
              <a:t>Algorithm</a:t>
            </a:r>
          </a:p>
        </p:txBody>
      </p:sp>
      <p:sp>
        <p:nvSpPr>
          <p:cNvPr id="172038" name="Rectangle 5">
            <a:extLst>
              <a:ext uri="{FF2B5EF4-FFF2-40B4-BE49-F238E27FC236}">
                <a16:creationId xmlns:a16="http://schemas.microsoft.com/office/drawing/2014/main" id="{C4269A6A-8B04-6753-C6AF-0F57E045D086}"/>
              </a:ext>
            </a:extLst>
          </p:cNvPr>
          <p:cNvSpPr>
            <a:spLocks noChangeArrowheads="1"/>
          </p:cNvSpPr>
          <p:nvPr/>
        </p:nvSpPr>
        <p:spPr bwMode="auto">
          <a:xfrm>
            <a:off x="3124200" y="4876800"/>
            <a:ext cx="23622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Message Digest</a:t>
            </a:r>
          </a:p>
        </p:txBody>
      </p:sp>
      <p:sp>
        <p:nvSpPr>
          <p:cNvPr id="172039" name="AutoShape 6">
            <a:extLst>
              <a:ext uri="{FF2B5EF4-FFF2-40B4-BE49-F238E27FC236}">
                <a16:creationId xmlns:a16="http://schemas.microsoft.com/office/drawing/2014/main" id="{1D7E17D6-033E-7598-1DA2-0D13C1AE8ACA}"/>
              </a:ext>
            </a:extLst>
          </p:cNvPr>
          <p:cNvSpPr>
            <a:spLocks noChangeArrowheads="1"/>
          </p:cNvSpPr>
          <p:nvPr/>
        </p:nvSpPr>
        <p:spPr bwMode="auto">
          <a:xfrm>
            <a:off x="40386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72040" name="AutoShape 7">
            <a:extLst>
              <a:ext uri="{FF2B5EF4-FFF2-40B4-BE49-F238E27FC236}">
                <a16:creationId xmlns:a16="http://schemas.microsoft.com/office/drawing/2014/main" id="{EA0C5441-BB26-1FF4-40CE-F3FA2193A86A}"/>
              </a:ext>
            </a:extLst>
          </p:cNvPr>
          <p:cNvSpPr>
            <a:spLocks noChangeArrowheads="1"/>
          </p:cNvSpPr>
          <p:nvPr/>
        </p:nvSpPr>
        <p:spPr bwMode="auto">
          <a:xfrm>
            <a:off x="40386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72041" name="Rectangle 8">
            <a:extLst>
              <a:ext uri="{FF2B5EF4-FFF2-40B4-BE49-F238E27FC236}">
                <a16:creationId xmlns:a16="http://schemas.microsoft.com/office/drawing/2014/main" id="{E0885C28-669A-1E0E-1938-05ADCED82848}"/>
              </a:ext>
            </a:extLst>
          </p:cNvPr>
          <p:cNvSpPr>
            <a:spLocks noChangeArrowheads="1"/>
          </p:cNvSpPr>
          <p:nvPr/>
        </p:nvSpPr>
        <p:spPr bwMode="auto">
          <a:xfrm>
            <a:off x="6781800" y="2209800"/>
            <a:ext cx="2286000" cy="838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My name is Atul</a:t>
            </a:r>
          </a:p>
        </p:txBody>
      </p:sp>
      <p:sp>
        <p:nvSpPr>
          <p:cNvPr id="172042" name="Rectangle 9">
            <a:extLst>
              <a:ext uri="{FF2B5EF4-FFF2-40B4-BE49-F238E27FC236}">
                <a16:creationId xmlns:a16="http://schemas.microsoft.com/office/drawing/2014/main" id="{FFF93A45-4486-050E-7DE3-AE87D8E8523C}"/>
              </a:ext>
            </a:extLst>
          </p:cNvPr>
          <p:cNvSpPr>
            <a:spLocks noChangeArrowheads="1"/>
          </p:cNvSpPr>
          <p:nvPr/>
        </p:nvSpPr>
        <p:spPr bwMode="auto">
          <a:xfrm>
            <a:off x="6781800" y="35052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MD5 or SHA-1</a:t>
            </a:r>
          </a:p>
        </p:txBody>
      </p:sp>
      <p:sp>
        <p:nvSpPr>
          <p:cNvPr id="172043" name="Rectangle 10">
            <a:extLst>
              <a:ext uri="{FF2B5EF4-FFF2-40B4-BE49-F238E27FC236}">
                <a16:creationId xmlns:a16="http://schemas.microsoft.com/office/drawing/2014/main" id="{E68E0643-EE58-6516-415E-E4EBA3981C92}"/>
              </a:ext>
            </a:extLst>
          </p:cNvPr>
          <p:cNvSpPr>
            <a:spLocks noChangeArrowheads="1"/>
          </p:cNvSpPr>
          <p:nvPr/>
        </p:nvSpPr>
        <p:spPr bwMode="auto">
          <a:xfrm>
            <a:off x="6781800" y="4876800"/>
            <a:ext cx="23622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3$(0+ka&amp;\</a:t>
            </a:r>
          </a:p>
        </p:txBody>
      </p:sp>
      <p:sp>
        <p:nvSpPr>
          <p:cNvPr id="172044" name="AutoShape 11">
            <a:extLst>
              <a:ext uri="{FF2B5EF4-FFF2-40B4-BE49-F238E27FC236}">
                <a16:creationId xmlns:a16="http://schemas.microsoft.com/office/drawing/2014/main" id="{DCEFDDC1-AE28-FDB3-9CD7-9C12929A843A}"/>
              </a:ext>
            </a:extLst>
          </p:cNvPr>
          <p:cNvSpPr>
            <a:spLocks noChangeArrowheads="1"/>
          </p:cNvSpPr>
          <p:nvPr/>
        </p:nvSpPr>
        <p:spPr bwMode="auto">
          <a:xfrm>
            <a:off x="76962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72045" name="AutoShape 12">
            <a:extLst>
              <a:ext uri="{FF2B5EF4-FFF2-40B4-BE49-F238E27FC236}">
                <a16:creationId xmlns:a16="http://schemas.microsoft.com/office/drawing/2014/main" id="{194AB324-B1C6-E8A0-0330-691F3C73C525}"/>
              </a:ext>
            </a:extLst>
          </p:cNvPr>
          <p:cNvSpPr>
            <a:spLocks noChangeArrowheads="1"/>
          </p:cNvSpPr>
          <p:nvPr/>
        </p:nvSpPr>
        <p:spPr bwMode="auto">
          <a:xfrm>
            <a:off x="76962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Number Placeholder 4">
            <a:extLst>
              <a:ext uri="{FF2B5EF4-FFF2-40B4-BE49-F238E27FC236}">
                <a16:creationId xmlns:a16="http://schemas.microsoft.com/office/drawing/2014/main" id="{79595079-B070-D247-5DEC-7FDA6B8DF4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BD620BE-5D11-4018-AB97-39AC9FFCF5B0}" type="slidenum">
              <a:rPr lang="en-US" altLang="en-US" sz="1400"/>
              <a:pPr>
                <a:spcBef>
                  <a:spcPct val="0"/>
                </a:spcBef>
                <a:buClrTx/>
                <a:buSzTx/>
                <a:buFontTx/>
                <a:buNone/>
              </a:pPr>
              <a:t>145</a:t>
            </a:fld>
            <a:endParaRPr lang="en-US" altLang="en-US" sz="1400"/>
          </a:p>
        </p:txBody>
      </p:sp>
      <p:sp>
        <p:nvSpPr>
          <p:cNvPr id="183299" name="Rectangle 2">
            <a:extLst>
              <a:ext uri="{FF2B5EF4-FFF2-40B4-BE49-F238E27FC236}">
                <a16:creationId xmlns:a16="http://schemas.microsoft.com/office/drawing/2014/main" id="{89AAB5DB-97D0-B772-3551-4D99C949BDE9}"/>
              </a:ext>
            </a:extLst>
          </p:cNvPr>
          <p:cNvSpPr>
            <a:spLocks noGrp="1" noChangeArrowheads="1"/>
          </p:cNvSpPr>
          <p:nvPr>
            <p:ph type="title"/>
          </p:nvPr>
        </p:nvSpPr>
        <p:spPr/>
        <p:txBody>
          <a:bodyPr/>
          <a:lstStyle/>
          <a:p>
            <a:pPr eaLnBrk="1" hangingPunct="1"/>
            <a:r>
              <a:rPr lang="en-US" altLang="en-US"/>
              <a:t>Message Digest Demands - 1</a:t>
            </a:r>
          </a:p>
        </p:txBody>
      </p:sp>
      <p:grpSp>
        <p:nvGrpSpPr>
          <p:cNvPr id="183300" name="Group 3">
            <a:extLst>
              <a:ext uri="{FF2B5EF4-FFF2-40B4-BE49-F238E27FC236}">
                <a16:creationId xmlns:a16="http://schemas.microsoft.com/office/drawing/2014/main" id="{6621AC65-F5EA-7F8D-7E74-7D32C19FDDE9}"/>
              </a:ext>
            </a:extLst>
          </p:cNvPr>
          <p:cNvGrpSpPr>
            <a:grpSpLocks/>
          </p:cNvGrpSpPr>
          <p:nvPr/>
        </p:nvGrpSpPr>
        <p:grpSpPr bwMode="auto">
          <a:xfrm>
            <a:off x="2971800" y="1889126"/>
            <a:ext cx="6629400" cy="3825875"/>
            <a:chOff x="2625" y="1470"/>
            <a:chExt cx="6885" cy="4950"/>
          </a:xfrm>
        </p:grpSpPr>
        <p:sp>
          <p:nvSpPr>
            <p:cNvPr id="183301" name="Rectangle 4">
              <a:extLst>
                <a:ext uri="{FF2B5EF4-FFF2-40B4-BE49-F238E27FC236}">
                  <a16:creationId xmlns:a16="http://schemas.microsoft.com/office/drawing/2014/main" id="{6DE812C8-E3F1-9EB8-9577-BD8C80966A13}"/>
                </a:ext>
              </a:extLst>
            </p:cNvPr>
            <p:cNvSpPr>
              <a:spLocks noChangeArrowheads="1"/>
            </p:cNvSpPr>
            <p:nvPr/>
          </p:nvSpPr>
          <p:spPr bwMode="auto">
            <a:xfrm>
              <a:off x="2625" y="1470"/>
              <a:ext cx="6885" cy="495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3302" name="Text Box 5">
              <a:extLst>
                <a:ext uri="{FF2B5EF4-FFF2-40B4-BE49-F238E27FC236}">
                  <a16:creationId xmlns:a16="http://schemas.microsoft.com/office/drawing/2014/main" id="{813D8D8A-D449-A7DE-2DCF-905CB5E94C35}"/>
                </a:ext>
              </a:extLst>
            </p:cNvPr>
            <p:cNvSpPr txBox="1">
              <a:spLocks noChangeArrowheads="1"/>
            </p:cNvSpPr>
            <p:nvPr/>
          </p:nvSpPr>
          <p:spPr bwMode="auto">
            <a:xfrm>
              <a:off x="5475" y="2031"/>
              <a:ext cx="1515" cy="81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600" b="1">
                <a:latin typeface="Times New Roman" panose="02020603050405020304" pitchFamily="18" charset="0"/>
              </a:endParaRPr>
            </a:p>
            <a:p>
              <a:pPr algn="ctr">
                <a:spcBef>
                  <a:spcPct val="0"/>
                </a:spcBef>
                <a:buClrTx/>
                <a:buSzTx/>
                <a:buFontTx/>
                <a:buNone/>
              </a:pPr>
              <a:r>
                <a:rPr lang="en-US" altLang="en-US" sz="1600" b="1">
                  <a:latin typeface="Times New Roman" panose="02020603050405020304" pitchFamily="18" charset="0"/>
                </a:rPr>
                <a:t>Original data</a:t>
              </a:r>
            </a:p>
          </p:txBody>
        </p:sp>
        <p:grpSp>
          <p:nvGrpSpPr>
            <p:cNvPr id="183303" name="Group 6">
              <a:extLst>
                <a:ext uri="{FF2B5EF4-FFF2-40B4-BE49-F238E27FC236}">
                  <a16:creationId xmlns:a16="http://schemas.microsoft.com/office/drawing/2014/main" id="{246E85CD-7577-C286-5218-8EDA4562A233}"/>
                </a:ext>
              </a:extLst>
            </p:cNvPr>
            <p:cNvGrpSpPr>
              <a:grpSpLocks/>
            </p:cNvGrpSpPr>
            <p:nvPr/>
          </p:nvGrpSpPr>
          <p:grpSpPr bwMode="auto">
            <a:xfrm>
              <a:off x="5595" y="3652"/>
              <a:ext cx="1155" cy="906"/>
              <a:chOff x="5760" y="3456"/>
              <a:chExt cx="1440" cy="2736"/>
            </a:xfrm>
          </p:grpSpPr>
          <p:sp>
            <p:nvSpPr>
              <p:cNvPr id="183309" name="Line 7">
                <a:extLst>
                  <a:ext uri="{FF2B5EF4-FFF2-40B4-BE49-F238E27FC236}">
                    <a16:creationId xmlns:a16="http://schemas.microsoft.com/office/drawing/2014/main" id="{E080E025-B774-8EA4-B94C-8DCFC7D1A6BC}"/>
                  </a:ext>
                </a:extLst>
              </p:cNvPr>
              <p:cNvSpPr>
                <a:spLocks noChangeShapeType="1"/>
              </p:cNvSpPr>
              <p:nvPr/>
            </p:nvSpPr>
            <p:spPr bwMode="auto">
              <a:xfrm>
                <a:off x="5760"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3310" name="Line 8">
                <a:extLst>
                  <a:ext uri="{FF2B5EF4-FFF2-40B4-BE49-F238E27FC236}">
                    <a16:creationId xmlns:a16="http://schemas.microsoft.com/office/drawing/2014/main" id="{BC1C9087-E374-EC65-570C-A2FBE9855726}"/>
                  </a:ext>
                </a:extLst>
              </p:cNvPr>
              <p:cNvSpPr>
                <a:spLocks noChangeShapeType="1"/>
              </p:cNvSpPr>
              <p:nvPr/>
            </p:nvSpPr>
            <p:spPr bwMode="auto">
              <a:xfrm flipH="1">
                <a:off x="6624"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3311" name="AutoShape 9">
                <a:extLst>
                  <a:ext uri="{FF2B5EF4-FFF2-40B4-BE49-F238E27FC236}">
                    <a16:creationId xmlns:a16="http://schemas.microsoft.com/office/drawing/2014/main" id="{39695AB2-8F6A-53BE-EB86-59FB8E2632EF}"/>
                  </a:ext>
                </a:extLst>
              </p:cNvPr>
              <p:cNvSpPr>
                <a:spLocks noChangeArrowheads="1"/>
              </p:cNvSpPr>
              <p:nvPr/>
            </p:nvSpPr>
            <p:spPr bwMode="auto">
              <a:xfrm>
                <a:off x="6336" y="4752"/>
                <a:ext cx="288" cy="144"/>
              </a:xfrm>
              <a:prstGeom prst="flowChartSummingJunction">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3312" name="AutoShape 10">
                <a:extLst>
                  <a:ext uri="{FF2B5EF4-FFF2-40B4-BE49-F238E27FC236}">
                    <a16:creationId xmlns:a16="http://schemas.microsoft.com/office/drawing/2014/main" id="{5946A350-79D9-D029-60D1-571E60BAB076}"/>
                  </a:ext>
                </a:extLst>
              </p:cNvPr>
              <p:cNvSpPr>
                <a:spLocks noChangeArrowheads="1"/>
              </p:cNvSpPr>
              <p:nvPr/>
            </p:nvSpPr>
            <p:spPr bwMode="auto">
              <a:xfrm>
                <a:off x="6336" y="4896"/>
                <a:ext cx="288" cy="1296"/>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3313" name="Oval 11">
                <a:extLst>
                  <a:ext uri="{FF2B5EF4-FFF2-40B4-BE49-F238E27FC236}">
                    <a16:creationId xmlns:a16="http://schemas.microsoft.com/office/drawing/2014/main" id="{419A0B82-C020-0078-CB7C-26B92E696944}"/>
                  </a:ext>
                </a:extLst>
              </p:cNvPr>
              <p:cNvSpPr>
                <a:spLocks noChangeArrowheads="1"/>
              </p:cNvSpPr>
              <p:nvPr/>
            </p:nvSpPr>
            <p:spPr bwMode="auto">
              <a:xfrm>
                <a:off x="5760" y="3456"/>
                <a:ext cx="1440" cy="288"/>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83304" name="AutoShape 12">
              <a:extLst>
                <a:ext uri="{FF2B5EF4-FFF2-40B4-BE49-F238E27FC236}">
                  <a16:creationId xmlns:a16="http://schemas.microsoft.com/office/drawing/2014/main" id="{F0D6914D-9425-BA26-CB91-231E80B9E16D}"/>
                </a:ext>
              </a:extLst>
            </p:cNvPr>
            <p:cNvSpPr>
              <a:spLocks noChangeArrowheads="1"/>
            </p:cNvSpPr>
            <p:nvPr/>
          </p:nvSpPr>
          <p:spPr bwMode="auto">
            <a:xfrm>
              <a:off x="5925" y="2931"/>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3305" name="AutoShape 13">
              <a:extLst>
                <a:ext uri="{FF2B5EF4-FFF2-40B4-BE49-F238E27FC236}">
                  <a16:creationId xmlns:a16="http://schemas.microsoft.com/office/drawing/2014/main" id="{39148CBE-C427-E71A-7EDF-DBF2E44A290A}"/>
                </a:ext>
              </a:extLst>
            </p:cNvPr>
            <p:cNvSpPr>
              <a:spLocks noChangeArrowheads="1"/>
            </p:cNvSpPr>
            <p:nvPr/>
          </p:nvSpPr>
          <p:spPr bwMode="auto">
            <a:xfrm>
              <a:off x="5970" y="4686"/>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3306" name="Text Box 14">
              <a:extLst>
                <a:ext uri="{FF2B5EF4-FFF2-40B4-BE49-F238E27FC236}">
                  <a16:creationId xmlns:a16="http://schemas.microsoft.com/office/drawing/2014/main" id="{46570FD0-6C5B-AB6F-76ED-89E90C326C27}"/>
                </a:ext>
              </a:extLst>
            </p:cNvPr>
            <p:cNvSpPr txBox="1">
              <a:spLocks noChangeArrowheads="1"/>
            </p:cNvSpPr>
            <p:nvPr/>
          </p:nvSpPr>
          <p:spPr bwMode="auto">
            <a:xfrm>
              <a:off x="6945" y="3546"/>
              <a:ext cx="1170" cy="9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 algorithm</a:t>
              </a:r>
            </a:p>
          </p:txBody>
        </p:sp>
        <p:sp>
          <p:nvSpPr>
            <p:cNvPr id="183307" name="Text Box 15">
              <a:extLst>
                <a:ext uri="{FF2B5EF4-FFF2-40B4-BE49-F238E27FC236}">
                  <a16:creationId xmlns:a16="http://schemas.microsoft.com/office/drawing/2014/main" id="{6B6B9AE2-D8DA-24DD-EF33-85D1C1848906}"/>
                </a:ext>
              </a:extLst>
            </p:cNvPr>
            <p:cNvSpPr txBox="1">
              <a:spLocks noChangeArrowheads="1"/>
            </p:cNvSpPr>
            <p:nvPr/>
          </p:nvSpPr>
          <p:spPr bwMode="auto">
            <a:xfrm>
              <a:off x="5745" y="5421"/>
              <a:ext cx="1035" cy="651"/>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a:t>
              </a:r>
            </a:p>
          </p:txBody>
        </p:sp>
        <p:sp>
          <p:nvSpPr>
            <p:cNvPr id="183308" name="Text Box 16">
              <a:extLst>
                <a:ext uri="{FF2B5EF4-FFF2-40B4-BE49-F238E27FC236}">
                  <a16:creationId xmlns:a16="http://schemas.microsoft.com/office/drawing/2014/main" id="{880DEA78-92BA-7B95-869E-C8291D47FD2D}"/>
                </a:ext>
              </a:extLst>
            </p:cNvPr>
            <p:cNvSpPr txBox="1">
              <a:spLocks noChangeArrowheads="1"/>
            </p:cNvSpPr>
            <p:nvPr/>
          </p:nvSpPr>
          <p:spPr bwMode="auto">
            <a:xfrm>
              <a:off x="2985" y="3654"/>
              <a:ext cx="2610" cy="8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Should be possible and the result should always be the same</a:t>
              </a:r>
            </a:p>
          </p:txBody>
        </p:sp>
      </p:grpSp>
    </p:spTree>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Number Placeholder 4">
            <a:extLst>
              <a:ext uri="{FF2B5EF4-FFF2-40B4-BE49-F238E27FC236}">
                <a16:creationId xmlns:a16="http://schemas.microsoft.com/office/drawing/2014/main" id="{46334869-7798-750B-C9E5-30C3836BF2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6D53444-49F2-48CF-96FD-AC3E54153413}" type="slidenum">
              <a:rPr lang="en-US" altLang="en-US" sz="1400"/>
              <a:pPr>
                <a:spcBef>
                  <a:spcPct val="0"/>
                </a:spcBef>
                <a:buClrTx/>
                <a:buSzTx/>
                <a:buFontTx/>
                <a:buNone/>
              </a:pPr>
              <a:t>146</a:t>
            </a:fld>
            <a:endParaRPr lang="en-US" altLang="en-US" sz="1400"/>
          </a:p>
        </p:txBody>
      </p:sp>
      <p:sp>
        <p:nvSpPr>
          <p:cNvPr id="185347" name="Rectangle 2">
            <a:extLst>
              <a:ext uri="{FF2B5EF4-FFF2-40B4-BE49-F238E27FC236}">
                <a16:creationId xmlns:a16="http://schemas.microsoft.com/office/drawing/2014/main" id="{3B42D758-A789-9B8E-ABCF-A0D342F3B4A5}"/>
              </a:ext>
            </a:extLst>
          </p:cNvPr>
          <p:cNvSpPr>
            <a:spLocks noGrp="1" noChangeArrowheads="1"/>
          </p:cNvSpPr>
          <p:nvPr>
            <p:ph type="title"/>
          </p:nvPr>
        </p:nvSpPr>
        <p:spPr/>
        <p:txBody>
          <a:bodyPr/>
          <a:lstStyle/>
          <a:p>
            <a:pPr eaLnBrk="1" hangingPunct="1"/>
            <a:r>
              <a:rPr lang="en-US" altLang="en-US"/>
              <a:t>Message Digest Demands - 2</a:t>
            </a:r>
          </a:p>
        </p:txBody>
      </p:sp>
      <p:grpSp>
        <p:nvGrpSpPr>
          <p:cNvPr id="185348" name="Group 3">
            <a:extLst>
              <a:ext uri="{FF2B5EF4-FFF2-40B4-BE49-F238E27FC236}">
                <a16:creationId xmlns:a16="http://schemas.microsoft.com/office/drawing/2014/main" id="{9D02EC45-031A-D764-10D0-79A9D7B3D774}"/>
              </a:ext>
            </a:extLst>
          </p:cNvPr>
          <p:cNvGrpSpPr>
            <a:grpSpLocks/>
          </p:cNvGrpSpPr>
          <p:nvPr/>
        </p:nvGrpSpPr>
        <p:grpSpPr bwMode="auto">
          <a:xfrm>
            <a:off x="2743200" y="1752600"/>
            <a:ext cx="6934200" cy="3962400"/>
            <a:chOff x="2535" y="7920"/>
            <a:chExt cx="6990" cy="4860"/>
          </a:xfrm>
        </p:grpSpPr>
        <p:sp>
          <p:nvSpPr>
            <p:cNvPr id="185349" name="Rectangle 4">
              <a:extLst>
                <a:ext uri="{FF2B5EF4-FFF2-40B4-BE49-F238E27FC236}">
                  <a16:creationId xmlns:a16="http://schemas.microsoft.com/office/drawing/2014/main" id="{550483EB-0A4F-3B0E-32B1-DB88D3B03190}"/>
                </a:ext>
              </a:extLst>
            </p:cNvPr>
            <p:cNvSpPr>
              <a:spLocks noChangeArrowheads="1"/>
            </p:cNvSpPr>
            <p:nvPr/>
          </p:nvSpPr>
          <p:spPr bwMode="auto">
            <a:xfrm>
              <a:off x="2535" y="7920"/>
              <a:ext cx="6990" cy="48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5350" name="Text Box 5">
              <a:extLst>
                <a:ext uri="{FF2B5EF4-FFF2-40B4-BE49-F238E27FC236}">
                  <a16:creationId xmlns:a16="http://schemas.microsoft.com/office/drawing/2014/main" id="{64A00CF1-08BA-72E6-E9C8-2B50E216B438}"/>
                </a:ext>
              </a:extLst>
            </p:cNvPr>
            <p:cNvSpPr txBox="1">
              <a:spLocks noChangeArrowheads="1"/>
            </p:cNvSpPr>
            <p:nvPr/>
          </p:nvSpPr>
          <p:spPr bwMode="auto">
            <a:xfrm>
              <a:off x="5565" y="11550"/>
              <a:ext cx="1515" cy="81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600" b="1">
                <a:latin typeface="Times New Roman" panose="02020603050405020304" pitchFamily="18" charset="0"/>
              </a:endParaRPr>
            </a:p>
            <a:p>
              <a:pPr algn="ctr">
                <a:spcBef>
                  <a:spcPct val="0"/>
                </a:spcBef>
                <a:buClrTx/>
                <a:buSzTx/>
                <a:buFontTx/>
                <a:buNone/>
              </a:pPr>
              <a:r>
                <a:rPr lang="en-US" altLang="en-US" sz="1600" b="1">
                  <a:latin typeface="Times New Roman" panose="02020603050405020304" pitchFamily="18" charset="0"/>
                </a:rPr>
                <a:t>Original data</a:t>
              </a:r>
            </a:p>
          </p:txBody>
        </p:sp>
        <p:grpSp>
          <p:nvGrpSpPr>
            <p:cNvPr id="185351" name="Group 6">
              <a:extLst>
                <a:ext uri="{FF2B5EF4-FFF2-40B4-BE49-F238E27FC236}">
                  <a16:creationId xmlns:a16="http://schemas.microsoft.com/office/drawing/2014/main" id="{71BB4EFA-F068-9C5D-85F0-AE8831E45C40}"/>
                </a:ext>
              </a:extLst>
            </p:cNvPr>
            <p:cNvGrpSpPr>
              <a:grpSpLocks/>
            </p:cNvGrpSpPr>
            <p:nvPr/>
          </p:nvGrpSpPr>
          <p:grpSpPr bwMode="auto">
            <a:xfrm rot="10784046">
              <a:off x="5640" y="9826"/>
              <a:ext cx="1155" cy="906"/>
              <a:chOff x="5760" y="3456"/>
              <a:chExt cx="1440" cy="2736"/>
            </a:xfrm>
          </p:grpSpPr>
          <p:sp>
            <p:nvSpPr>
              <p:cNvPr id="185361" name="Line 7">
                <a:extLst>
                  <a:ext uri="{FF2B5EF4-FFF2-40B4-BE49-F238E27FC236}">
                    <a16:creationId xmlns:a16="http://schemas.microsoft.com/office/drawing/2014/main" id="{33D643CB-924F-E7D6-B2C5-81A5CF26BB0B}"/>
                  </a:ext>
                </a:extLst>
              </p:cNvPr>
              <p:cNvSpPr>
                <a:spLocks noChangeShapeType="1"/>
              </p:cNvSpPr>
              <p:nvPr/>
            </p:nvSpPr>
            <p:spPr bwMode="auto">
              <a:xfrm>
                <a:off x="5760"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5362" name="Line 8">
                <a:extLst>
                  <a:ext uri="{FF2B5EF4-FFF2-40B4-BE49-F238E27FC236}">
                    <a16:creationId xmlns:a16="http://schemas.microsoft.com/office/drawing/2014/main" id="{4FC42CFC-4482-44A7-6188-38502C6DB4E3}"/>
                  </a:ext>
                </a:extLst>
              </p:cNvPr>
              <p:cNvSpPr>
                <a:spLocks noChangeShapeType="1"/>
              </p:cNvSpPr>
              <p:nvPr/>
            </p:nvSpPr>
            <p:spPr bwMode="auto">
              <a:xfrm flipH="1">
                <a:off x="6624"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5363" name="AutoShape 9">
                <a:extLst>
                  <a:ext uri="{FF2B5EF4-FFF2-40B4-BE49-F238E27FC236}">
                    <a16:creationId xmlns:a16="http://schemas.microsoft.com/office/drawing/2014/main" id="{68AF8D55-EDE1-F093-9E2D-E704EE7EEECA}"/>
                  </a:ext>
                </a:extLst>
              </p:cNvPr>
              <p:cNvSpPr>
                <a:spLocks noChangeArrowheads="1"/>
              </p:cNvSpPr>
              <p:nvPr/>
            </p:nvSpPr>
            <p:spPr bwMode="auto">
              <a:xfrm>
                <a:off x="6336" y="4752"/>
                <a:ext cx="288" cy="144"/>
              </a:xfrm>
              <a:prstGeom prst="flowChartSummingJunction">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5364" name="AutoShape 10">
                <a:extLst>
                  <a:ext uri="{FF2B5EF4-FFF2-40B4-BE49-F238E27FC236}">
                    <a16:creationId xmlns:a16="http://schemas.microsoft.com/office/drawing/2014/main" id="{DE26977B-9A05-CEDE-7C81-434E3859CA70}"/>
                  </a:ext>
                </a:extLst>
              </p:cNvPr>
              <p:cNvSpPr>
                <a:spLocks noChangeArrowheads="1"/>
              </p:cNvSpPr>
              <p:nvPr/>
            </p:nvSpPr>
            <p:spPr bwMode="auto">
              <a:xfrm>
                <a:off x="6336" y="4896"/>
                <a:ext cx="288" cy="1296"/>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5365" name="Oval 11">
                <a:extLst>
                  <a:ext uri="{FF2B5EF4-FFF2-40B4-BE49-F238E27FC236}">
                    <a16:creationId xmlns:a16="http://schemas.microsoft.com/office/drawing/2014/main" id="{F931BE51-D534-1EE9-2575-F11860ADD46D}"/>
                  </a:ext>
                </a:extLst>
              </p:cNvPr>
              <p:cNvSpPr>
                <a:spLocks noChangeArrowheads="1"/>
              </p:cNvSpPr>
              <p:nvPr/>
            </p:nvSpPr>
            <p:spPr bwMode="auto">
              <a:xfrm>
                <a:off x="5760" y="3456"/>
                <a:ext cx="1440" cy="288"/>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85352" name="AutoShape 12">
              <a:extLst>
                <a:ext uri="{FF2B5EF4-FFF2-40B4-BE49-F238E27FC236}">
                  <a16:creationId xmlns:a16="http://schemas.microsoft.com/office/drawing/2014/main" id="{A97282C0-F969-8C3D-C154-8B6E0E2E3C03}"/>
                </a:ext>
              </a:extLst>
            </p:cNvPr>
            <p:cNvSpPr>
              <a:spLocks noChangeArrowheads="1"/>
            </p:cNvSpPr>
            <p:nvPr/>
          </p:nvSpPr>
          <p:spPr bwMode="auto">
            <a:xfrm>
              <a:off x="5970" y="9105"/>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5353" name="AutoShape 13">
              <a:extLst>
                <a:ext uri="{FF2B5EF4-FFF2-40B4-BE49-F238E27FC236}">
                  <a16:creationId xmlns:a16="http://schemas.microsoft.com/office/drawing/2014/main" id="{94936AF3-98CA-4C27-59A4-9E1CCF811EE7}"/>
                </a:ext>
              </a:extLst>
            </p:cNvPr>
            <p:cNvSpPr>
              <a:spLocks noChangeArrowheads="1"/>
            </p:cNvSpPr>
            <p:nvPr/>
          </p:nvSpPr>
          <p:spPr bwMode="auto">
            <a:xfrm>
              <a:off x="6015" y="10860"/>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5354" name="Text Box 14">
              <a:extLst>
                <a:ext uri="{FF2B5EF4-FFF2-40B4-BE49-F238E27FC236}">
                  <a16:creationId xmlns:a16="http://schemas.microsoft.com/office/drawing/2014/main" id="{DA12227F-0A37-233F-A8CE-A64FA638AD7E}"/>
                </a:ext>
              </a:extLst>
            </p:cNvPr>
            <p:cNvSpPr txBox="1">
              <a:spLocks noChangeArrowheads="1"/>
            </p:cNvSpPr>
            <p:nvPr/>
          </p:nvSpPr>
          <p:spPr bwMode="auto">
            <a:xfrm>
              <a:off x="6810" y="9630"/>
              <a:ext cx="1170" cy="13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Reverse Message digest algorithm</a:t>
              </a:r>
            </a:p>
          </p:txBody>
        </p:sp>
        <p:sp>
          <p:nvSpPr>
            <p:cNvPr id="185355" name="Text Box 15">
              <a:extLst>
                <a:ext uri="{FF2B5EF4-FFF2-40B4-BE49-F238E27FC236}">
                  <a16:creationId xmlns:a16="http://schemas.microsoft.com/office/drawing/2014/main" id="{E7D7A952-B948-92C6-1FCB-F07ACB0F67FB}"/>
                </a:ext>
              </a:extLst>
            </p:cNvPr>
            <p:cNvSpPr txBox="1">
              <a:spLocks noChangeArrowheads="1"/>
            </p:cNvSpPr>
            <p:nvPr/>
          </p:nvSpPr>
          <p:spPr bwMode="auto">
            <a:xfrm>
              <a:off x="5760" y="8265"/>
              <a:ext cx="1035" cy="61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a:t>
              </a:r>
            </a:p>
          </p:txBody>
        </p:sp>
        <p:sp>
          <p:nvSpPr>
            <p:cNvPr id="185356" name="Text Box 16">
              <a:extLst>
                <a:ext uri="{FF2B5EF4-FFF2-40B4-BE49-F238E27FC236}">
                  <a16:creationId xmlns:a16="http://schemas.microsoft.com/office/drawing/2014/main" id="{B10984FA-F67D-4ACB-D7DF-922910FB84F0}"/>
                </a:ext>
              </a:extLst>
            </p:cNvPr>
            <p:cNvSpPr txBox="1">
              <a:spLocks noChangeArrowheads="1"/>
            </p:cNvSpPr>
            <p:nvPr/>
          </p:nvSpPr>
          <p:spPr bwMode="auto">
            <a:xfrm>
              <a:off x="2790" y="10050"/>
              <a:ext cx="261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Must not be possible</a:t>
              </a:r>
            </a:p>
          </p:txBody>
        </p:sp>
        <p:sp>
          <p:nvSpPr>
            <p:cNvPr id="185357" name="Line 17">
              <a:extLst>
                <a:ext uri="{FF2B5EF4-FFF2-40B4-BE49-F238E27FC236}">
                  <a16:creationId xmlns:a16="http://schemas.microsoft.com/office/drawing/2014/main" id="{DE79707E-0E98-CE20-F03E-1D97B502F762}"/>
                </a:ext>
              </a:extLst>
            </p:cNvPr>
            <p:cNvSpPr>
              <a:spLocks noChangeShapeType="1"/>
            </p:cNvSpPr>
            <p:nvPr/>
          </p:nvSpPr>
          <p:spPr bwMode="auto">
            <a:xfrm>
              <a:off x="5895" y="10860"/>
              <a:ext cx="795" cy="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5358" name="Line 18">
              <a:extLst>
                <a:ext uri="{FF2B5EF4-FFF2-40B4-BE49-F238E27FC236}">
                  <a16:creationId xmlns:a16="http://schemas.microsoft.com/office/drawing/2014/main" id="{7FC9162D-5773-4A27-04FB-AA8DDB6A759E}"/>
                </a:ext>
              </a:extLst>
            </p:cNvPr>
            <p:cNvSpPr>
              <a:spLocks noChangeShapeType="1"/>
            </p:cNvSpPr>
            <p:nvPr/>
          </p:nvSpPr>
          <p:spPr bwMode="auto">
            <a:xfrm flipH="1">
              <a:off x="5880" y="10860"/>
              <a:ext cx="735" cy="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5359" name="Line 19">
              <a:extLst>
                <a:ext uri="{FF2B5EF4-FFF2-40B4-BE49-F238E27FC236}">
                  <a16:creationId xmlns:a16="http://schemas.microsoft.com/office/drawing/2014/main" id="{696D3A1E-D7D4-B8E4-EC9A-2DE54784D08F}"/>
                </a:ext>
              </a:extLst>
            </p:cNvPr>
            <p:cNvSpPr>
              <a:spLocks noChangeShapeType="1"/>
            </p:cNvSpPr>
            <p:nvPr/>
          </p:nvSpPr>
          <p:spPr bwMode="auto">
            <a:xfrm>
              <a:off x="5850" y="9165"/>
              <a:ext cx="795" cy="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5360" name="Line 20">
              <a:extLst>
                <a:ext uri="{FF2B5EF4-FFF2-40B4-BE49-F238E27FC236}">
                  <a16:creationId xmlns:a16="http://schemas.microsoft.com/office/drawing/2014/main" id="{D01FB53E-0567-C120-B8D2-ABD9B756ADA3}"/>
                </a:ext>
              </a:extLst>
            </p:cNvPr>
            <p:cNvSpPr>
              <a:spLocks noChangeShapeType="1"/>
            </p:cNvSpPr>
            <p:nvPr/>
          </p:nvSpPr>
          <p:spPr bwMode="auto">
            <a:xfrm flipH="1">
              <a:off x="5835" y="9165"/>
              <a:ext cx="735" cy="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Number Placeholder 4">
            <a:extLst>
              <a:ext uri="{FF2B5EF4-FFF2-40B4-BE49-F238E27FC236}">
                <a16:creationId xmlns:a16="http://schemas.microsoft.com/office/drawing/2014/main" id="{D066B9B5-4BC2-BD65-3F30-C80B9F9B98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D49D384-9B10-4C59-92A1-03BC330A91AC}" type="slidenum">
              <a:rPr lang="en-US" altLang="en-US" sz="1400"/>
              <a:pPr>
                <a:spcBef>
                  <a:spcPct val="0"/>
                </a:spcBef>
                <a:buClrTx/>
                <a:buSzTx/>
                <a:buFontTx/>
                <a:buNone/>
              </a:pPr>
              <a:t>147</a:t>
            </a:fld>
            <a:endParaRPr lang="en-US" altLang="en-US" sz="1400"/>
          </a:p>
        </p:txBody>
      </p:sp>
      <p:sp>
        <p:nvSpPr>
          <p:cNvPr id="187395" name="Rectangle 2">
            <a:extLst>
              <a:ext uri="{FF2B5EF4-FFF2-40B4-BE49-F238E27FC236}">
                <a16:creationId xmlns:a16="http://schemas.microsoft.com/office/drawing/2014/main" id="{96B49AE9-C4E4-23E5-B2D7-B23863264114}"/>
              </a:ext>
            </a:extLst>
          </p:cNvPr>
          <p:cNvSpPr>
            <a:spLocks noGrp="1" noChangeArrowheads="1"/>
          </p:cNvSpPr>
          <p:nvPr>
            <p:ph type="title"/>
          </p:nvPr>
        </p:nvSpPr>
        <p:spPr/>
        <p:txBody>
          <a:bodyPr/>
          <a:lstStyle/>
          <a:p>
            <a:pPr eaLnBrk="1" hangingPunct="1"/>
            <a:r>
              <a:rPr lang="en-US" altLang="en-US"/>
              <a:t>Message Digest Demands - 3</a:t>
            </a:r>
          </a:p>
        </p:txBody>
      </p:sp>
      <p:grpSp>
        <p:nvGrpSpPr>
          <p:cNvPr id="187396" name="Group 3">
            <a:extLst>
              <a:ext uri="{FF2B5EF4-FFF2-40B4-BE49-F238E27FC236}">
                <a16:creationId xmlns:a16="http://schemas.microsoft.com/office/drawing/2014/main" id="{5825E26F-6759-2C5F-33D6-0C5206090241}"/>
              </a:ext>
            </a:extLst>
          </p:cNvPr>
          <p:cNvGrpSpPr>
            <a:grpSpLocks/>
          </p:cNvGrpSpPr>
          <p:nvPr/>
        </p:nvGrpSpPr>
        <p:grpSpPr bwMode="auto">
          <a:xfrm>
            <a:off x="2362201" y="1752601"/>
            <a:ext cx="7732713" cy="4575175"/>
            <a:chOff x="2280" y="1575"/>
            <a:chExt cx="7785" cy="5790"/>
          </a:xfrm>
        </p:grpSpPr>
        <p:sp>
          <p:nvSpPr>
            <p:cNvPr id="187397" name="Rectangle 4">
              <a:extLst>
                <a:ext uri="{FF2B5EF4-FFF2-40B4-BE49-F238E27FC236}">
                  <a16:creationId xmlns:a16="http://schemas.microsoft.com/office/drawing/2014/main" id="{4C755BBD-8ED0-C963-BCF9-66BFD28313E7}"/>
                </a:ext>
              </a:extLst>
            </p:cNvPr>
            <p:cNvSpPr>
              <a:spLocks noChangeArrowheads="1"/>
            </p:cNvSpPr>
            <p:nvPr/>
          </p:nvSpPr>
          <p:spPr bwMode="auto">
            <a:xfrm>
              <a:off x="2280" y="1575"/>
              <a:ext cx="7785" cy="579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398" name="Text Box 5">
              <a:extLst>
                <a:ext uri="{FF2B5EF4-FFF2-40B4-BE49-F238E27FC236}">
                  <a16:creationId xmlns:a16="http://schemas.microsoft.com/office/drawing/2014/main" id="{FF953F2A-7AE4-F60D-37A1-D212F7A2CCA1}"/>
                </a:ext>
              </a:extLst>
            </p:cNvPr>
            <p:cNvSpPr txBox="1">
              <a:spLocks noChangeArrowheads="1"/>
            </p:cNvSpPr>
            <p:nvPr/>
          </p:nvSpPr>
          <p:spPr bwMode="auto">
            <a:xfrm>
              <a:off x="3615" y="2121"/>
              <a:ext cx="1515" cy="81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Original data block 1</a:t>
              </a:r>
            </a:p>
          </p:txBody>
        </p:sp>
        <p:grpSp>
          <p:nvGrpSpPr>
            <p:cNvPr id="187399" name="Group 6">
              <a:extLst>
                <a:ext uri="{FF2B5EF4-FFF2-40B4-BE49-F238E27FC236}">
                  <a16:creationId xmlns:a16="http://schemas.microsoft.com/office/drawing/2014/main" id="{ED378A7F-2296-33A4-5114-113C6DD07F5E}"/>
                </a:ext>
              </a:extLst>
            </p:cNvPr>
            <p:cNvGrpSpPr>
              <a:grpSpLocks/>
            </p:cNvGrpSpPr>
            <p:nvPr/>
          </p:nvGrpSpPr>
          <p:grpSpPr bwMode="auto">
            <a:xfrm>
              <a:off x="3735" y="3742"/>
              <a:ext cx="1155" cy="906"/>
              <a:chOff x="5760" y="3456"/>
              <a:chExt cx="1440" cy="2736"/>
            </a:xfrm>
          </p:grpSpPr>
          <p:sp>
            <p:nvSpPr>
              <p:cNvPr id="187418" name="Line 7">
                <a:extLst>
                  <a:ext uri="{FF2B5EF4-FFF2-40B4-BE49-F238E27FC236}">
                    <a16:creationId xmlns:a16="http://schemas.microsoft.com/office/drawing/2014/main" id="{D02811B4-44EE-C493-944A-FC8E0393E9AB}"/>
                  </a:ext>
                </a:extLst>
              </p:cNvPr>
              <p:cNvSpPr>
                <a:spLocks noChangeShapeType="1"/>
              </p:cNvSpPr>
              <p:nvPr/>
            </p:nvSpPr>
            <p:spPr bwMode="auto">
              <a:xfrm>
                <a:off x="5760"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7419" name="Line 8">
                <a:extLst>
                  <a:ext uri="{FF2B5EF4-FFF2-40B4-BE49-F238E27FC236}">
                    <a16:creationId xmlns:a16="http://schemas.microsoft.com/office/drawing/2014/main" id="{6D3E2238-6D02-1FF9-322B-1DA4B6452A86}"/>
                  </a:ext>
                </a:extLst>
              </p:cNvPr>
              <p:cNvSpPr>
                <a:spLocks noChangeShapeType="1"/>
              </p:cNvSpPr>
              <p:nvPr/>
            </p:nvSpPr>
            <p:spPr bwMode="auto">
              <a:xfrm flipH="1">
                <a:off x="6624"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7420" name="AutoShape 9">
                <a:extLst>
                  <a:ext uri="{FF2B5EF4-FFF2-40B4-BE49-F238E27FC236}">
                    <a16:creationId xmlns:a16="http://schemas.microsoft.com/office/drawing/2014/main" id="{859CB1D2-2384-E4BA-D110-8ACD023BED87}"/>
                  </a:ext>
                </a:extLst>
              </p:cNvPr>
              <p:cNvSpPr>
                <a:spLocks noChangeArrowheads="1"/>
              </p:cNvSpPr>
              <p:nvPr/>
            </p:nvSpPr>
            <p:spPr bwMode="auto">
              <a:xfrm>
                <a:off x="6336" y="4752"/>
                <a:ext cx="288" cy="144"/>
              </a:xfrm>
              <a:prstGeom prst="flowChartSummingJunction">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21" name="AutoShape 10">
                <a:extLst>
                  <a:ext uri="{FF2B5EF4-FFF2-40B4-BE49-F238E27FC236}">
                    <a16:creationId xmlns:a16="http://schemas.microsoft.com/office/drawing/2014/main" id="{F43FA941-E885-25DD-8F3A-3E7614A009D6}"/>
                  </a:ext>
                </a:extLst>
              </p:cNvPr>
              <p:cNvSpPr>
                <a:spLocks noChangeArrowheads="1"/>
              </p:cNvSpPr>
              <p:nvPr/>
            </p:nvSpPr>
            <p:spPr bwMode="auto">
              <a:xfrm>
                <a:off x="6336" y="4896"/>
                <a:ext cx="288" cy="1296"/>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22" name="Oval 11">
                <a:extLst>
                  <a:ext uri="{FF2B5EF4-FFF2-40B4-BE49-F238E27FC236}">
                    <a16:creationId xmlns:a16="http://schemas.microsoft.com/office/drawing/2014/main" id="{B99B6D4A-C3E6-BEA4-6E8F-1729D98B6797}"/>
                  </a:ext>
                </a:extLst>
              </p:cNvPr>
              <p:cNvSpPr>
                <a:spLocks noChangeArrowheads="1"/>
              </p:cNvSpPr>
              <p:nvPr/>
            </p:nvSpPr>
            <p:spPr bwMode="auto">
              <a:xfrm>
                <a:off x="5760" y="3456"/>
                <a:ext cx="1440" cy="288"/>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87400" name="AutoShape 12">
              <a:extLst>
                <a:ext uri="{FF2B5EF4-FFF2-40B4-BE49-F238E27FC236}">
                  <a16:creationId xmlns:a16="http://schemas.microsoft.com/office/drawing/2014/main" id="{E22C5C9A-D693-B690-9F9A-FEF7C2E8727A}"/>
                </a:ext>
              </a:extLst>
            </p:cNvPr>
            <p:cNvSpPr>
              <a:spLocks noChangeArrowheads="1"/>
            </p:cNvSpPr>
            <p:nvPr/>
          </p:nvSpPr>
          <p:spPr bwMode="auto">
            <a:xfrm>
              <a:off x="4065" y="3021"/>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01" name="AutoShape 13">
              <a:extLst>
                <a:ext uri="{FF2B5EF4-FFF2-40B4-BE49-F238E27FC236}">
                  <a16:creationId xmlns:a16="http://schemas.microsoft.com/office/drawing/2014/main" id="{782FA9BD-2A07-BDA2-A5AF-2979318AB123}"/>
                </a:ext>
              </a:extLst>
            </p:cNvPr>
            <p:cNvSpPr>
              <a:spLocks noChangeArrowheads="1"/>
            </p:cNvSpPr>
            <p:nvPr/>
          </p:nvSpPr>
          <p:spPr bwMode="auto">
            <a:xfrm>
              <a:off x="4110" y="4776"/>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02" name="Text Box 14">
              <a:extLst>
                <a:ext uri="{FF2B5EF4-FFF2-40B4-BE49-F238E27FC236}">
                  <a16:creationId xmlns:a16="http://schemas.microsoft.com/office/drawing/2014/main" id="{6D93E213-081D-D27B-30A4-DA1B2D991E26}"/>
                </a:ext>
              </a:extLst>
            </p:cNvPr>
            <p:cNvSpPr txBox="1">
              <a:spLocks noChangeArrowheads="1"/>
            </p:cNvSpPr>
            <p:nvPr/>
          </p:nvSpPr>
          <p:spPr bwMode="auto">
            <a:xfrm>
              <a:off x="2520" y="3666"/>
              <a:ext cx="1170" cy="9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 algorithm</a:t>
              </a:r>
            </a:p>
          </p:txBody>
        </p:sp>
        <p:sp>
          <p:nvSpPr>
            <p:cNvPr id="187403" name="Text Box 15">
              <a:extLst>
                <a:ext uri="{FF2B5EF4-FFF2-40B4-BE49-F238E27FC236}">
                  <a16:creationId xmlns:a16="http://schemas.microsoft.com/office/drawing/2014/main" id="{7CE76D63-526D-5C3A-4850-B09FFEA35D93}"/>
                </a:ext>
              </a:extLst>
            </p:cNvPr>
            <p:cNvSpPr txBox="1">
              <a:spLocks noChangeArrowheads="1"/>
            </p:cNvSpPr>
            <p:nvPr/>
          </p:nvSpPr>
          <p:spPr bwMode="auto">
            <a:xfrm>
              <a:off x="3885" y="5511"/>
              <a:ext cx="1035" cy="61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 1</a:t>
              </a:r>
            </a:p>
          </p:txBody>
        </p:sp>
        <p:sp>
          <p:nvSpPr>
            <p:cNvPr id="187404" name="Text Box 16">
              <a:extLst>
                <a:ext uri="{FF2B5EF4-FFF2-40B4-BE49-F238E27FC236}">
                  <a16:creationId xmlns:a16="http://schemas.microsoft.com/office/drawing/2014/main" id="{0EAF473D-3AA4-B65E-54C6-99AFEEBD923D}"/>
                </a:ext>
              </a:extLst>
            </p:cNvPr>
            <p:cNvSpPr txBox="1">
              <a:spLocks noChangeArrowheads="1"/>
            </p:cNvSpPr>
            <p:nvPr/>
          </p:nvSpPr>
          <p:spPr bwMode="auto">
            <a:xfrm>
              <a:off x="6900" y="2106"/>
              <a:ext cx="1515" cy="81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Original data block 2</a:t>
              </a:r>
            </a:p>
          </p:txBody>
        </p:sp>
        <p:grpSp>
          <p:nvGrpSpPr>
            <p:cNvPr id="187405" name="Group 17">
              <a:extLst>
                <a:ext uri="{FF2B5EF4-FFF2-40B4-BE49-F238E27FC236}">
                  <a16:creationId xmlns:a16="http://schemas.microsoft.com/office/drawing/2014/main" id="{52CF68B2-9674-6473-B0EB-69FC89942CE2}"/>
                </a:ext>
              </a:extLst>
            </p:cNvPr>
            <p:cNvGrpSpPr>
              <a:grpSpLocks/>
            </p:cNvGrpSpPr>
            <p:nvPr/>
          </p:nvGrpSpPr>
          <p:grpSpPr bwMode="auto">
            <a:xfrm>
              <a:off x="7020" y="3727"/>
              <a:ext cx="1155" cy="906"/>
              <a:chOff x="5760" y="3456"/>
              <a:chExt cx="1440" cy="2736"/>
            </a:xfrm>
          </p:grpSpPr>
          <p:sp>
            <p:nvSpPr>
              <p:cNvPr id="187413" name="Line 18">
                <a:extLst>
                  <a:ext uri="{FF2B5EF4-FFF2-40B4-BE49-F238E27FC236}">
                    <a16:creationId xmlns:a16="http://schemas.microsoft.com/office/drawing/2014/main" id="{650B656D-2436-07B5-6331-7E9C6AE31EBD}"/>
                  </a:ext>
                </a:extLst>
              </p:cNvPr>
              <p:cNvSpPr>
                <a:spLocks noChangeShapeType="1"/>
              </p:cNvSpPr>
              <p:nvPr/>
            </p:nvSpPr>
            <p:spPr bwMode="auto">
              <a:xfrm>
                <a:off x="5760"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7414" name="Line 19">
                <a:extLst>
                  <a:ext uri="{FF2B5EF4-FFF2-40B4-BE49-F238E27FC236}">
                    <a16:creationId xmlns:a16="http://schemas.microsoft.com/office/drawing/2014/main" id="{9A37A57C-12EE-0AB2-0A9F-23795C110C1E}"/>
                  </a:ext>
                </a:extLst>
              </p:cNvPr>
              <p:cNvSpPr>
                <a:spLocks noChangeShapeType="1"/>
              </p:cNvSpPr>
              <p:nvPr/>
            </p:nvSpPr>
            <p:spPr bwMode="auto">
              <a:xfrm flipH="1">
                <a:off x="6624" y="3600"/>
                <a:ext cx="576" cy="12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7415" name="AutoShape 20">
                <a:extLst>
                  <a:ext uri="{FF2B5EF4-FFF2-40B4-BE49-F238E27FC236}">
                    <a16:creationId xmlns:a16="http://schemas.microsoft.com/office/drawing/2014/main" id="{A6915E2A-9D31-7F90-7FB9-AFDCBB2D401C}"/>
                  </a:ext>
                </a:extLst>
              </p:cNvPr>
              <p:cNvSpPr>
                <a:spLocks noChangeArrowheads="1"/>
              </p:cNvSpPr>
              <p:nvPr/>
            </p:nvSpPr>
            <p:spPr bwMode="auto">
              <a:xfrm>
                <a:off x="6336" y="4752"/>
                <a:ext cx="288" cy="144"/>
              </a:xfrm>
              <a:prstGeom prst="flowChartSummingJunction">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16" name="AutoShape 21">
                <a:extLst>
                  <a:ext uri="{FF2B5EF4-FFF2-40B4-BE49-F238E27FC236}">
                    <a16:creationId xmlns:a16="http://schemas.microsoft.com/office/drawing/2014/main" id="{D753A0C4-CDA1-BD05-BC6E-5B245F0A58F6}"/>
                  </a:ext>
                </a:extLst>
              </p:cNvPr>
              <p:cNvSpPr>
                <a:spLocks noChangeArrowheads="1"/>
              </p:cNvSpPr>
              <p:nvPr/>
            </p:nvSpPr>
            <p:spPr bwMode="auto">
              <a:xfrm>
                <a:off x="6336" y="4896"/>
                <a:ext cx="288" cy="1296"/>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17" name="Oval 22">
                <a:extLst>
                  <a:ext uri="{FF2B5EF4-FFF2-40B4-BE49-F238E27FC236}">
                    <a16:creationId xmlns:a16="http://schemas.microsoft.com/office/drawing/2014/main" id="{7B53D8D7-3DBC-B50C-EA1D-3194109F655F}"/>
                  </a:ext>
                </a:extLst>
              </p:cNvPr>
              <p:cNvSpPr>
                <a:spLocks noChangeArrowheads="1"/>
              </p:cNvSpPr>
              <p:nvPr/>
            </p:nvSpPr>
            <p:spPr bwMode="auto">
              <a:xfrm>
                <a:off x="5760" y="3456"/>
                <a:ext cx="1440" cy="288"/>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
          <p:nvSpPr>
            <p:cNvPr id="187406" name="AutoShape 23">
              <a:extLst>
                <a:ext uri="{FF2B5EF4-FFF2-40B4-BE49-F238E27FC236}">
                  <a16:creationId xmlns:a16="http://schemas.microsoft.com/office/drawing/2014/main" id="{1CF891CD-423E-A42F-C99B-3B343922FA0C}"/>
                </a:ext>
              </a:extLst>
            </p:cNvPr>
            <p:cNvSpPr>
              <a:spLocks noChangeArrowheads="1"/>
            </p:cNvSpPr>
            <p:nvPr/>
          </p:nvSpPr>
          <p:spPr bwMode="auto">
            <a:xfrm>
              <a:off x="7350" y="3006"/>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07" name="AutoShape 24">
              <a:extLst>
                <a:ext uri="{FF2B5EF4-FFF2-40B4-BE49-F238E27FC236}">
                  <a16:creationId xmlns:a16="http://schemas.microsoft.com/office/drawing/2014/main" id="{A30C8C4E-9135-3338-5417-2808A3E53AEC}"/>
                </a:ext>
              </a:extLst>
            </p:cNvPr>
            <p:cNvSpPr>
              <a:spLocks noChangeArrowheads="1"/>
            </p:cNvSpPr>
            <p:nvPr/>
          </p:nvSpPr>
          <p:spPr bwMode="auto">
            <a:xfrm>
              <a:off x="7395" y="4761"/>
              <a:ext cx="450" cy="630"/>
            </a:xfrm>
            <a:prstGeom prst="downArrow">
              <a:avLst>
                <a:gd name="adj1" fmla="val 50000"/>
                <a:gd name="adj2" fmla="val 35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7408" name="Text Box 25">
              <a:extLst>
                <a:ext uri="{FF2B5EF4-FFF2-40B4-BE49-F238E27FC236}">
                  <a16:creationId xmlns:a16="http://schemas.microsoft.com/office/drawing/2014/main" id="{56EF2DE9-F8D7-3418-B733-24F5FC7AE589}"/>
                </a:ext>
              </a:extLst>
            </p:cNvPr>
            <p:cNvSpPr txBox="1">
              <a:spLocks noChangeArrowheads="1"/>
            </p:cNvSpPr>
            <p:nvPr/>
          </p:nvSpPr>
          <p:spPr bwMode="auto">
            <a:xfrm>
              <a:off x="8265" y="3621"/>
              <a:ext cx="1170" cy="9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 algorithm</a:t>
              </a:r>
            </a:p>
          </p:txBody>
        </p:sp>
        <p:sp>
          <p:nvSpPr>
            <p:cNvPr id="187409" name="Text Box 26">
              <a:extLst>
                <a:ext uri="{FF2B5EF4-FFF2-40B4-BE49-F238E27FC236}">
                  <a16:creationId xmlns:a16="http://schemas.microsoft.com/office/drawing/2014/main" id="{B357DA67-5233-66D3-87C0-1534E0134398}"/>
                </a:ext>
              </a:extLst>
            </p:cNvPr>
            <p:cNvSpPr txBox="1">
              <a:spLocks noChangeArrowheads="1"/>
            </p:cNvSpPr>
            <p:nvPr/>
          </p:nvSpPr>
          <p:spPr bwMode="auto">
            <a:xfrm>
              <a:off x="7170" y="5496"/>
              <a:ext cx="1035" cy="61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Message digest 2</a:t>
              </a:r>
            </a:p>
          </p:txBody>
        </p:sp>
        <p:sp>
          <p:nvSpPr>
            <p:cNvPr id="187410" name="Text Box 27">
              <a:extLst>
                <a:ext uri="{FF2B5EF4-FFF2-40B4-BE49-F238E27FC236}">
                  <a16:creationId xmlns:a16="http://schemas.microsoft.com/office/drawing/2014/main" id="{15C049DD-0A50-9A55-9A22-8233247CACB7}"/>
                </a:ext>
              </a:extLst>
            </p:cNvPr>
            <p:cNvSpPr txBox="1">
              <a:spLocks noChangeArrowheads="1"/>
            </p:cNvSpPr>
            <p:nvPr/>
          </p:nvSpPr>
          <p:spPr bwMode="auto">
            <a:xfrm>
              <a:off x="4905" y="6480"/>
              <a:ext cx="2445" cy="6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These two message digests must be different</a:t>
              </a:r>
            </a:p>
          </p:txBody>
        </p:sp>
        <p:sp>
          <p:nvSpPr>
            <p:cNvPr id="187411" name="Line 28">
              <a:extLst>
                <a:ext uri="{FF2B5EF4-FFF2-40B4-BE49-F238E27FC236}">
                  <a16:creationId xmlns:a16="http://schemas.microsoft.com/office/drawing/2014/main" id="{97090B7A-793C-DBA7-512E-B05CD109C5A7}"/>
                </a:ext>
              </a:extLst>
            </p:cNvPr>
            <p:cNvSpPr>
              <a:spLocks noChangeShapeType="1"/>
            </p:cNvSpPr>
            <p:nvPr/>
          </p:nvSpPr>
          <p:spPr bwMode="auto">
            <a:xfrm>
              <a:off x="4530" y="6210"/>
              <a:ext cx="465" cy="4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7412" name="Line 29">
              <a:extLst>
                <a:ext uri="{FF2B5EF4-FFF2-40B4-BE49-F238E27FC236}">
                  <a16:creationId xmlns:a16="http://schemas.microsoft.com/office/drawing/2014/main" id="{629E9E6A-A71F-30DC-AC24-400E16443F26}"/>
                </a:ext>
              </a:extLst>
            </p:cNvPr>
            <p:cNvSpPr>
              <a:spLocks noChangeShapeType="1"/>
            </p:cNvSpPr>
            <p:nvPr/>
          </p:nvSpPr>
          <p:spPr bwMode="auto">
            <a:xfrm flipH="1">
              <a:off x="7125" y="6195"/>
              <a:ext cx="450"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Number Placeholder 4">
            <a:extLst>
              <a:ext uri="{FF2B5EF4-FFF2-40B4-BE49-F238E27FC236}">
                <a16:creationId xmlns:a16="http://schemas.microsoft.com/office/drawing/2014/main" id="{BE9B3D07-0F7E-28E1-BC19-FE992E27DD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934F8C5-DA13-47B7-9EAF-7FC9B5F9C09E}" type="slidenum">
              <a:rPr lang="en-US" altLang="en-US" sz="1400"/>
              <a:pPr>
                <a:spcBef>
                  <a:spcPct val="0"/>
                </a:spcBef>
                <a:buClrTx/>
                <a:buSzTx/>
                <a:buFontTx/>
                <a:buNone/>
              </a:pPr>
              <a:t>148</a:t>
            </a:fld>
            <a:endParaRPr lang="en-US" altLang="en-US" sz="1400"/>
          </a:p>
        </p:txBody>
      </p:sp>
      <p:sp>
        <p:nvSpPr>
          <p:cNvPr id="189443" name="Rectangle 2">
            <a:extLst>
              <a:ext uri="{FF2B5EF4-FFF2-40B4-BE49-F238E27FC236}">
                <a16:creationId xmlns:a16="http://schemas.microsoft.com/office/drawing/2014/main" id="{31ED5682-ED93-AE5F-2204-E5330782BCEB}"/>
              </a:ext>
            </a:extLst>
          </p:cNvPr>
          <p:cNvSpPr>
            <a:spLocks noGrp="1" noChangeArrowheads="1"/>
          </p:cNvSpPr>
          <p:nvPr>
            <p:ph type="title"/>
          </p:nvPr>
        </p:nvSpPr>
        <p:spPr/>
        <p:txBody>
          <a:bodyPr/>
          <a:lstStyle/>
          <a:p>
            <a:pPr eaLnBrk="1" hangingPunct="1"/>
            <a:r>
              <a:rPr lang="en-US" altLang="en-US"/>
              <a:t>Message Digest Example</a:t>
            </a:r>
          </a:p>
        </p:txBody>
      </p:sp>
      <p:grpSp>
        <p:nvGrpSpPr>
          <p:cNvPr id="189444" name="Group 3">
            <a:extLst>
              <a:ext uri="{FF2B5EF4-FFF2-40B4-BE49-F238E27FC236}">
                <a16:creationId xmlns:a16="http://schemas.microsoft.com/office/drawing/2014/main" id="{87A5ABCF-2419-FF3C-BCB8-572FA88B1753}"/>
              </a:ext>
            </a:extLst>
          </p:cNvPr>
          <p:cNvGrpSpPr>
            <a:grpSpLocks/>
          </p:cNvGrpSpPr>
          <p:nvPr/>
        </p:nvGrpSpPr>
        <p:grpSpPr bwMode="auto">
          <a:xfrm>
            <a:off x="2108200" y="1876425"/>
            <a:ext cx="8212138" cy="4191000"/>
            <a:chOff x="1860" y="1517"/>
            <a:chExt cx="8508" cy="3906"/>
          </a:xfrm>
        </p:grpSpPr>
        <p:sp>
          <p:nvSpPr>
            <p:cNvPr id="189445" name="Rectangle 4">
              <a:extLst>
                <a:ext uri="{FF2B5EF4-FFF2-40B4-BE49-F238E27FC236}">
                  <a16:creationId xmlns:a16="http://schemas.microsoft.com/office/drawing/2014/main" id="{6FEFD7AD-5BA9-6793-9125-854767EBCAEF}"/>
                </a:ext>
              </a:extLst>
            </p:cNvPr>
            <p:cNvSpPr>
              <a:spLocks noChangeArrowheads="1"/>
            </p:cNvSpPr>
            <p:nvPr/>
          </p:nvSpPr>
          <p:spPr bwMode="auto">
            <a:xfrm>
              <a:off x="1860" y="1517"/>
              <a:ext cx="8508" cy="390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89446" name="Text Box 5">
              <a:extLst>
                <a:ext uri="{FF2B5EF4-FFF2-40B4-BE49-F238E27FC236}">
                  <a16:creationId xmlns:a16="http://schemas.microsoft.com/office/drawing/2014/main" id="{E22F25C9-AEEE-3211-15DC-940ABE86C3AF}"/>
                </a:ext>
              </a:extLst>
            </p:cNvPr>
            <p:cNvSpPr txBox="1">
              <a:spLocks noChangeArrowheads="1"/>
            </p:cNvSpPr>
            <p:nvPr/>
          </p:nvSpPr>
          <p:spPr bwMode="auto">
            <a:xfrm>
              <a:off x="3984" y="1891"/>
              <a:ext cx="3696" cy="43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Please pay the newspaper bill today</a:t>
              </a:r>
            </a:p>
          </p:txBody>
        </p:sp>
        <p:sp>
          <p:nvSpPr>
            <p:cNvPr id="189447" name="Text Box 6">
              <a:extLst>
                <a:ext uri="{FF2B5EF4-FFF2-40B4-BE49-F238E27FC236}">
                  <a16:creationId xmlns:a16="http://schemas.microsoft.com/office/drawing/2014/main" id="{5B461E9D-15A0-7E58-75E6-5F81B807AD42}"/>
                </a:ext>
              </a:extLst>
            </p:cNvPr>
            <p:cNvSpPr txBox="1">
              <a:spLocks noChangeArrowheads="1"/>
            </p:cNvSpPr>
            <p:nvPr/>
          </p:nvSpPr>
          <p:spPr bwMode="auto">
            <a:xfrm>
              <a:off x="3996" y="3729"/>
              <a:ext cx="3720" cy="43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Please pay the newspaper bill tomorrow</a:t>
              </a:r>
            </a:p>
          </p:txBody>
        </p:sp>
        <p:sp>
          <p:nvSpPr>
            <p:cNvPr id="189448" name="Text Box 7">
              <a:extLst>
                <a:ext uri="{FF2B5EF4-FFF2-40B4-BE49-F238E27FC236}">
                  <a16:creationId xmlns:a16="http://schemas.microsoft.com/office/drawing/2014/main" id="{53766E48-0848-96DB-D78A-D82B4CFD25E6}"/>
                </a:ext>
              </a:extLst>
            </p:cNvPr>
            <p:cNvSpPr txBox="1">
              <a:spLocks noChangeArrowheads="1"/>
            </p:cNvSpPr>
            <p:nvPr/>
          </p:nvSpPr>
          <p:spPr bwMode="auto">
            <a:xfrm>
              <a:off x="3984" y="2467"/>
              <a:ext cx="5976" cy="86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306706092A864886F70D010705A05A3058020100300906052B0E03021A0500303206092A864886F70D010701A0250423506C656173652070617920746865206E65777370617065722062696C6C20746F646179041479630AC8041BAA1C40747F2FC29D881AEF92299B</a:t>
              </a:r>
            </a:p>
          </p:txBody>
        </p:sp>
        <p:sp>
          <p:nvSpPr>
            <p:cNvPr id="189449" name="Text Box 8">
              <a:extLst>
                <a:ext uri="{FF2B5EF4-FFF2-40B4-BE49-F238E27FC236}">
                  <a16:creationId xmlns:a16="http://schemas.microsoft.com/office/drawing/2014/main" id="{CA59799C-7B82-0EA8-5B71-20CB03EA5DAF}"/>
                </a:ext>
              </a:extLst>
            </p:cNvPr>
            <p:cNvSpPr txBox="1">
              <a:spLocks noChangeArrowheads="1"/>
            </p:cNvSpPr>
            <p:nvPr/>
          </p:nvSpPr>
          <p:spPr bwMode="auto">
            <a:xfrm>
              <a:off x="1896" y="1891"/>
              <a:ext cx="205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Message</a:t>
              </a:r>
            </a:p>
          </p:txBody>
        </p:sp>
        <p:sp>
          <p:nvSpPr>
            <p:cNvPr id="189450" name="Text Box 9">
              <a:extLst>
                <a:ext uri="{FF2B5EF4-FFF2-40B4-BE49-F238E27FC236}">
                  <a16:creationId xmlns:a16="http://schemas.microsoft.com/office/drawing/2014/main" id="{72736B00-741A-D901-19B0-DB9A54B06EBC}"/>
                </a:ext>
              </a:extLst>
            </p:cNvPr>
            <p:cNvSpPr txBox="1">
              <a:spLocks noChangeArrowheads="1"/>
            </p:cNvSpPr>
            <p:nvPr/>
          </p:nvSpPr>
          <p:spPr bwMode="auto">
            <a:xfrm>
              <a:off x="1920" y="2491"/>
              <a:ext cx="205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Message digest</a:t>
              </a:r>
            </a:p>
          </p:txBody>
        </p:sp>
        <p:sp>
          <p:nvSpPr>
            <p:cNvPr id="189451" name="Text Box 10">
              <a:extLst>
                <a:ext uri="{FF2B5EF4-FFF2-40B4-BE49-F238E27FC236}">
                  <a16:creationId xmlns:a16="http://schemas.microsoft.com/office/drawing/2014/main" id="{240BEFAD-F013-3DF8-7DF1-5AB7BFA13A6D}"/>
                </a:ext>
              </a:extLst>
            </p:cNvPr>
            <p:cNvSpPr txBox="1">
              <a:spLocks noChangeArrowheads="1"/>
            </p:cNvSpPr>
            <p:nvPr/>
          </p:nvSpPr>
          <p:spPr bwMode="auto">
            <a:xfrm>
              <a:off x="1908" y="3733"/>
              <a:ext cx="205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Message</a:t>
              </a:r>
            </a:p>
          </p:txBody>
        </p:sp>
        <p:sp>
          <p:nvSpPr>
            <p:cNvPr id="189452" name="Text Box 11">
              <a:extLst>
                <a:ext uri="{FF2B5EF4-FFF2-40B4-BE49-F238E27FC236}">
                  <a16:creationId xmlns:a16="http://schemas.microsoft.com/office/drawing/2014/main" id="{1E1EA9D6-38E3-131B-26BC-342456E0C097}"/>
                </a:ext>
              </a:extLst>
            </p:cNvPr>
            <p:cNvSpPr txBox="1">
              <a:spLocks noChangeArrowheads="1"/>
            </p:cNvSpPr>
            <p:nvPr/>
          </p:nvSpPr>
          <p:spPr bwMode="auto">
            <a:xfrm>
              <a:off x="1932" y="4333"/>
              <a:ext cx="2052"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Message digest</a:t>
              </a:r>
            </a:p>
          </p:txBody>
        </p:sp>
        <p:sp>
          <p:nvSpPr>
            <p:cNvPr id="189453" name="Text Box 12">
              <a:extLst>
                <a:ext uri="{FF2B5EF4-FFF2-40B4-BE49-F238E27FC236}">
                  <a16:creationId xmlns:a16="http://schemas.microsoft.com/office/drawing/2014/main" id="{3C710EBD-4DC6-F67E-BDF9-307F8A257CFC}"/>
                </a:ext>
              </a:extLst>
            </p:cNvPr>
            <p:cNvSpPr txBox="1">
              <a:spLocks noChangeArrowheads="1"/>
            </p:cNvSpPr>
            <p:nvPr/>
          </p:nvSpPr>
          <p:spPr bwMode="auto">
            <a:xfrm>
              <a:off x="4008" y="4393"/>
              <a:ext cx="5871" cy="82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306A06092A864886F70D010705A05D305B020100300906052B0E03021A0500303506092A864886F70D010701A0280426506C656173652070617920746865206E65777370617065722062696C6C20746F6D6F72726F7704146EEC2E0DB9570A5AF6CEB631CE057AE830A87C5B</a:t>
              </a:r>
            </a:p>
          </p:txBody>
        </p:sp>
      </p:grpSp>
    </p:spTree>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16">
            <a:extLst>
              <a:ext uri="{FF2B5EF4-FFF2-40B4-BE49-F238E27FC236}">
                <a16:creationId xmlns:a16="http://schemas.microsoft.com/office/drawing/2014/main" id="{0D1FEEB0-63D3-61C7-AC6D-08863E3CBD2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D4544F6-C2F7-4AA0-8A60-CEF4B8EF275E}" type="slidenum">
              <a:rPr lang="en-US" altLang="en-US" sz="1400">
                <a:solidFill>
                  <a:schemeClr val="bg2"/>
                </a:solidFill>
              </a:rPr>
              <a:pPr>
                <a:spcBef>
                  <a:spcPct val="0"/>
                </a:spcBef>
                <a:buClrTx/>
                <a:buSzTx/>
                <a:buFontTx/>
                <a:buNone/>
              </a:pPr>
              <a:t>149</a:t>
            </a:fld>
            <a:endParaRPr lang="en-US" altLang="en-US" sz="1400">
              <a:solidFill>
                <a:schemeClr val="bg2"/>
              </a:solidFill>
            </a:endParaRPr>
          </a:p>
        </p:txBody>
      </p:sp>
      <p:sp>
        <p:nvSpPr>
          <p:cNvPr id="191491" name="Rectangle 4">
            <a:extLst>
              <a:ext uri="{FF2B5EF4-FFF2-40B4-BE49-F238E27FC236}">
                <a16:creationId xmlns:a16="http://schemas.microsoft.com/office/drawing/2014/main" id="{9ED7CA33-0F95-E90B-BF21-95E92E48AC8D}"/>
              </a:ext>
            </a:extLst>
          </p:cNvPr>
          <p:cNvSpPr>
            <a:spLocks noGrp="1" noChangeArrowheads="1"/>
          </p:cNvSpPr>
          <p:nvPr>
            <p:ph type="ctrTitle"/>
          </p:nvPr>
        </p:nvSpPr>
        <p:spPr/>
        <p:txBody>
          <a:bodyPr/>
          <a:lstStyle/>
          <a:p>
            <a:pPr eaLnBrk="1" hangingPunct="1"/>
            <a:r>
              <a:rPr lang="en-US" altLang="en-US"/>
              <a:t>MD5</a:t>
            </a:r>
          </a:p>
        </p:txBody>
      </p:sp>
      <p:sp>
        <p:nvSpPr>
          <p:cNvPr id="191492" name="Rectangle 5">
            <a:extLst>
              <a:ext uri="{FF2B5EF4-FFF2-40B4-BE49-F238E27FC236}">
                <a16:creationId xmlns:a16="http://schemas.microsoft.com/office/drawing/2014/main" id="{1CA46F06-2539-B90D-4EA5-CA44B8F0A379}"/>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Number Placeholder 5">
            <a:extLst>
              <a:ext uri="{FF2B5EF4-FFF2-40B4-BE49-F238E27FC236}">
                <a16:creationId xmlns:a16="http://schemas.microsoft.com/office/drawing/2014/main" id="{9870E4F3-8D2D-9185-B257-2EF7DCCA43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19542BC-3F1E-4E94-8203-6C4769BC08FB}" type="slidenum">
              <a:rPr lang="en-US" altLang="en-US" sz="1400"/>
              <a:pPr>
                <a:spcBef>
                  <a:spcPct val="0"/>
                </a:spcBef>
                <a:buClrTx/>
                <a:buSzTx/>
                <a:buFontTx/>
                <a:buNone/>
              </a:pPr>
              <a:t>150</a:t>
            </a:fld>
            <a:endParaRPr lang="en-US" altLang="en-US" sz="1400"/>
          </a:p>
        </p:txBody>
      </p:sp>
      <p:sp>
        <p:nvSpPr>
          <p:cNvPr id="193539" name="Rectangle 2">
            <a:extLst>
              <a:ext uri="{FF2B5EF4-FFF2-40B4-BE49-F238E27FC236}">
                <a16:creationId xmlns:a16="http://schemas.microsoft.com/office/drawing/2014/main" id="{CEE9418B-8170-232C-AD90-CFD6C66B1EAE}"/>
              </a:ext>
            </a:extLst>
          </p:cNvPr>
          <p:cNvSpPr>
            <a:spLocks noGrp="1" noChangeArrowheads="1"/>
          </p:cNvSpPr>
          <p:nvPr>
            <p:ph type="title"/>
          </p:nvPr>
        </p:nvSpPr>
        <p:spPr/>
        <p:txBody>
          <a:bodyPr/>
          <a:lstStyle/>
          <a:p>
            <a:pPr eaLnBrk="1" hangingPunct="1"/>
            <a:r>
              <a:rPr lang="en-US" altLang="en-US"/>
              <a:t>Padding Step</a:t>
            </a:r>
          </a:p>
        </p:txBody>
      </p:sp>
      <p:sp>
        <p:nvSpPr>
          <p:cNvPr id="193540" name="Rectangle 3">
            <a:extLst>
              <a:ext uri="{FF2B5EF4-FFF2-40B4-BE49-F238E27FC236}">
                <a16:creationId xmlns:a16="http://schemas.microsoft.com/office/drawing/2014/main" id="{5307B7F7-F43A-4D7F-51E2-E3FEFE60D152}"/>
              </a:ext>
            </a:extLst>
          </p:cNvPr>
          <p:cNvSpPr>
            <a:spLocks noGrp="1" noChangeArrowheads="1"/>
          </p:cNvSpPr>
          <p:nvPr>
            <p:ph type="body" idx="1"/>
          </p:nvPr>
        </p:nvSpPr>
        <p:spPr/>
        <p:txBody>
          <a:bodyPr/>
          <a:lstStyle/>
          <a:p>
            <a:pPr eaLnBrk="1" hangingPunct="1"/>
            <a:endParaRPr lang="en-GB" altLang="en-US"/>
          </a:p>
        </p:txBody>
      </p:sp>
      <p:grpSp>
        <p:nvGrpSpPr>
          <p:cNvPr id="193541" name="Group 4">
            <a:extLst>
              <a:ext uri="{FF2B5EF4-FFF2-40B4-BE49-F238E27FC236}">
                <a16:creationId xmlns:a16="http://schemas.microsoft.com/office/drawing/2014/main" id="{CABBE412-3B2A-0760-3C87-072331AB38EB}"/>
              </a:ext>
            </a:extLst>
          </p:cNvPr>
          <p:cNvGrpSpPr>
            <a:grpSpLocks/>
          </p:cNvGrpSpPr>
          <p:nvPr/>
        </p:nvGrpSpPr>
        <p:grpSpPr bwMode="auto">
          <a:xfrm>
            <a:off x="2743200" y="2057400"/>
            <a:ext cx="7162800" cy="4038600"/>
            <a:chOff x="2055" y="1710"/>
            <a:chExt cx="8310" cy="4965"/>
          </a:xfrm>
        </p:grpSpPr>
        <p:sp>
          <p:nvSpPr>
            <p:cNvPr id="193542" name="Rectangle 5">
              <a:extLst>
                <a:ext uri="{FF2B5EF4-FFF2-40B4-BE49-F238E27FC236}">
                  <a16:creationId xmlns:a16="http://schemas.microsoft.com/office/drawing/2014/main" id="{9A03F679-889F-89F7-89C7-8D372081F41A}"/>
                </a:ext>
              </a:extLst>
            </p:cNvPr>
            <p:cNvSpPr>
              <a:spLocks noChangeArrowheads="1"/>
            </p:cNvSpPr>
            <p:nvPr/>
          </p:nvSpPr>
          <p:spPr bwMode="auto">
            <a:xfrm>
              <a:off x="2055" y="1710"/>
              <a:ext cx="8310" cy="496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2400"/>
            </a:p>
          </p:txBody>
        </p:sp>
        <p:sp>
          <p:nvSpPr>
            <p:cNvPr id="193543" name="Text Box 6">
              <a:extLst>
                <a:ext uri="{FF2B5EF4-FFF2-40B4-BE49-F238E27FC236}">
                  <a16:creationId xmlns:a16="http://schemas.microsoft.com/office/drawing/2014/main" id="{0E145933-8591-AAC9-8EDE-90FE1E05B60B}"/>
                </a:ext>
              </a:extLst>
            </p:cNvPr>
            <p:cNvSpPr txBox="1">
              <a:spLocks noChangeArrowheads="1"/>
            </p:cNvSpPr>
            <p:nvPr/>
          </p:nvSpPr>
          <p:spPr bwMode="auto">
            <a:xfrm>
              <a:off x="2595" y="2394"/>
              <a:ext cx="3810" cy="43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Original Message</a:t>
              </a:r>
              <a:endParaRPr lang="en-US" altLang="en-US" sz="2400">
                <a:latin typeface="Times New Roman" panose="02020603050405020304" pitchFamily="18" charset="0"/>
              </a:endParaRPr>
            </a:p>
          </p:txBody>
        </p:sp>
        <p:sp>
          <p:nvSpPr>
            <p:cNvPr id="193544" name="Text Box 7">
              <a:extLst>
                <a:ext uri="{FF2B5EF4-FFF2-40B4-BE49-F238E27FC236}">
                  <a16:creationId xmlns:a16="http://schemas.microsoft.com/office/drawing/2014/main" id="{A4AD7552-2DA6-0A76-EFCE-38FC6A87D649}"/>
                </a:ext>
              </a:extLst>
            </p:cNvPr>
            <p:cNvSpPr txBox="1">
              <a:spLocks noChangeArrowheads="1"/>
            </p:cNvSpPr>
            <p:nvPr/>
          </p:nvSpPr>
          <p:spPr bwMode="auto">
            <a:xfrm>
              <a:off x="7410" y="2394"/>
              <a:ext cx="204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Padding (1-512 bits)</a:t>
              </a:r>
              <a:endParaRPr lang="en-US" altLang="en-US" sz="2400">
                <a:latin typeface="Times New Roman" panose="02020603050405020304" pitchFamily="18" charset="0"/>
              </a:endParaRPr>
            </a:p>
          </p:txBody>
        </p:sp>
        <p:sp>
          <p:nvSpPr>
            <p:cNvPr id="193545" name="Text Box 8">
              <a:extLst>
                <a:ext uri="{FF2B5EF4-FFF2-40B4-BE49-F238E27FC236}">
                  <a16:creationId xmlns:a16="http://schemas.microsoft.com/office/drawing/2014/main" id="{44636D97-3041-B440-80AD-3610CA506D9F}"/>
                </a:ext>
              </a:extLst>
            </p:cNvPr>
            <p:cNvSpPr txBox="1">
              <a:spLocks noChangeArrowheads="1"/>
            </p:cNvSpPr>
            <p:nvPr/>
          </p:nvSpPr>
          <p:spPr bwMode="auto">
            <a:xfrm>
              <a:off x="3120" y="4614"/>
              <a:ext cx="5895" cy="18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i="1" dirty="0">
                  <a:latin typeface="Times New Roman" panose="02020603050405020304" pitchFamily="18" charset="0"/>
                </a:rPr>
                <a:t>The total length of this (i.e. Original Message + Padding) should be 64 bits less than a multiple of 512.</a:t>
              </a:r>
            </a:p>
            <a:p>
              <a:pPr algn="ctr" eaLnBrk="1" hangingPunct="1">
                <a:spcBef>
                  <a:spcPct val="0"/>
                </a:spcBef>
                <a:buClrTx/>
                <a:buSzTx/>
                <a:buFontTx/>
                <a:buNone/>
              </a:pPr>
              <a:endParaRPr lang="en-US" altLang="en-US" sz="1200" b="1" i="1" dirty="0">
                <a:latin typeface="Times New Roman" panose="02020603050405020304" pitchFamily="18" charset="0"/>
              </a:endParaRPr>
            </a:p>
            <a:p>
              <a:pPr algn="ctr" eaLnBrk="1" hangingPunct="1">
                <a:spcBef>
                  <a:spcPct val="0"/>
                </a:spcBef>
                <a:buClrTx/>
                <a:buSzTx/>
                <a:buFontTx/>
                <a:buNone/>
              </a:pPr>
              <a:r>
                <a:rPr lang="en-US" altLang="en-US" sz="1200" b="1" i="1" dirty="0">
                  <a:latin typeface="Times New Roman" panose="02020603050405020304" pitchFamily="18" charset="0"/>
                </a:rPr>
                <a:t>For example, it can be 448 bits (448 = 512 – 64) or 960 bits (960 = [2 x 512] – 64) or 1472 (1472 = [3 x 512] – 64), etc.</a:t>
              </a:r>
            </a:p>
            <a:p>
              <a:pPr algn="ctr" eaLnBrk="1" hangingPunct="1">
                <a:spcBef>
                  <a:spcPct val="0"/>
                </a:spcBef>
                <a:buClrTx/>
                <a:buSzTx/>
                <a:buFontTx/>
                <a:buNone/>
              </a:pPr>
              <a:endParaRPr lang="en-US" altLang="en-US" sz="1200" b="1" i="1" dirty="0">
                <a:latin typeface="Times New Roman" panose="02020603050405020304" pitchFamily="18" charset="0"/>
              </a:endParaRPr>
            </a:p>
            <a:p>
              <a:pPr algn="ctr" eaLnBrk="1" hangingPunct="1">
                <a:spcBef>
                  <a:spcPct val="0"/>
                </a:spcBef>
                <a:buClrTx/>
                <a:buSzTx/>
                <a:buFontTx/>
                <a:buNone/>
              </a:pPr>
              <a:r>
                <a:rPr lang="en-US" altLang="en-US" sz="1200" b="1" i="1" dirty="0">
                  <a:latin typeface="Times New Roman" panose="02020603050405020304" pitchFamily="18" charset="0"/>
                </a:rPr>
                <a:t>Note: Padding is always added, even if the original message is already a multiple of 512-64. Padding consists of a 1 bit followed by as many 0 bits as needed.</a:t>
              </a:r>
              <a:endParaRPr lang="en-US" altLang="en-US" sz="2400" dirty="0">
                <a:latin typeface="Times New Roman" panose="02020603050405020304" pitchFamily="18" charset="0"/>
              </a:endParaRPr>
            </a:p>
          </p:txBody>
        </p:sp>
        <p:sp>
          <p:nvSpPr>
            <p:cNvPr id="193546" name="Line 9">
              <a:extLst>
                <a:ext uri="{FF2B5EF4-FFF2-40B4-BE49-F238E27FC236}">
                  <a16:creationId xmlns:a16="http://schemas.microsoft.com/office/drawing/2014/main" id="{CD1902C2-009C-9397-8BFA-5E55D0015297}"/>
                </a:ext>
              </a:extLst>
            </p:cNvPr>
            <p:cNvSpPr>
              <a:spLocks noChangeShapeType="1"/>
            </p:cNvSpPr>
            <p:nvPr/>
          </p:nvSpPr>
          <p:spPr bwMode="auto">
            <a:xfrm>
              <a:off x="3075" y="4359"/>
              <a:ext cx="586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3547" name="Text Box 10">
              <a:extLst>
                <a:ext uri="{FF2B5EF4-FFF2-40B4-BE49-F238E27FC236}">
                  <a16:creationId xmlns:a16="http://schemas.microsoft.com/office/drawing/2014/main" id="{F94B0154-52E5-439C-050C-5024D85376ED}"/>
                </a:ext>
              </a:extLst>
            </p:cNvPr>
            <p:cNvSpPr txBox="1">
              <a:spLocks noChangeArrowheads="1"/>
            </p:cNvSpPr>
            <p:nvPr/>
          </p:nvSpPr>
          <p:spPr bwMode="auto">
            <a:xfrm>
              <a:off x="3060" y="3684"/>
              <a:ext cx="3810" cy="43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Original Message</a:t>
              </a:r>
              <a:endParaRPr lang="en-US" altLang="en-US" sz="2400">
                <a:latin typeface="Times New Roman" panose="02020603050405020304" pitchFamily="18" charset="0"/>
              </a:endParaRPr>
            </a:p>
          </p:txBody>
        </p:sp>
        <p:sp>
          <p:nvSpPr>
            <p:cNvPr id="193548" name="Text Box 11">
              <a:extLst>
                <a:ext uri="{FF2B5EF4-FFF2-40B4-BE49-F238E27FC236}">
                  <a16:creationId xmlns:a16="http://schemas.microsoft.com/office/drawing/2014/main" id="{2A20B48B-4242-08B5-9E2F-50F10E0EA0F6}"/>
                </a:ext>
              </a:extLst>
            </p:cNvPr>
            <p:cNvSpPr txBox="1">
              <a:spLocks noChangeArrowheads="1"/>
            </p:cNvSpPr>
            <p:nvPr/>
          </p:nvSpPr>
          <p:spPr bwMode="auto">
            <a:xfrm>
              <a:off x="6870" y="3684"/>
              <a:ext cx="204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Padding </a:t>
              </a:r>
              <a:endParaRPr lang="en-US" altLang="en-US" sz="2400">
                <a:latin typeface="Times New Roman" panose="02020603050405020304" pitchFamily="18" charset="0"/>
              </a:endParaRPr>
            </a:p>
          </p:txBody>
        </p:sp>
        <p:sp>
          <p:nvSpPr>
            <p:cNvPr id="193549" name="Oval 12">
              <a:extLst>
                <a:ext uri="{FF2B5EF4-FFF2-40B4-BE49-F238E27FC236}">
                  <a16:creationId xmlns:a16="http://schemas.microsoft.com/office/drawing/2014/main" id="{52C2AC4B-2200-2A9A-4CCF-8C93CD2C0F78}"/>
                </a:ext>
              </a:extLst>
            </p:cNvPr>
            <p:cNvSpPr>
              <a:spLocks noChangeArrowheads="1"/>
            </p:cNvSpPr>
            <p:nvPr/>
          </p:nvSpPr>
          <p:spPr bwMode="auto">
            <a:xfrm>
              <a:off x="6630" y="2370"/>
              <a:ext cx="525" cy="525"/>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a:t>
              </a:r>
              <a:endParaRPr lang="en-US" altLang="en-US" sz="2400">
                <a:latin typeface="Times New Roman" panose="02020603050405020304" pitchFamily="18" charset="0"/>
              </a:endParaRPr>
            </a:p>
          </p:txBody>
        </p:sp>
        <p:sp>
          <p:nvSpPr>
            <p:cNvPr id="193550" name="AutoShape 13">
              <a:extLst>
                <a:ext uri="{FF2B5EF4-FFF2-40B4-BE49-F238E27FC236}">
                  <a16:creationId xmlns:a16="http://schemas.microsoft.com/office/drawing/2014/main" id="{0687B6D1-E98C-1BD8-8519-20ADE0E97669}"/>
                </a:ext>
              </a:extLst>
            </p:cNvPr>
            <p:cNvSpPr>
              <a:spLocks noChangeArrowheads="1"/>
            </p:cNvSpPr>
            <p:nvPr/>
          </p:nvSpPr>
          <p:spPr bwMode="auto">
            <a:xfrm>
              <a:off x="6690" y="3015"/>
              <a:ext cx="390" cy="555"/>
            </a:xfrm>
            <a:prstGeom prst="downArrow">
              <a:avLst>
                <a:gd name="adj1" fmla="val 50000"/>
                <a:gd name="adj2" fmla="val 35577"/>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Number Placeholder 5">
            <a:extLst>
              <a:ext uri="{FF2B5EF4-FFF2-40B4-BE49-F238E27FC236}">
                <a16:creationId xmlns:a16="http://schemas.microsoft.com/office/drawing/2014/main" id="{72C7ACCE-816B-0C81-D060-43E90AB831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A2D8209-7D44-4B31-B793-63853221D389}" type="slidenum">
              <a:rPr lang="en-US" altLang="en-US" sz="1400"/>
              <a:pPr>
                <a:spcBef>
                  <a:spcPct val="0"/>
                </a:spcBef>
                <a:buClrTx/>
                <a:buSzTx/>
                <a:buFontTx/>
                <a:buNone/>
              </a:pPr>
              <a:t>151</a:t>
            </a:fld>
            <a:endParaRPr lang="en-US" altLang="en-US" sz="1400"/>
          </a:p>
        </p:txBody>
      </p:sp>
      <p:sp>
        <p:nvSpPr>
          <p:cNvPr id="195587" name="Rectangle 2">
            <a:extLst>
              <a:ext uri="{FF2B5EF4-FFF2-40B4-BE49-F238E27FC236}">
                <a16:creationId xmlns:a16="http://schemas.microsoft.com/office/drawing/2014/main" id="{B68E6648-F96A-22E2-7941-B7A017D8099D}"/>
              </a:ext>
            </a:extLst>
          </p:cNvPr>
          <p:cNvSpPr>
            <a:spLocks noGrp="1" noChangeArrowheads="1"/>
          </p:cNvSpPr>
          <p:nvPr>
            <p:ph type="title"/>
          </p:nvPr>
        </p:nvSpPr>
        <p:spPr/>
        <p:txBody>
          <a:bodyPr/>
          <a:lstStyle/>
          <a:p>
            <a:pPr eaLnBrk="1" hangingPunct="1"/>
            <a:r>
              <a:rPr lang="en-US" altLang="en-US"/>
              <a:t>Append Length</a:t>
            </a:r>
          </a:p>
        </p:txBody>
      </p:sp>
      <p:sp>
        <p:nvSpPr>
          <p:cNvPr id="195588" name="Rectangle 3">
            <a:extLst>
              <a:ext uri="{FF2B5EF4-FFF2-40B4-BE49-F238E27FC236}">
                <a16:creationId xmlns:a16="http://schemas.microsoft.com/office/drawing/2014/main" id="{712F624C-42D8-30CA-BE79-D131788A666A}"/>
              </a:ext>
            </a:extLst>
          </p:cNvPr>
          <p:cNvSpPr>
            <a:spLocks noGrp="1" noChangeArrowheads="1"/>
          </p:cNvSpPr>
          <p:nvPr>
            <p:ph type="body" idx="1"/>
          </p:nvPr>
        </p:nvSpPr>
        <p:spPr/>
        <p:txBody>
          <a:bodyPr/>
          <a:lstStyle/>
          <a:p>
            <a:pPr eaLnBrk="1" hangingPunct="1"/>
            <a:endParaRPr lang="en-GB" altLang="en-US"/>
          </a:p>
        </p:txBody>
      </p:sp>
      <p:grpSp>
        <p:nvGrpSpPr>
          <p:cNvPr id="195589" name="Group 4">
            <a:extLst>
              <a:ext uri="{FF2B5EF4-FFF2-40B4-BE49-F238E27FC236}">
                <a16:creationId xmlns:a16="http://schemas.microsoft.com/office/drawing/2014/main" id="{27F0DDDB-F5B4-8C18-06D2-518D1ECBB7FF}"/>
              </a:ext>
            </a:extLst>
          </p:cNvPr>
          <p:cNvGrpSpPr>
            <a:grpSpLocks/>
          </p:cNvGrpSpPr>
          <p:nvPr/>
        </p:nvGrpSpPr>
        <p:grpSpPr bwMode="auto">
          <a:xfrm>
            <a:off x="2819400" y="1981201"/>
            <a:ext cx="7620000" cy="3933825"/>
            <a:chOff x="2025" y="1845"/>
            <a:chExt cx="8310" cy="6195"/>
          </a:xfrm>
        </p:grpSpPr>
        <p:sp>
          <p:nvSpPr>
            <p:cNvPr id="195590" name="Rectangle 5">
              <a:extLst>
                <a:ext uri="{FF2B5EF4-FFF2-40B4-BE49-F238E27FC236}">
                  <a16:creationId xmlns:a16="http://schemas.microsoft.com/office/drawing/2014/main" id="{628A613F-1F32-2FDF-9DE8-2AD04011627F}"/>
                </a:ext>
              </a:extLst>
            </p:cNvPr>
            <p:cNvSpPr>
              <a:spLocks noChangeArrowheads="1"/>
            </p:cNvSpPr>
            <p:nvPr/>
          </p:nvSpPr>
          <p:spPr bwMode="auto">
            <a:xfrm>
              <a:off x="2025" y="1845"/>
              <a:ext cx="8310" cy="619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5591" name="Text Box 6">
              <a:extLst>
                <a:ext uri="{FF2B5EF4-FFF2-40B4-BE49-F238E27FC236}">
                  <a16:creationId xmlns:a16="http://schemas.microsoft.com/office/drawing/2014/main" id="{6C6A81AF-A21A-F97C-53DE-28FF69770FDA}"/>
                </a:ext>
              </a:extLst>
            </p:cNvPr>
            <p:cNvSpPr txBox="1">
              <a:spLocks noChangeArrowheads="1"/>
            </p:cNvSpPr>
            <p:nvPr/>
          </p:nvSpPr>
          <p:spPr bwMode="auto">
            <a:xfrm>
              <a:off x="2835" y="3824"/>
              <a:ext cx="3810" cy="43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Original Message</a:t>
              </a:r>
              <a:endParaRPr lang="en-US" altLang="en-US" sz="2400">
                <a:latin typeface="Times New Roman" panose="02020603050405020304" pitchFamily="18" charset="0"/>
              </a:endParaRPr>
            </a:p>
          </p:txBody>
        </p:sp>
        <p:sp>
          <p:nvSpPr>
            <p:cNvPr id="195592" name="Text Box 7">
              <a:extLst>
                <a:ext uri="{FF2B5EF4-FFF2-40B4-BE49-F238E27FC236}">
                  <a16:creationId xmlns:a16="http://schemas.microsoft.com/office/drawing/2014/main" id="{96F330BC-64D4-E067-976F-D63880F9C114}"/>
                </a:ext>
              </a:extLst>
            </p:cNvPr>
            <p:cNvSpPr txBox="1">
              <a:spLocks noChangeArrowheads="1"/>
            </p:cNvSpPr>
            <p:nvPr/>
          </p:nvSpPr>
          <p:spPr bwMode="auto">
            <a:xfrm>
              <a:off x="6645" y="3824"/>
              <a:ext cx="204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Padding</a:t>
              </a:r>
              <a:endParaRPr lang="en-US" altLang="en-US" sz="2400">
                <a:latin typeface="Times New Roman" panose="02020603050405020304" pitchFamily="18" charset="0"/>
              </a:endParaRPr>
            </a:p>
          </p:txBody>
        </p:sp>
        <p:sp>
          <p:nvSpPr>
            <p:cNvPr id="195593" name="Text Box 8" descr="5%">
              <a:extLst>
                <a:ext uri="{FF2B5EF4-FFF2-40B4-BE49-F238E27FC236}">
                  <a16:creationId xmlns:a16="http://schemas.microsoft.com/office/drawing/2014/main" id="{37E748F2-6157-A37F-FDFB-42A4BB768D27}"/>
                </a:ext>
              </a:extLst>
            </p:cNvPr>
            <p:cNvSpPr txBox="1">
              <a:spLocks noChangeArrowheads="1"/>
            </p:cNvSpPr>
            <p:nvPr/>
          </p:nvSpPr>
          <p:spPr bwMode="auto">
            <a:xfrm>
              <a:off x="8670" y="3819"/>
              <a:ext cx="945" cy="44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Length</a:t>
              </a:r>
              <a:endParaRPr lang="en-US" altLang="en-US" sz="2400">
                <a:latin typeface="Times New Roman" panose="02020603050405020304" pitchFamily="18" charset="0"/>
              </a:endParaRPr>
            </a:p>
          </p:txBody>
        </p:sp>
        <p:sp>
          <p:nvSpPr>
            <p:cNvPr id="195594" name="Text Box 9">
              <a:extLst>
                <a:ext uri="{FF2B5EF4-FFF2-40B4-BE49-F238E27FC236}">
                  <a16:creationId xmlns:a16="http://schemas.microsoft.com/office/drawing/2014/main" id="{FA11AD2A-D6BF-2F22-2D0A-807D02FF6E64}"/>
                </a:ext>
              </a:extLst>
            </p:cNvPr>
            <p:cNvSpPr txBox="1">
              <a:spLocks noChangeArrowheads="1"/>
            </p:cNvSpPr>
            <p:nvPr/>
          </p:nvSpPr>
          <p:spPr bwMode="auto">
            <a:xfrm>
              <a:off x="8700" y="4479"/>
              <a:ext cx="945" cy="4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64 bits</a:t>
              </a:r>
              <a:endParaRPr lang="en-US" altLang="en-US" sz="2400">
                <a:latin typeface="Times New Roman" panose="02020603050405020304" pitchFamily="18" charset="0"/>
              </a:endParaRPr>
            </a:p>
          </p:txBody>
        </p:sp>
        <p:sp>
          <p:nvSpPr>
            <p:cNvPr id="195595" name="Text Box 10">
              <a:extLst>
                <a:ext uri="{FF2B5EF4-FFF2-40B4-BE49-F238E27FC236}">
                  <a16:creationId xmlns:a16="http://schemas.microsoft.com/office/drawing/2014/main" id="{E04B4426-6411-AA53-3097-D0D4DA353702}"/>
                </a:ext>
              </a:extLst>
            </p:cNvPr>
            <p:cNvSpPr txBox="1">
              <a:spLocks noChangeArrowheads="1"/>
            </p:cNvSpPr>
            <p:nvPr/>
          </p:nvSpPr>
          <p:spPr bwMode="auto">
            <a:xfrm>
              <a:off x="2820" y="5859"/>
              <a:ext cx="6780" cy="19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b="1" i="1" dirty="0">
                  <a:latin typeface="Times New Roman" panose="02020603050405020304" pitchFamily="18" charset="0"/>
                </a:rPr>
                <a:t>The length of the original message (excluding the padding) is calculated, and is appended to the end of the message block + padding. This length is expressed in 64 bits. </a:t>
              </a:r>
            </a:p>
            <a:p>
              <a:pPr algn="ctr" eaLnBrk="1" hangingPunct="1">
                <a:spcBef>
                  <a:spcPct val="0"/>
                </a:spcBef>
                <a:buClrTx/>
                <a:buSzTx/>
                <a:buFontTx/>
                <a:buNone/>
              </a:pPr>
              <a:r>
                <a:rPr lang="en-US" altLang="en-US" sz="1800" b="1" i="1" dirty="0">
                  <a:latin typeface="Times New Roman" panose="02020603050405020304" pitchFamily="18" charset="0"/>
                </a:rPr>
                <a:t>The length of the message is now a multiple of 512 bits.</a:t>
              </a:r>
              <a:endParaRPr lang="en-US" altLang="en-US" sz="3600" dirty="0">
                <a:latin typeface="Times New Roman" panose="02020603050405020304" pitchFamily="18" charset="0"/>
              </a:endParaRPr>
            </a:p>
          </p:txBody>
        </p:sp>
        <p:sp>
          <p:nvSpPr>
            <p:cNvPr id="195596" name="Line 11">
              <a:extLst>
                <a:ext uri="{FF2B5EF4-FFF2-40B4-BE49-F238E27FC236}">
                  <a16:creationId xmlns:a16="http://schemas.microsoft.com/office/drawing/2014/main" id="{C8390D27-7280-1675-E6C7-885CE249D55E}"/>
                </a:ext>
              </a:extLst>
            </p:cNvPr>
            <p:cNvSpPr>
              <a:spLocks noChangeShapeType="1"/>
            </p:cNvSpPr>
            <p:nvPr/>
          </p:nvSpPr>
          <p:spPr bwMode="auto">
            <a:xfrm>
              <a:off x="2850" y="4329"/>
              <a:ext cx="0" cy="5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5597" name="Line 12">
              <a:extLst>
                <a:ext uri="{FF2B5EF4-FFF2-40B4-BE49-F238E27FC236}">
                  <a16:creationId xmlns:a16="http://schemas.microsoft.com/office/drawing/2014/main" id="{8989B051-CC6A-F4A5-DA1D-FBADD2A9510B}"/>
                </a:ext>
              </a:extLst>
            </p:cNvPr>
            <p:cNvSpPr>
              <a:spLocks noChangeShapeType="1"/>
            </p:cNvSpPr>
            <p:nvPr/>
          </p:nvSpPr>
          <p:spPr bwMode="auto">
            <a:xfrm>
              <a:off x="9645" y="4314"/>
              <a:ext cx="0" cy="5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5598" name="Text Box 13">
              <a:extLst>
                <a:ext uri="{FF2B5EF4-FFF2-40B4-BE49-F238E27FC236}">
                  <a16:creationId xmlns:a16="http://schemas.microsoft.com/office/drawing/2014/main" id="{D43A8956-1776-7814-DFE6-4DA1442A9405}"/>
                </a:ext>
              </a:extLst>
            </p:cNvPr>
            <p:cNvSpPr txBox="1">
              <a:spLocks noChangeArrowheads="1"/>
            </p:cNvSpPr>
            <p:nvPr/>
          </p:nvSpPr>
          <p:spPr bwMode="auto">
            <a:xfrm>
              <a:off x="2850" y="4959"/>
              <a:ext cx="6825"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Data to be hashed (digested)</a:t>
              </a:r>
              <a:endParaRPr lang="en-US" altLang="en-US" sz="2400">
                <a:latin typeface="Times New Roman" panose="02020603050405020304" pitchFamily="18" charset="0"/>
              </a:endParaRPr>
            </a:p>
          </p:txBody>
        </p:sp>
        <p:sp>
          <p:nvSpPr>
            <p:cNvPr id="195599" name="Text Box 14">
              <a:extLst>
                <a:ext uri="{FF2B5EF4-FFF2-40B4-BE49-F238E27FC236}">
                  <a16:creationId xmlns:a16="http://schemas.microsoft.com/office/drawing/2014/main" id="{201D52EC-47C2-56A6-A815-27CC8F19B682}"/>
                </a:ext>
              </a:extLst>
            </p:cNvPr>
            <p:cNvSpPr txBox="1">
              <a:spLocks noChangeArrowheads="1"/>
            </p:cNvSpPr>
            <p:nvPr/>
          </p:nvSpPr>
          <p:spPr bwMode="auto">
            <a:xfrm>
              <a:off x="2385" y="2354"/>
              <a:ext cx="3810" cy="43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Original Message</a:t>
              </a:r>
              <a:endParaRPr lang="en-US" altLang="en-US" sz="2400">
                <a:latin typeface="Times New Roman" panose="02020603050405020304" pitchFamily="18" charset="0"/>
              </a:endParaRPr>
            </a:p>
          </p:txBody>
        </p:sp>
        <p:sp>
          <p:nvSpPr>
            <p:cNvPr id="195600" name="Text Box 15">
              <a:extLst>
                <a:ext uri="{FF2B5EF4-FFF2-40B4-BE49-F238E27FC236}">
                  <a16:creationId xmlns:a16="http://schemas.microsoft.com/office/drawing/2014/main" id="{D48D76E1-DA55-2F9C-D4F7-F6B9F8C3C592}"/>
                </a:ext>
              </a:extLst>
            </p:cNvPr>
            <p:cNvSpPr txBox="1">
              <a:spLocks noChangeArrowheads="1"/>
            </p:cNvSpPr>
            <p:nvPr/>
          </p:nvSpPr>
          <p:spPr bwMode="auto">
            <a:xfrm>
              <a:off x="6195" y="2354"/>
              <a:ext cx="2040"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Padding</a:t>
              </a:r>
              <a:endParaRPr lang="en-US" altLang="en-US" sz="2400">
                <a:latin typeface="Times New Roman" panose="02020603050405020304" pitchFamily="18" charset="0"/>
              </a:endParaRPr>
            </a:p>
          </p:txBody>
        </p:sp>
        <p:sp>
          <p:nvSpPr>
            <p:cNvPr id="195601" name="Text Box 16" descr="5%">
              <a:extLst>
                <a:ext uri="{FF2B5EF4-FFF2-40B4-BE49-F238E27FC236}">
                  <a16:creationId xmlns:a16="http://schemas.microsoft.com/office/drawing/2014/main" id="{C8E65C6D-6231-554F-C6CB-8BCE587D4086}"/>
                </a:ext>
              </a:extLst>
            </p:cNvPr>
            <p:cNvSpPr txBox="1">
              <a:spLocks noChangeArrowheads="1"/>
            </p:cNvSpPr>
            <p:nvPr/>
          </p:nvSpPr>
          <p:spPr bwMode="auto">
            <a:xfrm>
              <a:off x="9060" y="2359"/>
              <a:ext cx="945" cy="435"/>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Length</a:t>
              </a:r>
              <a:endParaRPr lang="en-US" altLang="en-US" sz="2400">
                <a:latin typeface="Times New Roman" panose="02020603050405020304" pitchFamily="18" charset="0"/>
              </a:endParaRPr>
            </a:p>
          </p:txBody>
        </p:sp>
        <p:sp>
          <p:nvSpPr>
            <p:cNvPr id="195602" name="Oval 17">
              <a:extLst>
                <a:ext uri="{FF2B5EF4-FFF2-40B4-BE49-F238E27FC236}">
                  <a16:creationId xmlns:a16="http://schemas.microsoft.com/office/drawing/2014/main" id="{36C39839-05B5-9D5F-F8BD-0B4CAC9C003B}"/>
                </a:ext>
              </a:extLst>
            </p:cNvPr>
            <p:cNvSpPr>
              <a:spLocks noChangeArrowheads="1"/>
            </p:cNvSpPr>
            <p:nvPr/>
          </p:nvSpPr>
          <p:spPr bwMode="auto">
            <a:xfrm>
              <a:off x="8400" y="2330"/>
              <a:ext cx="525" cy="525"/>
            </a:xfrm>
            <a:prstGeom prst="ellipse">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000" b="1">
                  <a:latin typeface="Times New Roman" panose="02020603050405020304" pitchFamily="18" charset="0"/>
                </a:rPr>
                <a:t>+</a:t>
              </a:r>
              <a:endParaRPr lang="en-US" altLang="en-US" sz="2400">
                <a:latin typeface="Times New Roman" panose="02020603050405020304" pitchFamily="18" charset="0"/>
              </a:endParaRPr>
            </a:p>
          </p:txBody>
        </p:sp>
        <p:sp>
          <p:nvSpPr>
            <p:cNvPr id="195603" name="AutoShape 18">
              <a:extLst>
                <a:ext uri="{FF2B5EF4-FFF2-40B4-BE49-F238E27FC236}">
                  <a16:creationId xmlns:a16="http://schemas.microsoft.com/office/drawing/2014/main" id="{9BB8BE20-8786-BCEB-7B45-7D7EA01DDE9F}"/>
                </a:ext>
              </a:extLst>
            </p:cNvPr>
            <p:cNvSpPr>
              <a:spLocks noChangeArrowheads="1"/>
            </p:cNvSpPr>
            <p:nvPr/>
          </p:nvSpPr>
          <p:spPr bwMode="auto">
            <a:xfrm>
              <a:off x="8460" y="2975"/>
              <a:ext cx="390" cy="555"/>
            </a:xfrm>
            <a:prstGeom prst="downArrow">
              <a:avLst>
                <a:gd name="adj1" fmla="val 50000"/>
                <a:gd name="adj2" fmla="val 35577"/>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5604" name="Line 19">
              <a:extLst>
                <a:ext uri="{FF2B5EF4-FFF2-40B4-BE49-F238E27FC236}">
                  <a16:creationId xmlns:a16="http://schemas.microsoft.com/office/drawing/2014/main" id="{904D0C66-AA8B-1139-219C-BA9075E669B9}"/>
                </a:ext>
              </a:extLst>
            </p:cNvPr>
            <p:cNvSpPr>
              <a:spLocks noChangeShapeType="1"/>
            </p:cNvSpPr>
            <p:nvPr/>
          </p:nvSpPr>
          <p:spPr bwMode="auto">
            <a:xfrm>
              <a:off x="2850" y="5559"/>
              <a:ext cx="685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Number Placeholder 5">
            <a:extLst>
              <a:ext uri="{FF2B5EF4-FFF2-40B4-BE49-F238E27FC236}">
                <a16:creationId xmlns:a16="http://schemas.microsoft.com/office/drawing/2014/main" id="{70DCAE62-26E5-5FA3-796F-64117B02BE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2C36598-D379-477F-9370-46D123D85A72}" type="slidenum">
              <a:rPr lang="en-US" altLang="en-US" sz="1400"/>
              <a:pPr>
                <a:spcBef>
                  <a:spcPct val="0"/>
                </a:spcBef>
                <a:buClrTx/>
                <a:buSzTx/>
                <a:buFontTx/>
                <a:buNone/>
              </a:pPr>
              <a:t>152</a:t>
            </a:fld>
            <a:endParaRPr lang="en-US" altLang="en-US" sz="1400"/>
          </a:p>
        </p:txBody>
      </p:sp>
      <p:sp>
        <p:nvSpPr>
          <p:cNvPr id="197635" name="Rectangle 2">
            <a:extLst>
              <a:ext uri="{FF2B5EF4-FFF2-40B4-BE49-F238E27FC236}">
                <a16:creationId xmlns:a16="http://schemas.microsoft.com/office/drawing/2014/main" id="{AD6B10AA-B615-F376-C7F6-AD1C1EB890F4}"/>
              </a:ext>
            </a:extLst>
          </p:cNvPr>
          <p:cNvSpPr>
            <a:spLocks noGrp="1" noChangeArrowheads="1"/>
          </p:cNvSpPr>
          <p:nvPr>
            <p:ph type="title"/>
          </p:nvPr>
        </p:nvSpPr>
        <p:spPr/>
        <p:txBody>
          <a:bodyPr/>
          <a:lstStyle/>
          <a:p>
            <a:pPr eaLnBrk="1" hangingPunct="1"/>
            <a:r>
              <a:rPr lang="en-US" altLang="en-US"/>
              <a:t>Divide Input into 512-Bit Blocks</a:t>
            </a:r>
          </a:p>
        </p:txBody>
      </p:sp>
      <p:sp>
        <p:nvSpPr>
          <p:cNvPr id="197636" name="Rectangle 3">
            <a:extLst>
              <a:ext uri="{FF2B5EF4-FFF2-40B4-BE49-F238E27FC236}">
                <a16:creationId xmlns:a16="http://schemas.microsoft.com/office/drawing/2014/main" id="{DD6568A8-B8EC-1386-FE17-484B61DCCBB7}"/>
              </a:ext>
            </a:extLst>
          </p:cNvPr>
          <p:cNvSpPr>
            <a:spLocks noGrp="1" noChangeArrowheads="1"/>
          </p:cNvSpPr>
          <p:nvPr>
            <p:ph type="body" idx="1"/>
          </p:nvPr>
        </p:nvSpPr>
        <p:spPr/>
        <p:txBody>
          <a:bodyPr/>
          <a:lstStyle/>
          <a:p>
            <a:pPr eaLnBrk="1" hangingPunct="1"/>
            <a:endParaRPr lang="en-GB" altLang="en-US"/>
          </a:p>
        </p:txBody>
      </p:sp>
      <p:grpSp>
        <p:nvGrpSpPr>
          <p:cNvPr id="197637" name="Group 4">
            <a:extLst>
              <a:ext uri="{FF2B5EF4-FFF2-40B4-BE49-F238E27FC236}">
                <a16:creationId xmlns:a16="http://schemas.microsoft.com/office/drawing/2014/main" id="{1145C2B9-1870-E814-84FE-9B6B6E4C3179}"/>
              </a:ext>
            </a:extLst>
          </p:cNvPr>
          <p:cNvGrpSpPr>
            <a:grpSpLocks/>
          </p:cNvGrpSpPr>
          <p:nvPr/>
        </p:nvGrpSpPr>
        <p:grpSpPr bwMode="auto">
          <a:xfrm>
            <a:off x="3048000" y="2514600"/>
            <a:ext cx="7010400" cy="2514600"/>
            <a:chOff x="2205" y="1455"/>
            <a:chExt cx="7875" cy="2730"/>
          </a:xfrm>
        </p:grpSpPr>
        <p:sp>
          <p:nvSpPr>
            <p:cNvPr id="197638" name="Rectangle 5">
              <a:extLst>
                <a:ext uri="{FF2B5EF4-FFF2-40B4-BE49-F238E27FC236}">
                  <a16:creationId xmlns:a16="http://schemas.microsoft.com/office/drawing/2014/main" id="{3B48EB2D-1D20-3713-0D36-55A4B6CC33E5}"/>
                </a:ext>
              </a:extLst>
            </p:cNvPr>
            <p:cNvSpPr>
              <a:spLocks noChangeArrowheads="1"/>
            </p:cNvSpPr>
            <p:nvPr/>
          </p:nvSpPr>
          <p:spPr bwMode="auto">
            <a:xfrm>
              <a:off x="2205" y="1455"/>
              <a:ext cx="7875" cy="273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197639" name="Text Box 6">
              <a:extLst>
                <a:ext uri="{FF2B5EF4-FFF2-40B4-BE49-F238E27FC236}">
                  <a16:creationId xmlns:a16="http://schemas.microsoft.com/office/drawing/2014/main" id="{1E68C63C-9F5A-4C6D-95B8-5C62E6D05DEE}"/>
                </a:ext>
              </a:extLst>
            </p:cNvPr>
            <p:cNvSpPr txBox="1">
              <a:spLocks noChangeArrowheads="1"/>
            </p:cNvSpPr>
            <p:nvPr/>
          </p:nvSpPr>
          <p:spPr bwMode="auto">
            <a:xfrm>
              <a:off x="2685" y="1974"/>
              <a:ext cx="6825" cy="4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Data to be hashed (digested)</a:t>
              </a:r>
              <a:endParaRPr lang="en-US" altLang="en-US" sz="2400">
                <a:latin typeface="Times New Roman" panose="02020603050405020304" pitchFamily="18" charset="0"/>
              </a:endParaRPr>
            </a:p>
          </p:txBody>
        </p:sp>
        <p:sp>
          <p:nvSpPr>
            <p:cNvPr id="197640" name="Text Box 7">
              <a:extLst>
                <a:ext uri="{FF2B5EF4-FFF2-40B4-BE49-F238E27FC236}">
                  <a16:creationId xmlns:a16="http://schemas.microsoft.com/office/drawing/2014/main" id="{CB2AEBB2-8878-E8C2-8D55-23B28DFBC8A5}"/>
                </a:ext>
              </a:extLst>
            </p:cNvPr>
            <p:cNvSpPr txBox="1">
              <a:spLocks noChangeArrowheads="1"/>
            </p:cNvSpPr>
            <p:nvPr/>
          </p:nvSpPr>
          <p:spPr bwMode="auto">
            <a:xfrm>
              <a:off x="2700" y="3045"/>
              <a:ext cx="115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Block 1</a:t>
              </a:r>
              <a:endParaRPr lang="en-US" altLang="en-US" sz="2400">
                <a:latin typeface="Times New Roman" panose="02020603050405020304" pitchFamily="18" charset="0"/>
              </a:endParaRPr>
            </a:p>
          </p:txBody>
        </p:sp>
        <p:sp>
          <p:nvSpPr>
            <p:cNvPr id="197641" name="Text Box 8">
              <a:extLst>
                <a:ext uri="{FF2B5EF4-FFF2-40B4-BE49-F238E27FC236}">
                  <a16:creationId xmlns:a16="http://schemas.microsoft.com/office/drawing/2014/main" id="{A2974BF9-F093-30A5-C5F9-D32C9FB06813}"/>
                </a:ext>
              </a:extLst>
            </p:cNvPr>
            <p:cNvSpPr txBox="1">
              <a:spLocks noChangeArrowheads="1"/>
            </p:cNvSpPr>
            <p:nvPr/>
          </p:nvSpPr>
          <p:spPr bwMode="auto">
            <a:xfrm>
              <a:off x="3855" y="3045"/>
              <a:ext cx="115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Block 2</a:t>
              </a:r>
              <a:endParaRPr lang="en-US" altLang="en-US" sz="2400">
                <a:latin typeface="Times New Roman" panose="02020603050405020304" pitchFamily="18" charset="0"/>
              </a:endParaRPr>
            </a:p>
          </p:txBody>
        </p:sp>
        <p:sp>
          <p:nvSpPr>
            <p:cNvPr id="197642" name="Text Box 9">
              <a:extLst>
                <a:ext uri="{FF2B5EF4-FFF2-40B4-BE49-F238E27FC236}">
                  <a16:creationId xmlns:a16="http://schemas.microsoft.com/office/drawing/2014/main" id="{3C8AE0C2-232A-9D3E-0857-6C1C3FBCEDBA}"/>
                </a:ext>
              </a:extLst>
            </p:cNvPr>
            <p:cNvSpPr txBox="1">
              <a:spLocks noChangeArrowheads="1"/>
            </p:cNvSpPr>
            <p:nvPr/>
          </p:nvSpPr>
          <p:spPr bwMode="auto">
            <a:xfrm>
              <a:off x="5010" y="3045"/>
              <a:ext cx="115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Block 3</a:t>
              </a:r>
              <a:endParaRPr lang="en-US" altLang="en-US" sz="2400">
                <a:latin typeface="Times New Roman" panose="02020603050405020304" pitchFamily="18" charset="0"/>
              </a:endParaRPr>
            </a:p>
          </p:txBody>
        </p:sp>
        <p:sp>
          <p:nvSpPr>
            <p:cNvPr id="197643" name="Text Box 10">
              <a:extLst>
                <a:ext uri="{FF2B5EF4-FFF2-40B4-BE49-F238E27FC236}">
                  <a16:creationId xmlns:a16="http://schemas.microsoft.com/office/drawing/2014/main" id="{23447F2F-3A47-1CB9-D9E1-FD012AEA37CE}"/>
                </a:ext>
              </a:extLst>
            </p:cNvPr>
            <p:cNvSpPr txBox="1">
              <a:spLocks noChangeArrowheads="1"/>
            </p:cNvSpPr>
            <p:nvPr/>
          </p:nvSpPr>
          <p:spPr bwMode="auto">
            <a:xfrm>
              <a:off x="6165" y="3045"/>
              <a:ext cx="115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197644" name="Text Box 11">
              <a:extLst>
                <a:ext uri="{FF2B5EF4-FFF2-40B4-BE49-F238E27FC236}">
                  <a16:creationId xmlns:a16="http://schemas.microsoft.com/office/drawing/2014/main" id="{EAF021B5-B220-7CA1-8C0B-E8F3D72A32C1}"/>
                </a:ext>
              </a:extLst>
            </p:cNvPr>
            <p:cNvSpPr txBox="1">
              <a:spLocks noChangeArrowheads="1"/>
            </p:cNvSpPr>
            <p:nvPr/>
          </p:nvSpPr>
          <p:spPr bwMode="auto">
            <a:xfrm>
              <a:off x="8370" y="3030"/>
              <a:ext cx="115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Block n</a:t>
              </a:r>
              <a:endParaRPr lang="en-US" altLang="en-US" sz="2400">
                <a:latin typeface="Times New Roman" panose="02020603050405020304" pitchFamily="18" charset="0"/>
              </a:endParaRPr>
            </a:p>
          </p:txBody>
        </p:sp>
        <p:sp>
          <p:nvSpPr>
            <p:cNvPr id="197645" name="Text Box 12">
              <a:extLst>
                <a:ext uri="{FF2B5EF4-FFF2-40B4-BE49-F238E27FC236}">
                  <a16:creationId xmlns:a16="http://schemas.microsoft.com/office/drawing/2014/main" id="{E04CA7E8-BBE4-6B60-A361-4A76C89DC179}"/>
                </a:ext>
              </a:extLst>
            </p:cNvPr>
            <p:cNvSpPr txBox="1">
              <a:spLocks noChangeArrowheads="1"/>
            </p:cNvSpPr>
            <p:nvPr/>
          </p:nvSpPr>
          <p:spPr bwMode="auto">
            <a:xfrm>
              <a:off x="2700" y="3555"/>
              <a:ext cx="1155"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512 bits</a:t>
              </a:r>
              <a:endParaRPr lang="en-US" altLang="en-US" sz="2400">
                <a:latin typeface="Times New Roman" panose="02020603050405020304" pitchFamily="18" charset="0"/>
              </a:endParaRPr>
            </a:p>
          </p:txBody>
        </p:sp>
        <p:sp>
          <p:nvSpPr>
            <p:cNvPr id="197646" name="Text Box 13">
              <a:extLst>
                <a:ext uri="{FF2B5EF4-FFF2-40B4-BE49-F238E27FC236}">
                  <a16:creationId xmlns:a16="http://schemas.microsoft.com/office/drawing/2014/main" id="{BB7A76BF-8AE7-28C7-B05E-2F34807A89E3}"/>
                </a:ext>
              </a:extLst>
            </p:cNvPr>
            <p:cNvSpPr txBox="1">
              <a:spLocks noChangeArrowheads="1"/>
            </p:cNvSpPr>
            <p:nvPr/>
          </p:nvSpPr>
          <p:spPr bwMode="auto">
            <a:xfrm>
              <a:off x="3825" y="3555"/>
              <a:ext cx="1155"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512 bits</a:t>
              </a:r>
              <a:endParaRPr lang="en-US" altLang="en-US" sz="2400">
                <a:latin typeface="Times New Roman" panose="02020603050405020304" pitchFamily="18" charset="0"/>
              </a:endParaRPr>
            </a:p>
          </p:txBody>
        </p:sp>
        <p:sp>
          <p:nvSpPr>
            <p:cNvPr id="197647" name="Text Box 14">
              <a:extLst>
                <a:ext uri="{FF2B5EF4-FFF2-40B4-BE49-F238E27FC236}">
                  <a16:creationId xmlns:a16="http://schemas.microsoft.com/office/drawing/2014/main" id="{4EC281AD-66A3-9263-9414-D9238CBB785F}"/>
                </a:ext>
              </a:extLst>
            </p:cNvPr>
            <p:cNvSpPr txBox="1">
              <a:spLocks noChangeArrowheads="1"/>
            </p:cNvSpPr>
            <p:nvPr/>
          </p:nvSpPr>
          <p:spPr bwMode="auto">
            <a:xfrm>
              <a:off x="4965" y="3555"/>
              <a:ext cx="1155"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512 bits</a:t>
              </a:r>
              <a:endParaRPr lang="en-US" altLang="en-US" sz="2400">
                <a:latin typeface="Times New Roman" panose="02020603050405020304" pitchFamily="18" charset="0"/>
              </a:endParaRPr>
            </a:p>
          </p:txBody>
        </p:sp>
        <p:sp>
          <p:nvSpPr>
            <p:cNvPr id="197648" name="Text Box 15">
              <a:extLst>
                <a:ext uri="{FF2B5EF4-FFF2-40B4-BE49-F238E27FC236}">
                  <a16:creationId xmlns:a16="http://schemas.microsoft.com/office/drawing/2014/main" id="{92EB7DE9-7C38-82ED-FF96-272D2D6DFBAF}"/>
                </a:ext>
              </a:extLst>
            </p:cNvPr>
            <p:cNvSpPr txBox="1">
              <a:spLocks noChangeArrowheads="1"/>
            </p:cNvSpPr>
            <p:nvPr/>
          </p:nvSpPr>
          <p:spPr bwMode="auto">
            <a:xfrm>
              <a:off x="6120" y="3555"/>
              <a:ext cx="1155"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197649" name="Text Box 16">
              <a:extLst>
                <a:ext uri="{FF2B5EF4-FFF2-40B4-BE49-F238E27FC236}">
                  <a16:creationId xmlns:a16="http://schemas.microsoft.com/office/drawing/2014/main" id="{4A3954F9-7588-8393-E0A3-9C2E67365616}"/>
                </a:ext>
              </a:extLst>
            </p:cNvPr>
            <p:cNvSpPr txBox="1">
              <a:spLocks noChangeArrowheads="1"/>
            </p:cNvSpPr>
            <p:nvPr/>
          </p:nvSpPr>
          <p:spPr bwMode="auto">
            <a:xfrm>
              <a:off x="8370" y="3540"/>
              <a:ext cx="1155"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512 bits</a:t>
              </a:r>
              <a:endParaRPr lang="en-US" altLang="en-US" sz="2400">
                <a:latin typeface="Times New Roman" panose="02020603050405020304" pitchFamily="18" charset="0"/>
              </a:endParaRPr>
            </a:p>
          </p:txBody>
        </p:sp>
        <p:sp>
          <p:nvSpPr>
            <p:cNvPr id="197650" name="Line 17">
              <a:extLst>
                <a:ext uri="{FF2B5EF4-FFF2-40B4-BE49-F238E27FC236}">
                  <a16:creationId xmlns:a16="http://schemas.microsoft.com/office/drawing/2014/main" id="{9343AE38-0956-9C58-2CD2-0A767E1958BE}"/>
                </a:ext>
              </a:extLst>
            </p:cNvPr>
            <p:cNvSpPr>
              <a:spLocks noChangeShapeType="1"/>
            </p:cNvSpPr>
            <p:nvPr/>
          </p:nvSpPr>
          <p:spPr bwMode="auto">
            <a:xfrm>
              <a:off x="2700" y="2490"/>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1" name="Line 18">
              <a:extLst>
                <a:ext uri="{FF2B5EF4-FFF2-40B4-BE49-F238E27FC236}">
                  <a16:creationId xmlns:a16="http://schemas.microsoft.com/office/drawing/2014/main" id="{47155A45-CEF8-4708-C4E4-C8269C1F28C8}"/>
                </a:ext>
              </a:extLst>
            </p:cNvPr>
            <p:cNvSpPr>
              <a:spLocks noChangeShapeType="1"/>
            </p:cNvSpPr>
            <p:nvPr/>
          </p:nvSpPr>
          <p:spPr bwMode="auto">
            <a:xfrm>
              <a:off x="3840" y="2490"/>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2" name="Line 19">
              <a:extLst>
                <a:ext uri="{FF2B5EF4-FFF2-40B4-BE49-F238E27FC236}">
                  <a16:creationId xmlns:a16="http://schemas.microsoft.com/office/drawing/2014/main" id="{7A6115EC-4CCF-25A8-6C89-7D0872BD9659}"/>
                </a:ext>
              </a:extLst>
            </p:cNvPr>
            <p:cNvSpPr>
              <a:spLocks noChangeShapeType="1"/>
            </p:cNvSpPr>
            <p:nvPr/>
          </p:nvSpPr>
          <p:spPr bwMode="auto">
            <a:xfrm>
              <a:off x="4995" y="2520"/>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3" name="Line 20">
              <a:extLst>
                <a:ext uri="{FF2B5EF4-FFF2-40B4-BE49-F238E27FC236}">
                  <a16:creationId xmlns:a16="http://schemas.microsoft.com/office/drawing/2014/main" id="{1209B245-A7CA-60CB-415A-82AC86752658}"/>
                </a:ext>
              </a:extLst>
            </p:cNvPr>
            <p:cNvSpPr>
              <a:spLocks noChangeShapeType="1"/>
            </p:cNvSpPr>
            <p:nvPr/>
          </p:nvSpPr>
          <p:spPr bwMode="auto">
            <a:xfrm>
              <a:off x="6165" y="2505"/>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4" name="Line 21">
              <a:extLst>
                <a:ext uri="{FF2B5EF4-FFF2-40B4-BE49-F238E27FC236}">
                  <a16:creationId xmlns:a16="http://schemas.microsoft.com/office/drawing/2014/main" id="{6F42DE1C-65AD-79CB-5D22-A8FD4C7A1768}"/>
                </a:ext>
              </a:extLst>
            </p:cNvPr>
            <p:cNvSpPr>
              <a:spLocks noChangeShapeType="1"/>
            </p:cNvSpPr>
            <p:nvPr/>
          </p:nvSpPr>
          <p:spPr bwMode="auto">
            <a:xfrm>
              <a:off x="7305" y="2505"/>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5" name="Line 22">
              <a:extLst>
                <a:ext uri="{FF2B5EF4-FFF2-40B4-BE49-F238E27FC236}">
                  <a16:creationId xmlns:a16="http://schemas.microsoft.com/office/drawing/2014/main" id="{7B339FB9-0C44-7540-A830-24F095E3B82E}"/>
                </a:ext>
              </a:extLst>
            </p:cNvPr>
            <p:cNvSpPr>
              <a:spLocks noChangeShapeType="1"/>
            </p:cNvSpPr>
            <p:nvPr/>
          </p:nvSpPr>
          <p:spPr bwMode="auto">
            <a:xfrm>
              <a:off x="9510" y="2490"/>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7656" name="Line 23">
              <a:extLst>
                <a:ext uri="{FF2B5EF4-FFF2-40B4-BE49-F238E27FC236}">
                  <a16:creationId xmlns:a16="http://schemas.microsoft.com/office/drawing/2014/main" id="{797290A2-AB3B-07DF-1FED-BF03B9F777B5}"/>
                </a:ext>
              </a:extLst>
            </p:cNvPr>
            <p:cNvSpPr>
              <a:spLocks noChangeShapeType="1"/>
            </p:cNvSpPr>
            <p:nvPr/>
          </p:nvSpPr>
          <p:spPr bwMode="auto">
            <a:xfrm>
              <a:off x="8385" y="2475"/>
              <a:ext cx="0" cy="4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Number Placeholder 5">
            <a:extLst>
              <a:ext uri="{FF2B5EF4-FFF2-40B4-BE49-F238E27FC236}">
                <a16:creationId xmlns:a16="http://schemas.microsoft.com/office/drawing/2014/main" id="{E19F7503-924A-24B0-E7B9-83BF3E1BD5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D0E3211-B31B-4C94-B716-3A13EBD56D01}" type="slidenum">
              <a:rPr lang="en-US" altLang="en-US" sz="1400"/>
              <a:pPr>
                <a:spcBef>
                  <a:spcPct val="0"/>
                </a:spcBef>
                <a:buClrTx/>
                <a:buSzTx/>
                <a:buFontTx/>
                <a:buNone/>
              </a:pPr>
              <a:t>153</a:t>
            </a:fld>
            <a:endParaRPr lang="en-US" altLang="en-US" sz="1400"/>
          </a:p>
        </p:txBody>
      </p:sp>
      <p:sp>
        <p:nvSpPr>
          <p:cNvPr id="199683" name="Rectangle 2">
            <a:extLst>
              <a:ext uri="{FF2B5EF4-FFF2-40B4-BE49-F238E27FC236}">
                <a16:creationId xmlns:a16="http://schemas.microsoft.com/office/drawing/2014/main" id="{52551188-96BE-C3DA-A92B-592A77B7E9AE}"/>
              </a:ext>
            </a:extLst>
          </p:cNvPr>
          <p:cNvSpPr>
            <a:spLocks noGrp="1" noChangeArrowheads="1"/>
          </p:cNvSpPr>
          <p:nvPr>
            <p:ph type="title"/>
          </p:nvPr>
        </p:nvSpPr>
        <p:spPr/>
        <p:txBody>
          <a:bodyPr/>
          <a:lstStyle/>
          <a:p>
            <a:pPr eaLnBrk="1" hangingPunct="1"/>
            <a:r>
              <a:rPr lang="en-US" altLang="en-US"/>
              <a:t>Initialize Chaining Variables</a:t>
            </a:r>
          </a:p>
        </p:txBody>
      </p:sp>
      <p:sp>
        <p:nvSpPr>
          <p:cNvPr id="199684" name="Rectangle 3">
            <a:extLst>
              <a:ext uri="{FF2B5EF4-FFF2-40B4-BE49-F238E27FC236}">
                <a16:creationId xmlns:a16="http://schemas.microsoft.com/office/drawing/2014/main" id="{AB12F0AB-04C1-2B0D-7D78-0384CFE80C51}"/>
              </a:ext>
            </a:extLst>
          </p:cNvPr>
          <p:cNvSpPr>
            <a:spLocks noGrp="1" noChangeArrowheads="1"/>
          </p:cNvSpPr>
          <p:nvPr>
            <p:ph type="body" idx="1"/>
          </p:nvPr>
        </p:nvSpPr>
        <p:spPr/>
        <p:txBody>
          <a:bodyPr/>
          <a:lstStyle/>
          <a:p>
            <a:pPr eaLnBrk="1" hangingPunct="1"/>
            <a:r>
              <a:rPr lang="en-US" altLang="en-US"/>
              <a:t>Following four 32-bit integers are initialized</a:t>
            </a:r>
          </a:p>
        </p:txBody>
      </p:sp>
      <p:sp>
        <p:nvSpPr>
          <p:cNvPr id="199685" name="Text Box 4">
            <a:extLst>
              <a:ext uri="{FF2B5EF4-FFF2-40B4-BE49-F238E27FC236}">
                <a16:creationId xmlns:a16="http://schemas.microsoft.com/office/drawing/2014/main" id="{98913C69-10C2-85B9-4004-29808EE31244}"/>
              </a:ext>
            </a:extLst>
          </p:cNvPr>
          <p:cNvSpPr txBox="1">
            <a:spLocks noChangeArrowheads="1"/>
          </p:cNvSpPr>
          <p:nvPr/>
        </p:nvSpPr>
        <p:spPr bwMode="auto">
          <a:xfrm>
            <a:off x="3048000" y="3429000"/>
            <a:ext cx="6172200" cy="13716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b="1">
                <a:latin typeface="Times New Roman" panose="02020603050405020304" pitchFamily="18" charset="0"/>
              </a:rPr>
              <a:t>A	Hex 	01 	23 	45 	67</a:t>
            </a:r>
          </a:p>
          <a:p>
            <a:pPr eaLnBrk="1" hangingPunct="1">
              <a:spcBef>
                <a:spcPct val="0"/>
              </a:spcBef>
              <a:buClrTx/>
              <a:buSzTx/>
              <a:buFontTx/>
              <a:buNone/>
            </a:pPr>
            <a:r>
              <a:rPr lang="en-US" altLang="en-US" sz="1800" b="1">
                <a:latin typeface="Times New Roman" panose="02020603050405020304" pitchFamily="18" charset="0"/>
              </a:rPr>
              <a:t>B	Hex 	89 	AB 	CD 	EF</a:t>
            </a:r>
          </a:p>
          <a:p>
            <a:pPr eaLnBrk="1" hangingPunct="1">
              <a:spcBef>
                <a:spcPct val="0"/>
              </a:spcBef>
              <a:buClrTx/>
              <a:buSzTx/>
              <a:buFontTx/>
              <a:buNone/>
            </a:pPr>
            <a:r>
              <a:rPr lang="en-US" altLang="en-US" sz="1800" b="1">
                <a:latin typeface="Times New Roman" panose="02020603050405020304" pitchFamily="18" charset="0"/>
              </a:rPr>
              <a:t>C	Hex	FE	DC	BA	98</a:t>
            </a:r>
          </a:p>
          <a:p>
            <a:pPr eaLnBrk="1" hangingPunct="1">
              <a:spcBef>
                <a:spcPct val="0"/>
              </a:spcBef>
              <a:buClrTx/>
              <a:buSzTx/>
              <a:buFontTx/>
              <a:buNone/>
            </a:pPr>
            <a:r>
              <a:rPr lang="en-US" altLang="en-US" sz="1800" b="1">
                <a:latin typeface="Times New Roman" panose="02020603050405020304" pitchFamily="18" charset="0"/>
              </a:rPr>
              <a:t>D	Hex	76	54	32	10</a:t>
            </a:r>
            <a:endParaRPr lang="en-US" altLang="en-US" sz="36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Number Placeholder 5">
            <a:extLst>
              <a:ext uri="{FF2B5EF4-FFF2-40B4-BE49-F238E27FC236}">
                <a16:creationId xmlns:a16="http://schemas.microsoft.com/office/drawing/2014/main" id="{F7188D5B-C459-ECBB-0807-59126F8144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C6FB7C0-11DA-4E94-AC22-7E30CDA7D315}" type="slidenum">
              <a:rPr lang="en-US" altLang="en-US" sz="1400"/>
              <a:pPr>
                <a:spcBef>
                  <a:spcPct val="0"/>
                </a:spcBef>
                <a:buClrTx/>
                <a:buSzTx/>
                <a:buFontTx/>
                <a:buNone/>
              </a:pPr>
              <a:t>154</a:t>
            </a:fld>
            <a:endParaRPr lang="en-US" altLang="en-US" sz="1400"/>
          </a:p>
        </p:txBody>
      </p:sp>
      <p:sp>
        <p:nvSpPr>
          <p:cNvPr id="201731" name="Rectangle 2050">
            <a:extLst>
              <a:ext uri="{FF2B5EF4-FFF2-40B4-BE49-F238E27FC236}">
                <a16:creationId xmlns:a16="http://schemas.microsoft.com/office/drawing/2014/main" id="{44B9BF41-4F1E-7C79-B88B-4DEFE6CC116D}"/>
              </a:ext>
            </a:extLst>
          </p:cNvPr>
          <p:cNvSpPr>
            <a:spLocks noGrp="1" noChangeArrowheads="1"/>
          </p:cNvSpPr>
          <p:nvPr>
            <p:ph type="title"/>
          </p:nvPr>
        </p:nvSpPr>
        <p:spPr/>
        <p:txBody>
          <a:bodyPr/>
          <a:lstStyle/>
          <a:p>
            <a:pPr eaLnBrk="1" hangingPunct="1"/>
            <a:r>
              <a:rPr lang="en-US" altLang="en-US"/>
              <a:t>Copy Chaining Variables</a:t>
            </a:r>
          </a:p>
        </p:txBody>
      </p:sp>
      <p:sp>
        <p:nvSpPr>
          <p:cNvPr id="201732" name="Rectangle 2051">
            <a:extLst>
              <a:ext uri="{FF2B5EF4-FFF2-40B4-BE49-F238E27FC236}">
                <a16:creationId xmlns:a16="http://schemas.microsoft.com/office/drawing/2014/main" id="{FC29441A-35DF-0B86-472C-D6C0008B5950}"/>
              </a:ext>
            </a:extLst>
          </p:cNvPr>
          <p:cNvSpPr>
            <a:spLocks noGrp="1" noChangeArrowheads="1"/>
          </p:cNvSpPr>
          <p:nvPr>
            <p:ph type="body" idx="1"/>
          </p:nvPr>
        </p:nvSpPr>
        <p:spPr/>
        <p:txBody>
          <a:bodyPr/>
          <a:lstStyle/>
          <a:p>
            <a:pPr eaLnBrk="1" hangingPunct="1"/>
            <a:endParaRPr lang="en-GB" altLang="en-US"/>
          </a:p>
        </p:txBody>
      </p:sp>
      <p:grpSp>
        <p:nvGrpSpPr>
          <p:cNvPr id="201733" name="Group 2052">
            <a:extLst>
              <a:ext uri="{FF2B5EF4-FFF2-40B4-BE49-F238E27FC236}">
                <a16:creationId xmlns:a16="http://schemas.microsoft.com/office/drawing/2014/main" id="{91C6DABA-9739-7BF7-3169-1E613ABF44AB}"/>
              </a:ext>
            </a:extLst>
          </p:cNvPr>
          <p:cNvGrpSpPr>
            <a:grpSpLocks/>
          </p:cNvGrpSpPr>
          <p:nvPr/>
        </p:nvGrpSpPr>
        <p:grpSpPr bwMode="auto">
          <a:xfrm>
            <a:off x="3657600" y="2667000"/>
            <a:ext cx="4800600" cy="1981200"/>
            <a:chOff x="3696" y="6900"/>
            <a:chExt cx="5220" cy="2472"/>
          </a:xfrm>
        </p:grpSpPr>
        <p:sp>
          <p:nvSpPr>
            <p:cNvPr id="201734" name="Rectangle 2053">
              <a:extLst>
                <a:ext uri="{FF2B5EF4-FFF2-40B4-BE49-F238E27FC236}">
                  <a16:creationId xmlns:a16="http://schemas.microsoft.com/office/drawing/2014/main" id="{0B9F3BCB-0508-A83C-7D2A-2782E9E8CCFC}"/>
                </a:ext>
              </a:extLst>
            </p:cNvPr>
            <p:cNvSpPr>
              <a:spLocks noChangeArrowheads="1"/>
            </p:cNvSpPr>
            <p:nvPr/>
          </p:nvSpPr>
          <p:spPr bwMode="auto">
            <a:xfrm>
              <a:off x="3696" y="6900"/>
              <a:ext cx="5220" cy="24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1735" name="Text Box 2054">
              <a:extLst>
                <a:ext uri="{FF2B5EF4-FFF2-40B4-BE49-F238E27FC236}">
                  <a16:creationId xmlns:a16="http://schemas.microsoft.com/office/drawing/2014/main" id="{90E1B6E3-7550-EFD2-96ED-F14C918950AD}"/>
                </a:ext>
              </a:extLst>
            </p:cNvPr>
            <p:cNvSpPr txBox="1">
              <a:spLocks noChangeArrowheads="1"/>
            </p:cNvSpPr>
            <p:nvPr/>
          </p:nvSpPr>
          <p:spPr bwMode="auto">
            <a:xfrm>
              <a:off x="4356" y="7334"/>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a:t>
              </a:r>
              <a:endParaRPr lang="en-US" altLang="en-US" sz="2400">
                <a:latin typeface="Times New Roman" panose="02020603050405020304" pitchFamily="18" charset="0"/>
              </a:endParaRPr>
            </a:p>
          </p:txBody>
        </p:sp>
        <p:sp>
          <p:nvSpPr>
            <p:cNvPr id="201736" name="Text Box 2055">
              <a:extLst>
                <a:ext uri="{FF2B5EF4-FFF2-40B4-BE49-F238E27FC236}">
                  <a16:creationId xmlns:a16="http://schemas.microsoft.com/office/drawing/2014/main" id="{27EBFF67-82E4-D3AA-4DC8-EDAC2CED58BB}"/>
                </a:ext>
              </a:extLst>
            </p:cNvPr>
            <p:cNvSpPr txBox="1">
              <a:spLocks noChangeArrowheads="1"/>
            </p:cNvSpPr>
            <p:nvPr/>
          </p:nvSpPr>
          <p:spPr bwMode="auto">
            <a:xfrm>
              <a:off x="5400" y="7322"/>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a:t>
              </a:r>
              <a:endParaRPr lang="en-US" altLang="en-US" sz="2400">
                <a:latin typeface="Times New Roman" panose="02020603050405020304" pitchFamily="18" charset="0"/>
              </a:endParaRPr>
            </a:p>
          </p:txBody>
        </p:sp>
        <p:sp>
          <p:nvSpPr>
            <p:cNvPr id="201737" name="Text Box 2056">
              <a:extLst>
                <a:ext uri="{FF2B5EF4-FFF2-40B4-BE49-F238E27FC236}">
                  <a16:creationId xmlns:a16="http://schemas.microsoft.com/office/drawing/2014/main" id="{4EA3D967-D682-03BC-FF58-574585094891}"/>
                </a:ext>
              </a:extLst>
            </p:cNvPr>
            <p:cNvSpPr txBox="1">
              <a:spLocks noChangeArrowheads="1"/>
            </p:cNvSpPr>
            <p:nvPr/>
          </p:nvSpPr>
          <p:spPr bwMode="auto">
            <a:xfrm>
              <a:off x="6432" y="7310"/>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C</a:t>
              </a:r>
              <a:endParaRPr lang="en-US" altLang="en-US" sz="2400">
                <a:latin typeface="Times New Roman" panose="02020603050405020304" pitchFamily="18" charset="0"/>
              </a:endParaRPr>
            </a:p>
          </p:txBody>
        </p:sp>
        <p:sp>
          <p:nvSpPr>
            <p:cNvPr id="201738" name="Text Box 2057">
              <a:extLst>
                <a:ext uri="{FF2B5EF4-FFF2-40B4-BE49-F238E27FC236}">
                  <a16:creationId xmlns:a16="http://schemas.microsoft.com/office/drawing/2014/main" id="{8866B8A4-3759-C6B1-904D-C0A2ED5E5FDA}"/>
                </a:ext>
              </a:extLst>
            </p:cNvPr>
            <p:cNvSpPr txBox="1">
              <a:spLocks noChangeArrowheads="1"/>
            </p:cNvSpPr>
            <p:nvPr/>
          </p:nvSpPr>
          <p:spPr bwMode="auto">
            <a:xfrm>
              <a:off x="7512" y="7310"/>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D</a:t>
              </a:r>
              <a:endParaRPr lang="en-US" altLang="en-US" sz="2400">
                <a:latin typeface="Times New Roman" panose="02020603050405020304" pitchFamily="18" charset="0"/>
              </a:endParaRPr>
            </a:p>
          </p:txBody>
        </p:sp>
        <p:sp>
          <p:nvSpPr>
            <p:cNvPr id="201739" name="Text Box 2058">
              <a:extLst>
                <a:ext uri="{FF2B5EF4-FFF2-40B4-BE49-F238E27FC236}">
                  <a16:creationId xmlns:a16="http://schemas.microsoft.com/office/drawing/2014/main" id="{2BF5D05F-A239-D2D9-C004-39F4FFDBB28E}"/>
                </a:ext>
              </a:extLst>
            </p:cNvPr>
            <p:cNvSpPr txBox="1">
              <a:spLocks noChangeArrowheads="1"/>
            </p:cNvSpPr>
            <p:nvPr/>
          </p:nvSpPr>
          <p:spPr bwMode="auto">
            <a:xfrm>
              <a:off x="4344" y="8570"/>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a:t>
              </a:r>
              <a:endParaRPr lang="en-US" altLang="en-US" sz="2400">
                <a:latin typeface="Times New Roman" panose="02020603050405020304" pitchFamily="18" charset="0"/>
              </a:endParaRPr>
            </a:p>
          </p:txBody>
        </p:sp>
        <p:sp>
          <p:nvSpPr>
            <p:cNvPr id="201740" name="Text Box 2059">
              <a:extLst>
                <a:ext uri="{FF2B5EF4-FFF2-40B4-BE49-F238E27FC236}">
                  <a16:creationId xmlns:a16="http://schemas.microsoft.com/office/drawing/2014/main" id="{AA9EB5D1-AACF-809F-AB39-2C38D82E83E7}"/>
                </a:ext>
              </a:extLst>
            </p:cNvPr>
            <p:cNvSpPr txBox="1">
              <a:spLocks noChangeArrowheads="1"/>
            </p:cNvSpPr>
            <p:nvPr/>
          </p:nvSpPr>
          <p:spPr bwMode="auto">
            <a:xfrm>
              <a:off x="5388" y="8558"/>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a:t>
              </a:r>
              <a:endParaRPr lang="en-US" altLang="en-US" sz="2400">
                <a:latin typeface="Times New Roman" panose="02020603050405020304" pitchFamily="18" charset="0"/>
              </a:endParaRPr>
            </a:p>
          </p:txBody>
        </p:sp>
        <p:sp>
          <p:nvSpPr>
            <p:cNvPr id="201741" name="Text Box 2060">
              <a:extLst>
                <a:ext uri="{FF2B5EF4-FFF2-40B4-BE49-F238E27FC236}">
                  <a16:creationId xmlns:a16="http://schemas.microsoft.com/office/drawing/2014/main" id="{6AF5988A-6A2C-8459-1917-1F35B870CA1A}"/>
                </a:ext>
              </a:extLst>
            </p:cNvPr>
            <p:cNvSpPr txBox="1">
              <a:spLocks noChangeArrowheads="1"/>
            </p:cNvSpPr>
            <p:nvPr/>
          </p:nvSpPr>
          <p:spPr bwMode="auto">
            <a:xfrm>
              <a:off x="6420" y="8546"/>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c</a:t>
              </a:r>
              <a:endParaRPr lang="en-US" altLang="en-US" sz="2400">
                <a:latin typeface="Times New Roman" panose="02020603050405020304" pitchFamily="18" charset="0"/>
              </a:endParaRPr>
            </a:p>
          </p:txBody>
        </p:sp>
        <p:sp>
          <p:nvSpPr>
            <p:cNvPr id="201742" name="Text Box 2061">
              <a:extLst>
                <a:ext uri="{FF2B5EF4-FFF2-40B4-BE49-F238E27FC236}">
                  <a16:creationId xmlns:a16="http://schemas.microsoft.com/office/drawing/2014/main" id="{36F89FD0-2B9D-6BB6-F126-859AD34C8369}"/>
                </a:ext>
              </a:extLst>
            </p:cNvPr>
            <p:cNvSpPr txBox="1">
              <a:spLocks noChangeArrowheads="1"/>
            </p:cNvSpPr>
            <p:nvPr/>
          </p:nvSpPr>
          <p:spPr bwMode="auto">
            <a:xfrm>
              <a:off x="7500" y="8546"/>
              <a:ext cx="672" cy="4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d</a:t>
              </a:r>
              <a:endParaRPr lang="en-US" altLang="en-US" sz="2400">
                <a:latin typeface="Times New Roman" panose="02020603050405020304" pitchFamily="18" charset="0"/>
              </a:endParaRPr>
            </a:p>
          </p:txBody>
        </p:sp>
        <p:sp>
          <p:nvSpPr>
            <p:cNvPr id="201743" name="AutoShape 2062">
              <a:extLst>
                <a:ext uri="{FF2B5EF4-FFF2-40B4-BE49-F238E27FC236}">
                  <a16:creationId xmlns:a16="http://schemas.microsoft.com/office/drawing/2014/main" id="{24C2256E-083C-A2EF-B3D0-5BFDC11ABE18}"/>
                </a:ext>
              </a:extLst>
            </p:cNvPr>
            <p:cNvSpPr>
              <a:spLocks noChangeArrowheads="1"/>
            </p:cNvSpPr>
            <p:nvPr/>
          </p:nvSpPr>
          <p:spPr bwMode="auto">
            <a:xfrm>
              <a:off x="4584" y="7754"/>
              <a:ext cx="300" cy="804"/>
            </a:xfrm>
            <a:prstGeom prst="downArrow">
              <a:avLst>
                <a:gd name="adj1" fmla="val 50000"/>
                <a:gd name="adj2" fmla="val 67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1744" name="AutoShape 2063">
              <a:extLst>
                <a:ext uri="{FF2B5EF4-FFF2-40B4-BE49-F238E27FC236}">
                  <a16:creationId xmlns:a16="http://schemas.microsoft.com/office/drawing/2014/main" id="{99F56128-72D6-0633-EC6B-4135DCB7A201}"/>
                </a:ext>
              </a:extLst>
            </p:cNvPr>
            <p:cNvSpPr>
              <a:spLocks noChangeArrowheads="1"/>
            </p:cNvSpPr>
            <p:nvPr/>
          </p:nvSpPr>
          <p:spPr bwMode="auto">
            <a:xfrm>
              <a:off x="5592" y="7742"/>
              <a:ext cx="300" cy="804"/>
            </a:xfrm>
            <a:prstGeom prst="downArrow">
              <a:avLst>
                <a:gd name="adj1" fmla="val 50000"/>
                <a:gd name="adj2" fmla="val 67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1745" name="AutoShape 2064">
              <a:extLst>
                <a:ext uri="{FF2B5EF4-FFF2-40B4-BE49-F238E27FC236}">
                  <a16:creationId xmlns:a16="http://schemas.microsoft.com/office/drawing/2014/main" id="{B912A58F-0C45-EFCA-4E3A-FB204DD86AAB}"/>
                </a:ext>
              </a:extLst>
            </p:cNvPr>
            <p:cNvSpPr>
              <a:spLocks noChangeArrowheads="1"/>
            </p:cNvSpPr>
            <p:nvPr/>
          </p:nvSpPr>
          <p:spPr bwMode="auto">
            <a:xfrm>
              <a:off x="6612" y="7730"/>
              <a:ext cx="300" cy="804"/>
            </a:xfrm>
            <a:prstGeom prst="downArrow">
              <a:avLst>
                <a:gd name="adj1" fmla="val 50000"/>
                <a:gd name="adj2" fmla="val 67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1746" name="AutoShape 2065">
              <a:extLst>
                <a:ext uri="{FF2B5EF4-FFF2-40B4-BE49-F238E27FC236}">
                  <a16:creationId xmlns:a16="http://schemas.microsoft.com/office/drawing/2014/main" id="{A2F79ABD-2EFC-BF1B-BE29-7D1AD5551C5C}"/>
                </a:ext>
              </a:extLst>
            </p:cNvPr>
            <p:cNvSpPr>
              <a:spLocks noChangeArrowheads="1"/>
            </p:cNvSpPr>
            <p:nvPr/>
          </p:nvSpPr>
          <p:spPr bwMode="auto">
            <a:xfrm>
              <a:off x="7704" y="7730"/>
              <a:ext cx="300" cy="804"/>
            </a:xfrm>
            <a:prstGeom prst="downArrow">
              <a:avLst>
                <a:gd name="adj1" fmla="val 50000"/>
                <a:gd name="adj2" fmla="val 67000"/>
              </a:avLst>
            </a:prstGeom>
            <a:solidFill>
              <a:srgbClr val="333333"/>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Number Placeholder 5">
            <a:extLst>
              <a:ext uri="{FF2B5EF4-FFF2-40B4-BE49-F238E27FC236}">
                <a16:creationId xmlns:a16="http://schemas.microsoft.com/office/drawing/2014/main" id="{0CA6671F-28C1-69C5-C83F-48DB32F294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EAAE2BC-44E1-4FAE-B7AD-D7F206D10A3E}" type="slidenum">
              <a:rPr lang="en-US" altLang="en-US" sz="1400"/>
              <a:pPr>
                <a:spcBef>
                  <a:spcPct val="0"/>
                </a:spcBef>
                <a:buClrTx/>
                <a:buSzTx/>
                <a:buFontTx/>
                <a:buNone/>
              </a:pPr>
              <a:t>155</a:t>
            </a:fld>
            <a:endParaRPr lang="en-US" altLang="en-US" sz="1400"/>
          </a:p>
        </p:txBody>
      </p:sp>
      <p:sp>
        <p:nvSpPr>
          <p:cNvPr id="203779" name="Rectangle 1026">
            <a:extLst>
              <a:ext uri="{FF2B5EF4-FFF2-40B4-BE49-F238E27FC236}">
                <a16:creationId xmlns:a16="http://schemas.microsoft.com/office/drawing/2014/main" id="{7F2C7F19-5871-EC42-1F7C-808584E7AC71}"/>
              </a:ext>
            </a:extLst>
          </p:cNvPr>
          <p:cNvSpPr>
            <a:spLocks noGrp="1" noChangeArrowheads="1"/>
          </p:cNvSpPr>
          <p:nvPr>
            <p:ph type="title"/>
          </p:nvPr>
        </p:nvSpPr>
        <p:spPr/>
        <p:txBody>
          <a:bodyPr/>
          <a:lstStyle/>
          <a:p>
            <a:pPr eaLnBrk="1" hangingPunct="1"/>
            <a:r>
              <a:rPr lang="en-US" altLang="en-US"/>
              <a:t>Sub-Blocks</a:t>
            </a:r>
          </a:p>
        </p:txBody>
      </p:sp>
      <p:sp>
        <p:nvSpPr>
          <p:cNvPr id="203780" name="Rectangle 1027">
            <a:extLst>
              <a:ext uri="{FF2B5EF4-FFF2-40B4-BE49-F238E27FC236}">
                <a16:creationId xmlns:a16="http://schemas.microsoft.com/office/drawing/2014/main" id="{827A386C-2C46-FDAE-A2F6-5847AD3E12F9}"/>
              </a:ext>
            </a:extLst>
          </p:cNvPr>
          <p:cNvSpPr>
            <a:spLocks noGrp="1" noChangeArrowheads="1"/>
          </p:cNvSpPr>
          <p:nvPr>
            <p:ph type="body" idx="1"/>
          </p:nvPr>
        </p:nvSpPr>
        <p:spPr/>
        <p:txBody>
          <a:bodyPr/>
          <a:lstStyle/>
          <a:p>
            <a:pPr eaLnBrk="1" hangingPunct="1"/>
            <a:endParaRPr lang="en-GB" altLang="en-US"/>
          </a:p>
        </p:txBody>
      </p:sp>
      <p:grpSp>
        <p:nvGrpSpPr>
          <p:cNvPr id="203781" name="Group 1028">
            <a:extLst>
              <a:ext uri="{FF2B5EF4-FFF2-40B4-BE49-F238E27FC236}">
                <a16:creationId xmlns:a16="http://schemas.microsoft.com/office/drawing/2014/main" id="{91819A4F-452F-E8D8-9A66-46107C904FBC}"/>
              </a:ext>
            </a:extLst>
          </p:cNvPr>
          <p:cNvGrpSpPr>
            <a:grpSpLocks/>
          </p:cNvGrpSpPr>
          <p:nvPr/>
        </p:nvGrpSpPr>
        <p:grpSpPr bwMode="auto">
          <a:xfrm>
            <a:off x="2895600" y="2514600"/>
            <a:ext cx="6781800" cy="2895600"/>
            <a:chOff x="2340" y="1715"/>
            <a:chExt cx="7755" cy="2940"/>
          </a:xfrm>
        </p:grpSpPr>
        <p:sp>
          <p:nvSpPr>
            <p:cNvPr id="203782" name="Rectangle 1029">
              <a:extLst>
                <a:ext uri="{FF2B5EF4-FFF2-40B4-BE49-F238E27FC236}">
                  <a16:creationId xmlns:a16="http://schemas.microsoft.com/office/drawing/2014/main" id="{17C40D40-7E78-8947-EAA0-ED6089CD0186}"/>
                </a:ext>
              </a:extLst>
            </p:cNvPr>
            <p:cNvSpPr>
              <a:spLocks noChangeArrowheads="1"/>
            </p:cNvSpPr>
            <p:nvPr/>
          </p:nvSpPr>
          <p:spPr bwMode="auto">
            <a:xfrm>
              <a:off x="2340" y="1715"/>
              <a:ext cx="7755" cy="29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3783" name="Text Box 1030">
              <a:extLst>
                <a:ext uri="{FF2B5EF4-FFF2-40B4-BE49-F238E27FC236}">
                  <a16:creationId xmlns:a16="http://schemas.microsoft.com/office/drawing/2014/main" id="{954227EA-6758-EDD7-542C-E07937D1FBB9}"/>
                </a:ext>
              </a:extLst>
            </p:cNvPr>
            <p:cNvSpPr txBox="1">
              <a:spLocks noChangeArrowheads="1"/>
            </p:cNvSpPr>
            <p:nvPr/>
          </p:nvSpPr>
          <p:spPr bwMode="auto">
            <a:xfrm>
              <a:off x="2925" y="2329"/>
              <a:ext cx="6195"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Block 1 (512 bits)</a:t>
              </a:r>
              <a:endParaRPr lang="en-US" altLang="en-US" sz="2400">
                <a:latin typeface="Times New Roman" panose="02020603050405020304" pitchFamily="18" charset="0"/>
              </a:endParaRPr>
            </a:p>
          </p:txBody>
        </p:sp>
        <p:sp>
          <p:nvSpPr>
            <p:cNvPr id="203784" name="Text Box 1031">
              <a:extLst>
                <a:ext uri="{FF2B5EF4-FFF2-40B4-BE49-F238E27FC236}">
                  <a16:creationId xmlns:a16="http://schemas.microsoft.com/office/drawing/2014/main" id="{6E4E4A6F-11B2-C590-5EC9-4232123A71D6}"/>
                </a:ext>
              </a:extLst>
            </p:cNvPr>
            <p:cNvSpPr txBox="1">
              <a:spLocks noChangeArrowheads="1"/>
            </p:cNvSpPr>
            <p:nvPr/>
          </p:nvSpPr>
          <p:spPr bwMode="auto">
            <a:xfrm>
              <a:off x="2955" y="3160"/>
              <a:ext cx="1320" cy="3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Sub block 1</a:t>
              </a:r>
              <a:endParaRPr lang="en-US" altLang="en-US" sz="2400">
                <a:latin typeface="Times New Roman" panose="02020603050405020304" pitchFamily="18" charset="0"/>
              </a:endParaRPr>
            </a:p>
          </p:txBody>
        </p:sp>
        <p:sp>
          <p:nvSpPr>
            <p:cNvPr id="203785" name="Text Box 1032">
              <a:extLst>
                <a:ext uri="{FF2B5EF4-FFF2-40B4-BE49-F238E27FC236}">
                  <a16:creationId xmlns:a16="http://schemas.microsoft.com/office/drawing/2014/main" id="{BA78A5E5-62B6-6A55-E8FD-64CE5033C91B}"/>
                </a:ext>
              </a:extLst>
            </p:cNvPr>
            <p:cNvSpPr txBox="1">
              <a:spLocks noChangeArrowheads="1"/>
            </p:cNvSpPr>
            <p:nvPr/>
          </p:nvSpPr>
          <p:spPr bwMode="auto">
            <a:xfrm>
              <a:off x="4260" y="3160"/>
              <a:ext cx="1335" cy="3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Sub block 2</a:t>
              </a:r>
              <a:endParaRPr lang="en-US" altLang="en-US" sz="2400">
                <a:latin typeface="Times New Roman" panose="02020603050405020304" pitchFamily="18" charset="0"/>
              </a:endParaRPr>
            </a:p>
          </p:txBody>
        </p:sp>
        <p:sp>
          <p:nvSpPr>
            <p:cNvPr id="203786" name="Text Box 1033">
              <a:extLst>
                <a:ext uri="{FF2B5EF4-FFF2-40B4-BE49-F238E27FC236}">
                  <a16:creationId xmlns:a16="http://schemas.microsoft.com/office/drawing/2014/main" id="{72B3BE36-AE81-8590-D49B-11E39C02E089}"/>
                </a:ext>
              </a:extLst>
            </p:cNvPr>
            <p:cNvSpPr txBox="1">
              <a:spLocks noChangeArrowheads="1"/>
            </p:cNvSpPr>
            <p:nvPr/>
          </p:nvSpPr>
          <p:spPr bwMode="auto">
            <a:xfrm>
              <a:off x="5925" y="3190"/>
              <a:ext cx="735" cy="3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03787" name="Text Box 1034">
              <a:extLst>
                <a:ext uri="{FF2B5EF4-FFF2-40B4-BE49-F238E27FC236}">
                  <a16:creationId xmlns:a16="http://schemas.microsoft.com/office/drawing/2014/main" id="{AC078D60-4D71-AF4D-2AC2-3BF640813DBB}"/>
                </a:ext>
              </a:extLst>
            </p:cNvPr>
            <p:cNvSpPr txBox="1">
              <a:spLocks noChangeArrowheads="1"/>
            </p:cNvSpPr>
            <p:nvPr/>
          </p:nvSpPr>
          <p:spPr bwMode="auto">
            <a:xfrm>
              <a:off x="7680" y="3160"/>
              <a:ext cx="1425" cy="3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Sub block 16</a:t>
              </a:r>
              <a:endParaRPr lang="en-US" altLang="en-US" sz="2400">
                <a:latin typeface="Times New Roman" panose="02020603050405020304" pitchFamily="18" charset="0"/>
              </a:endParaRPr>
            </a:p>
          </p:txBody>
        </p:sp>
        <p:sp>
          <p:nvSpPr>
            <p:cNvPr id="203788" name="Line 1035">
              <a:extLst>
                <a:ext uri="{FF2B5EF4-FFF2-40B4-BE49-F238E27FC236}">
                  <a16:creationId xmlns:a16="http://schemas.microsoft.com/office/drawing/2014/main" id="{CE297614-4846-A1F0-69D8-60244FF98207}"/>
                </a:ext>
              </a:extLst>
            </p:cNvPr>
            <p:cNvSpPr>
              <a:spLocks noChangeShapeType="1"/>
            </p:cNvSpPr>
            <p:nvPr/>
          </p:nvSpPr>
          <p:spPr bwMode="auto">
            <a:xfrm flipH="1">
              <a:off x="2940" y="2740"/>
              <a:ext cx="0" cy="3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3789" name="Line 1036">
              <a:extLst>
                <a:ext uri="{FF2B5EF4-FFF2-40B4-BE49-F238E27FC236}">
                  <a16:creationId xmlns:a16="http://schemas.microsoft.com/office/drawing/2014/main" id="{128124E7-8B45-4FBE-C1AD-F79DB9045D78}"/>
                </a:ext>
              </a:extLst>
            </p:cNvPr>
            <p:cNvSpPr>
              <a:spLocks noChangeShapeType="1"/>
            </p:cNvSpPr>
            <p:nvPr/>
          </p:nvSpPr>
          <p:spPr bwMode="auto">
            <a:xfrm flipH="1">
              <a:off x="4260" y="2725"/>
              <a:ext cx="0" cy="3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3790" name="Line 1037">
              <a:extLst>
                <a:ext uri="{FF2B5EF4-FFF2-40B4-BE49-F238E27FC236}">
                  <a16:creationId xmlns:a16="http://schemas.microsoft.com/office/drawing/2014/main" id="{31B3F3F7-BA57-8CE5-8BD4-5F0BB97C7CA0}"/>
                </a:ext>
              </a:extLst>
            </p:cNvPr>
            <p:cNvSpPr>
              <a:spLocks noChangeShapeType="1"/>
            </p:cNvSpPr>
            <p:nvPr/>
          </p:nvSpPr>
          <p:spPr bwMode="auto">
            <a:xfrm flipH="1">
              <a:off x="5580" y="2725"/>
              <a:ext cx="0" cy="3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3791" name="Line 1038">
              <a:extLst>
                <a:ext uri="{FF2B5EF4-FFF2-40B4-BE49-F238E27FC236}">
                  <a16:creationId xmlns:a16="http://schemas.microsoft.com/office/drawing/2014/main" id="{C1D29CAB-8831-ED01-3E90-DE2DEC45CAFE}"/>
                </a:ext>
              </a:extLst>
            </p:cNvPr>
            <p:cNvSpPr>
              <a:spLocks noChangeShapeType="1"/>
            </p:cNvSpPr>
            <p:nvPr/>
          </p:nvSpPr>
          <p:spPr bwMode="auto">
            <a:xfrm flipH="1">
              <a:off x="7665" y="2740"/>
              <a:ext cx="0" cy="3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3792" name="Line 1039">
              <a:extLst>
                <a:ext uri="{FF2B5EF4-FFF2-40B4-BE49-F238E27FC236}">
                  <a16:creationId xmlns:a16="http://schemas.microsoft.com/office/drawing/2014/main" id="{FDFE7ECC-F00B-017F-D77C-8DA293299507}"/>
                </a:ext>
              </a:extLst>
            </p:cNvPr>
            <p:cNvSpPr>
              <a:spLocks noChangeShapeType="1"/>
            </p:cNvSpPr>
            <p:nvPr/>
          </p:nvSpPr>
          <p:spPr bwMode="auto">
            <a:xfrm flipH="1">
              <a:off x="9105" y="2755"/>
              <a:ext cx="0" cy="3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3793" name="Text Box 1040">
              <a:extLst>
                <a:ext uri="{FF2B5EF4-FFF2-40B4-BE49-F238E27FC236}">
                  <a16:creationId xmlns:a16="http://schemas.microsoft.com/office/drawing/2014/main" id="{CA879C41-C664-9035-2311-C45AD31E3F3F}"/>
                </a:ext>
              </a:extLst>
            </p:cNvPr>
            <p:cNvSpPr txBox="1">
              <a:spLocks noChangeArrowheads="1"/>
            </p:cNvSpPr>
            <p:nvPr/>
          </p:nvSpPr>
          <p:spPr bwMode="auto">
            <a:xfrm>
              <a:off x="2970" y="3670"/>
              <a:ext cx="129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32 bits</a:t>
              </a:r>
              <a:endParaRPr lang="en-US" altLang="en-US" sz="2400">
                <a:latin typeface="Times New Roman" panose="02020603050405020304" pitchFamily="18" charset="0"/>
              </a:endParaRPr>
            </a:p>
          </p:txBody>
        </p:sp>
        <p:sp>
          <p:nvSpPr>
            <p:cNvPr id="203794" name="Text Box 1041">
              <a:extLst>
                <a:ext uri="{FF2B5EF4-FFF2-40B4-BE49-F238E27FC236}">
                  <a16:creationId xmlns:a16="http://schemas.microsoft.com/office/drawing/2014/main" id="{FBA1DB92-0FCB-A23B-F177-2BD4A4F85300}"/>
                </a:ext>
              </a:extLst>
            </p:cNvPr>
            <p:cNvSpPr txBox="1">
              <a:spLocks noChangeArrowheads="1"/>
            </p:cNvSpPr>
            <p:nvPr/>
          </p:nvSpPr>
          <p:spPr bwMode="auto">
            <a:xfrm>
              <a:off x="4260" y="3670"/>
              <a:ext cx="129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32 bits</a:t>
              </a:r>
              <a:endParaRPr lang="en-US" altLang="en-US" sz="2400">
                <a:latin typeface="Times New Roman" panose="02020603050405020304" pitchFamily="18" charset="0"/>
              </a:endParaRPr>
            </a:p>
          </p:txBody>
        </p:sp>
        <p:sp>
          <p:nvSpPr>
            <p:cNvPr id="203795" name="Text Box 1042">
              <a:extLst>
                <a:ext uri="{FF2B5EF4-FFF2-40B4-BE49-F238E27FC236}">
                  <a16:creationId xmlns:a16="http://schemas.microsoft.com/office/drawing/2014/main" id="{457F1917-C83F-5D21-302F-D90077875E30}"/>
                </a:ext>
              </a:extLst>
            </p:cNvPr>
            <p:cNvSpPr txBox="1">
              <a:spLocks noChangeArrowheads="1"/>
            </p:cNvSpPr>
            <p:nvPr/>
          </p:nvSpPr>
          <p:spPr bwMode="auto">
            <a:xfrm>
              <a:off x="5625" y="3655"/>
              <a:ext cx="129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a:t>
              </a:r>
              <a:endParaRPr lang="en-US" altLang="en-US" sz="2400">
                <a:latin typeface="Times New Roman" panose="02020603050405020304" pitchFamily="18" charset="0"/>
              </a:endParaRPr>
            </a:p>
          </p:txBody>
        </p:sp>
        <p:sp>
          <p:nvSpPr>
            <p:cNvPr id="203796" name="Text Box 1043">
              <a:extLst>
                <a:ext uri="{FF2B5EF4-FFF2-40B4-BE49-F238E27FC236}">
                  <a16:creationId xmlns:a16="http://schemas.microsoft.com/office/drawing/2014/main" id="{B59F0D6E-8D2A-9211-6714-E71A98098587}"/>
                </a:ext>
              </a:extLst>
            </p:cNvPr>
            <p:cNvSpPr txBox="1">
              <a:spLocks noChangeArrowheads="1"/>
            </p:cNvSpPr>
            <p:nvPr/>
          </p:nvSpPr>
          <p:spPr bwMode="auto">
            <a:xfrm>
              <a:off x="7800" y="3670"/>
              <a:ext cx="129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32 bits</a:t>
              </a:r>
              <a:endParaRPr lang="en-US" altLang="en-US" sz="24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Number Placeholder 5">
            <a:extLst>
              <a:ext uri="{FF2B5EF4-FFF2-40B4-BE49-F238E27FC236}">
                <a16:creationId xmlns:a16="http://schemas.microsoft.com/office/drawing/2014/main" id="{DAD7FD02-84AD-BAF5-AA46-4BF9003E1C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398A258-3F86-4FF7-81CC-7467BEA25DA3}" type="slidenum">
              <a:rPr lang="en-US" altLang="en-US" sz="1400"/>
              <a:pPr>
                <a:spcBef>
                  <a:spcPct val="0"/>
                </a:spcBef>
                <a:buClrTx/>
                <a:buSzTx/>
                <a:buFontTx/>
                <a:buNone/>
              </a:pPr>
              <a:t>156</a:t>
            </a:fld>
            <a:endParaRPr lang="en-US" altLang="en-US" sz="1400"/>
          </a:p>
        </p:txBody>
      </p:sp>
      <p:sp>
        <p:nvSpPr>
          <p:cNvPr id="205827" name="Rectangle 2">
            <a:extLst>
              <a:ext uri="{FF2B5EF4-FFF2-40B4-BE49-F238E27FC236}">
                <a16:creationId xmlns:a16="http://schemas.microsoft.com/office/drawing/2014/main" id="{F3D1E2C9-F38B-AC1A-25DC-8A682333AC70}"/>
              </a:ext>
            </a:extLst>
          </p:cNvPr>
          <p:cNvSpPr>
            <a:spLocks noGrp="1" noChangeArrowheads="1"/>
          </p:cNvSpPr>
          <p:nvPr>
            <p:ph type="title"/>
          </p:nvPr>
        </p:nvSpPr>
        <p:spPr/>
        <p:txBody>
          <a:bodyPr/>
          <a:lstStyle/>
          <a:p>
            <a:pPr eaLnBrk="1" hangingPunct="1"/>
            <a:r>
              <a:rPr lang="en-US" altLang="en-US"/>
              <a:t>One Round</a:t>
            </a:r>
          </a:p>
        </p:txBody>
      </p:sp>
      <p:sp>
        <p:nvSpPr>
          <p:cNvPr id="205828" name="Rectangle 3">
            <a:extLst>
              <a:ext uri="{FF2B5EF4-FFF2-40B4-BE49-F238E27FC236}">
                <a16:creationId xmlns:a16="http://schemas.microsoft.com/office/drawing/2014/main" id="{4DF75FB1-B07E-D71E-5D28-B1649B1A1396}"/>
              </a:ext>
            </a:extLst>
          </p:cNvPr>
          <p:cNvSpPr>
            <a:spLocks noGrp="1" noChangeArrowheads="1"/>
          </p:cNvSpPr>
          <p:nvPr>
            <p:ph type="body" idx="1"/>
          </p:nvPr>
        </p:nvSpPr>
        <p:spPr/>
        <p:txBody>
          <a:bodyPr/>
          <a:lstStyle/>
          <a:p>
            <a:pPr eaLnBrk="1" hangingPunct="1"/>
            <a:endParaRPr lang="en-GB" altLang="en-US"/>
          </a:p>
        </p:txBody>
      </p:sp>
      <p:grpSp>
        <p:nvGrpSpPr>
          <p:cNvPr id="205829" name="Group 19">
            <a:extLst>
              <a:ext uri="{FF2B5EF4-FFF2-40B4-BE49-F238E27FC236}">
                <a16:creationId xmlns:a16="http://schemas.microsoft.com/office/drawing/2014/main" id="{C489E832-062C-32AC-332B-AA7CC343B647}"/>
              </a:ext>
            </a:extLst>
          </p:cNvPr>
          <p:cNvGrpSpPr>
            <a:grpSpLocks/>
          </p:cNvGrpSpPr>
          <p:nvPr/>
        </p:nvGrpSpPr>
        <p:grpSpPr bwMode="auto">
          <a:xfrm>
            <a:off x="3200400" y="2057400"/>
            <a:ext cx="6324600" cy="3810000"/>
            <a:chOff x="1056" y="1296"/>
            <a:chExt cx="3984" cy="2400"/>
          </a:xfrm>
        </p:grpSpPr>
        <p:sp>
          <p:nvSpPr>
            <p:cNvPr id="205830" name="Rectangle 5">
              <a:extLst>
                <a:ext uri="{FF2B5EF4-FFF2-40B4-BE49-F238E27FC236}">
                  <a16:creationId xmlns:a16="http://schemas.microsoft.com/office/drawing/2014/main" id="{ADB75BD2-5EEC-256B-531F-3A2E5515190D}"/>
                </a:ext>
              </a:extLst>
            </p:cNvPr>
            <p:cNvSpPr>
              <a:spLocks noChangeArrowheads="1"/>
            </p:cNvSpPr>
            <p:nvPr/>
          </p:nvSpPr>
          <p:spPr bwMode="auto">
            <a:xfrm>
              <a:off x="1056" y="1296"/>
              <a:ext cx="3984" cy="24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5831" name="Text Box 6">
              <a:extLst>
                <a:ext uri="{FF2B5EF4-FFF2-40B4-BE49-F238E27FC236}">
                  <a16:creationId xmlns:a16="http://schemas.microsoft.com/office/drawing/2014/main" id="{B5B553F4-F46B-D705-F9FA-092E02A31D1B}"/>
                </a:ext>
              </a:extLst>
            </p:cNvPr>
            <p:cNvSpPr txBox="1">
              <a:spLocks noChangeArrowheads="1"/>
            </p:cNvSpPr>
            <p:nvPr/>
          </p:nvSpPr>
          <p:spPr bwMode="auto">
            <a:xfrm>
              <a:off x="1581" y="3021"/>
              <a:ext cx="721" cy="2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a:t>
              </a:r>
              <a:endParaRPr lang="en-US" altLang="en-US" sz="2400">
                <a:latin typeface="Times New Roman" panose="02020603050405020304" pitchFamily="18" charset="0"/>
              </a:endParaRPr>
            </a:p>
          </p:txBody>
        </p:sp>
        <p:sp>
          <p:nvSpPr>
            <p:cNvPr id="205832" name="Text Box 7">
              <a:extLst>
                <a:ext uri="{FF2B5EF4-FFF2-40B4-BE49-F238E27FC236}">
                  <a16:creationId xmlns:a16="http://schemas.microsoft.com/office/drawing/2014/main" id="{4CEA6F34-268D-318B-1300-8BDFC869F490}"/>
                </a:ext>
              </a:extLst>
            </p:cNvPr>
            <p:cNvSpPr txBox="1">
              <a:spLocks noChangeArrowheads="1"/>
            </p:cNvSpPr>
            <p:nvPr/>
          </p:nvSpPr>
          <p:spPr bwMode="auto">
            <a:xfrm>
              <a:off x="2302" y="3021"/>
              <a:ext cx="721" cy="2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a:t>
              </a:r>
              <a:endParaRPr lang="en-US" altLang="en-US" sz="2400">
                <a:latin typeface="Times New Roman" panose="02020603050405020304" pitchFamily="18" charset="0"/>
              </a:endParaRPr>
            </a:p>
          </p:txBody>
        </p:sp>
        <p:sp>
          <p:nvSpPr>
            <p:cNvPr id="205833" name="Text Box 8">
              <a:extLst>
                <a:ext uri="{FF2B5EF4-FFF2-40B4-BE49-F238E27FC236}">
                  <a16:creationId xmlns:a16="http://schemas.microsoft.com/office/drawing/2014/main" id="{66BDB3B3-BA29-B909-2150-6C86160AB5F3}"/>
                </a:ext>
              </a:extLst>
            </p:cNvPr>
            <p:cNvSpPr txBox="1">
              <a:spLocks noChangeArrowheads="1"/>
            </p:cNvSpPr>
            <p:nvPr/>
          </p:nvSpPr>
          <p:spPr bwMode="auto">
            <a:xfrm>
              <a:off x="3023" y="3021"/>
              <a:ext cx="721" cy="2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c</a:t>
              </a:r>
              <a:endParaRPr lang="en-US" altLang="en-US" sz="2400">
                <a:latin typeface="Times New Roman" panose="02020603050405020304" pitchFamily="18" charset="0"/>
              </a:endParaRPr>
            </a:p>
          </p:txBody>
        </p:sp>
        <p:sp>
          <p:nvSpPr>
            <p:cNvPr id="205834" name="Text Box 9">
              <a:extLst>
                <a:ext uri="{FF2B5EF4-FFF2-40B4-BE49-F238E27FC236}">
                  <a16:creationId xmlns:a16="http://schemas.microsoft.com/office/drawing/2014/main" id="{6FF428D2-14FD-F7CE-2DD0-FF21394D5BA6}"/>
                </a:ext>
              </a:extLst>
            </p:cNvPr>
            <p:cNvSpPr txBox="1">
              <a:spLocks noChangeArrowheads="1"/>
            </p:cNvSpPr>
            <p:nvPr/>
          </p:nvSpPr>
          <p:spPr bwMode="auto">
            <a:xfrm>
              <a:off x="3744" y="3021"/>
              <a:ext cx="721" cy="2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d</a:t>
              </a:r>
              <a:endParaRPr lang="en-US" altLang="en-US" sz="2400">
                <a:latin typeface="Times New Roman" panose="02020603050405020304" pitchFamily="18" charset="0"/>
              </a:endParaRPr>
            </a:p>
          </p:txBody>
        </p:sp>
        <p:sp>
          <p:nvSpPr>
            <p:cNvPr id="205835" name="Text Box 10">
              <a:extLst>
                <a:ext uri="{FF2B5EF4-FFF2-40B4-BE49-F238E27FC236}">
                  <a16:creationId xmlns:a16="http://schemas.microsoft.com/office/drawing/2014/main" id="{34DC3FFD-9B4D-EB24-6139-707445FB8ACB}"/>
                </a:ext>
              </a:extLst>
            </p:cNvPr>
            <p:cNvSpPr txBox="1">
              <a:spLocks noChangeArrowheads="1"/>
            </p:cNvSpPr>
            <p:nvPr/>
          </p:nvSpPr>
          <p:spPr bwMode="auto">
            <a:xfrm>
              <a:off x="1824" y="1488"/>
              <a:ext cx="1157" cy="423"/>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Current 512-bit block (Containing sixteen 32-bit sub-blocks)</a:t>
              </a:r>
              <a:endParaRPr lang="en-US" altLang="en-US" sz="2400">
                <a:latin typeface="Times New Roman" panose="02020603050405020304" pitchFamily="18" charset="0"/>
              </a:endParaRPr>
            </a:p>
          </p:txBody>
        </p:sp>
        <p:sp>
          <p:nvSpPr>
            <p:cNvPr id="205836" name="Text Box 11">
              <a:extLst>
                <a:ext uri="{FF2B5EF4-FFF2-40B4-BE49-F238E27FC236}">
                  <a16:creationId xmlns:a16="http://schemas.microsoft.com/office/drawing/2014/main" id="{587DA7B3-BAD8-80E9-4135-EC60DC840641}"/>
                </a:ext>
              </a:extLst>
            </p:cNvPr>
            <p:cNvSpPr txBox="1">
              <a:spLocks noChangeArrowheads="1"/>
            </p:cNvSpPr>
            <p:nvPr/>
          </p:nvSpPr>
          <p:spPr bwMode="auto">
            <a:xfrm>
              <a:off x="3072" y="1488"/>
              <a:ext cx="1151" cy="423"/>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Array of 64 constants (t [k], k = 1 to 64)</a:t>
              </a:r>
              <a:endParaRPr lang="en-US" altLang="en-US" sz="2400">
                <a:latin typeface="Times New Roman" panose="02020603050405020304" pitchFamily="18" charset="0"/>
              </a:endParaRPr>
            </a:p>
          </p:txBody>
        </p:sp>
        <p:sp>
          <p:nvSpPr>
            <p:cNvPr id="205837" name="Text Box 12">
              <a:extLst>
                <a:ext uri="{FF2B5EF4-FFF2-40B4-BE49-F238E27FC236}">
                  <a16:creationId xmlns:a16="http://schemas.microsoft.com/office/drawing/2014/main" id="{8ED544A6-6355-B19F-F121-322A597ABA52}"/>
                </a:ext>
              </a:extLst>
            </p:cNvPr>
            <p:cNvSpPr txBox="1">
              <a:spLocks noChangeArrowheads="1"/>
            </p:cNvSpPr>
            <p:nvPr/>
          </p:nvSpPr>
          <p:spPr bwMode="auto">
            <a:xfrm>
              <a:off x="2000" y="2314"/>
              <a:ext cx="2205" cy="286"/>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Four rounds</a:t>
              </a:r>
              <a:endParaRPr lang="en-US" altLang="en-US" sz="2400">
                <a:latin typeface="Times New Roman" panose="02020603050405020304" pitchFamily="18" charset="0"/>
              </a:endParaRPr>
            </a:p>
          </p:txBody>
        </p:sp>
        <p:sp>
          <p:nvSpPr>
            <p:cNvPr id="205838" name="Line 13">
              <a:extLst>
                <a:ext uri="{FF2B5EF4-FFF2-40B4-BE49-F238E27FC236}">
                  <a16:creationId xmlns:a16="http://schemas.microsoft.com/office/drawing/2014/main" id="{2D5F24E3-20F7-6EEB-5A30-4623A3C54B96}"/>
                </a:ext>
              </a:extLst>
            </p:cNvPr>
            <p:cNvSpPr>
              <a:spLocks noChangeShapeType="1"/>
            </p:cNvSpPr>
            <p:nvPr/>
          </p:nvSpPr>
          <p:spPr bwMode="auto">
            <a:xfrm>
              <a:off x="2721" y="1908"/>
              <a:ext cx="0" cy="4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5839" name="Line 14">
              <a:extLst>
                <a:ext uri="{FF2B5EF4-FFF2-40B4-BE49-F238E27FC236}">
                  <a16:creationId xmlns:a16="http://schemas.microsoft.com/office/drawing/2014/main" id="{F07C0100-89B5-6C3D-2AF9-6EC73D799C8C}"/>
                </a:ext>
              </a:extLst>
            </p:cNvPr>
            <p:cNvSpPr>
              <a:spLocks noChangeShapeType="1"/>
            </p:cNvSpPr>
            <p:nvPr/>
          </p:nvSpPr>
          <p:spPr bwMode="auto">
            <a:xfrm>
              <a:off x="3610" y="1897"/>
              <a:ext cx="0" cy="4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5840" name="Line 15">
              <a:extLst>
                <a:ext uri="{FF2B5EF4-FFF2-40B4-BE49-F238E27FC236}">
                  <a16:creationId xmlns:a16="http://schemas.microsoft.com/office/drawing/2014/main" id="{DFC1D032-E8FE-41A6-D1F7-E8E0735F044D}"/>
                </a:ext>
              </a:extLst>
            </p:cNvPr>
            <p:cNvSpPr>
              <a:spLocks noChangeShapeType="1"/>
            </p:cNvSpPr>
            <p:nvPr/>
          </p:nvSpPr>
          <p:spPr bwMode="auto">
            <a:xfrm flipV="1">
              <a:off x="2134" y="2589"/>
              <a:ext cx="0" cy="4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5841" name="Line 16">
              <a:extLst>
                <a:ext uri="{FF2B5EF4-FFF2-40B4-BE49-F238E27FC236}">
                  <a16:creationId xmlns:a16="http://schemas.microsoft.com/office/drawing/2014/main" id="{008D3704-1FDD-9DBD-80F7-1E6DC4FBC6C0}"/>
                </a:ext>
              </a:extLst>
            </p:cNvPr>
            <p:cNvSpPr>
              <a:spLocks noChangeShapeType="1"/>
            </p:cNvSpPr>
            <p:nvPr/>
          </p:nvSpPr>
          <p:spPr bwMode="auto">
            <a:xfrm flipV="1">
              <a:off x="2721" y="2589"/>
              <a:ext cx="0" cy="4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5842" name="Line 17">
              <a:extLst>
                <a:ext uri="{FF2B5EF4-FFF2-40B4-BE49-F238E27FC236}">
                  <a16:creationId xmlns:a16="http://schemas.microsoft.com/office/drawing/2014/main" id="{22209C7A-DD48-9793-458E-C9E4908B7F22}"/>
                </a:ext>
              </a:extLst>
            </p:cNvPr>
            <p:cNvSpPr>
              <a:spLocks noChangeShapeType="1"/>
            </p:cNvSpPr>
            <p:nvPr/>
          </p:nvSpPr>
          <p:spPr bwMode="auto">
            <a:xfrm flipV="1">
              <a:off x="3409" y="2589"/>
              <a:ext cx="0" cy="4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5843" name="Line 18">
              <a:extLst>
                <a:ext uri="{FF2B5EF4-FFF2-40B4-BE49-F238E27FC236}">
                  <a16:creationId xmlns:a16="http://schemas.microsoft.com/office/drawing/2014/main" id="{51B0AC81-110A-E997-8FB0-A4E5896ADCF2}"/>
                </a:ext>
              </a:extLst>
            </p:cNvPr>
            <p:cNvSpPr>
              <a:spLocks noChangeShapeType="1"/>
            </p:cNvSpPr>
            <p:nvPr/>
          </p:nvSpPr>
          <p:spPr bwMode="auto">
            <a:xfrm flipV="1">
              <a:off x="4054" y="2589"/>
              <a:ext cx="0" cy="4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Number Placeholder 4">
            <a:extLst>
              <a:ext uri="{FF2B5EF4-FFF2-40B4-BE49-F238E27FC236}">
                <a16:creationId xmlns:a16="http://schemas.microsoft.com/office/drawing/2014/main" id="{F9691A9B-A299-E999-0A53-BAA7B1F326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F58D342-7C36-404E-A002-8237318BC238}" type="slidenum">
              <a:rPr lang="en-US" altLang="en-US" sz="1400"/>
              <a:pPr>
                <a:spcBef>
                  <a:spcPct val="0"/>
                </a:spcBef>
                <a:buClrTx/>
                <a:buSzTx/>
                <a:buFontTx/>
                <a:buNone/>
              </a:pPr>
              <a:t>157</a:t>
            </a:fld>
            <a:endParaRPr lang="en-US" altLang="en-US" sz="1400"/>
          </a:p>
        </p:txBody>
      </p:sp>
      <p:sp>
        <p:nvSpPr>
          <p:cNvPr id="207875" name="Rectangle 5">
            <a:extLst>
              <a:ext uri="{FF2B5EF4-FFF2-40B4-BE49-F238E27FC236}">
                <a16:creationId xmlns:a16="http://schemas.microsoft.com/office/drawing/2014/main" id="{B511C3E3-43BF-8185-A51A-78E779000B4B}"/>
              </a:ext>
            </a:extLst>
          </p:cNvPr>
          <p:cNvSpPr>
            <a:spLocks noChangeArrowheads="1"/>
          </p:cNvSpPr>
          <p:nvPr/>
        </p:nvSpPr>
        <p:spPr bwMode="auto">
          <a:xfrm>
            <a:off x="2743200" y="1828801"/>
            <a:ext cx="6400800" cy="42195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07876" name="Text Box 46">
            <a:extLst>
              <a:ext uri="{FF2B5EF4-FFF2-40B4-BE49-F238E27FC236}">
                <a16:creationId xmlns:a16="http://schemas.microsoft.com/office/drawing/2014/main" id="{AECA2836-43BE-7835-94A6-E1AA520040BA}"/>
              </a:ext>
            </a:extLst>
          </p:cNvPr>
          <p:cNvSpPr txBox="1">
            <a:spLocks noChangeArrowheads="1"/>
          </p:cNvSpPr>
          <p:nvPr/>
        </p:nvSpPr>
        <p:spPr bwMode="auto">
          <a:xfrm>
            <a:off x="6324600" y="3124201"/>
            <a:ext cx="2590800" cy="2400657"/>
          </a:xfrm>
          <a:prstGeom prst="rect">
            <a:avLst/>
          </a:prstGeom>
          <a:solidFill>
            <a:schemeClr val="accent5">
              <a:lumMod val="75000"/>
            </a:schemeClr>
          </a:solidFill>
          <a:ln>
            <a:noFill/>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50000"/>
              </a:spcBef>
              <a:buClrTx/>
              <a:buSzTx/>
              <a:buFontTx/>
              <a:buNone/>
            </a:pPr>
            <a:r>
              <a:rPr lang="en-US" altLang="en-US" sz="1200" dirty="0">
                <a:solidFill>
                  <a:schemeClr val="bg1"/>
                </a:solidFill>
              </a:rPr>
              <a:t>*Process P happens in every round. Each round processes sixteen 32-bit sub-blocks of the plain text.</a:t>
            </a:r>
          </a:p>
          <a:p>
            <a:pPr>
              <a:spcBef>
                <a:spcPct val="50000"/>
              </a:spcBef>
              <a:buClrTx/>
              <a:buSzTx/>
              <a:buFontTx/>
              <a:buNone/>
            </a:pPr>
            <a:r>
              <a:rPr lang="en-US" altLang="en-US" sz="1200" dirty="0">
                <a:solidFill>
                  <a:schemeClr val="bg1"/>
                </a:solidFill>
              </a:rPr>
              <a:t>In round 1, we will have M[0] to M[15] of plain text sub block 1 and t[1] to t[16]</a:t>
            </a:r>
          </a:p>
          <a:p>
            <a:pPr>
              <a:spcBef>
                <a:spcPct val="50000"/>
              </a:spcBef>
              <a:buClrTx/>
              <a:buSzTx/>
              <a:buFontTx/>
              <a:buNone/>
            </a:pPr>
            <a:r>
              <a:rPr lang="en-US" altLang="en-US" sz="1200" dirty="0">
                <a:solidFill>
                  <a:schemeClr val="bg1"/>
                </a:solidFill>
              </a:rPr>
              <a:t>In round 2, we will have M[0] to M[15] of plain text sub block 2 and t[17] to t[32]</a:t>
            </a:r>
          </a:p>
          <a:p>
            <a:pPr>
              <a:spcBef>
                <a:spcPct val="50000"/>
              </a:spcBef>
              <a:buClrTx/>
              <a:buSzTx/>
              <a:buFontTx/>
              <a:buNone/>
            </a:pPr>
            <a:r>
              <a:rPr lang="en-US" altLang="en-US" sz="1200" dirty="0">
                <a:solidFill>
                  <a:schemeClr val="bg1"/>
                </a:solidFill>
              </a:rPr>
              <a:t>…</a:t>
            </a:r>
            <a:endParaRPr lang="en-GB" altLang="en-US" sz="1200" dirty="0">
              <a:solidFill>
                <a:schemeClr val="bg1"/>
              </a:solidFill>
            </a:endParaRPr>
          </a:p>
        </p:txBody>
      </p:sp>
      <p:sp>
        <p:nvSpPr>
          <p:cNvPr id="207877" name="Rectangle 2">
            <a:extLst>
              <a:ext uri="{FF2B5EF4-FFF2-40B4-BE49-F238E27FC236}">
                <a16:creationId xmlns:a16="http://schemas.microsoft.com/office/drawing/2014/main" id="{C83B8F21-1734-19B7-7B4B-C5D0EB9433B3}"/>
              </a:ext>
            </a:extLst>
          </p:cNvPr>
          <p:cNvSpPr>
            <a:spLocks noGrp="1" noChangeArrowheads="1"/>
          </p:cNvSpPr>
          <p:nvPr>
            <p:ph type="title"/>
          </p:nvPr>
        </p:nvSpPr>
        <p:spPr/>
        <p:txBody>
          <a:bodyPr/>
          <a:lstStyle/>
          <a:p>
            <a:pPr eaLnBrk="1" hangingPunct="1"/>
            <a:r>
              <a:rPr lang="en-US" altLang="en-US"/>
              <a:t>One MD5 Operation</a:t>
            </a:r>
          </a:p>
        </p:txBody>
      </p:sp>
      <p:sp>
        <p:nvSpPr>
          <p:cNvPr id="207878" name="Text Box 6">
            <a:extLst>
              <a:ext uri="{FF2B5EF4-FFF2-40B4-BE49-F238E27FC236}">
                <a16:creationId xmlns:a16="http://schemas.microsoft.com/office/drawing/2014/main" id="{D8C7CCE1-B9BF-963E-D697-1C1EAD3D61C7}"/>
              </a:ext>
            </a:extLst>
          </p:cNvPr>
          <p:cNvSpPr txBox="1">
            <a:spLocks noChangeArrowheads="1"/>
          </p:cNvSpPr>
          <p:nvPr/>
        </p:nvSpPr>
        <p:spPr bwMode="auto">
          <a:xfrm>
            <a:off x="4073526" y="2078039"/>
            <a:ext cx="1108075" cy="20478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07879" name="Text Box 7">
            <a:extLst>
              <a:ext uri="{FF2B5EF4-FFF2-40B4-BE49-F238E27FC236}">
                <a16:creationId xmlns:a16="http://schemas.microsoft.com/office/drawing/2014/main" id="{82DB10F2-95C1-03BD-272B-1CFC9E3EDA24}"/>
              </a:ext>
            </a:extLst>
          </p:cNvPr>
          <p:cNvSpPr txBox="1">
            <a:spLocks noChangeArrowheads="1"/>
          </p:cNvSpPr>
          <p:nvPr/>
        </p:nvSpPr>
        <p:spPr bwMode="auto">
          <a:xfrm>
            <a:off x="5181601" y="2078039"/>
            <a:ext cx="1108075" cy="20478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07880" name="Text Box 8">
            <a:extLst>
              <a:ext uri="{FF2B5EF4-FFF2-40B4-BE49-F238E27FC236}">
                <a16:creationId xmlns:a16="http://schemas.microsoft.com/office/drawing/2014/main" id="{8CE75BD3-EAB3-DD11-150D-D260E62871ED}"/>
              </a:ext>
            </a:extLst>
          </p:cNvPr>
          <p:cNvSpPr txBox="1">
            <a:spLocks noChangeArrowheads="1"/>
          </p:cNvSpPr>
          <p:nvPr/>
        </p:nvSpPr>
        <p:spPr bwMode="auto">
          <a:xfrm>
            <a:off x="6289675" y="2078039"/>
            <a:ext cx="1106488" cy="20478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207881" name="Text Box 9">
            <a:extLst>
              <a:ext uri="{FF2B5EF4-FFF2-40B4-BE49-F238E27FC236}">
                <a16:creationId xmlns:a16="http://schemas.microsoft.com/office/drawing/2014/main" id="{2A8E1434-677E-1EE7-F1CC-343895DBA2DB}"/>
              </a:ext>
            </a:extLst>
          </p:cNvPr>
          <p:cNvSpPr txBox="1">
            <a:spLocks noChangeArrowheads="1"/>
          </p:cNvSpPr>
          <p:nvPr/>
        </p:nvSpPr>
        <p:spPr bwMode="auto">
          <a:xfrm>
            <a:off x="7396164" y="2078039"/>
            <a:ext cx="1108075" cy="20478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207882" name="Line 10">
            <a:extLst>
              <a:ext uri="{FF2B5EF4-FFF2-40B4-BE49-F238E27FC236}">
                <a16:creationId xmlns:a16="http://schemas.microsoft.com/office/drawing/2014/main" id="{3081375F-6AF5-0598-474E-11CA0DEA5782}"/>
              </a:ext>
            </a:extLst>
          </p:cNvPr>
          <p:cNvSpPr>
            <a:spLocks noChangeShapeType="1"/>
          </p:cNvSpPr>
          <p:nvPr/>
        </p:nvSpPr>
        <p:spPr bwMode="auto">
          <a:xfrm>
            <a:off x="5708650" y="2286001"/>
            <a:ext cx="0" cy="436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7883" name="Line 11">
            <a:extLst>
              <a:ext uri="{FF2B5EF4-FFF2-40B4-BE49-F238E27FC236}">
                <a16:creationId xmlns:a16="http://schemas.microsoft.com/office/drawing/2014/main" id="{0EDCA48D-D765-ADC8-439A-821CD8847F48}"/>
              </a:ext>
            </a:extLst>
          </p:cNvPr>
          <p:cNvSpPr>
            <a:spLocks noChangeShapeType="1"/>
          </p:cNvSpPr>
          <p:nvPr/>
        </p:nvSpPr>
        <p:spPr bwMode="auto">
          <a:xfrm>
            <a:off x="8080375" y="2293938"/>
            <a:ext cx="0" cy="423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7884" name="Line 12">
            <a:extLst>
              <a:ext uri="{FF2B5EF4-FFF2-40B4-BE49-F238E27FC236}">
                <a16:creationId xmlns:a16="http://schemas.microsoft.com/office/drawing/2014/main" id="{30B87D23-5806-B159-F43F-F5E826BCBEFA}"/>
              </a:ext>
            </a:extLst>
          </p:cNvPr>
          <p:cNvSpPr>
            <a:spLocks noChangeShapeType="1"/>
          </p:cNvSpPr>
          <p:nvPr/>
        </p:nvSpPr>
        <p:spPr bwMode="auto">
          <a:xfrm>
            <a:off x="6856413" y="2293939"/>
            <a:ext cx="0" cy="3016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85" name="Line 13">
            <a:extLst>
              <a:ext uri="{FF2B5EF4-FFF2-40B4-BE49-F238E27FC236}">
                <a16:creationId xmlns:a16="http://schemas.microsoft.com/office/drawing/2014/main" id="{85B7AB78-559D-C223-6690-83727C56F03A}"/>
              </a:ext>
            </a:extLst>
          </p:cNvPr>
          <p:cNvSpPr>
            <a:spLocks noChangeShapeType="1"/>
          </p:cNvSpPr>
          <p:nvPr/>
        </p:nvSpPr>
        <p:spPr bwMode="auto">
          <a:xfrm flipV="1">
            <a:off x="5708651" y="2717800"/>
            <a:ext cx="6318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86" name="Line 14">
            <a:extLst>
              <a:ext uri="{FF2B5EF4-FFF2-40B4-BE49-F238E27FC236}">
                <a16:creationId xmlns:a16="http://schemas.microsoft.com/office/drawing/2014/main" id="{BE0CC31F-CAE2-3694-6B71-FEC826470110}"/>
              </a:ext>
            </a:extLst>
          </p:cNvPr>
          <p:cNvSpPr>
            <a:spLocks noChangeShapeType="1"/>
          </p:cNvSpPr>
          <p:nvPr/>
        </p:nvSpPr>
        <p:spPr bwMode="auto">
          <a:xfrm>
            <a:off x="7448550" y="2717800"/>
            <a:ext cx="62865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207887" name="Line 15">
            <a:extLst>
              <a:ext uri="{FF2B5EF4-FFF2-40B4-BE49-F238E27FC236}">
                <a16:creationId xmlns:a16="http://schemas.microsoft.com/office/drawing/2014/main" id="{CC850094-8670-1B2C-B71B-255EE2035D54}"/>
              </a:ext>
            </a:extLst>
          </p:cNvPr>
          <p:cNvSpPr>
            <a:spLocks noChangeShapeType="1"/>
          </p:cNvSpPr>
          <p:nvPr/>
        </p:nvSpPr>
        <p:spPr bwMode="auto">
          <a:xfrm>
            <a:off x="6894513" y="2847975"/>
            <a:ext cx="0" cy="2111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7888" name="Line 16">
            <a:extLst>
              <a:ext uri="{FF2B5EF4-FFF2-40B4-BE49-F238E27FC236}">
                <a16:creationId xmlns:a16="http://schemas.microsoft.com/office/drawing/2014/main" id="{787A8BAF-48A9-C15D-CDBE-C91256D50D20}"/>
              </a:ext>
            </a:extLst>
          </p:cNvPr>
          <p:cNvSpPr>
            <a:spLocks noChangeShapeType="1"/>
          </p:cNvSpPr>
          <p:nvPr/>
        </p:nvSpPr>
        <p:spPr bwMode="auto">
          <a:xfrm flipH="1" flipV="1">
            <a:off x="4975225" y="3059113"/>
            <a:ext cx="19192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89" name="Text Box 17" descr="5%">
            <a:extLst>
              <a:ext uri="{FF2B5EF4-FFF2-40B4-BE49-F238E27FC236}">
                <a16:creationId xmlns:a16="http://schemas.microsoft.com/office/drawing/2014/main" id="{024C3DC5-3068-C233-0D0A-3B9EDD81B316}"/>
              </a:ext>
            </a:extLst>
          </p:cNvPr>
          <p:cNvSpPr txBox="1">
            <a:spLocks noChangeArrowheads="1"/>
          </p:cNvSpPr>
          <p:nvPr/>
        </p:nvSpPr>
        <p:spPr bwMode="auto">
          <a:xfrm>
            <a:off x="6324601" y="2590800"/>
            <a:ext cx="1082675" cy="260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Process P*</a:t>
            </a:r>
          </a:p>
        </p:txBody>
      </p:sp>
      <p:sp>
        <p:nvSpPr>
          <p:cNvPr id="207890" name="Text Box 18">
            <a:extLst>
              <a:ext uri="{FF2B5EF4-FFF2-40B4-BE49-F238E27FC236}">
                <a16:creationId xmlns:a16="http://schemas.microsoft.com/office/drawing/2014/main" id="{EFD69483-023B-A9EA-048F-07C900654369}"/>
              </a:ext>
            </a:extLst>
          </p:cNvPr>
          <p:cNvSpPr txBox="1">
            <a:spLocks noChangeArrowheads="1"/>
          </p:cNvSpPr>
          <p:nvPr/>
        </p:nvSpPr>
        <p:spPr bwMode="auto">
          <a:xfrm>
            <a:off x="4278313" y="2936876"/>
            <a:ext cx="696912" cy="24447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07891" name="Line 19">
            <a:extLst>
              <a:ext uri="{FF2B5EF4-FFF2-40B4-BE49-F238E27FC236}">
                <a16:creationId xmlns:a16="http://schemas.microsoft.com/office/drawing/2014/main" id="{D1082AE9-4E60-AC47-82AA-8CA2E5459034}"/>
              </a:ext>
            </a:extLst>
          </p:cNvPr>
          <p:cNvSpPr>
            <a:spLocks noChangeShapeType="1"/>
          </p:cNvSpPr>
          <p:nvPr/>
        </p:nvSpPr>
        <p:spPr bwMode="auto">
          <a:xfrm>
            <a:off x="4627563" y="2293938"/>
            <a:ext cx="0" cy="635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92" name="Text Box 20">
            <a:extLst>
              <a:ext uri="{FF2B5EF4-FFF2-40B4-BE49-F238E27FC236}">
                <a16:creationId xmlns:a16="http://schemas.microsoft.com/office/drawing/2014/main" id="{2A1568AF-7450-681F-4AC5-78E2D06EAC5C}"/>
              </a:ext>
            </a:extLst>
          </p:cNvPr>
          <p:cNvSpPr txBox="1">
            <a:spLocks noChangeArrowheads="1"/>
          </p:cNvSpPr>
          <p:nvPr/>
        </p:nvSpPr>
        <p:spPr bwMode="auto">
          <a:xfrm>
            <a:off x="4278313" y="3925888"/>
            <a:ext cx="696912" cy="24606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07893" name="Text Box 21">
            <a:extLst>
              <a:ext uri="{FF2B5EF4-FFF2-40B4-BE49-F238E27FC236}">
                <a16:creationId xmlns:a16="http://schemas.microsoft.com/office/drawing/2014/main" id="{5D24C37C-ACCF-4702-341D-CE58CF26B2E4}"/>
              </a:ext>
            </a:extLst>
          </p:cNvPr>
          <p:cNvSpPr txBox="1">
            <a:spLocks noChangeArrowheads="1"/>
          </p:cNvSpPr>
          <p:nvPr/>
        </p:nvSpPr>
        <p:spPr bwMode="auto">
          <a:xfrm>
            <a:off x="3222626" y="3935413"/>
            <a:ext cx="631825" cy="252412"/>
          </a:xfrm>
          <a:prstGeom prst="rect">
            <a:avLst/>
          </a:prstGeom>
          <a:solidFill>
            <a:srgbClr val="FFFFFF"/>
          </a:solidFill>
          <a:ln w="9525">
            <a:solidFill>
              <a:srgbClr val="333333"/>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t[k]</a:t>
            </a:r>
          </a:p>
        </p:txBody>
      </p:sp>
      <p:sp>
        <p:nvSpPr>
          <p:cNvPr id="207894" name="Line 22">
            <a:extLst>
              <a:ext uri="{FF2B5EF4-FFF2-40B4-BE49-F238E27FC236}">
                <a16:creationId xmlns:a16="http://schemas.microsoft.com/office/drawing/2014/main" id="{5AE576F0-06DC-7B08-FB9A-05D0E1475263}"/>
              </a:ext>
            </a:extLst>
          </p:cNvPr>
          <p:cNvSpPr>
            <a:spLocks noChangeShapeType="1"/>
          </p:cNvSpPr>
          <p:nvPr/>
        </p:nvSpPr>
        <p:spPr bwMode="auto">
          <a:xfrm>
            <a:off x="3867150" y="4040188"/>
            <a:ext cx="4254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95" name="Line 23">
            <a:extLst>
              <a:ext uri="{FF2B5EF4-FFF2-40B4-BE49-F238E27FC236}">
                <a16:creationId xmlns:a16="http://schemas.microsoft.com/office/drawing/2014/main" id="{9BA119C2-187D-56A8-673B-2BF99101EB03}"/>
              </a:ext>
            </a:extLst>
          </p:cNvPr>
          <p:cNvSpPr>
            <a:spLocks noChangeShapeType="1"/>
          </p:cNvSpPr>
          <p:nvPr/>
        </p:nvSpPr>
        <p:spPr bwMode="auto">
          <a:xfrm>
            <a:off x="4627563" y="4179888"/>
            <a:ext cx="0" cy="2270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96" name="Text Box 24">
            <a:extLst>
              <a:ext uri="{FF2B5EF4-FFF2-40B4-BE49-F238E27FC236}">
                <a16:creationId xmlns:a16="http://schemas.microsoft.com/office/drawing/2014/main" id="{C4DE50A0-A2D0-84DB-B35F-35D414639B73}"/>
              </a:ext>
            </a:extLst>
          </p:cNvPr>
          <p:cNvSpPr txBox="1">
            <a:spLocks noChangeArrowheads="1"/>
          </p:cNvSpPr>
          <p:nvPr/>
        </p:nvSpPr>
        <p:spPr bwMode="auto">
          <a:xfrm>
            <a:off x="4278313" y="4416426"/>
            <a:ext cx="696912" cy="24447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Shift</a:t>
            </a:r>
          </a:p>
        </p:txBody>
      </p:sp>
      <p:sp>
        <p:nvSpPr>
          <p:cNvPr id="207897" name="Line 25">
            <a:extLst>
              <a:ext uri="{FF2B5EF4-FFF2-40B4-BE49-F238E27FC236}">
                <a16:creationId xmlns:a16="http://schemas.microsoft.com/office/drawing/2014/main" id="{C4F86A13-344A-F77E-6BAF-F36E9344C454}"/>
              </a:ext>
            </a:extLst>
          </p:cNvPr>
          <p:cNvSpPr>
            <a:spLocks noChangeShapeType="1"/>
          </p:cNvSpPr>
          <p:nvPr/>
        </p:nvSpPr>
        <p:spPr bwMode="auto">
          <a:xfrm>
            <a:off x="4640263" y="466883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898" name="Text Box 26">
            <a:extLst>
              <a:ext uri="{FF2B5EF4-FFF2-40B4-BE49-F238E27FC236}">
                <a16:creationId xmlns:a16="http://schemas.microsoft.com/office/drawing/2014/main" id="{FD7BE68E-48D9-FA1E-23AA-EBBDAA73B609}"/>
              </a:ext>
            </a:extLst>
          </p:cNvPr>
          <p:cNvSpPr txBox="1">
            <a:spLocks noChangeArrowheads="1"/>
          </p:cNvSpPr>
          <p:nvPr/>
        </p:nvSpPr>
        <p:spPr bwMode="auto">
          <a:xfrm>
            <a:off x="4278313" y="4905376"/>
            <a:ext cx="696912" cy="24447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07899" name="Line 27">
            <a:extLst>
              <a:ext uri="{FF2B5EF4-FFF2-40B4-BE49-F238E27FC236}">
                <a16:creationId xmlns:a16="http://schemas.microsoft.com/office/drawing/2014/main" id="{D14F4B9A-4BDC-CA99-C81C-2928EC2C53C1}"/>
              </a:ext>
            </a:extLst>
          </p:cNvPr>
          <p:cNvSpPr>
            <a:spLocks noChangeShapeType="1"/>
          </p:cNvSpPr>
          <p:nvPr/>
        </p:nvSpPr>
        <p:spPr bwMode="auto">
          <a:xfrm flipH="1">
            <a:off x="5980113" y="2725738"/>
            <a:ext cx="0" cy="2297112"/>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IN"/>
          </a:p>
        </p:txBody>
      </p:sp>
      <p:sp>
        <p:nvSpPr>
          <p:cNvPr id="207900" name="Line 28">
            <a:extLst>
              <a:ext uri="{FF2B5EF4-FFF2-40B4-BE49-F238E27FC236}">
                <a16:creationId xmlns:a16="http://schemas.microsoft.com/office/drawing/2014/main" id="{D7EC175F-F409-2010-64F3-CFEA880746A8}"/>
              </a:ext>
            </a:extLst>
          </p:cNvPr>
          <p:cNvSpPr>
            <a:spLocks noChangeShapeType="1"/>
          </p:cNvSpPr>
          <p:nvPr/>
        </p:nvSpPr>
        <p:spPr bwMode="auto">
          <a:xfrm flipH="1">
            <a:off x="4975225" y="5035550"/>
            <a:ext cx="10048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901" name="Text Box 29">
            <a:extLst>
              <a:ext uri="{FF2B5EF4-FFF2-40B4-BE49-F238E27FC236}">
                <a16:creationId xmlns:a16="http://schemas.microsoft.com/office/drawing/2014/main" id="{0E7FB6C0-B7FF-1754-48FC-6A3DE64C1EA0}"/>
              </a:ext>
            </a:extLst>
          </p:cNvPr>
          <p:cNvSpPr txBox="1">
            <a:spLocks noChangeArrowheads="1"/>
          </p:cNvSpPr>
          <p:nvPr/>
        </p:nvSpPr>
        <p:spPr bwMode="auto">
          <a:xfrm>
            <a:off x="4086226" y="5562600"/>
            <a:ext cx="1108075" cy="203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07902" name="Text Box 30">
            <a:extLst>
              <a:ext uri="{FF2B5EF4-FFF2-40B4-BE49-F238E27FC236}">
                <a16:creationId xmlns:a16="http://schemas.microsoft.com/office/drawing/2014/main" id="{082024AC-1E9F-47BA-7BFC-B8FEC97CCED8}"/>
              </a:ext>
            </a:extLst>
          </p:cNvPr>
          <p:cNvSpPr txBox="1">
            <a:spLocks noChangeArrowheads="1"/>
          </p:cNvSpPr>
          <p:nvPr/>
        </p:nvSpPr>
        <p:spPr bwMode="auto">
          <a:xfrm>
            <a:off x="5194301" y="5562600"/>
            <a:ext cx="1108075" cy="203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07903" name="Text Box 31">
            <a:extLst>
              <a:ext uri="{FF2B5EF4-FFF2-40B4-BE49-F238E27FC236}">
                <a16:creationId xmlns:a16="http://schemas.microsoft.com/office/drawing/2014/main" id="{2F159C43-F810-4BD9-613D-CB417CF35BD2}"/>
              </a:ext>
            </a:extLst>
          </p:cNvPr>
          <p:cNvSpPr txBox="1">
            <a:spLocks noChangeArrowheads="1"/>
          </p:cNvSpPr>
          <p:nvPr/>
        </p:nvSpPr>
        <p:spPr bwMode="auto">
          <a:xfrm>
            <a:off x="6302376" y="5562600"/>
            <a:ext cx="1108075" cy="203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207904" name="Text Box 32">
            <a:extLst>
              <a:ext uri="{FF2B5EF4-FFF2-40B4-BE49-F238E27FC236}">
                <a16:creationId xmlns:a16="http://schemas.microsoft.com/office/drawing/2014/main" id="{31147FF6-471D-9BD4-0ECD-CFE5793CF74F}"/>
              </a:ext>
            </a:extLst>
          </p:cNvPr>
          <p:cNvSpPr txBox="1">
            <a:spLocks noChangeArrowheads="1"/>
          </p:cNvSpPr>
          <p:nvPr/>
        </p:nvSpPr>
        <p:spPr bwMode="auto">
          <a:xfrm>
            <a:off x="7410451" y="5562600"/>
            <a:ext cx="1108075" cy="2032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207905" name="Line 33">
            <a:extLst>
              <a:ext uri="{FF2B5EF4-FFF2-40B4-BE49-F238E27FC236}">
                <a16:creationId xmlns:a16="http://schemas.microsoft.com/office/drawing/2014/main" id="{9C6CBC78-F36D-39DF-99B6-0EEDC56CAB1A}"/>
              </a:ext>
            </a:extLst>
          </p:cNvPr>
          <p:cNvSpPr>
            <a:spLocks noChangeShapeType="1"/>
          </p:cNvSpPr>
          <p:nvPr/>
        </p:nvSpPr>
        <p:spPr bwMode="auto">
          <a:xfrm>
            <a:off x="4627563" y="5148263"/>
            <a:ext cx="0" cy="406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906" name="Text Box 34">
            <a:extLst>
              <a:ext uri="{FF2B5EF4-FFF2-40B4-BE49-F238E27FC236}">
                <a16:creationId xmlns:a16="http://schemas.microsoft.com/office/drawing/2014/main" id="{095E7A83-36CD-306D-4485-ABBEEE91DE6C}"/>
              </a:ext>
            </a:extLst>
          </p:cNvPr>
          <p:cNvSpPr txBox="1">
            <a:spLocks noChangeArrowheads="1"/>
          </p:cNvSpPr>
          <p:nvPr/>
        </p:nvSpPr>
        <p:spPr bwMode="auto">
          <a:xfrm>
            <a:off x="7051676" y="2343150"/>
            <a:ext cx="773113"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1</a:t>
            </a:r>
          </a:p>
        </p:txBody>
      </p:sp>
      <p:sp>
        <p:nvSpPr>
          <p:cNvPr id="207907" name="Text Box 35">
            <a:extLst>
              <a:ext uri="{FF2B5EF4-FFF2-40B4-BE49-F238E27FC236}">
                <a16:creationId xmlns:a16="http://schemas.microsoft.com/office/drawing/2014/main" id="{1A88FD9E-2341-CC48-D102-A39A7CB3775D}"/>
              </a:ext>
            </a:extLst>
          </p:cNvPr>
          <p:cNvSpPr txBox="1">
            <a:spLocks noChangeArrowheads="1"/>
          </p:cNvSpPr>
          <p:nvPr/>
        </p:nvSpPr>
        <p:spPr bwMode="auto">
          <a:xfrm>
            <a:off x="4987926" y="2730500"/>
            <a:ext cx="773113"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2</a:t>
            </a:r>
          </a:p>
        </p:txBody>
      </p:sp>
      <p:sp>
        <p:nvSpPr>
          <p:cNvPr id="207908" name="Text Box 36">
            <a:extLst>
              <a:ext uri="{FF2B5EF4-FFF2-40B4-BE49-F238E27FC236}">
                <a16:creationId xmlns:a16="http://schemas.microsoft.com/office/drawing/2014/main" id="{D90C6508-CE65-712F-F64B-F255FB0E148A}"/>
              </a:ext>
            </a:extLst>
          </p:cNvPr>
          <p:cNvSpPr txBox="1">
            <a:spLocks noChangeArrowheads="1"/>
          </p:cNvSpPr>
          <p:nvPr/>
        </p:nvSpPr>
        <p:spPr bwMode="auto">
          <a:xfrm>
            <a:off x="5000626" y="3486150"/>
            <a:ext cx="773113"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3</a:t>
            </a:r>
          </a:p>
        </p:txBody>
      </p:sp>
      <p:sp>
        <p:nvSpPr>
          <p:cNvPr id="207909" name="Text Box 37">
            <a:extLst>
              <a:ext uri="{FF2B5EF4-FFF2-40B4-BE49-F238E27FC236}">
                <a16:creationId xmlns:a16="http://schemas.microsoft.com/office/drawing/2014/main" id="{4DDFAB13-868A-FCDF-4CBF-7C204E6D3B72}"/>
              </a:ext>
            </a:extLst>
          </p:cNvPr>
          <p:cNvSpPr txBox="1">
            <a:spLocks noChangeArrowheads="1"/>
          </p:cNvSpPr>
          <p:nvPr/>
        </p:nvSpPr>
        <p:spPr bwMode="auto">
          <a:xfrm>
            <a:off x="5000626" y="3954463"/>
            <a:ext cx="773113"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4</a:t>
            </a:r>
          </a:p>
        </p:txBody>
      </p:sp>
      <p:sp>
        <p:nvSpPr>
          <p:cNvPr id="207910" name="Text Box 38">
            <a:extLst>
              <a:ext uri="{FF2B5EF4-FFF2-40B4-BE49-F238E27FC236}">
                <a16:creationId xmlns:a16="http://schemas.microsoft.com/office/drawing/2014/main" id="{7E77F73C-57A3-647D-6EA4-CE7135ADAD14}"/>
              </a:ext>
            </a:extLst>
          </p:cNvPr>
          <p:cNvSpPr txBox="1">
            <a:spLocks noChangeArrowheads="1"/>
          </p:cNvSpPr>
          <p:nvPr/>
        </p:nvSpPr>
        <p:spPr bwMode="auto">
          <a:xfrm>
            <a:off x="4987926" y="4395788"/>
            <a:ext cx="773113" cy="2270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5</a:t>
            </a:r>
          </a:p>
        </p:txBody>
      </p:sp>
      <p:sp>
        <p:nvSpPr>
          <p:cNvPr id="207911" name="Text Box 39">
            <a:extLst>
              <a:ext uri="{FF2B5EF4-FFF2-40B4-BE49-F238E27FC236}">
                <a16:creationId xmlns:a16="http://schemas.microsoft.com/office/drawing/2014/main" id="{5F45F156-A66F-2AA0-0759-30013FCDE1D0}"/>
              </a:ext>
            </a:extLst>
          </p:cNvPr>
          <p:cNvSpPr txBox="1">
            <a:spLocks noChangeArrowheads="1"/>
          </p:cNvSpPr>
          <p:nvPr/>
        </p:nvSpPr>
        <p:spPr bwMode="auto">
          <a:xfrm>
            <a:off x="5003801" y="4760913"/>
            <a:ext cx="771525" cy="2270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6</a:t>
            </a:r>
          </a:p>
        </p:txBody>
      </p:sp>
      <p:sp>
        <p:nvSpPr>
          <p:cNvPr id="207912" name="Line 40">
            <a:extLst>
              <a:ext uri="{FF2B5EF4-FFF2-40B4-BE49-F238E27FC236}">
                <a16:creationId xmlns:a16="http://schemas.microsoft.com/office/drawing/2014/main" id="{DC1C14CB-4829-815E-E3A2-F92C438DDB03}"/>
              </a:ext>
            </a:extLst>
          </p:cNvPr>
          <p:cNvSpPr>
            <a:spLocks noChangeShapeType="1"/>
          </p:cNvSpPr>
          <p:nvPr/>
        </p:nvSpPr>
        <p:spPr bwMode="auto">
          <a:xfrm>
            <a:off x="4633913" y="3192463"/>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913" name="Text Box 41">
            <a:extLst>
              <a:ext uri="{FF2B5EF4-FFF2-40B4-BE49-F238E27FC236}">
                <a16:creationId xmlns:a16="http://schemas.microsoft.com/office/drawing/2014/main" id="{C36A0155-E194-86E2-06E6-6FF112278215}"/>
              </a:ext>
            </a:extLst>
          </p:cNvPr>
          <p:cNvSpPr txBox="1">
            <a:spLocks noChangeArrowheads="1"/>
          </p:cNvSpPr>
          <p:nvPr/>
        </p:nvSpPr>
        <p:spPr bwMode="auto">
          <a:xfrm>
            <a:off x="4298951" y="3429001"/>
            <a:ext cx="696913" cy="24447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07914" name="Line 42">
            <a:extLst>
              <a:ext uri="{FF2B5EF4-FFF2-40B4-BE49-F238E27FC236}">
                <a16:creationId xmlns:a16="http://schemas.microsoft.com/office/drawing/2014/main" id="{A623C19E-6114-DDCB-469A-0A12327A774C}"/>
              </a:ext>
            </a:extLst>
          </p:cNvPr>
          <p:cNvSpPr>
            <a:spLocks noChangeShapeType="1"/>
          </p:cNvSpPr>
          <p:nvPr/>
        </p:nvSpPr>
        <p:spPr bwMode="auto">
          <a:xfrm>
            <a:off x="4624388" y="3675063"/>
            <a:ext cx="0" cy="2413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915" name="Text Box 43">
            <a:extLst>
              <a:ext uri="{FF2B5EF4-FFF2-40B4-BE49-F238E27FC236}">
                <a16:creationId xmlns:a16="http://schemas.microsoft.com/office/drawing/2014/main" id="{E35356A0-26E1-2119-10A4-57271164274B}"/>
              </a:ext>
            </a:extLst>
          </p:cNvPr>
          <p:cNvSpPr txBox="1">
            <a:spLocks noChangeArrowheads="1"/>
          </p:cNvSpPr>
          <p:nvPr/>
        </p:nvSpPr>
        <p:spPr bwMode="auto">
          <a:xfrm>
            <a:off x="3232151" y="3432176"/>
            <a:ext cx="631825" cy="252413"/>
          </a:xfrm>
          <a:prstGeom prst="rect">
            <a:avLst/>
          </a:prstGeom>
          <a:solidFill>
            <a:srgbClr val="FFFFFF"/>
          </a:solidFill>
          <a:ln w="9525">
            <a:solidFill>
              <a:srgbClr val="333333"/>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M[i]</a:t>
            </a:r>
          </a:p>
        </p:txBody>
      </p:sp>
      <p:sp>
        <p:nvSpPr>
          <p:cNvPr id="207916" name="Line 44">
            <a:extLst>
              <a:ext uri="{FF2B5EF4-FFF2-40B4-BE49-F238E27FC236}">
                <a16:creationId xmlns:a16="http://schemas.microsoft.com/office/drawing/2014/main" id="{DB57D70E-D0DB-0B9B-2A8C-A064BFBF9567}"/>
              </a:ext>
            </a:extLst>
          </p:cNvPr>
          <p:cNvSpPr>
            <a:spLocks noChangeShapeType="1"/>
          </p:cNvSpPr>
          <p:nvPr/>
        </p:nvSpPr>
        <p:spPr bwMode="auto">
          <a:xfrm>
            <a:off x="3867150" y="3538538"/>
            <a:ext cx="4254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7917" name="Text Box 45">
            <a:extLst>
              <a:ext uri="{FF2B5EF4-FFF2-40B4-BE49-F238E27FC236}">
                <a16:creationId xmlns:a16="http://schemas.microsoft.com/office/drawing/2014/main" id="{F9016284-2B7F-8A74-A931-D0AD546D9DE8}"/>
              </a:ext>
            </a:extLst>
          </p:cNvPr>
          <p:cNvSpPr txBox="1">
            <a:spLocks noChangeArrowheads="1"/>
          </p:cNvSpPr>
          <p:nvPr/>
        </p:nvSpPr>
        <p:spPr bwMode="auto">
          <a:xfrm>
            <a:off x="4756151" y="5222875"/>
            <a:ext cx="773113"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Step 7</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Number Placeholder 5">
            <a:extLst>
              <a:ext uri="{FF2B5EF4-FFF2-40B4-BE49-F238E27FC236}">
                <a16:creationId xmlns:a16="http://schemas.microsoft.com/office/drawing/2014/main" id="{2BECF31F-3626-4E2E-6739-2407667517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79B6263-1381-4ED6-B087-9AF0D3E0D2D8}" type="slidenum">
              <a:rPr lang="en-US" altLang="en-US" sz="1400"/>
              <a:pPr>
                <a:spcBef>
                  <a:spcPct val="0"/>
                </a:spcBef>
                <a:buClrTx/>
                <a:buSzTx/>
                <a:buFontTx/>
                <a:buNone/>
              </a:pPr>
              <a:t>158</a:t>
            </a:fld>
            <a:endParaRPr lang="en-US" altLang="en-US" sz="1400"/>
          </a:p>
        </p:txBody>
      </p:sp>
      <p:sp>
        <p:nvSpPr>
          <p:cNvPr id="209923" name="Rectangle 1090">
            <a:extLst>
              <a:ext uri="{FF2B5EF4-FFF2-40B4-BE49-F238E27FC236}">
                <a16:creationId xmlns:a16="http://schemas.microsoft.com/office/drawing/2014/main" id="{21C86F15-1BCF-9743-D4F8-20C56D34DCDD}"/>
              </a:ext>
            </a:extLst>
          </p:cNvPr>
          <p:cNvSpPr>
            <a:spLocks noGrp="1" noChangeArrowheads="1"/>
          </p:cNvSpPr>
          <p:nvPr>
            <p:ph type="title"/>
          </p:nvPr>
        </p:nvSpPr>
        <p:spPr/>
        <p:txBody>
          <a:bodyPr/>
          <a:lstStyle/>
          <a:p>
            <a:pPr eaLnBrk="1" hangingPunct="1"/>
            <a:r>
              <a:rPr lang="en-US" altLang="en-US"/>
              <a:t>Process P</a:t>
            </a:r>
          </a:p>
        </p:txBody>
      </p:sp>
      <p:graphicFrame>
        <p:nvGraphicFramePr>
          <p:cNvPr id="283713" name="Group 1089">
            <a:extLst>
              <a:ext uri="{FF2B5EF4-FFF2-40B4-BE49-F238E27FC236}">
                <a16:creationId xmlns:a16="http://schemas.microsoft.com/office/drawing/2014/main" id="{AD1CC10A-6B70-8973-437A-7427D1D48107}"/>
              </a:ext>
            </a:extLst>
          </p:cNvPr>
          <p:cNvGraphicFramePr>
            <a:graphicFrameLocks noGrp="1"/>
          </p:cNvGraphicFramePr>
          <p:nvPr>
            <p:ph idx="1"/>
          </p:nvPr>
        </p:nvGraphicFramePr>
        <p:xfrm>
          <a:off x="2706688" y="2017714"/>
          <a:ext cx="7772400" cy="2478088"/>
        </p:xfrm>
        <a:graphic>
          <a:graphicData uri="http://schemas.openxmlformats.org/drawingml/2006/table">
            <a:tbl>
              <a:tblPr/>
              <a:tblGrid>
                <a:gridCol w="3587750">
                  <a:extLst>
                    <a:ext uri="{9D8B030D-6E8A-4147-A177-3AD203B41FA5}">
                      <a16:colId xmlns:a16="http://schemas.microsoft.com/office/drawing/2014/main" val="20000"/>
                    </a:ext>
                  </a:extLst>
                </a:gridCol>
                <a:gridCol w="4184650">
                  <a:extLst>
                    <a:ext uri="{9D8B030D-6E8A-4147-A177-3AD203B41FA5}">
                      <a16:colId xmlns:a16="http://schemas.microsoft.com/office/drawing/2014/main" val="20001"/>
                    </a:ext>
                  </a:extLst>
                </a:gridCol>
              </a:tblGrid>
              <a:tr h="495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1" i="0" u="none" strike="noStrike" cap="none" normalizeH="0" baseline="0">
                          <a:ln>
                            <a:noFill/>
                          </a:ln>
                          <a:solidFill>
                            <a:schemeClr val="tx1"/>
                          </a:solidFill>
                          <a:effectLst/>
                          <a:latin typeface="Times New Roman" pitchFamily="18" charset="0"/>
                          <a:cs typeface="Times New Roman" pitchFamily="18" charset="0"/>
                        </a:rPr>
                        <a:t>Round</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1" i="0" u="none" strike="noStrike" cap="none" normalizeH="0" baseline="0">
                          <a:ln>
                            <a:noFill/>
                          </a:ln>
                          <a:solidFill>
                            <a:schemeClr val="tx1"/>
                          </a:solidFill>
                          <a:effectLst/>
                          <a:latin typeface="Times New Roman" pitchFamily="18" charset="0"/>
                          <a:cs typeface="Times New Roman" pitchFamily="18" charset="0"/>
                        </a:rPr>
                        <a:t>Process P </a:t>
                      </a:r>
                      <a:r>
                        <a:rPr kumimoji="0" lang="en-AU" sz="1600" b="1" i="1" u="none" strike="noStrike" cap="none" normalizeH="0" baseline="0">
                          <a:ln>
                            <a:noFill/>
                          </a:ln>
                          <a:solidFill>
                            <a:schemeClr val="tx1"/>
                          </a:solidFill>
                          <a:effectLst/>
                          <a:latin typeface="Times New Roman" pitchFamily="18" charset="0"/>
                          <a:cs typeface="Times New Roman" pitchFamily="18" charset="0"/>
                        </a:rPr>
                        <a:t>(Happens 16 times within a round)</a:t>
                      </a:r>
                      <a:endParaRPr kumimoji="0" lang="en-AU" sz="2800" b="0" i="1"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1</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(b AND c) OR ((NOT b) AND (d))</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68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2</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(b AND d) OR (c AND (NOT d))</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3</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B XOR c XOR d</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5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4</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a:ln>
                            <a:noFill/>
                          </a:ln>
                          <a:solidFill>
                            <a:schemeClr val="tx1"/>
                          </a:solidFill>
                          <a:effectLst/>
                          <a:latin typeface="Times New Roman" pitchFamily="18" charset="0"/>
                          <a:cs typeface="Times New Roman" pitchFamily="18" charset="0"/>
                        </a:rPr>
                        <a:t>C XOR (b OR (NOT d))</a:t>
                      </a:r>
                      <a:endParaRPr kumimoji="0" lang="en-AU"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16">
            <a:extLst>
              <a:ext uri="{FF2B5EF4-FFF2-40B4-BE49-F238E27FC236}">
                <a16:creationId xmlns:a16="http://schemas.microsoft.com/office/drawing/2014/main" id="{155C787C-B7D6-25C0-D8DA-0B9FC3D0EED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A2CB203-9230-4DA2-B59B-DD5805B34BC9}" type="slidenum">
              <a:rPr lang="en-US" altLang="en-US" sz="1400">
                <a:solidFill>
                  <a:schemeClr val="bg2"/>
                </a:solidFill>
              </a:rPr>
              <a:pPr>
                <a:spcBef>
                  <a:spcPct val="0"/>
                </a:spcBef>
                <a:buClrTx/>
                <a:buSzTx/>
                <a:buFontTx/>
                <a:buNone/>
              </a:pPr>
              <a:t>159</a:t>
            </a:fld>
            <a:endParaRPr lang="en-US" altLang="en-US" sz="1400">
              <a:solidFill>
                <a:schemeClr val="bg2"/>
              </a:solidFill>
            </a:endParaRPr>
          </a:p>
        </p:txBody>
      </p:sp>
      <p:sp>
        <p:nvSpPr>
          <p:cNvPr id="211971" name="Rectangle 1028">
            <a:extLst>
              <a:ext uri="{FF2B5EF4-FFF2-40B4-BE49-F238E27FC236}">
                <a16:creationId xmlns:a16="http://schemas.microsoft.com/office/drawing/2014/main" id="{9298259F-A6C7-F1C0-317C-298AA4E5C71A}"/>
              </a:ext>
            </a:extLst>
          </p:cNvPr>
          <p:cNvSpPr>
            <a:spLocks noGrp="1" noChangeArrowheads="1"/>
          </p:cNvSpPr>
          <p:nvPr>
            <p:ph type="ctrTitle"/>
          </p:nvPr>
        </p:nvSpPr>
        <p:spPr/>
        <p:txBody>
          <a:bodyPr/>
          <a:lstStyle/>
          <a:p>
            <a:pPr eaLnBrk="1" hangingPunct="1"/>
            <a:r>
              <a:rPr lang="en-US" altLang="en-US"/>
              <a:t>SHA-1</a:t>
            </a:r>
          </a:p>
        </p:txBody>
      </p:sp>
      <p:sp>
        <p:nvSpPr>
          <p:cNvPr id="211972" name="Rectangle 1029">
            <a:extLst>
              <a:ext uri="{FF2B5EF4-FFF2-40B4-BE49-F238E27FC236}">
                <a16:creationId xmlns:a16="http://schemas.microsoft.com/office/drawing/2014/main" id="{C1612868-D9AE-E331-8364-2325DFEFB587}"/>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Number Placeholder 4">
            <a:extLst>
              <a:ext uri="{FF2B5EF4-FFF2-40B4-BE49-F238E27FC236}">
                <a16:creationId xmlns:a16="http://schemas.microsoft.com/office/drawing/2014/main" id="{515BADB7-F92F-56DC-EDED-3521B7B38E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B847D73-B1A6-4FA1-92AB-DF674278CE03}" type="slidenum">
              <a:rPr lang="en-US" altLang="en-US" sz="1400"/>
              <a:pPr>
                <a:spcBef>
                  <a:spcPct val="0"/>
                </a:spcBef>
                <a:buClrTx/>
                <a:buSzTx/>
                <a:buFontTx/>
                <a:buNone/>
              </a:pPr>
              <a:t>160</a:t>
            </a:fld>
            <a:endParaRPr lang="en-US" altLang="en-US" sz="1400"/>
          </a:p>
        </p:txBody>
      </p:sp>
      <p:sp>
        <p:nvSpPr>
          <p:cNvPr id="214019" name="Rectangle 1026">
            <a:extLst>
              <a:ext uri="{FF2B5EF4-FFF2-40B4-BE49-F238E27FC236}">
                <a16:creationId xmlns:a16="http://schemas.microsoft.com/office/drawing/2014/main" id="{D4BF8807-B2DF-8047-753D-1A65FEF5EB85}"/>
              </a:ext>
            </a:extLst>
          </p:cNvPr>
          <p:cNvSpPr>
            <a:spLocks noGrp="1" noChangeArrowheads="1"/>
          </p:cNvSpPr>
          <p:nvPr>
            <p:ph type="title"/>
          </p:nvPr>
        </p:nvSpPr>
        <p:spPr/>
        <p:txBody>
          <a:bodyPr/>
          <a:lstStyle/>
          <a:p>
            <a:pPr eaLnBrk="1" hangingPunct="1"/>
            <a:r>
              <a:rPr lang="en-US" altLang="en-US"/>
              <a:t>Single SHA-1 Iteration</a:t>
            </a:r>
          </a:p>
        </p:txBody>
      </p:sp>
      <p:grpSp>
        <p:nvGrpSpPr>
          <p:cNvPr id="214020" name="Group 1028">
            <a:extLst>
              <a:ext uri="{FF2B5EF4-FFF2-40B4-BE49-F238E27FC236}">
                <a16:creationId xmlns:a16="http://schemas.microsoft.com/office/drawing/2014/main" id="{C4EE5B63-712C-34F2-B4EC-BE232BFC22B8}"/>
              </a:ext>
            </a:extLst>
          </p:cNvPr>
          <p:cNvGrpSpPr>
            <a:grpSpLocks/>
          </p:cNvGrpSpPr>
          <p:nvPr/>
        </p:nvGrpSpPr>
        <p:grpSpPr bwMode="auto">
          <a:xfrm>
            <a:off x="2667000" y="1676400"/>
            <a:ext cx="6705600" cy="4191000"/>
            <a:chOff x="1800" y="1440"/>
            <a:chExt cx="8610" cy="7380"/>
          </a:xfrm>
        </p:grpSpPr>
        <p:sp>
          <p:nvSpPr>
            <p:cNvPr id="214021" name="Rectangle 1029">
              <a:extLst>
                <a:ext uri="{FF2B5EF4-FFF2-40B4-BE49-F238E27FC236}">
                  <a16:creationId xmlns:a16="http://schemas.microsoft.com/office/drawing/2014/main" id="{F3595400-3A0C-AE86-04D8-8D9F80AB0312}"/>
                </a:ext>
              </a:extLst>
            </p:cNvPr>
            <p:cNvSpPr>
              <a:spLocks noChangeArrowheads="1"/>
            </p:cNvSpPr>
            <p:nvPr/>
          </p:nvSpPr>
          <p:spPr bwMode="auto">
            <a:xfrm>
              <a:off x="1800" y="1440"/>
              <a:ext cx="8610" cy="738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14022" name="Text Box 1030">
              <a:extLst>
                <a:ext uri="{FF2B5EF4-FFF2-40B4-BE49-F238E27FC236}">
                  <a16:creationId xmlns:a16="http://schemas.microsoft.com/office/drawing/2014/main" id="{5A7DB5EB-DCB7-0570-464E-C0C2DB3FF4DB}"/>
                </a:ext>
              </a:extLst>
            </p:cNvPr>
            <p:cNvSpPr txBox="1">
              <a:spLocks noChangeArrowheads="1"/>
            </p:cNvSpPr>
            <p:nvPr/>
          </p:nvSpPr>
          <p:spPr bwMode="auto">
            <a:xfrm>
              <a:off x="3804" y="236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14023" name="Text Box 1031">
              <a:extLst>
                <a:ext uri="{FF2B5EF4-FFF2-40B4-BE49-F238E27FC236}">
                  <a16:creationId xmlns:a16="http://schemas.microsoft.com/office/drawing/2014/main" id="{318670EE-A738-D501-4E4A-024A18857016}"/>
                </a:ext>
              </a:extLst>
            </p:cNvPr>
            <p:cNvSpPr txBox="1">
              <a:spLocks noChangeArrowheads="1"/>
            </p:cNvSpPr>
            <p:nvPr/>
          </p:nvSpPr>
          <p:spPr bwMode="auto">
            <a:xfrm>
              <a:off x="4692" y="236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14024" name="Text Box 1032">
              <a:extLst>
                <a:ext uri="{FF2B5EF4-FFF2-40B4-BE49-F238E27FC236}">
                  <a16:creationId xmlns:a16="http://schemas.microsoft.com/office/drawing/2014/main" id="{3E2056F2-2BC6-425E-CAB2-F64B67406584}"/>
                </a:ext>
              </a:extLst>
            </p:cNvPr>
            <p:cNvSpPr txBox="1">
              <a:spLocks noChangeArrowheads="1"/>
            </p:cNvSpPr>
            <p:nvPr/>
          </p:nvSpPr>
          <p:spPr bwMode="auto">
            <a:xfrm>
              <a:off x="5580" y="236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214025" name="Text Box 1033">
              <a:extLst>
                <a:ext uri="{FF2B5EF4-FFF2-40B4-BE49-F238E27FC236}">
                  <a16:creationId xmlns:a16="http://schemas.microsoft.com/office/drawing/2014/main" id="{6364E5DC-B122-8BD1-8049-EAF395F8627F}"/>
                </a:ext>
              </a:extLst>
            </p:cNvPr>
            <p:cNvSpPr txBox="1">
              <a:spLocks noChangeArrowheads="1"/>
            </p:cNvSpPr>
            <p:nvPr/>
          </p:nvSpPr>
          <p:spPr bwMode="auto">
            <a:xfrm>
              <a:off x="6456" y="236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214026" name="Text Box 1034">
              <a:extLst>
                <a:ext uri="{FF2B5EF4-FFF2-40B4-BE49-F238E27FC236}">
                  <a16:creationId xmlns:a16="http://schemas.microsoft.com/office/drawing/2014/main" id="{A372AC18-CC73-E06A-F70E-A890C73B7ED0}"/>
                </a:ext>
              </a:extLst>
            </p:cNvPr>
            <p:cNvSpPr txBox="1">
              <a:spLocks noChangeArrowheads="1"/>
            </p:cNvSpPr>
            <p:nvPr/>
          </p:nvSpPr>
          <p:spPr bwMode="auto">
            <a:xfrm>
              <a:off x="7344" y="236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a:t>
              </a:r>
            </a:p>
          </p:txBody>
        </p:sp>
        <p:sp>
          <p:nvSpPr>
            <p:cNvPr id="214027" name="Text Box 1035">
              <a:extLst>
                <a:ext uri="{FF2B5EF4-FFF2-40B4-BE49-F238E27FC236}">
                  <a16:creationId xmlns:a16="http://schemas.microsoft.com/office/drawing/2014/main" id="{72F12670-4E04-C42C-172D-BEF03AF2B485}"/>
                </a:ext>
              </a:extLst>
            </p:cNvPr>
            <p:cNvSpPr txBox="1">
              <a:spLocks noChangeArrowheads="1"/>
            </p:cNvSpPr>
            <p:nvPr/>
          </p:nvSpPr>
          <p:spPr bwMode="auto">
            <a:xfrm>
              <a:off x="5520" y="3446"/>
              <a:ext cx="984" cy="5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Process P</a:t>
              </a:r>
            </a:p>
          </p:txBody>
        </p:sp>
        <p:sp>
          <p:nvSpPr>
            <p:cNvPr id="214028" name="Line 1036">
              <a:extLst>
                <a:ext uri="{FF2B5EF4-FFF2-40B4-BE49-F238E27FC236}">
                  <a16:creationId xmlns:a16="http://schemas.microsoft.com/office/drawing/2014/main" id="{92803963-EF70-B761-F4DD-577400537095}"/>
                </a:ext>
              </a:extLst>
            </p:cNvPr>
            <p:cNvSpPr>
              <a:spLocks noChangeShapeType="1"/>
            </p:cNvSpPr>
            <p:nvPr/>
          </p:nvSpPr>
          <p:spPr bwMode="auto">
            <a:xfrm>
              <a:off x="6024" y="2798"/>
              <a:ext cx="0" cy="6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29" name="Line 1037">
              <a:extLst>
                <a:ext uri="{FF2B5EF4-FFF2-40B4-BE49-F238E27FC236}">
                  <a16:creationId xmlns:a16="http://schemas.microsoft.com/office/drawing/2014/main" id="{783F4EC3-7A0C-F343-08F1-EBA60241A923}"/>
                </a:ext>
              </a:extLst>
            </p:cNvPr>
            <p:cNvSpPr>
              <a:spLocks noChangeShapeType="1"/>
            </p:cNvSpPr>
            <p:nvPr/>
          </p:nvSpPr>
          <p:spPr bwMode="auto">
            <a:xfrm>
              <a:off x="5124" y="2810"/>
              <a:ext cx="0" cy="9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30" name="Line 1038">
              <a:extLst>
                <a:ext uri="{FF2B5EF4-FFF2-40B4-BE49-F238E27FC236}">
                  <a16:creationId xmlns:a16="http://schemas.microsoft.com/office/drawing/2014/main" id="{7CC59B99-8343-1534-9FCA-3E4E4E6010A4}"/>
                </a:ext>
              </a:extLst>
            </p:cNvPr>
            <p:cNvSpPr>
              <a:spLocks noChangeShapeType="1"/>
            </p:cNvSpPr>
            <p:nvPr/>
          </p:nvSpPr>
          <p:spPr bwMode="auto">
            <a:xfrm>
              <a:off x="5124" y="3761"/>
              <a:ext cx="4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31" name="Line 1039">
              <a:extLst>
                <a:ext uri="{FF2B5EF4-FFF2-40B4-BE49-F238E27FC236}">
                  <a16:creationId xmlns:a16="http://schemas.microsoft.com/office/drawing/2014/main" id="{07312C69-F3E6-6AA5-B809-CE04C86ECC7A}"/>
                </a:ext>
              </a:extLst>
            </p:cNvPr>
            <p:cNvSpPr>
              <a:spLocks noChangeShapeType="1"/>
            </p:cNvSpPr>
            <p:nvPr/>
          </p:nvSpPr>
          <p:spPr bwMode="auto">
            <a:xfrm>
              <a:off x="6900" y="2798"/>
              <a:ext cx="0" cy="9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32" name="Line 1040">
              <a:extLst>
                <a:ext uri="{FF2B5EF4-FFF2-40B4-BE49-F238E27FC236}">
                  <a16:creationId xmlns:a16="http://schemas.microsoft.com/office/drawing/2014/main" id="{BAF50A3E-A4D0-616C-928F-3498F56EEB7C}"/>
                </a:ext>
              </a:extLst>
            </p:cNvPr>
            <p:cNvSpPr>
              <a:spLocks noChangeShapeType="1"/>
            </p:cNvSpPr>
            <p:nvPr/>
          </p:nvSpPr>
          <p:spPr bwMode="auto">
            <a:xfrm>
              <a:off x="6489" y="3746"/>
              <a:ext cx="393"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214033" name="Line 1041">
              <a:extLst>
                <a:ext uri="{FF2B5EF4-FFF2-40B4-BE49-F238E27FC236}">
                  <a16:creationId xmlns:a16="http://schemas.microsoft.com/office/drawing/2014/main" id="{58C10B13-D874-CAD4-55FB-BC668060E8C9}"/>
                </a:ext>
              </a:extLst>
            </p:cNvPr>
            <p:cNvSpPr>
              <a:spLocks noChangeShapeType="1"/>
            </p:cNvSpPr>
            <p:nvPr/>
          </p:nvSpPr>
          <p:spPr bwMode="auto">
            <a:xfrm>
              <a:off x="6000" y="4046"/>
              <a:ext cx="0" cy="3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34" name="Line 1042">
              <a:extLst>
                <a:ext uri="{FF2B5EF4-FFF2-40B4-BE49-F238E27FC236}">
                  <a16:creationId xmlns:a16="http://schemas.microsoft.com/office/drawing/2014/main" id="{38BAED72-5FCA-5F50-C02B-E58BEEDD0EB7}"/>
                </a:ext>
              </a:extLst>
            </p:cNvPr>
            <p:cNvSpPr>
              <a:spLocks noChangeShapeType="1"/>
            </p:cNvSpPr>
            <p:nvPr/>
          </p:nvSpPr>
          <p:spPr bwMode="auto">
            <a:xfrm>
              <a:off x="6000" y="4460"/>
              <a:ext cx="146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35" name="Text Box 1043">
              <a:extLst>
                <a:ext uri="{FF2B5EF4-FFF2-40B4-BE49-F238E27FC236}">
                  <a16:creationId xmlns:a16="http://schemas.microsoft.com/office/drawing/2014/main" id="{C43C7093-C807-D72C-96BF-2B10CD89704D}"/>
                </a:ext>
              </a:extLst>
            </p:cNvPr>
            <p:cNvSpPr txBox="1">
              <a:spLocks noChangeArrowheads="1"/>
            </p:cNvSpPr>
            <p:nvPr/>
          </p:nvSpPr>
          <p:spPr bwMode="auto">
            <a:xfrm>
              <a:off x="7440" y="4262"/>
              <a:ext cx="67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14036" name="Line 1044">
              <a:extLst>
                <a:ext uri="{FF2B5EF4-FFF2-40B4-BE49-F238E27FC236}">
                  <a16:creationId xmlns:a16="http://schemas.microsoft.com/office/drawing/2014/main" id="{61DD405F-0E63-E5FB-00A5-2EDCCC180B9D}"/>
                </a:ext>
              </a:extLst>
            </p:cNvPr>
            <p:cNvSpPr>
              <a:spLocks noChangeShapeType="1"/>
            </p:cNvSpPr>
            <p:nvPr/>
          </p:nvSpPr>
          <p:spPr bwMode="auto">
            <a:xfrm flipH="1">
              <a:off x="7812" y="2810"/>
              <a:ext cx="0" cy="145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37" name="Text Box 1045">
              <a:extLst>
                <a:ext uri="{FF2B5EF4-FFF2-40B4-BE49-F238E27FC236}">
                  <a16:creationId xmlns:a16="http://schemas.microsoft.com/office/drawing/2014/main" id="{079F50A2-DFFE-1215-7BC2-92B1AC070C76}"/>
                </a:ext>
              </a:extLst>
            </p:cNvPr>
            <p:cNvSpPr txBox="1">
              <a:spLocks noChangeArrowheads="1"/>
            </p:cNvSpPr>
            <p:nvPr/>
          </p:nvSpPr>
          <p:spPr bwMode="auto">
            <a:xfrm>
              <a:off x="3900" y="4994"/>
              <a:ext cx="67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a:t>
              </a:r>
              <a:r>
                <a:rPr lang="en-US" altLang="en-US" sz="1200" b="1" baseline="30000">
                  <a:latin typeface="Times New Roman" panose="02020603050405020304" pitchFamily="18" charset="0"/>
                </a:rPr>
                <a:t>5</a:t>
              </a:r>
              <a:endParaRPr lang="en-US" altLang="en-US" sz="1200" b="1">
                <a:latin typeface="Times New Roman" panose="02020603050405020304" pitchFamily="18" charset="0"/>
              </a:endParaRPr>
            </a:p>
          </p:txBody>
        </p:sp>
        <p:sp>
          <p:nvSpPr>
            <p:cNvPr id="214038" name="Line 1046">
              <a:extLst>
                <a:ext uri="{FF2B5EF4-FFF2-40B4-BE49-F238E27FC236}">
                  <a16:creationId xmlns:a16="http://schemas.microsoft.com/office/drawing/2014/main" id="{9D53A93E-5F72-D538-80B5-8F1707E5AB42}"/>
                </a:ext>
              </a:extLst>
            </p:cNvPr>
            <p:cNvSpPr>
              <a:spLocks noChangeShapeType="1"/>
            </p:cNvSpPr>
            <p:nvPr/>
          </p:nvSpPr>
          <p:spPr bwMode="auto">
            <a:xfrm flipH="1">
              <a:off x="4260" y="2810"/>
              <a:ext cx="0" cy="21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39" name="Text Box 1047">
              <a:extLst>
                <a:ext uri="{FF2B5EF4-FFF2-40B4-BE49-F238E27FC236}">
                  <a16:creationId xmlns:a16="http://schemas.microsoft.com/office/drawing/2014/main" id="{AF84F7F2-8F57-0850-81E9-385933F849D4}"/>
                </a:ext>
              </a:extLst>
            </p:cNvPr>
            <p:cNvSpPr txBox="1">
              <a:spLocks noChangeArrowheads="1"/>
            </p:cNvSpPr>
            <p:nvPr/>
          </p:nvSpPr>
          <p:spPr bwMode="auto">
            <a:xfrm>
              <a:off x="7452" y="5018"/>
              <a:ext cx="67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14040" name="Line 1048">
              <a:extLst>
                <a:ext uri="{FF2B5EF4-FFF2-40B4-BE49-F238E27FC236}">
                  <a16:creationId xmlns:a16="http://schemas.microsoft.com/office/drawing/2014/main" id="{66C1C5AD-AA1C-3393-1306-947733A12379}"/>
                </a:ext>
              </a:extLst>
            </p:cNvPr>
            <p:cNvSpPr>
              <a:spLocks noChangeShapeType="1"/>
            </p:cNvSpPr>
            <p:nvPr/>
          </p:nvSpPr>
          <p:spPr bwMode="auto">
            <a:xfrm>
              <a:off x="4572" y="5210"/>
              <a:ext cx="28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41" name="Line 1049">
              <a:extLst>
                <a:ext uri="{FF2B5EF4-FFF2-40B4-BE49-F238E27FC236}">
                  <a16:creationId xmlns:a16="http://schemas.microsoft.com/office/drawing/2014/main" id="{8836A4D7-305C-D227-2200-AE2649B8387A}"/>
                </a:ext>
              </a:extLst>
            </p:cNvPr>
            <p:cNvSpPr>
              <a:spLocks noChangeShapeType="1"/>
            </p:cNvSpPr>
            <p:nvPr/>
          </p:nvSpPr>
          <p:spPr bwMode="auto">
            <a:xfrm>
              <a:off x="7800" y="4658"/>
              <a:ext cx="0"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42" name="Text Box 1050">
              <a:extLst>
                <a:ext uri="{FF2B5EF4-FFF2-40B4-BE49-F238E27FC236}">
                  <a16:creationId xmlns:a16="http://schemas.microsoft.com/office/drawing/2014/main" id="{0164F210-3FE6-A6BC-5376-A89F69F84877}"/>
                </a:ext>
              </a:extLst>
            </p:cNvPr>
            <p:cNvSpPr txBox="1">
              <a:spLocks noChangeArrowheads="1"/>
            </p:cNvSpPr>
            <p:nvPr/>
          </p:nvSpPr>
          <p:spPr bwMode="auto">
            <a:xfrm>
              <a:off x="7440" y="5798"/>
              <a:ext cx="67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14043" name="Line 1051">
              <a:extLst>
                <a:ext uri="{FF2B5EF4-FFF2-40B4-BE49-F238E27FC236}">
                  <a16:creationId xmlns:a16="http://schemas.microsoft.com/office/drawing/2014/main" id="{65FA9615-2554-7F80-B94B-BACBBC0129B2}"/>
                </a:ext>
              </a:extLst>
            </p:cNvPr>
            <p:cNvSpPr>
              <a:spLocks noChangeShapeType="1"/>
            </p:cNvSpPr>
            <p:nvPr/>
          </p:nvSpPr>
          <p:spPr bwMode="auto">
            <a:xfrm>
              <a:off x="7788" y="5426"/>
              <a:ext cx="0"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44" name="Text Box 1052">
              <a:extLst>
                <a:ext uri="{FF2B5EF4-FFF2-40B4-BE49-F238E27FC236}">
                  <a16:creationId xmlns:a16="http://schemas.microsoft.com/office/drawing/2014/main" id="{70650FDD-B2AE-2378-D908-A7741EEA35DB}"/>
                </a:ext>
              </a:extLst>
            </p:cNvPr>
            <p:cNvSpPr txBox="1">
              <a:spLocks noChangeArrowheads="1"/>
            </p:cNvSpPr>
            <p:nvPr/>
          </p:nvSpPr>
          <p:spPr bwMode="auto">
            <a:xfrm>
              <a:off x="8655" y="5813"/>
              <a:ext cx="73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W[t]</a:t>
              </a:r>
            </a:p>
          </p:txBody>
        </p:sp>
        <p:sp>
          <p:nvSpPr>
            <p:cNvPr id="214045" name="Line 1053">
              <a:extLst>
                <a:ext uri="{FF2B5EF4-FFF2-40B4-BE49-F238E27FC236}">
                  <a16:creationId xmlns:a16="http://schemas.microsoft.com/office/drawing/2014/main" id="{7D95EDB3-9B3E-F98C-2BE3-031D26E95FE4}"/>
                </a:ext>
              </a:extLst>
            </p:cNvPr>
            <p:cNvSpPr>
              <a:spLocks noChangeShapeType="1"/>
            </p:cNvSpPr>
            <p:nvPr/>
          </p:nvSpPr>
          <p:spPr bwMode="auto">
            <a:xfrm flipH="1">
              <a:off x="8115" y="6020"/>
              <a:ext cx="5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46" name="Text Box 1054">
              <a:extLst>
                <a:ext uri="{FF2B5EF4-FFF2-40B4-BE49-F238E27FC236}">
                  <a16:creationId xmlns:a16="http://schemas.microsoft.com/office/drawing/2014/main" id="{E5645985-8A1D-CBDD-5D58-41523FA09DE5}"/>
                </a:ext>
              </a:extLst>
            </p:cNvPr>
            <p:cNvSpPr txBox="1">
              <a:spLocks noChangeArrowheads="1"/>
            </p:cNvSpPr>
            <p:nvPr/>
          </p:nvSpPr>
          <p:spPr bwMode="auto">
            <a:xfrm>
              <a:off x="7440" y="6593"/>
              <a:ext cx="67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a:t>
              </a:r>
            </a:p>
          </p:txBody>
        </p:sp>
        <p:sp>
          <p:nvSpPr>
            <p:cNvPr id="214047" name="Line 1055">
              <a:extLst>
                <a:ext uri="{FF2B5EF4-FFF2-40B4-BE49-F238E27FC236}">
                  <a16:creationId xmlns:a16="http://schemas.microsoft.com/office/drawing/2014/main" id="{3FF2E3A3-DA7B-A33A-2BCE-B298A43B0F04}"/>
                </a:ext>
              </a:extLst>
            </p:cNvPr>
            <p:cNvSpPr>
              <a:spLocks noChangeShapeType="1"/>
            </p:cNvSpPr>
            <p:nvPr/>
          </p:nvSpPr>
          <p:spPr bwMode="auto">
            <a:xfrm>
              <a:off x="7788" y="6221"/>
              <a:ext cx="0" cy="3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48" name="Text Box 1056">
              <a:extLst>
                <a:ext uri="{FF2B5EF4-FFF2-40B4-BE49-F238E27FC236}">
                  <a16:creationId xmlns:a16="http://schemas.microsoft.com/office/drawing/2014/main" id="{8A8CEFC2-CD38-D97A-C576-BB34E6E7C0E7}"/>
                </a:ext>
              </a:extLst>
            </p:cNvPr>
            <p:cNvSpPr txBox="1">
              <a:spLocks noChangeArrowheads="1"/>
            </p:cNvSpPr>
            <p:nvPr/>
          </p:nvSpPr>
          <p:spPr bwMode="auto">
            <a:xfrm>
              <a:off x="8655" y="6608"/>
              <a:ext cx="732" cy="39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a:latin typeface="Times New Roman" panose="02020603050405020304" pitchFamily="18" charset="0"/>
                </a:rPr>
                <a:t>K[t]</a:t>
              </a:r>
            </a:p>
          </p:txBody>
        </p:sp>
        <p:sp>
          <p:nvSpPr>
            <p:cNvPr id="214049" name="Line 1057">
              <a:extLst>
                <a:ext uri="{FF2B5EF4-FFF2-40B4-BE49-F238E27FC236}">
                  <a16:creationId xmlns:a16="http://schemas.microsoft.com/office/drawing/2014/main" id="{1EB6DC04-68BF-6890-A18F-F4C27F8951FE}"/>
                </a:ext>
              </a:extLst>
            </p:cNvPr>
            <p:cNvSpPr>
              <a:spLocks noChangeShapeType="1"/>
            </p:cNvSpPr>
            <p:nvPr/>
          </p:nvSpPr>
          <p:spPr bwMode="auto">
            <a:xfrm flipH="1">
              <a:off x="8115" y="6815"/>
              <a:ext cx="5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50" name="Line 1058">
              <a:extLst>
                <a:ext uri="{FF2B5EF4-FFF2-40B4-BE49-F238E27FC236}">
                  <a16:creationId xmlns:a16="http://schemas.microsoft.com/office/drawing/2014/main" id="{9D438A34-B461-6124-584F-ED5A24ED85E4}"/>
                </a:ext>
              </a:extLst>
            </p:cNvPr>
            <p:cNvSpPr>
              <a:spLocks noChangeShapeType="1"/>
            </p:cNvSpPr>
            <p:nvPr/>
          </p:nvSpPr>
          <p:spPr bwMode="auto">
            <a:xfrm>
              <a:off x="5130" y="3740"/>
              <a:ext cx="0" cy="3195"/>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214051" name="Text Box 1059">
              <a:extLst>
                <a:ext uri="{FF2B5EF4-FFF2-40B4-BE49-F238E27FC236}">
                  <a16:creationId xmlns:a16="http://schemas.microsoft.com/office/drawing/2014/main" id="{54B9F92B-FDA9-4315-E79C-F8FB476A9FD1}"/>
                </a:ext>
              </a:extLst>
            </p:cNvPr>
            <p:cNvSpPr txBox="1">
              <a:spLocks noChangeArrowheads="1"/>
            </p:cNvSpPr>
            <p:nvPr/>
          </p:nvSpPr>
          <p:spPr bwMode="auto">
            <a:xfrm>
              <a:off x="3804" y="785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214052" name="Text Box 1060">
              <a:extLst>
                <a:ext uri="{FF2B5EF4-FFF2-40B4-BE49-F238E27FC236}">
                  <a16:creationId xmlns:a16="http://schemas.microsoft.com/office/drawing/2014/main" id="{0A44DB62-9B46-52AE-74DD-2E595351C433}"/>
                </a:ext>
              </a:extLst>
            </p:cNvPr>
            <p:cNvSpPr txBox="1">
              <a:spLocks noChangeArrowheads="1"/>
            </p:cNvSpPr>
            <p:nvPr/>
          </p:nvSpPr>
          <p:spPr bwMode="auto">
            <a:xfrm>
              <a:off x="4692" y="785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214053" name="Text Box 1061">
              <a:extLst>
                <a:ext uri="{FF2B5EF4-FFF2-40B4-BE49-F238E27FC236}">
                  <a16:creationId xmlns:a16="http://schemas.microsoft.com/office/drawing/2014/main" id="{57BB5756-D5DC-FDFA-0C56-B7B859C126A9}"/>
                </a:ext>
              </a:extLst>
            </p:cNvPr>
            <p:cNvSpPr txBox="1">
              <a:spLocks noChangeArrowheads="1"/>
            </p:cNvSpPr>
            <p:nvPr/>
          </p:nvSpPr>
          <p:spPr bwMode="auto">
            <a:xfrm>
              <a:off x="5580" y="785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214054" name="Text Box 1062">
              <a:extLst>
                <a:ext uri="{FF2B5EF4-FFF2-40B4-BE49-F238E27FC236}">
                  <a16:creationId xmlns:a16="http://schemas.microsoft.com/office/drawing/2014/main" id="{083E863D-2CC7-4BCB-217D-CD529911CAC5}"/>
                </a:ext>
              </a:extLst>
            </p:cNvPr>
            <p:cNvSpPr txBox="1">
              <a:spLocks noChangeArrowheads="1"/>
            </p:cNvSpPr>
            <p:nvPr/>
          </p:nvSpPr>
          <p:spPr bwMode="auto">
            <a:xfrm>
              <a:off x="6456" y="785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214055" name="Text Box 1063">
              <a:extLst>
                <a:ext uri="{FF2B5EF4-FFF2-40B4-BE49-F238E27FC236}">
                  <a16:creationId xmlns:a16="http://schemas.microsoft.com/office/drawing/2014/main" id="{94C31DED-A85F-345D-0FE2-AADBF1D87290}"/>
                </a:ext>
              </a:extLst>
            </p:cNvPr>
            <p:cNvSpPr txBox="1">
              <a:spLocks noChangeArrowheads="1"/>
            </p:cNvSpPr>
            <p:nvPr/>
          </p:nvSpPr>
          <p:spPr bwMode="auto">
            <a:xfrm>
              <a:off x="7344" y="7851"/>
              <a:ext cx="88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a:t>
              </a:r>
            </a:p>
          </p:txBody>
        </p:sp>
        <p:sp>
          <p:nvSpPr>
            <p:cNvPr id="214056" name="Line 1064">
              <a:extLst>
                <a:ext uri="{FF2B5EF4-FFF2-40B4-BE49-F238E27FC236}">
                  <a16:creationId xmlns:a16="http://schemas.microsoft.com/office/drawing/2014/main" id="{4A281C70-6C54-F695-6463-0CA1AAC8A727}"/>
                </a:ext>
              </a:extLst>
            </p:cNvPr>
            <p:cNvSpPr>
              <a:spLocks noChangeShapeType="1"/>
            </p:cNvSpPr>
            <p:nvPr/>
          </p:nvSpPr>
          <p:spPr bwMode="auto">
            <a:xfrm flipH="1">
              <a:off x="3255" y="2555"/>
              <a:ext cx="5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57" name="Line 1065">
              <a:extLst>
                <a:ext uri="{FF2B5EF4-FFF2-40B4-BE49-F238E27FC236}">
                  <a16:creationId xmlns:a16="http://schemas.microsoft.com/office/drawing/2014/main" id="{6E075ACA-5567-FDC8-9658-0149A9C2AC00}"/>
                </a:ext>
              </a:extLst>
            </p:cNvPr>
            <p:cNvSpPr>
              <a:spLocks noChangeShapeType="1"/>
            </p:cNvSpPr>
            <p:nvPr/>
          </p:nvSpPr>
          <p:spPr bwMode="auto">
            <a:xfrm flipH="1">
              <a:off x="3240" y="2555"/>
              <a:ext cx="0" cy="47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58" name="Line 1066">
              <a:extLst>
                <a:ext uri="{FF2B5EF4-FFF2-40B4-BE49-F238E27FC236}">
                  <a16:creationId xmlns:a16="http://schemas.microsoft.com/office/drawing/2014/main" id="{C6E548D5-0C92-B052-73C3-9C83863EB421}"/>
                </a:ext>
              </a:extLst>
            </p:cNvPr>
            <p:cNvSpPr>
              <a:spLocks noChangeShapeType="1"/>
            </p:cNvSpPr>
            <p:nvPr/>
          </p:nvSpPr>
          <p:spPr bwMode="auto">
            <a:xfrm>
              <a:off x="3240" y="7295"/>
              <a:ext cx="18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59" name="Line 1067">
              <a:extLst>
                <a:ext uri="{FF2B5EF4-FFF2-40B4-BE49-F238E27FC236}">
                  <a16:creationId xmlns:a16="http://schemas.microsoft.com/office/drawing/2014/main" id="{02B5369E-2593-4C17-A9A0-BB77EE8C8F64}"/>
                </a:ext>
              </a:extLst>
            </p:cNvPr>
            <p:cNvSpPr>
              <a:spLocks noChangeShapeType="1"/>
            </p:cNvSpPr>
            <p:nvPr/>
          </p:nvSpPr>
          <p:spPr bwMode="auto">
            <a:xfrm>
              <a:off x="5130" y="7295"/>
              <a:ext cx="0" cy="5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60" name="Line 1068">
              <a:extLst>
                <a:ext uri="{FF2B5EF4-FFF2-40B4-BE49-F238E27FC236}">
                  <a16:creationId xmlns:a16="http://schemas.microsoft.com/office/drawing/2014/main" id="{45757D41-A623-C723-F3FF-FABF087C125B}"/>
                </a:ext>
              </a:extLst>
            </p:cNvPr>
            <p:cNvSpPr>
              <a:spLocks noChangeShapeType="1"/>
            </p:cNvSpPr>
            <p:nvPr/>
          </p:nvSpPr>
          <p:spPr bwMode="auto">
            <a:xfrm>
              <a:off x="5130" y="6950"/>
              <a:ext cx="9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1" name="Line 1069">
              <a:extLst>
                <a:ext uri="{FF2B5EF4-FFF2-40B4-BE49-F238E27FC236}">
                  <a16:creationId xmlns:a16="http://schemas.microsoft.com/office/drawing/2014/main" id="{9384709B-5A10-05AD-2BD8-15056AB3B6E3}"/>
                </a:ext>
              </a:extLst>
            </p:cNvPr>
            <p:cNvSpPr>
              <a:spLocks noChangeShapeType="1"/>
            </p:cNvSpPr>
            <p:nvPr/>
          </p:nvSpPr>
          <p:spPr bwMode="auto">
            <a:xfrm>
              <a:off x="6060" y="6950"/>
              <a:ext cx="0" cy="9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62" name="Line 1070">
              <a:extLst>
                <a:ext uri="{FF2B5EF4-FFF2-40B4-BE49-F238E27FC236}">
                  <a16:creationId xmlns:a16="http://schemas.microsoft.com/office/drawing/2014/main" id="{15F1DE8A-BB38-8493-21BC-B84C81F6DE60}"/>
                </a:ext>
              </a:extLst>
            </p:cNvPr>
            <p:cNvSpPr>
              <a:spLocks noChangeShapeType="1"/>
            </p:cNvSpPr>
            <p:nvPr/>
          </p:nvSpPr>
          <p:spPr bwMode="auto">
            <a:xfrm flipV="1">
              <a:off x="6015" y="1925"/>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3" name="Line 1071">
              <a:extLst>
                <a:ext uri="{FF2B5EF4-FFF2-40B4-BE49-F238E27FC236}">
                  <a16:creationId xmlns:a16="http://schemas.microsoft.com/office/drawing/2014/main" id="{29125F87-A5DD-5330-7D82-FF52574D6E41}"/>
                </a:ext>
              </a:extLst>
            </p:cNvPr>
            <p:cNvSpPr>
              <a:spLocks noChangeShapeType="1"/>
            </p:cNvSpPr>
            <p:nvPr/>
          </p:nvSpPr>
          <p:spPr bwMode="auto">
            <a:xfrm>
              <a:off x="6015" y="1925"/>
              <a:ext cx="38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4" name="Line 1072">
              <a:extLst>
                <a:ext uri="{FF2B5EF4-FFF2-40B4-BE49-F238E27FC236}">
                  <a16:creationId xmlns:a16="http://schemas.microsoft.com/office/drawing/2014/main" id="{534BB430-653E-6A17-5493-6596B15C1539}"/>
                </a:ext>
              </a:extLst>
            </p:cNvPr>
            <p:cNvSpPr>
              <a:spLocks noChangeShapeType="1"/>
            </p:cNvSpPr>
            <p:nvPr/>
          </p:nvSpPr>
          <p:spPr bwMode="auto">
            <a:xfrm>
              <a:off x="9825" y="1940"/>
              <a:ext cx="0" cy="5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5" name="Line 1073">
              <a:extLst>
                <a:ext uri="{FF2B5EF4-FFF2-40B4-BE49-F238E27FC236}">
                  <a16:creationId xmlns:a16="http://schemas.microsoft.com/office/drawing/2014/main" id="{286B2E2D-7BB0-16A8-FDA1-90C6FC07A205}"/>
                </a:ext>
              </a:extLst>
            </p:cNvPr>
            <p:cNvSpPr>
              <a:spLocks noChangeShapeType="1"/>
            </p:cNvSpPr>
            <p:nvPr/>
          </p:nvSpPr>
          <p:spPr bwMode="auto">
            <a:xfrm flipH="1" flipV="1">
              <a:off x="6900" y="7504"/>
              <a:ext cx="29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6" name="Line 1074">
              <a:extLst>
                <a:ext uri="{FF2B5EF4-FFF2-40B4-BE49-F238E27FC236}">
                  <a16:creationId xmlns:a16="http://schemas.microsoft.com/office/drawing/2014/main" id="{21C7D3F8-575B-31B6-3E58-5926542FD89A}"/>
                </a:ext>
              </a:extLst>
            </p:cNvPr>
            <p:cNvSpPr>
              <a:spLocks noChangeShapeType="1"/>
            </p:cNvSpPr>
            <p:nvPr/>
          </p:nvSpPr>
          <p:spPr bwMode="auto">
            <a:xfrm>
              <a:off x="6900" y="7519"/>
              <a:ext cx="0" cy="3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67" name="Line 1075">
              <a:extLst>
                <a:ext uri="{FF2B5EF4-FFF2-40B4-BE49-F238E27FC236}">
                  <a16:creationId xmlns:a16="http://schemas.microsoft.com/office/drawing/2014/main" id="{99276757-EB09-1644-0543-2AA588284A0F}"/>
                </a:ext>
              </a:extLst>
            </p:cNvPr>
            <p:cNvSpPr>
              <a:spLocks noChangeShapeType="1"/>
            </p:cNvSpPr>
            <p:nvPr/>
          </p:nvSpPr>
          <p:spPr bwMode="auto">
            <a:xfrm>
              <a:off x="7815" y="7010"/>
              <a:ext cx="0"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68" name="Line 1076">
              <a:extLst>
                <a:ext uri="{FF2B5EF4-FFF2-40B4-BE49-F238E27FC236}">
                  <a16:creationId xmlns:a16="http://schemas.microsoft.com/office/drawing/2014/main" id="{829CD7DA-1741-DB47-E6CE-D75C284FB32D}"/>
                </a:ext>
              </a:extLst>
            </p:cNvPr>
            <p:cNvSpPr>
              <a:spLocks noChangeShapeType="1"/>
            </p:cNvSpPr>
            <p:nvPr/>
          </p:nvSpPr>
          <p:spPr bwMode="auto">
            <a:xfrm>
              <a:off x="4290" y="7385"/>
              <a:ext cx="0" cy="4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69" name="Line 1077">
              <a:extLst>
                <a:ext uri="{FF2B5EF4-FFF2-40B4-BE49-F238E27FC236}">
                  <a16:creationId xmlns:a16="http://schemas.microsoft.com/office/drawing/2014/main" id="{79E6CDF0-BA39-0EF2-8C0B-4EEBF243BD28}"/>
                </a:ext>
              </a:extLst>
            </p:cNvPr>
            <p:cNvSpPr>
              <a:spLocks noChangeShapeType="1"/>
            </p:cNvSpPr>
            <p:nvPr/>
          </p:nvSpPr>
          <p:spPr bwMode="auto">
            <a:xfrm>
              <a:off x="4290" y="7370"/>
              <a:ext cx="35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70" name="Line 1078">
              <a:extLst>
                <a:ext uri="{FF2B5EF4-FFF2-40B4-BE49-F238E27FC236}">
                  <a16:creationId xmlns:a16="http://schemas.microsoft.com/office/drawing/2014/main" id="{9D2522A4-8E6C-9AF4-985E-91E784A7D9CD}"/>
                </a:ext>
              </a:extLst>
            </p:cNvPr>
            <p:cNvSpPr>
              <a:spLocks noChangeShapeType="1"/>
            </p:cNvSpPr>
            <p:nvPr/>
          </p:nvSpPr>
          <p:spPr bwMode="auto">
            <a:xfrm flipH="1">
              <a:off x="7095" y="2810"/>
              <a:ext cx="0" cy="43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4071" name="Line 1079">
              <a:extLst>
                <a:ext uri="{FF2B5EF4-FFF2-40B4-BE49-F238E27FC236}">
                  <a16:creationId xmlns:a16="http://schemas.microsoft.com/office/drawing/2014/main" id="{8588883B-E1B4-5BEF-BAC6-B3E60A9AA3FA}"/>
                </a:ext>
              </a:extLst>
            </p:cNvPr>
            <p:cNvSpPr>
              <a:spLocks noChangeShapeType="1"/>
            </p:cNvSpPr>
            <p:nvPr/>
          </p:nvSpPr>
          <p:spPr bwMode="auto">
            <a:xfrm>
              <a:off x="7710" y="7190"/>
              <a:ext cx="0" cy="6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4072" name="Line 1080">
              <a:extLst>
                <a:ext uri="{FF2B5EF4-FFF2-40B4-BE49-F238E27FC236}">
                  <a16:creationId xmlns:a16="http://schemas.microsoft.com/office/drawing/2014/main" id="{BBCD2D63-6EBC-D256-F950-B120E5EBF966}"/>
                </a:ext>
              </a:extLst>
            </p:cNvPr>
            <p:cNvSpPr>
              <a:spLocks noChangeShapeType="1"/>
            </p:cNvSpPr>
            <p:nvPr/>
          </p:nvSpPr>
          <p:spPr bwMode="auto">
            <a:xfrm>
              <a:off x="7110" y="7190"/>
              <a:ext cx="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Number Placeholder 4">
            <a:extLst>
              <a:ext uri="{FF2B5EF4-FFF2-40B4-BE49-F238E27FC236}">
                <a16:creationId xmlns:a16="http://schemas.microsoft.com/office/drawing/2014/main" id="{7DC4E37F-3906-38CC-EAB3-BA8E1D9F61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13ED21D-16EE-4EDA-882F-EAAD0ABB7FED}" type="slidenum">
              <a:rPr lang="en-US" altLang="en-US" sz="1400"/>
              <a:pPr>
                <a:spcBef>
                  <a:spcPct val="0"/>
                </a:spcBef>
                <a:buClrTx/>
                <a:buSzTx/>
                <a:buFontTx/>
                <a:buNone/>
              </a:pPr>
              <a:t>161</a:t>
            </a:fld>
            <a:endParaRPr lang="en-US" altLang="en-US" sz="1400"/>
          </a:p>
        </p:txBody>
      </p:sp>
      <p:sp>
        <p:nvSpPr>
          <p:cNvPr id="216067" name="Rectangle 1026">
            <a:extLst>
              <a:ext uri="{FF2B5EF4-FFF2-40B4-BE49-F238E27FC236}">
                <a16:creationId xmlns:a16="http://schemas.microsoft.com/office/drawing/2014/main" id="{D81FE1EB-4531-2B48-3849-5FCCCA9154FD}"/>
              </a:ext>
            </a:extLst>
          </p:cNvPr>
          <p:cNvSpPr>
            <a:spLocks noGrp="1" noChangeArrowheads="1"/>
          </p:cNvSpPr>
          <p:nvPr>
            <p:ph type="title"/>
          </p:nvPr>
        </p:nvSpPr>
        <p:spPr/>
        <p:txBody>
          <a:bodyPr/>
          <a:lstStyle/>
          <a:p>
            <a:pPr eaLnBrk="1" hangingPunct="1"/>
            <a:r>
              <a:rPr lang="en-US" altLang="en-US"/>
              <a:t>Comparison of MD5 and SHA</a:t>
            </a:r>
          </a:p>
        </p:txBody>
      </p:sp>
      <p:grpSp>
        <p:nvGrpSpPr>
          <p:cNvPr id="216068" name="Group 1028">
            <a:extLst>
              <a:ext uri="{FF2B5EF4-FFF2-40B4-BE49-F238E27FC236}">
                <a16:creationId xmlns:a16="http://schemas.microsoft.com/office/drawing/2014/main" id="{B2A36D87-C9BA-B5CE-5D5E-CDE8DA87AD13}"/>
              </a:ext>
            </a:extLst>
          </p:cNvPr>
          <p:cNvGrpSpPr>
            <a:grpSpLocks/>
          </p:cNvGrpSpPr>
          <p:nvPr/>
        </p:nvGrpSpPr>
        <p:grpSpPr bwMode="auto">
          <a:xfrm>
            <a:off x="3074988" y="1600200"/>
            <a:ext cx="6043612" cy="4038600"/>
            <a:chOff x="-3" y="-3"/>
            <a:chExt cx="3807" cy="3462"/>
          </a:xfrm>
        </p:grpSpPr>
        <p:grpSp>
          <p:nvGrpSpPr>
            <p:cNvPr id="216069" name="Group 1029">
              <a:extLst>
                <a:ext uri="{FF2B5EF4-FFF2-40B4-BE49-F238E27FC236}">
                  <a16:creationId xmlns:a16="http://schemas.microsoft.com/office/drawing/2014/main" id="{FDB5035E-F1DA-2CED-7A6D-D4C325CDF34B}"/>
                </a:ext>
              </a:extLst>
            </p:cNvPr>
            <p:cNvGrpSpPr>
              <a:grpSpLocks/>
            </p:cNvGrpSpPr>
            <p:nvPr/>
          </p:nvGrpSpPr>
          <p:grpSpPr bwMode="auto">
            <a:xfrm>
              <a:off x="0" y="0"/>
              <a:ext cx="3801" cy="3456"/>
              <a:chOff x="0" y="0"/>
              <a:chExt cx="3801" cy="3456"/>
            </a:xfrm>
          </p:grpSpPr>
          <p:grpSp>
            <p:nvGrpSpPr>
              <p:cNvPr id="216071" name="Group 1030">
                <a:extLst>
                  <a:ext uri="{FF2B5EF4-FFF2-40B4-BE49-F238E27FC236}">
                    <a16:creationId xmlns:a16="http://schemas.microsoft.com/office/drawing/2014/main" id="{CD8D8E44-FD29-F397-62A1-05718D631276}"/>
                  </a:ext>
                </a:extLst>
              </p:cNvPr>
              <p:cNvGrpSpPr>
                <a:grpSpLocks/>
              </p:cNvGrpSpPr>
              <p:nvPr/>
            </p:nvGrpSpPr>
            <p:grpSpPr bwMode="auto">
              <a:xfrm>
                <a:off x="0" y="0"/>
                <a:ext cx="1267" cy="384"/>
                <a:chOff x="0" y="0"/>
                <a:chExt cx="1267" cy="384"/>
              </a:xfrm>
            </p:grpSpPr>
            <p:sp>
              <p:nvSpPr>
                <p:cNvPr id="216132" name="Rectangle 1031">
                  <a:extLst>
                    <a:ext uri="{FF2B5EF4-FFF2-40B4-BE49-F238E27FC236}">
                      <a16:creationId xmlns:a16="http://schemas.microsoft.com/office/drawing/2014/main" id="{BB93A552-D7E0-16E7-DDC4-111DBB14561E}"/>
                    </a:ext>
                  </a:extLst>
                </p:cNvPr>
                <p:cNvSpPr>
                  <a:spLocks noChangeArrowheads="1"/>
                </p:cNvSpPr>
                <p:nvPr/>
              </p:nvSpPr>
              <p:spPr bwMode="auto">
                <a:xfrm>
                  <a:off x="43" y="0"/>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latin typeface="Times New Roman" panose="02020603050405020304" pitchFamily="18" charset="0"/>
                      <a:cs typeface="Times New Roman" panose="02020603050405020304" pitchFamily="18" charset="0"/>
                    </a:rPr>
                    <a:t>Point of discussion</a:t>
                  </a:r>
                  <a:endParaRPr lang="en-US" altLang="en-US" sz="12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US" altLang="en-US" sz="1200">
                    <a:latin typeface="Times New Roman" panose="02020603050405020304" pitchFamily="18" charset="0"/>
                  </a:endParaRPr>
                </a:p>
              </p:txBody>
            </p:sp>
            <p:sp>
              <p:nvSpPr>
                <p:cNvPr id="216133" name="Rectangle 1032">
                  <a:extLst>
                    <a:ext uri="{FF2B5EF4-FFF2-40B4-BE49-F238E27FC236}">
                      <a16:creationId xmlns:a16="http://schemas.microsoft.com/office/drawing/2014/main" id="{A5C72F43-94EE-F6BD-5E2B-82BA5A6A494F}"/>
                    </a:ext>
                  </a:extLst>
                </p:cNvPr>
                <p:cNvSpPr>
                  <a:spLocks noChangeArrowheads="1"/>
                </p:cNvSpPr>
                <p:nvPr/>
              </p:nvSpPr>
              <p:spPr bwMode="auto">
                <a:xfrm>
                  <a:off x="0" y="0"/>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2" name="Group 1033">
                <a:extLst>
                  <a:ext uri="{FF2B5EF4-FFF2-40B4-BE49-F238E27FC236}">
                    <a16:creationId xmlns:a16="http://schemas.microsoft.com/office/drawing/2014/main" id="{6F3BF83E-EBBB-9895-172D-BF2AB5E383FA}"/>
                  </a:ext>
                </a:extLst>
              </p:cNvPr>
              <p:cNvGrpSpPr>
                <a:grpSpLocks/>
              </p:cNvGrpSpPr>
              <p:nvPr/>
            </p:nvGrpSpPr>
            <p:grpSpPr bwMode="auto">
              <a:xfrm>
                <a:off x="1267" y="0"/>
                <a:ext cx="1267" cy="384"/>
                <a:chOff x="1267" y="0"/>
                <a:chExt cx="1267" cy="384"/>
              </a:xfrm>
            </p:grpSpPr>
            <p:sp>
              <p:nvSpPr>
                <p:cNvPr id="216130" name="Rectangle 1034">
                  <a:extLst>
                    <a:ext uri="{FF2B5EF4-FFF2-40B4-BE49-F238E27FC236}">
                      <a16:creationId xmlns:a16="http://schemas.microsoft.com/office/drawing/2014/main" id="{6B891037-6DCD-FCD1-2162-27F6C6D8BE5F}"/>
                    </a:ext>
                  </a:extLst>
                </p:cNvPr>
                <p:cNvSpPr>
                  <a:spLocks noChangeArrowheads="1"/>
                </p:cNvSpPr>
                <p:nvPr/>
              </p:nvSpPr>
              <p:spPr bwMode="auto">
                <a:xfrm>
                  <a:off x="1310" y="0"/>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latin typeface="Times New Roman" panose="02020603050405020304" pitchFamily="18" charset="0"/>
                      <a:cs typeface="Times New Roman" panose="02020603050405020304" pitchFamily="18" charset="0"/>
                    </a:rPr>
                    <a:t>MD5</a:t>
                  </a:r>
                  <a:endParaRPr lang="en-US" altLang="en-US" sz="12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US" altLang="en-US" sz="1200">
                    <a:latin typeface="Times New Roman" panose="02020603050405020304" pitchFamily="18" charset="0"/>
                  </a:endParaRPr>
                </a:p>
              </p:txBody>
            </p:sp>
            <p:sp>
              <p:nvSpPr>
                <p:cNvPr id="216131" name="Rectangle 1035">
                  <a:extLst>
                    <a:ext uri="{FF2B5EF4-FFF2-40B4-BE49-F238E27FC236}">
                      <a16:creationId xmlns:a16="http://schemas.microsoft.com/office/drawing/2014/main" id="{818F6838-0B5B-A6A2-8655-DE2A8928F208}"/>
                    </a:ext>
                  </a:extLst>
                </p:cNvPr>
                <p:cNvSpPr>
                  <a:spLocks noChangeArrowheads="1"/>
                </p:cNvSpPr>
                <p:nvPr/>
              </p:nvSpPr>
              <p:spPr bwMode="auto">
                <a:xfrm>
                  <a:off x="1267" y="0"/>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3" name="Group 1036">
                <a:extLst>
                  <a:ext uri="{FF2B5EF4-FFF2-40B4-BE49-F238E27FC236}">
                    <a16:creationId xmlns:a16="http://schemas.microsoft.com/office/drawing/2014/main" id="{8F704E43-AB30-0C56-C417-C3284E9C4208}"/>
                  </a:ext>
                </a:extLst>
              </p:cNvPr>
              <p:cNvGrpSpPr>
                <a:grpSpLocks/>
              </p:cNvGrpSpPr>
              <p:nvPr/>
            </p:nvGrpSpPr>
            <p:grpSpPr bwMode="auto">
              <a:xfrm>
                <a:off x="2534" y="0"/>
                <a:ext cx="1267" cy="384"/>
                <a:chOff x="2534" y="0"/>
                <a:chExt cx="1267" cy="384"/>
              </a:xfrm>
            </p:grpSpPr>
            <p:sp>
              <p:nvSpPr>
                <p:cNvPr id="216128" name="Rectangle 1037">
                  <a:extLst>
                    <a:ext uri="{FF2B5EF4-FFF2-40B4-BE49-F238E27FC236}">
                      <a16:creationId xmlns:a16="http://schemas.microsoft.com/office/drawing/2014/main" id="{EE7FAF70-2E8A-6FA8-3478-830C121E3A65}"/>
                    </a:ext>
                  </a:extLst>
                </p:cNvPr>
                <p:cNvSpPr>
                  <a:spLocks noChangeArrowheads="1"/>
                </p:cNvSpPr>
                <p:nvPr/>
              </p:nvSpPr>
              <p:spPr bwMode="auto">
                <a:xfrm>
                  <a:off x="2577" y="0"/>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latin typeface="Times New Roman" panose="02020603050405020304" pitchFamily="18" charset="0"/>
                      <a:cs typeface="Times New Roman" panose="02020603050405020304" pitchFamily="18" charset="0"/>
                    </a:rPr>
                    <a:t>SHA</a:t>
                  </a:r>
                  <a:endParaRPr lang="en-US" altLang="en-US" sz="12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US" altLang="en-US" sz="1200">
                    <a:latin typeface="Times New Roman" panose="02020603050405020304" pitchFamily="18" charset="0"/>
                  </a:endParaRPr>
                </a:p>
              </p:txBody>
            </p:sp>
            <p:sp>
              <p:nvSpPr>
                <p:cNvPr id="216129" name="Rectangle 1038">
                  <a:extLst>
                    <a:ext uri="{FF2B5EF4-FFF2-40B4-BE49-F238E27FC236}">
                      <a16:creationId xmlns:a16="http://schemas.microsoft.com/office/drawing/2014/main" id="{7FD57655-CDCD-63C0-0301-EEDCF445ADB4}"/>
                    </a:ext>
                  </a:extLst>
                </p:cNvPr>
                <p:cNvSpPr>
                  <a:spLocks noChangeArrowheads="1"/>
                </p:cNvSpPr>
                <p:nvPr/>
              </p:nvSpPr>
              <p:spPr bwMode="auto">
                <a:xfrm>
                  <a:off x="2534" y="0"/>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4" name="Group 1039">
                <a:extLst>
                  <a:ext uri="{FF2B5EF4-FFF2-40B4-BE49-F238E27FC236}">
                    <a16:creationId xmlns:a16="http://schemas.microsoft.com/office/drawing/2014/main" id="{CAC003D7-0536-E2B7-9FF0-85241E58B6C8}"/>
                  </a:ext>
                </a:extLst>
              </p:cNvPr>
              <p:cNvGrpSpPr>
                <a:grpSpLocks/>
              </p:cNvGrpSpPr>
              <p:nvPr/>
            </p:nvGrpSpPr>
            <p:grpSpPr bwMode="auto">
              <a:xfrm>
                <a:off x="0" y="384"/>
                <a:ext cx="1267" cy="384"/>
                <a:chOff x="0" y="384"/>
                <a:chExt cx="1267" cy="384"/>
              </a:xfrm>
            </p:grpSpPr>
            <p:sp>
              <p:nvSpPr>
                <p:cNvPr id="216126" name="Rectangle 1040">
                  <a:extLst>
                    <a:ext uri="{FF2B5EF4-FFF2-40B4-BE49-F238E27FC236}">
                      <a16:creationId xmlns:a16="http://schemas.microsoft.com/office/drawing/2014/main" id="{1400AEC6-674C-0966-4E76-79147206FCBA}"/>
                    </a:ext>
                  </a:extLst>
                </p:cNvPr>
                <p:cNvSpPr>
                  <a:spLocks noChangeArrowheads="1"/>
                </p:cNvSpPr>
                <p:nvPr/>
              </p:nvSpPr>
              <p:spPr bwMode="auto">
                <a:xfrm>
                  <a:off x="43" y="384"/>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Message digest length in bits</a:t>
                  </a:r>
                  <a:endParaRPr lang="en-GB" altLang="en-US" sz="12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GB" altLang="en-US" sz="1200">
                    <a:latin typeface="Times New Roman" panose="02020603050405020304" pitchFamily="18" charset="0"/>
                  </a:endParaRPr>
                </a:p>
              </p:txBody>
            </p:sp>
            <p:sp>
              <p:nvSpPr>
                <p:cNvPr id="216127" name="Rectangle 1041">
                  <a:extLst>
                    <a:ext uri="{FF2B5EF4-FFF2-40B4-BE49-F238E27FC236}">
                      <a16:creationId xmlns:a16="http://schemas.microsoft.com/office/drawing/2014/main" id="{1E785197-EEA4-9586-4A8F-D2AACACD1E11}"/>
                    </a:ext>
                  </a:extLst>
                </p:cNvPr>
                <p:cNvSpPr>
                  <a:spLocks noChangeArrowheads="1"/>
                </p:cNvSpPr>
                <p:nvPr/>
              </p:nvSpPr>
              <p:spPr bwMode="auto">
                <a:xfrm>
                  <a:off x="0" y="384"/>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5" name="Group 1042">
                <a:extLst>
                  <a:ext uri="{FF2B5EF4-FFF2-40B4-BE49-F238E27FC236}">
                    <a16:creationId xmlns:a16="http://schemas.microsoft.com/office/drawing/2014/main" id="{63594276-4F7E-84B3-679E-F180E3DD17F7}"/>
                  </a:ext>
                </a:extLst>
              </p:cNvPr>
              <p:cNvGrpSpPr>
                <a:grpSpLocks/>
              </p:cNvGrpSpPr>
              <p:nvPr/>
            </p:nvGrpSpPr>
            <p:grpSpPr bwMode="auto">
              <a:xfrm>
                <a:off x="1267" y="384"/>
                <a:ext cx="1267" cy="384"/>
                <a:chOff x="1267" y="384"/>
                <a:chExt cx="1267" cy="384"/>
              </a:xfrm>
            </p:grpSpPr>
            <p:sp>
              <p:nvSpPr>
                <p:cNvPr id="216124" name="Rectangle 1043">
                  <a:extLst>
                    <a:ext uri="{FF2B5EF4-FFF2-40B4-BE49-F238E27FC236}">
                      <a16:creationId xmlns:a16="http://schemas.microsoft.com/office/drawing/2014/main" id="{66F9DC26-796C-C8E7-8957-F78EEBD02BB7}"/>
                    </a:ext>
                  </a:extLst>
                </p:cNvPr>
                <p:cNvSpPr>
                  <a:spLocks noChangeArrowheads="1"/>
                </p:cNvSpPr>
                <p:nvPr/>
              </p:nvSpPr>
              <p:spPr bwMode="auto">
                <a:xfrm>
                  <a:off x="1310" y="384"/>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128</a:t>
                  </a:r>
                </a:p>
                <a:p>
                  <a:pPr algn="just">
                    <a:spcBef>
                      <a:spcPct val="0"/>
                    </a:spcBef>
                    <a:buClrTx/>
                    <a:buSzTx/>
                    <a:buFontTx/>
                    <a:buNone/>
                  </a:pPr>
                  <a:endParaRPr lang="en-US" altLang="en-US" sz="1200">
                    <a:latin typeface="Times New Roman" panose="02020603050405020304" pitchFamily="18" charset="0"/>
                  </a:endParaRPr>
                </a:p>
              </p:txBody>
            </p:sp>
            <p:sp>
              <p:nvSpPr>
                <p:cNvPr id="216125" name="Rectangle 1044">
                  <a:extLst>
                    <a:ext uri="{FF2B5EF4-FFF2-40B4-BE49-F238E27FC236}">
                      <a16:creationId xmlns:a16="http://schemas.microsoft.com/office/drawing/2014/main" id="{C29E9301-6866-5D89-09E2-CF6C35CA3294}"/>
                    </a:ext>
                  </a:extLst>
                </p:cNvPr>
                <p:cNvSpPr>
                  <a:spLocks noChangeArrowheads="1"/>
                </p:cNvSpPr>
                <p:nvPr/>
              </p:nvSpPr>
              <p:spPr bwMode="auto">
                <a:xfrm>
                  <a:off x="1267" y="384"/>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6" name="Group 1045">
                <a:extLst>
                  <a:ext uri="{FF2B5EF4-FFF2-40B4-BE49-F238E27FC236}">
                    <a16:creationId xmlns:a16="http://schemas.microsoft.com/office/drawing/2014/main" id="{EAFDC1AE-FD18-DD05-8A02-FDF9B1B1E95B}"/>
                  </a:ext>
                </a:extLst>
              </p:cNvPr>
              <p:cNvGrpSpPr>
                <a:grpSpLocks/>
              </p:cNvGrpSpPr>
              <p:nvPr/>
            </p:nvGrpSpPr>
            <p:grpSpPr bwMode="auto">
              <a:xfrm>
                <a:off x="2534" y="384"/>
                <a:ext cx="1267" cy="384"/>
                <a:chOff x="2534" y="384"/>
                <a:chExt cx="1267" cy="384"/>
              </a:xfrm>
            </p:grpSpPr>
            <p:sp>
              <p:nvSpPr>
                <p:cNvPr id="216122" name="Rectangle 1046">
                  <a:extLst>
                    <a:ext uri="{FF2B5EF4-FFF2-40B4-BE49-F238E27FC236}">
                      <a16:creationId xmlns:a16="http://schemas.microsoft.com/office/drawing/2014/main" id="{41CD0A6E-98EE-CDAA-5B88-2C1EDCB0B3B7}"/>
                    </a:ext>
                  </a:extLst>
                </p:cNvPr>
                <p:cNvSpPr>
                  <a:spLocks noChangeArrowheads="1"/>
                </p:cNvSpPr>
                <p:nvPr/>
              </p:nvSpPr>
              <p:spPr bwMode="auto">
                <a:xfrm>
                  <a:off x="2577" y="384"/>
                  <a:ext cx="118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160</a:t>
                  </a:r>
                </a:p>
                <a:p>
                  <a:pPr algn="just">
                    <a:spcBef>
                      <a:spcPct val="0"/>
                    </a:spcBef>
                    <a:buClrTx/>
                    <a:buSzTx/>
                    <a:buFontTx/>
                    <a:buNone/>
                  </a:pPr>
                  <a:endParaRPr lang="en-US" altLang="en-US" sz="1200">
                    <a:latin typeface="Times New Roman" panose="02020603050405020304" pitchFamily="18" charset="0"/>
                  </a:endParaRPr>
                </a:p>
              </p:txBody>
            </p:sp>
            <p:sp>
              <p:nvSpPr>
                <p:cNvPr id="216123" name="Rectangle 1047">
                  <a:extLst>
                    <a:ext uri="{FF2B5EF4-FFF2-40B4-BE49-F238E27FC236}">
                      <a16:creationId xmlns:a16="http://schemas.microsoft.com/office/drawing/2014/main" id="{3016A488-7BCB-CB58-1FBC-EC1DEF72D4C4}"/>
                    </a:ext>
                  </a:extLst>
                </p:cNvPr>
                <p:cNvSpPr>
                  <a:spLocks noChangeArrowheads="1"/>
                </p:cNvSpPr>
                <p:nvPr/>
              </p:nvSpPr>
              <p:spPr bwMode="auto">
                <a:xfrm>
                  <a:off x="2534" y="384"/>
                  <a:ext cx="126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7" name="Group 1048">
                <a:extLst>
                  <a:ext uri="{FF2B5EF4-FFF2-40B4-BE49-F238E27FC236}">
                    <a16:creationId xmlns:a16="http://schemas.microsoft.com/office/drawing/2014/main" id="{03F95A06-7922-80B1-5736-F2CC34937BBC}"/>
                  </a:ext>
                </a:extLst>
              </p:cNvPr>
              <p:cNvGrpSpPr>
                <a:grpSpLocks/>
              </p:cNvGrpSpPr>
              <p:nvPr/>
            </p:nvGrpSpPr>
            <p:grpSpPr bwMode="auto">
              <a:xfrm>
                <a:off x="0" y="768"/>
                <a:ext cx="1267" cy="576"/>
                <a:chOff x="0" y="768"/>
                <a:chExt cx="1267" cy="576"/>
              </a:xfrm>
            </p:grpSpPr>
            <p:sp>
              <p:nvSpPr>
                <p:cNvPr id="216120" name="Rectangle 1049">
                  <a:extLst>
                    <a:ext uri="{FF2B5EF4-FFF2-40B4-BE49-F238E27FC236}">
                      <a16:creationId xmlns:a16="http://schemas.microsoft.com/office/drawing/2014/main" id="{92DC085C-B8B0-5D83-F400-7AE7EE86A2FE}"/>
                    </a:ext>
                  </a:extLst>
                </p:cNvPr>
                <p:cNvSpPr>
                  <a:spLocks noChangeArrowheads="1"/>
                </p:cNvSpPr>
                <p:nvPr/>
              </p:nvSpPr>
              <p:spPr bwMode="auto">
                <a:xfrm>
                  <a:off x="43" y="768"/>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Attack to try and find the original message given a message digest</a:t>
                  </a:r>
                </a:p>
                <a:p>
                  <a:pPr algn="just">
                    <a:spcBef>
                      <a:spcPct val="0"/>
                    </a:spcBef>
                    <a:buClrTx/>
                    <a:buSzTx/>
                    <a:buFontTx/>
                    <a:buNone/>
                  </a:pPr>
                  <a:endParaRPr lang="en-US" altLang="en-US" sz="1200">
                    <a:latin typeface="Times New Roman" panose="02020603050405020304" pitchFamily="18" charset="0"/>
                  </a:endParaRPr>
                </a:p>
              </p:txBody>
            </p:sp>
            <p:sp>
              <p:nvSpPr>
                <p:cNvPr id="216121" name="Rectangle 1050">
                  <a:extLst>
                    <a:ext uri="{FF2B5EF4-FFF2-40B4-BE49-F238E27FC236}">
                      <a16:creationId xmlns:a16="http://schemas.microsoft.com/office/drawing/2014/main" id="{ADD780B2-2B41-A0C6-1B60-807F0A0AA73F}"/>
                    </a:ext>
                  </a:extLst>
                </p:cNvPr>
                <p:cNvSpPr>
                  <a:spLocks noChangeArrowheads="1"/>
                </p:cNvSpPr>
                <p:nvPr/>
              </p:nvSpPr>
              <p:spPr bwMode="auto">
                <a:xfrm>
                  <a:off x="0" y="768"/>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8" name="Group 1051">
                <a:extLst>
                  <a:ext uri="{FF2B5EF4-FFF2-40B4-BE49-F238E27FC236}">
                    <a16:creationId xmlns:a16="http://schemas.microsoft.com/office/drawing/2014/main" id="{76794FFC-8C95-C3A1-36B9-C94DDA955132}"/>
                  </a:ext>
                </a:extLst>
              </p:cNvPr>
              <p:cNvGrpSpPr>
                <a:grpSpLocks/>
              </p:cNvGrpSpPr>
              <p:nvPr/>
            </p:nvGrpSpPr>
            <p:grpSpPr bwMode="auto">
              <a:xfrm>
                <a:off x="1267" y="768"/>
                <a:ext cx="1267" cy="576"/>
                <a:chOff x="1267" y="768"/>
                <a:chExt cx="1267" cy="576"/>
              </a:xfrm>
            </p:grpSpPr>
            <p:sp>
              <p:nvSpPr>
                <p:cNvPr id="216118" name="Rectangle 1052">
                  <a:extLst>
                    <a:ext uri="{FF2B5EF4-FFF2-40B4-BE49-F238E27FC236}">
                      <a16:creationId xmlns:a16="http://schemas.microsoft.com/office/drawing/2014/main" id="{F1DC5D34-97B1-83AD-56D0-A587D4BCC181}"/>
                    </a:ext>
                  </a:extLst>
                </p:cNvPr>
                <p:cNvSpPr>
                  <a:spLocks noChangeArrowheads="1"/>
                </p:cNvSpPr>
                <p:nvPr/>
              </p:nvSpPr>
              <p:spPr bwMode="auto">
                <a:xfrm>
                  <a:off x="1310" y="768"/>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Requires 2</a:t>
                  </a:r>
                  <a:r>
                    <a:rPr lang="en-US" altLang="en-US" sz="1200" baseline="30000">
                      <a:latin typeface="Times New Roman" panose="02020603050405020304" pitchFamily="18" charset="0"/>
                      <a:cs typeface="Times New Roman" panose="02020603050405020304" pitchFamily="18" charset="0"/>
                    </a:rPr>
                    <a:t>128</a:t>
                  </a:r>
                  <a:r>
                    <a:rPr lang="en-US" altLang="en-US" sz="1200">
                      <a:latin typeface="Times New Roman" panose="02020603050405020304" pitchFamily="18" charset="0"/>
                      <a:cs typeface="Times New Roman" panose="02020603050405020304" pitchFamily="18" charset="0"/>
                    </a:rPr>
                    <a:t> operations to break in</a:t>
                  </a:r>
                </a:p>
                <a:p>
                  <a:pPr algn="just">
                    <a:spcBef>
                      <a:spcPct val="0"/>
                    </a:spcBef>
                    <a:buClrTx/>
                    <a:buSzTx/>
                    <a:buFontTx/>
                    <a:buNone/>
                  </a:pPr>
                  <a:endParaRPr lang="en-US" altLang="en-US" sz="1200">
                    <a:latin typeface="Times New Roman" panose="02020603050405020304" pitchFamily="18" charset="0"/>
                  </a:endParaRPr>
                </a:p>
              </p:txBody>
            </p:sp>
            <p:sp>
              <p:nvSpPr>
                <p:cNvPr id="216119" name="Rectangle 1053">
                  <a:extLst>
                    <a:ext uri="{FF2B5EF4-FFF2-40B4-BE49-F238E27FC236}">
                      <a16:creationId xmlns:a16="http://schemas.microsoft.com/office/drawing/2014/main" id="{96732343-BE9C-18F4-5289-4FC67E40B039}"/>
                    </a:ext>
                  </a:extLst>
                </p:cNvPr>
                <p:cNvSpPr>
                  <a:spLocks noChangeArrowheads="1"/>
                </p:cNvSpPr>
                <p:nvPr/>
              </p:nvSpPr>
              <p:spPr bwMode="auto">
                <a:xfrm>
                  <a:off x="1267" y="768"/>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79" name="Group 1054">
                <a:extLst>
                  <a:ext uri="{FF2B5EF4-FFF2-40B4-BE49-F238E27FC236}">
                    <a16:creationId xmlns:a16="http://schemas.microsoft.com/office/drawing/2014/main" id="{E87E79F1-E1FC-2D60-0AE7-8DBC65180E10}"/>
                  </a:ext>
                </a:extLst>
              </p:cNvPr>
              <p:cNvGrpSpPr>
                <a:grpSpLocks/>
              </p:cNvGrpSpPr>
              <p:nvPr/>
            </p:nvGrpSpPr>
            <p:grpSpPr bwMode="auto">
              <a:xfrm>
                <a:off x="2534" y="768"/>
                <a:ext cx="1267" cy="576"/>
                <a:chOff x="2534" y="768"/>
                <a:chExt cx="1267" cy="576"/>
              </a:xfrm>
            </p:grpSpPr>
            <p:sp>
              <p:nvSpPr>
                <p:cNvPr id="216116" name="Rectangle 1055">
                  <a:extLst>
                    <a:ext uri="{FF2B5EF4-FFF2-40B4-BE49-F238E27FC236}">
                      <a16:creationId xmlns:a16="http://schemas.microsoft.com/office/drawing/2014/main" id="{31F6A332-CF7B-BAE3-0B04-52E3A06C282F}"/>
                    </a:ext>
                  </a:extLst>
                </p:cNvPr>
                <p:cNvSpPr>
                  <a:spLocks noChangeArrowheads="1"/>
                </p:cNvSpPr>
                <p:nvPr/>
              </p:nvSpPr>
              <p:spPr bwMode="auto">
                <a:xfrm>
                  <a:off x="2577" y="768"/>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Requires 2</a:t>
                  </a:r>
                  <a:r>
                    <a:rPr lang="en-US" altLang="en-US" sz="1200" baseline="30000">
                      <a:latin typeface="Times New Roman" panose="02020603050405020304" pitchFamily="18" charset="0"/>
                      <a:cs typeface="Times New Roman" panose="02020603050405020304" pitchFamily="18" charset="0"/>
                    </a:rPr>
                    <a:t>160</a:t>
                  </a:r>
                  <a:r>
                    <a:rPr lang="en-US" altLang="en-US" sz="1200">
                      <a:latin typeface="Times New Roman" panose="02020603050405020304" pitchFamily="18" charset="0"/>
                      <a:cs typeface="Times New Roman" panose="02020603050405020304" pitchFamily="18" charset="0"/>
                    </a:rPr>
                    <a:t> operations to break in, therefore more secure</a:t>
                  </a:r>
                </a:p>
                <a:p>
                  <a:pPr algn="just">
                    <a:spcBef>
                      <a:spcPct val="0"/>
                    </a:spcBef>
                    <a:buClrTx/>
                    <a:buSzTx/>
                    <a:buFontTx/>
                    <a:buNone/>
                  </a:pPr>
                  <a:endParaRPr lang="en-US" altLang="en-US" sz="1200">
                    <a:latin typeface="Times New Roman" panose="02020603050405020304" pitchFamily="18" charset="0"/>
                  </a:endParaRPr>
                </a:p>
              </p:txBody>
            </p:sp>
            <p:sp>
              <p:nvSpPr>
                <p:cNvPr id="216117" name="Rectangle 1056">
                  <a:extLst>
                    <a:ext uri="{FF2B5EF4-FFF2-40B4-BE49-F238E27FC236}">
                      <a16:creationId xmlns:a16="http://schemas.microsoft.com/office/drawing/2014/main" id="{F58D998A-7152-F9BE-3EBF-2A36D603B067}"/>
                    </a:ext>
                  </a:extLst>
                </p:cNvPr>
                <p:cNvSpPr>
                  <a:spLocks noChangeArrowheads="1"/>
                </p:cNvSpPr>
                <p:nvPr/>
              </p:nvSpPr>
              <p:spPr bwMode="auto">
                <a:xfrm>
                  <a:off x="2534" y="768"/>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0" name="Group 1057">
                <a:extLst>
                  <a:ext uri="{FF2B5EF4-FFF2-40B4-BE49-F238E27FC236}">
                    <a16:creationId xmlns:a16="http://schemas.microsoft.com/office/drawing/2014/main" id="{FA888787-8E95-A1B7-DB71-B2422D596FCC}"/>
                  </a:ext>
                </a:extLst>
              </p:cNvPr>
              <p:cNvGrpSpPr>
                <a:grpSpLocks/>
              </p:cNvGrpSpPr>
              <p:nvPr/>
            </p:nvGrpSpPr>
            <p:grpSpPr bwMode="auto">
              <a:xfrm>
                <a:off x="0" y="1344"/>
                <a:ext cx="1267" cy="576"/>
                <a:chOff x="0" y="1344"/>
                <a:chExt cx="1267" cy="576"/>
              </a:xfrm>
            </p:grpSpPr>
            <p:sp>
              <p:nvSpPr>
                <p:cNvPr id="216114" name="Rectangle 1058">
                  <a:extLst>
                    <a:ext uri="{FF2B5EF4-FFF2-40B4-BE49-F238E27FC236}">
                      <a16:creationId xmlns:a16="http://schemas.microsoft.com/office/drawing/2014/main" id="{B9E198AF-DC2F-6448-5EBD-8083C9D20728}"/>
                    </a:ext>
                  </a:extLst>
                </p:cNvPr>
                <p:cNvSpPr>
                  <a:spLocks noChangeArrowheads="1"/>
                </p:cNvSpPr>
                <p:nvPr/>
              </p:nvSpPr>
              <p:spPr bwMode="auto">
                <a:xfrm>
                  <a:off x="43" y="1344"/>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Attack to try and find two messages producing the same message digest</a:t>
                  </a:r>
                </a:p>
                <a:p>
                  <a:pPr algn="just">
                    <a:spcBef>
                      <a:spcPct val="0"/>
                    </a:spcBef>
                    <a:buClrTx/>
                    <a:buSzTx/>
                    <a:buFontTx/>
                    <a:buNone/>
                  </a:pPr>
                  <a:endParaRPr lang="en-US" altLang="en-US" sz="1200">
                    <a:latin typeface="Times New Roman" panose="02020603050405020304" pitchFamily="18" charset="0"/>
                  </a:endParaRPr>
                </a:p>
              </p:txBody>
            </p:sp>
            <p:sp>
              <p:nvSpPr>
                <p:cNvPr id="216115" name="Rectangle 1059">
                  <a:extLst>
                    <a:ext uri="{FF2B5EF4-FFF2-40B4-BE49-F238E27FC236}">
                      <a16:creationId xmlns:a16="http://schemas.microsoft.com/office/drawing/2014/main" id="{935FE180-EEA3-7535-99C7-73C601990D0B}"/>
                    </a:ext>
                  </a:extLst>
                </p:cNvPr>
                <p:cNvSpPr>
                  <a:spLocks noChangeArrowheads="1"/>
                </p:cNvSpPr>
                <p:nvPr/>
              </p:nvSpPr>
              <p:spPr bwMode="auto">
                <a:xfrm>
                  <a:off x="0" y="1344"/>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1" name="Group 1060">
                <a:extLst>
                  <a:ext uri="{FF2B5EF4-FFF2-40B4-BE49-F238E27FC236}">
                    <a16:creationId xmlns:a16="http://schemas.microsoft.com/office/drawing/2014/main" id="{D6939CCB-2B13-256C-B25F-04CC6DB9E045}"/>
                  </a:ext>
                </a:extLst>
              </p:cNvPr>
              <p:cNvGrpSpPr>
                <a:grpSpLocks/>
              </p:cNvGrpSpPr>
              <p:nvPr/>
            </p:nvGrpSpPr>
            <p:grpSpPr bwMode="auto">
              <a:xfrm>
                <a:off x="1267" y="1344"/>
                <a:ext cx="1267" cy="576"/>
                <a:chOff x="1267" y="1344"/>
                <a:chExt cx="1267" cy="576"/>
              </a:xfrm>
            </p:grpSpPr>
            <p:sp>
              <p:nvSpPr>
                <p:cNvPr id="216112" name="Rectangle 1061">
                  <a:extLst>
                    <a:ext uri="{FF2B5EF4-FFF2-40B4-BE49-F238E27FC236}">
                      <a16:creationId xmlns:a16="http://schemas.microsoft.com/office/drawing/2014/main" id="{D2E4CB16-A8CE-F74A-4218-CE5CD6B01F06}"/>
                    </a:ext>
                  </a:extLst>
                </p:cNvPr>
                <p:cNvSpPr>
                  <a:spLocks noChangeArrowheads="1"/>
                </p:cNvSpPr>
                <p:nvPr/>
              </p:nvSpPr>
              <p:spPr bwMode="auto">
                <a:xfrm>
                  <a:off x="1310" y="1344"/>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Requires 2</a:t>
                  </a:r>
                  <a:r>
                    <a:rPr lang="en-US" altLang="en-US" sz="1200" baseline="30000">
                      <a:latin typeface="Times New Roman" panose="02020603050405020304" pitchFamily="18" charset="0"/>
                      <a:cs typeface="Times New Roman" panose="02020603050405020304" pitchFamily="18" charset="0"/>
                    </a:rPr>
                    <a:t>64</a:t>
                  </a:r>
                  <a:r>
                    <a:rPr lang="en-US" altLang="en-US" sz="1200">
                      <a:latin typeface="Times New Roman" panose="02020603050405020304" pitchFamily="18" charset="0"/>
                      <a:cs typeface="Times New Roman" panose="02020603050405020304" pitchFamily="18" charset="0"/>
                    </a:rPr>
                    <a:t> operations to break in</a:t>
                  </a:r>
                </a:p>
                <a:p>
                  <a:pPr algn="just">
                    <a:spcBef>
                      <a:spcPct val="0"/>
                    </a:spcBef>
                    <a:buClrTx/>
                    <a:buSzTx/>
                    <a:buFontTx/>
                    <a:buNone/>
                  </a:pPr>
                  <a:endParaRPr lang="en-US" altLang="en-US" sz="1200">
                    <a:latin typeface="Times New Roman" panose="02020603050405020304" pitchFamily="18" charset="0"/>
                  </a:endParaRPr>
                </a:p>
              </p:txBody>
            </p:sp>
            <p:sp>
              <p:nvSpPr>
                <p:cNvPr id="216113" name="Rectangle 1062">
                  <a:extLst>
                    <a:ext uri="{FF2B5EF4-FFF2-40B4-BE49-F238E27FC236}">
                      <a16:creationId xmlns:a16="http://schemas.microsoft.com/office/drawing/2014/main" id="{F3BE5CAE-389B-040A-4159-7F98ECC0BB7E}"/>
                    </a:ext>
                  </a:extLst>
                </p:cNvPr>
                <p:cNvSpPr>
                  <a:spLocks noChangeArrowheads="1"/>
                </p:cNvSpPr>
                <p:nvPr/>
              </p:nvSpPr>
              <p:spPr bwMode="auto">
                <a:xfrm>
                  <a:off x="1267" y="1344"/>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2" name="Group 1063">
                <a:extLst>
                  <a:ext uri="{FF2B5EF4-FFF2-40B4-BE49-F238E27FC236}">
                    <a16:creationId xmlns:a16="http://schemas.microsoft.com/office/drawing/2014/main" id="{0212E83B-B7EB-35D8-77A3-729F74006C3B}"/>
                  </a:ext>
                </a:extLst>
              </p:cNvPr>
              <p:cNvGrpSpPr>
                <a:grpSpLocks/>
              </p:cNvGrpSpPr>
              <p:nvPr/>
            </p:nvGrpSpPr>
            <p:grpSpPr bwMode="auto">
              <a:xfrm>
                <a:off x="2534" y="1344"/>
                <a:ext cx="1267" cy="576"/>
                <a:chOff x="2534" y="1344"/>
                <a:chExt cx="1267" cy="576"/>
              </a:xfrm>
            </p:grpSpPr>
            <p:sp>
              <p:nvSpPr>
                <p:cNvPr id="216110" name="Rectangle 1064">
                  <a:extLst>
                    <a:ext uri="{FF2B5EF4-FFF2-40B4-BE49-F238E27FC236}">
                      <a16:creationId xmlns:a16="http://schemas.microsoft.com/office/drawing/2014/main" id="{FD2A7B70-F452-20CD-C002-60250D4DDC22}"/>
                    </a:ext>
                  </a:extLst>
                </p:cNvPr>
                <p:cNvSpPr>
                  <a:spLocks noChangeArrowheads="1"/>
                </p:cNvSpPr>
                <p:nvPr/>
              </p:nvSpPr>
              <p:spPr bwMode="auto">
                <a:xfrm>
                  <a:off x="2577" y="1344"/>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Requires 2</a:t>
                  </a:r>
                  <a:r>
                    <a:rPr lang="en-US" altLang="en-US" sz="1200" baseline="30000">
                      <a:latin typeface="Times New Roman" panose="02020603050405020304" pitchFamily="18" charset="0"/>
                      <a:cs typeface="Times New Roman" panose="02020603050405020304" pitchFamily="18" charset="0"/>
                    </a:rPr>
                    <a:t>80</a:t>
                  </a:r>
                  <a:r>
                    <a:rPr lang="en-US" altLang="en-US" sz="1200">
                      <a:latin typeface="Times New Roman" panose="02020603050405020304" pitchFamily="18" charset="0"/>
                      <a:cs typeface="Times New Roman" panose="02020603050405020304" pitchFamily="18" charset="0"/>
                    </a:rPr>
                    <a:t> operations to break in</a:t>
                  </a:r>
                </a:p>
                <a:p>
                  <a:pPr algn="just">
                    <a:spcBef>
                      <a:spcPct val="0"/>
                    </a:spcBef>
                    <a:buClrTx/>
                    <a:buSzTx/>
                    <a:buFontTx/>
                    <a:buNone/>
                  </a:pPr>
                  <a:endParaRPr lang="en-US" altLang="en-US" sz="1200">
                    <a:latin typeface="Times New Roman" panose="02020603050405020304" pitchFamily="18" charset="0"/>
                  </a:endParaRPr>
                </a:p>
              </p:txBody>
            </p:sp>
            <p:sp>
              <p:nvSpPr>
                <p:cNvPr id="216111" name="Rectangle 1065">
                  <a:extLst>
                    <a:ext uri="{FF2B5EF4-FFF2-40B4-BE49-F238E27FC236}">
                      <a16:creationId xmlns:a16="http://schemas.microsoft.com/office/drawing/2014/main" id="{D472B829-94B0-C70E-6443-A6489A506032}"/>
                    </a:ext>
                  </a:extLst>
                </p:cNvPr>
                <p:cNvSpPr>
                  <a:spLocks noChangeArrowheads="1"/>
                </p:cNvSpPr>
                <p:nvPr/>
              </p:nvSpPr>
              <p:spPr bwMode="auto">
                <a:xfrm>
                  <a:off x="2534" y="1344"/>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3" name="Group 1066">
                <a:extLst>
                  <a:ext uri="{FF2B5EF4-FFF2-40B4-BE49-F238E27FC236}">
                    <a16:creationId xmlns:a16="http://schemas.microsoft.com/office/drawing/2014/main" id="{0AF42655-9A14-C597-1100-70E719249982}"/>
                  </a:ext>
                </a:extLst>
              </p:cNvPr>
              <p:cNvGrpSpPr>
                <a:grpSpLocks/>
              </p:cNvGrpSpPr>
              <p:nvPr/>
            </p:nvGrpSpPr>
            <p:grpSpPr bwMode="auto">
              <a:xfrm>
                <a:off x="0" y="1920"/>
                <a:ext cx="1267" cy="576"/>
                <a:chOff x="0" y="1920"/>
                <a:chExt cx="1267" cy="576"/>
              </a:xfrm>
            </p:grpSpPr>
            <p:sp>
              <p:nvSpPr>
                <p:cNvPr id="216108" name="Rectangle 1067">
                  <a:extLst>
                    <a:ext uri="{FF2B5EF4-FFF2-40B4-BE49-F238E27FC236}">
                      <a16:creationId xmlns:a16="http://schemas.microsoft.com/office/drawing/2014/main" id="{D9B0D3F0-EDFF-4B0E-F1B9-EE9E5BE56EA6}"/>
                    </a:ext>
                  </a:extLst>
                </p:cNvPr>
                <p:cNvSpPr>
                  <a:spLocks noChangeArrowheads="1"/>
                </p:cNvSpPr>
                <p:nvPr/>
              </p:nvSpPr>
              <p:spPr bwMode="auto">
                <a:xfrm>
                  <a:off x="43" y="1920"/>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Successful attacks so far</a:t>
                  </a:r>
                </a:p>
                <a:p>
                  <a:pPr algn="just">
                    <a:spcBef>
                      <a:spcPct val="0"/>
                    </a:spcBef>
                    <a:buClrTx/>
                    <a:buSzTx/>
                    <a:buFontTx/>
                    <a:buNone/>
                  </a:pPr>
                  <a:endParaRPr lang="en-US" altLang="en-US" sz="1200">
                    <a:latin typeface="Times New Roman" panose="02020603050405020304" pitchFamily="18" charset="0"/>
                  </a:endParaRPr>
                </a:p>
              </p:txBody>
            </p:sp>
            <p:sp>
              <p:nvSpPr>
                <p:cNvPr id="216109" name="Rectangle 1068">
                  <a:extLst>
                    <a:ext uri="{FF2B5EF4-FFF2-40B4-BE49-F238E27FC236}">
                      <a16:creationId xmlns:a16="http://schemas.microsoft.com/office/drawing/2014/main" id="{8150C9D5-3D8F-DE28-4DAE-9B5FC1F62807}"/>
                    </a:ext>
                  </a:extLst>
                </p:cNvPr>
                <p:cNvSpPr>
                  <a:spLocks noChangeArrowheads="1"/>
                </p:cNvSpPr>
                <p:nvPr/>
              </p:nvSpPr>
              <p:spPr bwMode="auto">
                <a:xfrm>
                  <a:off x="0" y="1920"/>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4" name="Group 1069">
                <a:extLst>
                  <a:ext uri="{FF2B5EF4-FFF2-40B4-BE49-F238E27FC236}">
                    <a16:creationId xmlns:a16="http://schemas.microsoft.com/office/drawing/2014/main" id="{AAF06701-7F7C-EB71-1DB8-DFE43A65B307}"/>
                  </a:ext>
                </a:extLst>
              </p:cNvPr>
              <p:cNvGrpSpPr>
                <a:grpSpLocks/>
              </p:cNvGrpSpPr>
              <p:nvPr/>
            </p:nvGrpSpPr>
            <p:grpSpPr bwMode="auto">
              <a:xfrm>
                <a:off x="1267" y="1920"/>
                <a:ext cx="1267" cy="576"/>
                <a:chOff x="1267" y="1920"/>
                <a:chExt cx="1267" cy="576"/>
              </a:xfrm>
            </p:grpSpPr>
            <p:sp>
              <p:nvSpPr>
                <p:cNvPr id="216106" name="Rectangle 1070">
                  <a:extLst>
                    <a:ext uri="{FF2B5EF4-FFF2-40B4-BE49-F238E27FC236}">
                      <a16:creationId xmlns:a16="http://schemas.microsoft.com/office/drawing/2014/main" id="{26625918-A8C4-F98A-95F0-66C772736D0E}"/>
                    </a:ext>
                  </a:extLst>
                </p:cNvPr>
                <p:cNvSpPr>
                  <a:spLocks noChangeArrowheads="1"/>
                </p:cNvSpPr>
                <p:nvPr/>
              </p:nvSpPr>
              <p:spPr bwMode="auto">
                <a:xfrm>
                  <a:off x="1310" y="1920"/>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There have been reported attempts to some extent (as we discussed earlier)</a:t>
                  </a:r>
                </a:p>
                <a:p>
                  <a:pPr algn="just">
                    <a:spcBef>
                      <a:spcPct val="0"/>
                    </a:spcBef>
                    <a:buClrTx/>
                    <a:buSzTx/>
                    <a:buFontTx/>
                    <a:buNone/>
                  </a:pPr>
                  <a:endParaRPr lang="en-US" altLang="en-US" sz="1200">
                    <a:latin typeface="Times New Roman" panose="02020603050405020304" pitchFamily="18" charset="0"/>
                  </a:endParaRPr>
                </a:p>
              </p:txBody>
            </p:sp>
            <p:sp>
              <p:nvSpPr>
                <p:cNvPr id="216107" name="Rectangle 1071">
                  <a:extLst>
                    <a:ext uri="{FF2B5EF4-FFF2-40B4-BE49-F238E27FC236}">
                      <a16:creationId xmlns:a16="http://schemas.microsoft.com/office/drawing/2014/main" id="{26F0B10E-B3D9-457E-5435-4DF2EC0DE274}"/>
                    </a:ext>
                  </a:extLst>
                </p:cNvPr>
                <p:cNvSpPr>
                  <a:spLocks noChangeArrowheads="1"/>
                </p:cNvSpPr>
                <p:nvPr/>
              </p:nvSpPr>
              <p:spPr bwMode="auto">
                <a:xfrm>
                  <a:off x="1267" y="1920"/>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5" name="Group 1072">
                <a:extLst>
                  <a:ext uri="{FF2B5EF4-FFF2-40B4-BE49-F238E27FC236}">
                    <a16:creationId xmlns:a16="http://schemas.microsoft.com/office/drawing/2014/main" id="{702EF65C-F42D-E800-43C7-BCA2D383F1E1}"/>
                  </a:ext>
                </a:extLst>
              </p:cNvPr>
              <p:cNvGrpSpPr>
                <a:grpSpLocks/>
              </p:cNvGrpSpPr>
              <p:nvPr/>
            </p:nvGrpSpPr>
            <p:grpSpPr bwMode="auto">
              <a:xfrm>
                <a:off x="2534" y="1920"/>
                <a:ext cx="1267" cy="576"/>
                <a:chOff x="2534" y="1920"/>
                <a:chExt cx="1267" cy="576"/>
              </a:xfrm>
            </p:grpSpPr>
            <p:sp>
              <p:nvSpPr>
                <p:cNvPr id="216104" name="Rectangle 1073">
                  <a:extLst>
                    <a:ext uri="{FF2B5EF4-FFF2-40B4-BE49-F238E27FC236}">
                      <a16:creationId xmlns:a16="http://schemas.microsoft.com/office/drawing/2014/main" id="{92D1E3CA-B8F4-9DF3-4CB8-0B5ED5200850}"/>
                    </a:ext>
                  </a:extLst>
                </p:cNvPr>
                <p:cNvSpPr>
                  <a:spLocks noChangeArrowheads="1"/>
                </p:cNvSpPr>
                <p:nvPr/>
              </p:nvSpPr>
              <p:spPr bwMode="auto">
                <a:xfrm>
                  <a:off x="2577" y="1920"/>
                  <a:ext cx="11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No such claims so far</a:t>
                  </a:r>
                </a:p>
                <a:p>
                  <a:pPr algn="just">
                    <a:spcBef>
                      <a:spcPct val="0"/>
                    </a:spcBef>
                    <a:buClrTx/>
                    <a:buSzTx/>
                    <a:buFontTx/>
                    <a:buNone/>
                  </a:pPr>
                  <a:endParaRPr lang="en-US" altLang="en-US" sz="1200">
                    <a:latin typeface="Times New Roman" panose="02020603050405020304" pitchFamily="18" charset="0"/>
                  </a:endParaRPr>
                </a:p>
              </p:txBody>
            </p:sp>
            <p:sp>
              <p:nvSpPr>
                <p:cNvPr id="216105" name="Rectangle 1074">
                  <a:extLst>
                    <a:ext uri="{FF2B5EF4-FFF2-40B4-BE49-F238E27FC236}">
                      <a16:creationId xmlns:a16="http://schemas.microsoft.com/office/drawing/2014/main" id="{6D77C3EB-7E6F-D899-3173-1EF255D467E8}"/>
                    </a:ext>
                  </a:extLst>
                </p:cNvPr>
                <p:cNvSpPr>
                  <a:spLocks noChangeArrowheads="1"/>
                </p:cNvSpPr>
                <p:nvPr/>
              </p:nvSpPr>
              <p:spPr bwMode="auto">
                <a:xfrm>
                  <a:off x="2534" y="1920"/>
                  <a:ext cx="1267"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6" name="Group 1075">
                <a:extLst>
                  <a:ext uri="{FF2B5EF4-FFF2-40B4-BE49-F238E27FC236}">
                    <a16:creationId xmlns:a16="http://schemas.microsoft.com/office/drawing/2014/main" id="{95C27F17-EBCE-5676-337F-F8F873D583E1}"/>
                  </a:ext>
                </a:extLst>
              </p:cNvPr>
              <p:cNvGrpSpPr>
                <a:grpSpLocks/>
              </p:cNvGrpSpPr>
              <p:nvPr/>
            </p:nvGrpSpPr>
            <p:grpSpPr bwMode="auto">
              <a:xfrm>
                <a:off x="0" y="2496"/>
                <a:ext cx="1267" cy="480"/>
                <a:chOff x="0" y="2496"/>
                <a:chExt cx="1267" cy="480"/>
              </a:xfrm>
            </p:grpSpPr>
            <p:sp>
              <p:nvSpPr>
                <p:cNvPr id="216102" name="Rectangle 1076">
                  <a:extLst>
                    <a:ext uri="{FF2B5EF4-FFF2-40B4-BE49-F238E27FC236}">
                      <a16:creationId xmlns:a16="http://schemas.microsoft.com/office/drawing/2014/main" id="{2C272343-0D35-B98D-C920-7315735DF378}"/>
                    </a:ext>
                  </a:extLst>
                </p:cNvPr>
                <p:cNvSpPr>
                  <a:spLocks noChangeArrowheads="1"/>
                </p:cNvSpPr>
                <p:nvPr/>
              </p:nvSpPr>
              <p:spPr bwMode="auto">
                <a:xfrm>
                  <a:off x="43" y="249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Speed</a:t>
                  </a:r>
                  <a:endParaRPr lang="en-GB" altLang="en-US" sz="12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GB" altLang="en-US" sz="1200">
                    <a:latin typeface="Times New Roman" panose="02020603050405020304" pitchFamily="18" charset="0"/>
                  </a:endParaRPr>
                </a:p>
              </p:txBody>
            </p:sp>
            <p:sp>
              <p:nvSpPr>
                <p:cNvPr id="216103" name="Rectangle 1077">
                  <a:extLst>
                    <a:ext uri="{FF2B5EF4-FFF2-40B4-BE49-F238E27FC236}">
                      <a16:creationId xmlns:a16="http://schemas.microsoft.com/office/drawing/2014/main" id="{2B5080D8-2AF9-5041-B00B-C69EB3BC0369}"/>
                    </a:ext>
                  </a:extLst>
                </p:cNvPr>
                <p:cNvSpPr>
                  <a:spLocks noChangeArrowheads="1"/>
                </p:cNvSpPr>
                <p:nvPr/>
              </p:nvSpPr>
              <p:spPr bwMode="auto">
                <a:xfrm>
                  <a:off x="0" y="249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7" name="Group 1078">
                <a:extLst>
                  <a:ext uri="{FF2B5EF4-FFF2-40B4-BE49-F238E27FC236}">
                    <a16:creationId xmlns:a16="http://schemas.microsoft.com/office/drawing/2014/main" id="{485C2E84-B39E-7DBD-38EF-12B247CCE0C0}"/>
                  </a:ext>
                </a:extLst>
              </p:cNvPr>
              <p:cNvGrpSpPr>
                <a:grpSpLocks/>
              </p:cNvGrpSpPr>
              <p:nvPr/>
            </p:nvGrpSpPr>
            <p:grpSpPr bwMode="auto">
              <a:xfrm>
                <a:off x="1267" y="2496"/>
                <a:ext cx="1267" cy="480"/>
                <a:chOff x="1267" y="2496"/>
                <a:chExt cx="1267" cy="480"/>
              </a:xfrm>
            </p:grpSpPr>
            <p:sp>
              <p:nvSpPr>
                <p:cNvPr id="216100" name="Rectangle 1079">
                  <a:extLst>
                    <a:ext uri="{FF2B5EF4-FFF2-40B4-BE49-F238E27FC236}">
                      <a16:creationId xmlns:a16="http://schemas.microsoft.com/office/drawing/2014/main" id="{E51C5140-3CB5-CB50-5414-041DD29D1616}"/>
                    </a:ext>
                  </a:extLst>
                </p:cNvPr>
                <p:cNvSpPr>
                  <a:spLocks noChangeArrowheads="1"/>
                </p:cNvSpPr>
                <p:nvPr/>
              </p:nvSpPr>
              <p:spPr bwMode="auto">
                <a:xfrm>
                  <a:off x="1310" y="249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Faster (64 iterations, and 128-bit buffer)</a:t>
                  </a:r>
                </a:p>
                <a:p>
                  <a:pPr algn="just">
                    <a:spcBef>
                      <a:spcPct val="0"/>
                    </a:spcBef>
                    <a:buClrTx/>
                    <a:buSzTx/>
                    <a:buFontTx/>
                    <a:buNone/>
                  </a:pPr>
                  <a:endParaRPr lang="en-US" altLang="en-US" sz="1200">
                    <a:latin typeface="Times New Roman" panose="02020603050405020304" pitchFamily="18" charset="0"/>
                  </a:endParaRPr>
                </a:p>
              </p:txBody>
            </p:sp>
            <p:sp>
              <p:nvSpPr>
                <p:cNvPr id="216101" name="Rectangle 1080">
                  <a:extLst>
                    <a:ext uri="{FF2B5EF4-FFF2-40B4-BE49-F238E27FC236}">
                      <a16:creationId xmlns:a16="http://schemas.microsoft.com/office/drawing/2014/main" id="{A5FF7B84-850E-41E5-7FCC-327334644898}"/>
                    </a:ext>
                  </a:extLst>
                </p:cNvPr>
                <p:cNvSpPr>
                  <a:spLocks noChangeArrowheads="1"/>
                </p:cNvSpPr>
                <p:nvPr/>
              </p:nvSpPr>
              <p:spPr bwMode="auto">
                <a:xfrm>
                  <a:off x="1267" y="249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8" name="Group 1081">
                <a:extLst>
                  <a:ext uri="{FF2B5EF4-FFF2-40B4-BE49-F238E27FC236}">
                    <a16:creationId xmlns:a16="http://schemas.microsoft.com/office/drawing/2014/main" id="{E487B45F-6F7D-FD42-E67A-7D178A509034}"/>
                  </a:ext>
                </a:extLst>
              </p:cNvPr>
              <p:cNvGrpSpPr>
                <a:grpSpLocks/>
              </p:cNvGrpSpPr>
              <p:nvPr/>
            </p:nvGrpSpPr>
            <p:grpSpPr bwMode="auto">
              <a:xfrm>
                <a:off x="2534" y="2496"/>
                <a:ext cx="1267" cy="480"/>
                <a:chOff x="2534" y="2496"/>
                <a:chExt cx="1267" cy="480"/>
              </a:xfrm>
            </p:grpSpPr>
            <p:sp>
              <p:nvSpPr>
                <p:cNvPr id="216098" name="Rectangle 1082">
                  <a:extLst>
                    <a:ext uri="{FF2B5EF4-FFF2-40B4-BE49-F238E27FC236}">
                      <a16:creationId xmlns:a16="http://schemas.microsoft.com/office/drawing/2014/main" id="{175E05D8-125E-7CD3-B30C-0E43319B73ED}"/>
                    </a:ext>
                  </a:extLst>
                </p:cNvPr>
                <p:cNvSpPr>
                  <a:spLocks noChangeArrowheads="1"/>
                </p:cNvSpPr>
                <p:nvPr/>
              </p:nvSpPr>
              <p:spPr bwMode="auto">
                <a:xfrm>
                  <a:off x="2577" y="249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Slower (80 iterations, and 160-bit buffer)</a:t>
                  </a:r>
                </a:p>
                <a:p>
                  <a:pPr algn="just">
                    <a:spcBef>
                      <a:spcPct val="0"/>
                    </a:spcBef>
                    <a:buClrTx/>
                    <a:buSzTx/>
                    <a:buFontTx/>
                    <a:buNone/>
                  </a:pPr>
                  <a:endParaRPr lang="en-US" altLang="en-US" sz="1200">
                    <a:latin typeface="Times New Roman" panose="02020603050405020304" pitchFamily="18" charset="0"/>
                  </a:endParaRPr>
                </a:p>
              </p:txBody>
            </p:sp>
            <p:sp>
              <p:nvSpPr>
                <p:cNvPr id="216099" name="Rectangle 1083">
                  <a:extLst>
                    <a:ext uri="{FF2B5EF4-FFF2-40B4-BE49-F238E27FC236}">
                      <a16:creationId xmlns:a16="http://schemas.microsoft.com/office/drawing/2014/main" id="{F46243C6-C22A-9B6C-0B7B-9A693C5478D5}"/>
                    </a:ext>
                  </a:extLst>
                </p:cNvPr>
                <p:cNvSpPr>
                  <a:spLocks noChangeArrowheads="1"/>
                </p:cNvSpPr>
                <p:nvPr/>
              </p:nvSpPr>
              <p:spPr bwMode="auto">
                <a:xfrm>
                  <a:off x="2534" y="249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89" name="Group 1084">
                <a:extLst>
                  <a:ext uri="{FF2B5EF4-FFF2-40B4-BE49-F238E27FC236}">
                    <a16:creationId xmlns:a16="http://schemas.microsoft.com/office/drawing/2014/main" id="{574B3D10-B946-EDBB-4500-076001CF0FAE}"/>
                  </a:ext>
                </a:extLst>
              </p:cNvPr>
              <p:cNvGrpSpPr>
                <a:grpSpLocks/>
              </p:cNvGrpSpPr>
              <p:nvPr/>
            </p:nvGrpSpPr>
            <p:grpSpPr bwMode="auto">
              <a:xfrm>
                <a:off x="0" y="2976"/>
                <a:ext cx="1267" cy="480"/>
                <a:chOff x="0" y="2976"/>
                <a:chExt cx="1267" cy="480"/>
              </a:xfrm>
            </p:grpSpPr>
            <p:sp>
              <p:nvSpPr>
                <p:cNvPr id="216096" name="Rectangle 1085">
                  <a:extLst>
                    <a:ext uri="{FF2B5EF4-FFF2-40B4-BE49-F238E27FC236}">
                      <a16:creationId xmlns:a16="http://schemas.microsoft.com/office/drawing/2014/main" id="{421B6854-08CD-3CB7-C3EE-85B8EBCF0480}"/>
                    </a:ext>
                  </a:extLst>
                </p:cNvPr>
                <p:cNvSpPr>
                  <a:spLocks noChangeArrowheads="1"/>
                </p:cNvSpPr>
                <p:nvPr/>
              </p:nvSpPr>
              <p:spPr bwMode="auto">
                <a:xfrm>
                  <a:off x="43" y="297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Software implementation</a:t>
                  </a:r>
                </a:p>
                <a:p>
                  <a:pPr algn="just">
                    <a:spcBef>
                      <a:spcPct val="0"/>
                    </a:spcBef>
                    <a:buClrTx/>
                    <a:buSzTx/>
                    <a:buFontTx/>
                    <a:buNone/>
                  </a:pPr>
                  <a:endParaRPr lang="en-US" altLang="en-US" sz="1200">
                    <a:latin typeface="Times New Roman" panose="02020603050405020304" pitchFamily="18" charset="0"/>
                  </a:endParaRPr>
                </a:p>
              </p:txBody>
            </p:sp>
            <p:sp>
              <p:nvSpPr>
                <p:cNvPr id="216097" name="Rectangle 1086">
                  <a:extLst>
                    <a:ext uri="{FF2B5EF4-FFF2-40B4-BE49-F238E27FC236}">
                      <a16:creationId xmlns:a16="http://schemas.microsoft.com/office/drawing/2014/main" id="{9FEB26BC-09E8-9B75-A3F5-5E42DA3418A3}"/>
                    </a:ext>
                  </a:extLst>
                </p:cNvPr>
                <p:cNvSpPr>
                  <a:spLocks noChangeArrowheads="1"/>
                </p:cNvSpPr>
                <p:nvPr/>
              </p:nvSpPr>
              <p:spPr bwMode="auto">
                <a:xfrm>
                  <a:off x="0" y="297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90" name="Group 1087">
                <a:extLst>
                  <a:ext uri="{FF2B5EF4-FFF2-40B4-BE49-F238E27FC236}">
                    <a16:creationId xmlns:a16="http://schemas.microsoft.com/office/drawing/2014/main" id="{5ACD9897-0B57-37D8-BFE0-61518912BA95}"/>
                  </a:ext>
                </a:extLst>
              </p:cNvPr>
              <p:cNvGrpSpPr>
                <a:grpSpLocks/>
              </p:cNvGrpSpPr>
              <p:nvPr/>
            </p:nvGrpSpPr>
            <p:grpSpPr bwMode="auto">
              <a:xfrm>
                <a:off x="1267" y="2976"/>
                <a:ext cx="1267" cy="480"/>
                <a:chOff x="1267" y="2976"/>
                <a:chExt cx="1267" cy="480"/>
              </a:xfrm>
            </p:grpSpPr>
            <p:sp>
              <p:nvSpPr>
                <p:cNvPr id="216094" name="Rectangle 1088">
                  <a:extLst>
                    <a:ext uri="{FF2B5EF4-FFF2-40B4-BE49-F238E27FC236}">
                      <a16:creationId xmlns:a16="http://schemas.microsoft.com/office/drawing/2014/main" id="{66B4B754-C231-E52E-F3D1-FEAA7720DD9A}"/>
                    </a:ext>
                  </a:extLst>
                </p:cNvPr>
                <p:cNvSpPr>
                  <a:spLocks noChangeArrowheads="1"/>
                </p:cNvSpPr>
                <p:nvPr/>
              </p:nvSpPr>
              <p:spPr bwMode="auto">
                <a:xfrm>
                  <a:off x="1310" y="297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Simple, does not need any large programs or complex tables</a:t>
                  </a:r>
                </a:p>
                <a:p>
                  <a:pPr algn="just">
                    <a:spcBef>
                      <a:spcPct val="0"/>
                    </a:spcBef>
                    <a:buClrTx/>
                    <a:buSzTx/>
                    <a:buFontTx/>
                    <a:buNone/>
                  </a:pPr>
                  <a:endParaRPr lang="en-US" altLang="en-US" sz="1200">
                    <a:latin typeface="Times New Roman" panose="02020603050405020304" pitchFamily="18" charset="0"/>
                  </a:endParaRPr>
                </a:p>
              </p:txBody>
            </p:sp>
            <p:sp>
              <p:nvSpPr>
                <p:cNvPr id="216095" name="Rectangle 1089">
                  <a:extLst>
                    <a:ext uri="{FF2B5EF4-FFF2-40B4-BE49-F238E27FC236}">
                      <a16:creationId xmlns:a16="http://schemas.microsoft.com/office/drawing/2014/main" id="{789676D4-189C-65F5-C912-E9B2F3DFCCD9}"/>
                    </a:ext>
                  </a:extLst>
                </p:cNvPr>
                <p:cNvSpPr>
                  <a:spLocks noChangeArrowheads="1"/>
                </p:cNvSpPr>
                <p:nvPr/>
              </p:nvSpPr>
              <p:spPr bwMode="auto">
                <a:xfrm>
                  <a:off x="1267" y="297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16091" name="Group 1090">
                <a:extLst>
                  <a:ext uri="{FF2B5EF4-FFF2-40B4-BE49-F238E27FC236}">
                    <a16:creationId xmlns:a16="http://schemas.microsoft.com/office/drawing/2014/main" id="{A99F3B82-D073-15A0-933E-08C1F7634808}"/>
                  </a:ext>
                </a:extLst>
              </p:cNvPr>
              <p:cNvGrpSpPr>
                <a:grpSpLocks/>
              </p:cNvGrpSpPr>
              <p:nvPr/>
            </p:nvGrpSpPr>
            <p:grpSpPr bwMode="auto">
              <a:xfrm>
                <a:off x="2534" y="2976"/>
                <a:ext cx="1267" cy="480"/>
                <a:chOff x="2534" y="2976"/>
                <a:chExt cx="1267" cy="480"/>
              </a:xfrm>
            </p:grpSpPr>
            <p:sp>
              <p:nvSpPr>
                <p:cNvPr id="216092" name="Rectangle 1091">
                  <a:extLst>
                    <a:ext uri="{FF2B5EF4-FFF2-40B4-BE49-F238E27FC236}">
                      <a16:creationId xmlns:a16="http://schemas.microsoft.com/office/drawing/2014/main" id="{5BBA0A54-ABA6-50EC-DC08-85A63479ADB3}"/>
                    </a:ext>
                  </a:extLst>
                </p:cNvPr>
                <p:cNvSpPr>
                  <a:spLocks noChangeArrowheads="1"/>
                </p:cNvSpPr>
                <p:nvPr/>
              </p:nvSpPr>
              <p:spPr bwMode="auto">
                <a:xfrm>
                  <a:off x="2577" y="2976"/>
                  <a:ext cx="118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Simple, does not need any large programs or complex tables</a:t>
                  </a:r>
                </a:p>
                <a:p>
                  <a:pPr algn="just">
                    <a:spcBef>
                      <a:spcPct val="0"/>
                    </a:spcBef>
                    <a:buClrTx/>
                    <a:buSzTx/>
                    <a:buFontTx/>
                    <a:buNone/>
                  </a:pPr>
                  <a:endParaRPr lang="en-US" altLang="en-US" sz="1200">
                    <a:latin typeface="Times New Roman" panose="02020603050405020304" pitchFamily="18" charset="0"/>
                  </a:endParaRPr>
                </a:p>
              </p:txBody>
            </p:sp>
            <p:sp>
              <p:nvSpPr>
                <p:cNvPr id="216093" name="Rectangle 1092">
                  <a:extLst>
                    <a:ext uri="{FF2B5EF4-FFF2-40B4-BE49-F238E27FC236}">
                      <a16:creationId xmlns:a16="http://schemas.microsoft.com/office/drawing/2014/main" id="{E377710F-7FAF-4944-99DD-236703178D78}"/>
                    </a:ext>
                  </a:extLst>
                </p:cNvPr>
                <p:cNvSpPr>
                  <a:spLocks noChangeArrowheads="1"/>
                </p:cNvSpPr>
                <p:nvPr/>
              </p:nvSpPr>
              <p:spPr bwMode="auto">
                <a:xfrm>
                  <a:off x="2534" y="2976"/>
                  <a:ext cx="126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sp>
          <p:nvSpPr>
            <p:cNvPr id="216070" name="Rectangle 1093">
              <a:extLst>
                <a:ext uri="{FF2B5EF4-FFF2-40B4-BE49-F238E27FC236}">
                  <a16:creationId xmlns:a16="http://schemas.microsoft.com/office/drawing/2014/main" id="{E0DD16EF-6023-7D0F-FAAF-DF75DAC7A028}"/>
                </a:ext>
              </a:extLst>
            </p:cNvPr>
            <p:cNvSpPr>
              <a:spLocks noChangeArrowheads="1"/>
            </p:cNvSpPr>
            <p:nvPr/>
          </p:nvSpPr>
          <p:spPr bwMode="auto">
            <a:xfrm>
              <a:off x="-3" y="-3"/>
              <a:ext cx="3807" cy="346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BF41E4-F5DF-FC94-4158-028E241BE437}"/>
              </a:ext>
            </a:extLst>
          </p:cNvPr>
          <p:cNvSpPr>
            <a:spLocks noGrp="1"/>
          </p:cNvSpPr>
          <p:nvPr>
            <p:ph type="title"/>
          </p:nvPr>
        </p:nvSpPr>
        <p:spPr/>
        <p:txBody>
          <a:bodyPr/>
          <a:lstStyle/>
          <a:p>
            <a:r>
              <a:rPr lang="en-IN" dirty="0"/>
              <a:t>HMAC</a:t>
            </a:r>
          </a:p>
        </p:txBody>
      </p:sp>
      <p:sp>
        <p:nvSpPr>
          <p:cNvPr id="4" name="Content Placeholder 3">
            <a:extLst>
              <a:ext uri="{FF2B5EF4-FFF2-40B4-BE49-F238E27FC236}">
                <a16:creationId xmlns:a16="http://schemas.microsoft.com/office/drawing/2014/main" id="{AC48C5AD-A8D5-C556-2B11-10CA6A645E4A}"/>
              </a:ext>
            </a:extLst>
          </p:cNvPr>
          <p:cNvSpPr>
            <a:spLocks noGrp="1"/>
          </p:cNvSpPr>
          <p:nvPr>
            <p:ph idx="1"/>
          </p:nvPr>
        </p:nvSpPr>
        <p:spPr/>
        <p:txBody>
          <a:bodyPr/>
          <a:lstStyle/>
          <a:p>
            <a:r>
              <a:rPr lang="en-US" b="1" dirty="0"/>
              <a:t>Hash-based Message Authentication Code (HMAC)</a:t>
            </a:r>
            <a:r>
              <a:rPr lang="en-US" dirty="0"/>
              <a:t> reuses the existing message digest algorithms, such as MD5 and SHA-1.</a:t>
            </a:r>
          </a:p>
          <a:p>
            <a:r>
              <a:rPr lang="en-US" dirty="0"/>
              <a:t>It treats the message digest as a black box. Additionally, it uses the shared symmetric key to encrypt the message digest, which produces the output MAC.</a:t>
            </a:r>
          </a:p>
          <a:p>
            <a:endParaRPr lang="en-US" dirty="0"/>
          </a:p>
          <a:p>
            <a:endParaRPr lang="en-IN" dirty="0"/>
          </a:p>
        </p:txBody>
      </p:sp>
      <p:pic>
        <p:nvPicPr>
          <p:cNvPr id="6" name="Picture 5">
            <a:extLst>
              <a:ext uri="{FF2B5EF4-FFF2-40B4-BE49-F238E27FC236}">
                <a16:creationId xmlns:a16="http://schemas.microsoft.com/office/drawing/2014/main" id="{ABC13F25-0E43-D195-AA0B-08B30B62C071}"/>
              </a:ext>
            </a:extLst>
          </p:cNvPr>
          <p:cNvPicPr>
            <a:picLocks noChangeAspect="1"/>
          </p:cNvPicPr>
          <p:nvPr/>
        </p:nvPicPr>
        <p:blipFill>
          <a:blip r:embed="rId2"/>
          <a:stretch>
            <a:fillRect/>
          </a:stretch>
        </p:blipFill>
        <p:spPr>
          <a:xfrm>
            <a:off x="4119424" y="3705082"/>
            <a:ext cx="4962931" cy="2948209"/>
          </a:xfrm>
          <a:prstGeom prst="rect">
            <a:avLst/>
          </a:prstGeom>
        </p:spPr>
      </p:pic>
    </p:spTree>
    <p:extLst>
      <p:ext uri="{BB962C8B-B14F-4D97-AF65-F5344CB8AC3E}">
        <p14:creationId xmlns:p14="http://schemas.microsoft.com/office/powerpoint/2010/main" val="342905119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A2AE-20E7-E433-7AE4-DD9E63E2493B}"/>
              </a:ext>
            </a:extLst>
          </p:cNvPr>
          <p:cNvSpPr>
            <a:spLocks noGrp="1"/>
          </p:cNvSpPr>
          <p:nvPr>
            <p:ph type="title"/>
          </p:nvPr>
        </p:nvSpPr>
        <p:spPr/>
        <p:txBody>
          <a:bodyPr/>
          <a:lstStyle/>
          <a:p>
            <a:r>
              <a:rPr lang="en-IN" dirty="0"/>
              <a:t>HMAC Variables</a:t>
            </a:r>
          </a:p>
        </p:txBody>
      </p:sp>
      <p:sp>
        <p:nvSpPr>
          <p:cNvPr id="3" name="Content Placeholder 2">
            <a:extLst>
              <a:ext uri="{FF2B5EF4-FFF2-40B4-BE49-F238E27FC236}">
                <a16:creationId xmlns:a16="http://schemas.microsoft.com/office/drawing/2014/main" id="{CC8A687B-A2BA-3CD3-4A27-9F5BF5553A3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551235A-F81E-FA84-2097-080BA46DF347}"/>
              </a:ext>
            </a:extLst>
          </p:cNvPr>
          <p:cNvPicPr>
            <a:picLocks noChangeAspect="1"/>
          </p:cNvPicPr>
          <p:nvPr/>
        </p:nvPicPr>
        <p:blipFill>
          <a:blip r:embed="rId2"/>
          <a:stretch>
            <a:fillRect/>
          </a:stretch>
        </p:blipFill>
        <p:spPr>
          <a:xfrm>
            <a:off x="838200" y="2471751"/>
            <a:ext cx="10283941" cy="3066019"/>
          </a:xfrm>
          <a:prstGeom prst="rect">
            <a:avLst/>
          </a:prstGeom>
        </p:spPr>
      </p:pic>
    </p:spTree>
    <p:extLst>
      <p:ext uri="{BB962C8B-B14F-4D97-AF65-F5344CB8AC3E}">
        <p14:creationId xmlns:p14="http://schemas.microsoft.com/office/powerpoint/2010/main" val="4038072162"/>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normAutofit/>
          </a:bodyPr>
          <a:lstStyle/>
          <a:p>
            <a:r>
              <a:rPr lang="en-IN" dirty="0"/>
              <a:t>HMAC – Step 1: </a:t>
            </a:r>
            <a:r>
              <a:rPr lang="en-US" dirty="0"/>
              <a:t>Make the length of K equal to b</a:t>
            </a:r>
            <a:endParaRPr lang="en-IN" dirty="0"/>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AD5112B-6910-1776-ECA8-A0C10744BDDB}"/>
              </a:ext>
            </a:extLst>
          </p:cNvPr>
          <p:cNvPicPr>
            <a:picLocks noChangeAspect="1"/>
          </p:cNvPicPr>
          <p:nvPr/>
        </p:nvPicPr>
        <p:blipFill>
          <a:blip r:embed="rId2"/>
          <a:stretch>
            <a:fillRect/>
          </a:stretch>
        </p:blipFill>
        <p:spPr>
          <a:xfrm>
            <a:off x="1859704" y="1825625"/>
            <a:ext cx="7849374" cy="4215405"/>
          </a:xfrm>
          <a:prstGeom prst="rect">
            <a:avLst/>
          </a:prstGeom>
        </p:spPr>
      </p:pic>
    </p:spTree>
    <p:extLst>
      <p:ext uri="{BB962C8B-B14F-4D97-AF65-F5344CB8AC3E}">
        <p14:creationId xmlns:p14="http://schemas.microsoft.com/office/powerpoint/2010/main" val="257029288"/>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2: </a:t>
            </a:r>
            <a:r>
              <a:rPr lang="en-US" dirty="0"/>
              <a:t>XOR K with </a:t>
            </a:r>
            <a:r>
              <a:rPr lang="en-US" dirty="0" err="1"/>
              <a:t>ipad</a:t>
            </a:r>
            <a:r>
              <a:rPr lang="en-US" dirty="0"/>
              <a:t> to produce S1</a:t>
            </a:r>
            <a:endParaRPr lang="en-IN" dirty="0"/>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2AD213FE-83A0-2C7A-CA39-6BDCA73E086C}"/>
              </a:ext>
            </a:extLst>
          </p:cNvPr>
          <p:cNvPicPr>
            <a:picLocks noChangeAspect="1"/>
          </p:cNvPicPr>
          <p:nvPr/>
        </p:nvPicPr>
        <p:blipFill>
          <a:blip r:embed="rId2"/>
          <a:stretch>
            <a:fillRect/>
          </a:stretch>
        </p:blipFill>
        <p:spPr>
          <a:xfrm>
            <a:off x="2417498" y="2044134"/>
            <a:ext cx="5175104" cy="2282416"/>
          </a:xfrm>
          <a:prstGeom prst="rect">
            <a:avLst/>
          </a:prstGeom>
        </p:spPr>
      </p:pic>
    </p:spTree>
    <p:extLst>
      <p:ext uri="{BB962C8B-B14F-4D97-AF65-F5344CB8AC3E}">
        <p14:creationId xmlns:p14="http://schemas.microsoft.com/office/powerpoint/2010/main" val="1735947400"/>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3: Append M to S1</a:t>
            </a:r>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85B714D-45B2-AD1B-FB77-773C7A805F58}"/>
              </a:ext>
            </a:extLst>
          </p:cNvPr>
          <p:cNvPicPr>
            <a:picLocks noChangeAspect="1"/>
          </p:cNvPicPr>
          <p:nvPr/>
        </p:nvPicPr>
        <p:blipFill>
          <a:blip r:embed="rId2"/>
          <a:stretch>
            <a:fillRect/>
          </a:stretch>
        </p:blipFill>
        <p:spPr>
          <a:xfrm>
            <a:off x="1318710" y="2262451"/>
            <a:ext cx="8845338" cy="2586951"/>
          </a:xfrm>
          <a:prstGeom prst="rect">
            <a:avLst/>
          </a:prstGeom>
        </p:spPr>
      </p:pic>
    </p:spTree>
    <p:extLst>
      <p:ext uri="{BB962C8B-B14F-4D97-AF65-F5344CB8AC3E}">
        <p14:creationId xmlns:p14="http://schemas.microsoft.com/office/powerpoint/2010/main" val="1564949935"/>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4: Digest the Step 3 Output</a:t>
            </a:r>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DF5563D3-B995-C862-3E92-74D67EBA03EF}"/>
              </a:ext>
            </a:extLst>
          </p:cNvPr>
          <p:cNvPicPr>
            <a:picLocks noChangeAspect="1"/>
          </p:cNvPicPr>
          <p:nvPr/>
        </p:nvPicPr>
        <p:blipFill>
          <a:blip r:embed="rId2"/>
          <a:stretch>
            <a:fillRect/>
          </a:stretch>
        </p:blipFill>
        <p:spPr>
          <a:xfrm>
            <a:off x="1582274" y="1917387"/>
            <a:ext cx="7592547" cy="3811359"/>
          </a:xfrm>
          <a:prstGeom prst="rect">
            <a:avLst/>
          </a:prstGeom>
        </p:spPr>
      </p:pic>
    </p:spTree>
    <p:extLst>
      <p:ext uri="{BB962C8B-B14F-4D97-AF65-F5344CB8AC3E}">
        <p14:creationId xmlns:p14="http://schemas.microsoft.com/office/powerpoint/2010/main" val="479673538"/>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5: </a:t>
            </a:r>
            <a:r>
              <a:rPr lang="en-US" dirty="0"/>
              <a:t>XOR K with </a:t>
            </a:r>
            <a:r>
              <a:rPr lang="en-US" dirty="0" err="1"/>
              <a:t>opad</a:t>
            </a:r>
            <a:r>
              <a:rPr lang="en-US" dirty="0"/>
              <a:t> to produce S2</a:t>
            </a:r>
            <a:endParaRPr lang="en-IN" dirty="0"/>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D35B286-83AE-A2D7-A16A-2174CB7E315A}"/>
              </a:ext>
            </a:extLst>
          </p:cNvPr>
          <p:cNvPicPr>
            <a:picLocks noChangeAspect="1"/>
          </p:cNvPicPr>
          <p:nvPr/>
        </p:nvPicPr>
        <p:blipFill>
          <a:blip r:embed="rId2"/>
          <a:stretch>
            <a:fillRect/>
          </a:stretch>
        </p:blipFill>
        <p:spPr>
          <a:xfrm>
            <a:off x="2568641" y="2298381"/>
            <a:ext cx="5933914" cy="2592118"/>
          </a:xfrm>
          <a:prstGeom prst="rect">
            <a:avLst/>
          </a:prstGeom>
        </p:spPr>
      </p:pic>
    </p:spTree>
    <p:extLst>
      <p:ext uri="{BB962C8B-B14F-4D97-AF65-F5344CB8AC3E}">
        <p14:creationId xmlns:p14="http://schemas.microsoft.com/office/powerpoint/2010/main" val="1235017445"/>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6: </a:t>
            </a:r>
            <a:r>
              <a:rPr lang="en-US" dirty="0"/>
              <a:t>Append H to S2</a:t>
            </a:r>
            <a:endParaRPr lang="en-IN" dirty="0"/>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81B26850-121E-F79C-7FD9-97EA76533920}"/>
              </a:ext>
            </a:extLst>
          </p:cNvPr>
          <p:cNvPicPr>
            <a:picLocks noChangeAspect="1"/>
          </p:cNvPicPr>
          <p:nvPr/>
        </p:nvPicPr>
        <p:blipFill>
          <a:blip r:embed="rId2"/>
          <a:stretch>
            <a:fillRect/>
          </a:stretch>
        </p:blipFill>
        <p:spPr>
          <a:xfrm>
            <a:off x="2567116" y="2032958"/>
            <a:ext cx="5600839" cy="3476382"/>
          </a:xfrm>
          <a:prstGeom prst="rect">
            <a:avLst/>
          </a:prstGeom>
        </p:spPr>
      </p:pic>
    </p:spTree>
    <p:extLst>
      <p:ext uri="{BB962C8B-B14F-4D97-AF65-F5344CB8AC3E}">
        <p14:creationId xmlns:p14="http://schemas.microsoft.com/office/powerpoint/2010/main" val="136411770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BA49-F850-4649-F305-84CABAF54983}"/>
              </a:ext>
            </a:extLst>
          </p:cNvPr>
          <p:cNvSpPr>
            <a:spLocks noGrp="1"/>
          </p:cNvSpPr>
          <p:nvPr>
            <p:ph type="title"/>
          </p:nvPr>
        </p:nvSpPr>
        <p:spPr/>
        <p:txBody>
          <a:bodyPr/>
          <a:lstStyle/>
          <a:p>
            <a:r>
              <a:rPr lang="en-IN" dirty="0"/>
              <a:t>HMAC – Step 7: </a:t>
            </a:r>
            <a:r>
              <a:rPr lang="en-US" dirty="0"/>
              <a:t>Digest the Output of Step 6</a:t>
            </a:r>
            <a:endParaRPr lang="en-IN" dirty="0"/>
          </a:p>
        </p:txBody>
      </p:sp>
      <p:sp>
        <p:nvSpPr>
          <p:cNvPr id="3" name="Content Placeholder 2">
            <a:extLst>
              <a:ext uri="{FF2B5EF4-FFF2-40B4-BE49-F238E27FC236}">
                <a16:creationId xmlns:a16="http://schemas.microsoft.com/office/drawing/2014/main" id="{95F9692B-D739-F138-82FF-FAB680D76B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1F8CBF0-F169-5067-6E21-70E476F2E1B6}"/>
              </a:ext>
            </a:extLst>
          </p:cNvPr>
          <p:cNvPicPr>
            <a:picLocks noChangeAspect="1"/>
          </p:cNvPicPr>
          <p:nvPr/>
        </p:nvPicPr>
        <p:blipFill>
          <a:blip r:embed="rId2"/>
          <a:stretch>
            <a:fillRect/>
          </a:stretch>
        </p:blipFill>
        <p:spPr>
          <a:xfrm>
            <a:off x="4496178" y="2061822"/>
            <a:ext cx="2572442" cy="3858663"/>
          </a:xfrm>
          <a:prstGeom prst="rect">
            <a:avLst/>
          </a:prstGeom>
        </p:spPr>
      </p:pic>
    </p:spTree>
    <p:extLst>
      <p:ext uri="{BB962C8B-B14F-4D97-AF65-F5344CB8AC3E}">
        <p14:creationId xmlns:p14="http://schemas.microsoft.com/office/powerpoint/2010/main" val="2270199093"/>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1F50-955E-4844-F7A4-7C8CF233AE12}"/>
              </a:ext>
            </a:extLst>
          </p:cNvPr>
          <p:cNvSpPr>
            <a:spLocks noGrp="1"/>
          </p:cNvSpPr>
          <p:nvPr>
            <p:ph type="title"/>
          </p:nvPr>
        </p:nvSpPr>
        <p:spPr/>
        <p:txBody>
          <a:bodyPr/>
          <a:lstStyle/>
          <a:p>
            <a:r>
              <a:rPr lang="en-IN" dirty="0"/>
              <a:t>HMAC Summary</a:t>
            </a:r>
          </a:p>
        </p:txBody>
      </p:sp>
      <p:sp>
        <p:nvSpPr>
          <p:cNvPr id="3" name="Content Placeholder 2">
            <a:extLst>
              <a:ext uri="{FF2B5EF4-FFF2-40B4-BE49-F238E27FC236}">
                <a16:creationId xmlns:a16="http://schemas.microsoft.com/office/drawing/2014/main" id="{6DC84924-56F9-B690-9403-191382702B8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4D23657-11D8-2A5F-F0D8-EB288FA5283E}"/>
              </a:ext>
            </a:extLst>
          </p:cNvPr>
          <p:cNvPicPr>
            <a:picLocks noChangeAspect="1"/>
          </p:cNvPicPr>
          <p:nvPr/>
        </p:nvPicPr>
        <p:blipFill>
          <a:blip r:embed="rId2"/>
          <a:stretch>
            <a:fillRect/>
          </a:stretch>
        </p:blipFill>
        <p:spPr>
          <a:xfrm>
            <a:off x="4857357" y="479760"/>
            <a:ext cx="6093001" cy="5468977"/>
          </a:xfrm>
          <a:prstGeom prst="rect">
            <a:avLst/>
          </a:prstGeom>
        </p:spPr>
      </p:pic>
    </p:spTree>
    <p:extLst>
      <p:ext uri="{BB962C8B-B14F-4D97-AF65-F5344CB8AC3E}">
        <p14:creationId xmlns:p14="http://schemas.microsoft.com/office/powerpoint/2010/main" val="3132148444"/>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21C506-D5CF-8BC8-95B3-C4CAD320B4C8}"/>
              </a:ext>
            </a:extLst>
          </p:cNvPr>
          <p:cNvSpPr>
            <a:spLocks noGrp="1"/>
          </p:cNvSpPr>
          <p:nvPr>
            <p:ph type="title"/>
          </p:nvPr>
        </p:nvSpPr>
        <p:spPr/>
        <p:txBody>
          <a:bodyPr/>
          <a:lstStyle/>
          <a:p>
            <a:r>
              <a:rPr lang="en-IN" dirty="0"/>
              <a:t>Digital Certificates</a:t>
            </a:r>
          </a:p>
        </p:txBody>
      </p:sp>
      <p:sp>
        <p:nvSpPr>
          <p:cNvPr id="5" name="Text Placeholder 4">
            <a:extLst>
              <a:ext uri="{FF2B5EF4-FFF2-40B4-BE49-F238E27FC236}">
                <a16:creationId xmlns:a16="http://schemas.microsoft.com/office/drawing/2014/main" id="{526864F2-9C3F-6ED6-3BFD-CB33D964FE92}"/>
              </a:ext>
            </a:extLst>
          </p:cNvPr>
          <p:cNvSpPr>
            <a:spLocks noGrp="1"/>
          </p:cNvSpPr>
          <p:nvPr>
            <p:ph type="body" idx="1"/>
          </p:nvPr>
        </p:nvSpPr>
        <p:spPr/>
        <p:txBody>
          <a:bodyPr/>
          <a:lstStyle/>
          <a:p>
            <a:endParaRPr lang="en-IN"/>
          </a:p>
        </p:txBody>
      </p:sp>
      <p:pic>
        <p:nvPicPr>
          <p:cNvPr id="7" name="Picture 6">
            <a:extLst>
              <a:ext uri="{FF2B5EF4-FFF2-40B4-BE49-F238E27FC236}">
                <a16:creationId xmlns:a16="http://schemas.microsoft.com/office/drawing/2014/main" id="{B0A93977-3AA6-A490-9C52-4C7BDDBEA739}"/>
              </a:ext>
            </a:extLst>
          </p:cNvPr>
          <p:cNvPicPr>
            <a:picLocks noChangeAspect="1"/>
          </p:cNvPicPr>
          <p:nvPr/>
        </p:nvPicPr>
        <p:blipFill>
          <a:blip r:embed="rId2"/>
          <a:stretch>
            <a:fillRect/>
          </a:stretch>
        </p:blipFill>
        <p:spPr>
          <a:xfrm>
            <a:off x="6698750" y="327070"/>
            <a:ext cx="4501066" cy="4421502"/>
          </a:xfrm>
          <a:prstGeom prst="rect">
            <a:avLst/>
          </a:prstGeom>
        </p:spPr>
      </p:pic>
    </p:spTree>
    <p:extLst>
      <p:ext uri="{BB962C8B-B14F-4D97-AF65-F5344CB8AC3E}">
        <p14:creationId xmlns:p14="http://schemas.microsoft.com/office/powerpoint/2010/main" val="2483042746"/>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Slide Number Placeholder 5">
            <a:extLst>
              <a:ext uri="{FF2B5EF4-FFF2-40B4-BE49-F238E27FC236}">
                <a16:creationId xmlns:a16="http://schemas.microsoft.com/office/drawing/2014/main" id="{6C549672-C4EA-C6AA-2711-32C24107E0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5756D8-ECB8-41E9-BF09-CA132DDE382A}" type="slidenum">
              <a:rPr lang="en-US" altLang="en-US" sz="1400"/>
              <a:pPr>
                <a:spcBef>
                  <a:spcPct val="0"/>
                </a:spcBef>
                <a:buClrTx/>
                <a:buSzTx/>
                <a:buFontTx/>
                <a:buNone/>
              </a:pPr>
              <a:t>173</a:t>
            </a:fld>
            <a:endParaRPr lang="en-US" altLang="en-US" sz="1400"/>
          </a:p>
        </p:txBody>
      </p:sp>
      <p:sp>
        <p:nvSpPr>
          <p:cNvPr id="269315" name="Rectangle 2">
            <a:extLst>
              <a:ext uri="{FF2B5EF4-FFF2-40B4-BE49-F238E27FC236}">
                <a16:creationId xmlns:a16="http://schemas.microsoft.com/office/drawing/2014/main" id="{79DD1148-3802-2A81-7463-822B99872AC9}"/>
              </a:ext>
            </a:extLst>
          </p:cNvPr>
          <p:cNvSpPr>
            <a:spLocks noGrp="1" noChangeArrowheads="1"/>
          </p:cNvSpPr>
          <p:nvPr>
            <p:ph type="title"/>
          </p:nvPr>
        </p:nvSpPr>
        <p:spPr/>
        <p:txBody>
          <a:bodyPr/>
          <a:lstStyle/>
          <a:p>
            <a:pPr eaLnBrk="1" hangingPunct="1"/>
            <a:r>
              <a:rPr lang="en-US" altLang="en-US"/>
              <a:t>Digital Certificates</a:t>
            </a:r>
          </a:p>
        </p:txBody>
      </p:sp>
      <p:sp>
        <p:nvSpPr>
          <p:cNvPr id="269316" name="Rectangle 3">
            <a:extLst>
              <a:ext uri="{FF2B5EF4-FFF2-40B4-BE49-F238E27FC236}">
                <a16:creationId xmlns:a16="http://schemas.microsoft.com/office/drawing/2014/main" id="{F7271244-A457-EDCB-FFBF-62B4A57ED08F}"/>
              </a:ext>
            </a:extLst>
          </p:cNvPr>
          <p:cNvSpPr>
            <a:spLocks noGrp="1" noChangeArrowheads="1"/>
          </p:cNvSpPr>
          <p:nvPr>
            <p:ph type="body" idx="1"/>
          </p:nvPr>
        </p:nvSpPr>
        <p:spPr/>
        <p:txBody>
          <a:bodyPr/>
          <a:lstStyle/>
          <a:p>
            <a:pPr eaLnBrk="1" hangingPunct="1"/>
            <a:r>
              <a:rPr lang="en-US" altLang="en-US" sz="3600"/>
              <a:t>Digital version of a Passport</a:t>
            </a:r>
          </a:p>
          <a:p>
            <a:pPr eaLnBrk="1" hangingPunct="1"/>
            <a:r>
              <a:rPr lang="en-US" altLang="en-US" sz="3600"/>
              <a:t>Binds a Person to a Public Key</a:t>
            </a:r>
          </a:p>
          <a:p>
            <a:pPr eaLnBrk="1" hangingPunct="1"/>
            <a:r>
              <a:rPr lang="en-US" altLang="en-US" sz="3600"/>
              <a:t>Issued by a Certification Authority (CA)</a:t>
            </a:r>
          </a:p>
          <a:p>
            <a:pPr eaLnBrk="1" hangingPunct="1"/>
            <a:r>
              <a:rPr lang="en-US" altLang="en-US" sz="3600"/>
              <a:t>Essential for Secure Web Transactions</a:t>
            </a:r>
          </a:p>
        </p:txBody>
      </p:sp>
      <p:pic>
        <p:nvPicPr>
          <p:cNvPr id="269317" name="Picture 4" descr="certificate">
            <a:extLst>
              <a:ext uri="{FF2B5EF4-FFF2-40B4-BE49-F238E27FC236}">
                <a16:creationId xmlns:a16="http://schemas.microsoft.com/office/drawing/2014/main" id="{3F855647-F8D0-2540-899E-6281957E5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7589" y="4564064"/>
            <a:ext cx="137477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Slide Number Placeholder 5">
            <a:extLst>
              <a:ext uri="{FF2B5EF4-FFF2-40B4-BE49-F238E27FC236}">
                <a16:creationId xmlns:a16="http://schemas.microsoft.com/office/drawing/2014/main" id="{14119F5F-06E2-53DD-499C-B873614ED5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0354F48-9287-4F53-B246-41F4B8762BD5}" type="slidenum">
              <a:rPr lang="en-US" altLang="en-US" sz="1400"/>
              <a:pPr>
                <a:spcBef>
                  <a:spcPct val="0"/>
                </a:spcBef>
                <a:buClrTx/>
                <a:buSzTx/>
                <a:buFontTx/>
                <a:buNone/>
              </a:pPr>
              <a:t>174</a:t>
            </a:fld>
            <a:endParaRPr lang="en-US" altLang="en-US" sz="1400"/>
          </a:p>
        </p:txBody>
      </p:sp>
      <p:sp>
        <p:nvSpPr>
          <p:cNvPr id="271363" name="Rectangle 2">
            <a:extLst>
              <a:ext uri="{FF2B5EF4-FFF2-40B4-BE49-F238E27FC236}">
                <a16:creationId xmlns:a16="http://schemas.microsoft.com/office/drawing/2014/main" id="{A6217BA4-DF7C-65E4-1593-808899E4D829}"/>
              </a:ext>
            </a:extLst>
          </p:cNvPr>
          <p:cNvSpPr>
            <a:spLocks noGrp="1" noChangeArrowheads="1"/>
          </p:cNvSpPr>
          <p:nvPr>
            <p:ph type="title"/>
          </p:nvPr>
        </p:nvSpPr>
        <p:spPr/>
        <p:txBody>
          <a:bodyPr/>
          <a:lstStyle/>
          <a:p>
            <a:pPr eaLnBrk="1" hangingPunct="1"/>
            <a:r>
              <a:rPr lang="en-US" altLang="en-US"/>
              <a:t>Digital Certificate: Example</a:t>
            </a:r>
          </a:p>
        </p:txBody>
      </p:sp>
      <p:sp>
        <p:nvSpPr>
          <p:cNvPr id="271364" name="AutoShape 3">
            <a:extLst>
              <a:ext uri="{FF2B5EF4-FFF2-40B4-BE49-F238E27FC236}">
                <a16:creationId xmlns:a16="http://schemas.microsoft.com/office/drawing/2014/main" id="{A8AE38E6-6E11-6486-1D81-3FF60E878CF5}"/>
              </a:ext>
            </a:extLst>
          </p:cNvPr>
          <p:cNvSpPr>
            <a:spLocks noChangeArrowheads="1"/>
          </p:cNvSpPr>
          <p:nvPr/>
        </p:nvSpPr>
        <p:spPr bwMode="auto">
          <a:xfrm>
            <a:off x="4171950" y="1782764"/>
            <a:ext cx="4057650" cy="4237037"/>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dirty="0">
                <a:solidFill>
                  <a:srgbClr val="0000FF"/>
                </a:solidFill>
                <a:latin typeface="Times New Roman" panose="02020603050405020304" pitchFamily="18" charset="0"/>
              </a:rPr>
              <a:t>Digital Certificate</a:t>
            </a:r>
          </a:p>
          <a:p>
            <a:pPr>
              <a:spcBef>
                <a:spcPct val="0"/>
              </a:spcBef>
              <a:buClrTx/>
              <a:buSzTx/>
              <a:buFontTx/>
              <a:buNone/>
            </a:pP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Subject Name: </a:t>
            </a:r>
            <a:r>
              <a:rPr lang="en-US" altLang="en-US" sz="2400" b="1" i="1" dirty="0" err="1">
                <a:solidFill>
                  <a:srgbClr val="0000FF"/>
                </a:solidFill>
                <a:latin typeface="Times New Roman" panose="02020603050405020304" pitchFamily="18" charset="0"/>
              </a:rPr>
              <a:t>Mr</a:t>
            </a:r>
            <a:r>
              <a:rPr lang="en-US" altLang="en-US" sz="2400" b="1" i="1" dirty="0">
                <a:solidFill>
                  <a:srgbClr val="0000FF"/>
                </a:solidFill>
                <a:latin typeface="Times New Roman" panose="02020603050405020304" pitchFamily="18" charset="0"/>
              </a:rPr>
              <a:t> Bean</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Public Key: </a:t>
            </a:r>
            <a:r>
              <a:rPr lang="en-US" altLang="en-US" sz="2400" b="1" i="1" dirty="0">
                <a:solidFill>
                  <a:srgbClr val="0000FF"/>
                </a:solidFill>
                <a:latin typeface="Times New Roman" panose="02020603050405020304" pitchFamily="18" charset="0"/>
              </a:rPr>
              <a:t>&lt;Bean’s key&gt;</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Serial Number: </a:t>
            </a:r>
            <a:r>
              <a:rPr lang="en-US" altLang="en-US" sz="2400" b="1" i="1" dirty="0">
                <a:solidFill>
                  <a:srgbClr val="0000FF"/>
                </a:solidFill>
                <a:latin typeface="Times New Roman" panose="02020603050405020304" pitchFamily="18" charset="0"/>
              </a:rPr>
              <a:t>1029101</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Other data: </a:t>
            </a:r>
            <a:r>
              <a:rPr lang="en-US" altLang="en-US" sz="2400" b="1" i="1" dirty="0">
                <a:solidFill>
                  <a:srgbClr val="0000FF"/>
                </a:solidFill>
                <a:latin typeface="Times New Roman" panose="02020603050405020304" pitchFamily="18" charset="0"/>
              </a:rPr>
              <a:t>Email -              mrbean@gmail.com</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Valid From: </a:t>
            </a:r>
            <a:r>
              <a:rPr lang="en-US" altLang="en-US" sz="2400" b="1" i="1" dirty="0">
                <a:solidFill>
                  <a:srgbClr val="0000FF"/>
                </a:solidFill>
                <a:latin typeface="Times New Roman" panose="02020603050405020304" pitchFamily="18" charset="0"/>
              </a:rPr>
              <a:t>1 Jan 2022</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Valid To: </a:t>
            </a:r>
            <a:r>
              <a:rPr lang="en-US" altLang="en-US" sz="2400" b="1" i="1" dirty="0">
                <a:solidFill>
                  <a:srgbClr val="0000FF"/>
                </a:solidFill>
                <a:latin typeface="Times New Roman" panose="02020603050405020304" pitchFamily="18" charset="0"/>
              </a:rPr>
              <a:t>31 Dec 2030</a:t>
            </a:r>
            <a:endParaRPr lang="en-US" altLang="en-US" sz="2400" b="1" dirty="0">
              <a:solidFill>
                <a:srgbClr val="0000FF"/>
              </a:solidFill>
              <a:latin typeface="Times New Roman" panose="02020603050405020304" pitchFamily="18" charset="0"/>
            </a:endParaRPr>
          </a:p>
          <a:p>
            <a:pPr>
              <a:spcBef>
                <a:spcPct val="0"/>
              </a:spcBef>
              <a:buClrTx/>
              <a:buSzTx/>
              <a:buFontTx/>
              <a:buNone/>
            </a:pPr>
            <a:r>
              <a:rPr lang="en-US" altLang="en-US" sz="2400" b="1" dirty="0">
                <a:solidFill>
                  <a:srgbClr val="0000FF"/>
                </a:solidFill>
                <a:latin typeface="Times New Roman" panose="02020603050405020304" pitchFamily="18" charset="0"/>
              </a:rPr>
              <a:t>Issuer Name: </a:t>
            </a:r>
            <a:r>
              <a:rPr lang="en-US" altLang="en-US" sz="2400" b="1" i="1" dirty="0">
                <a:solidFill>
                  <a:srgbClr val="0000FF"/>
                </a:solidFill>
                <a:latin typeface="Times New Roman" panose="02020603050405020304" pitchFamily="18" charset="0"/>
              </a:rPr>
              <a:t>VeriSign</a:t>
            </a:r>
            <a:endParaRPr lang="en-US" altLang="en-US" sz="2400" b="1" dirty="0">
              <a:solidFill>
                <a:srgbClr val="0000FF"/>
              </a:solidFill>
              <a:latin typeface="Times New Roman" panose="02020603050405020304" pitchFamily="18" charset="0"/>
            </a:endParaRPr>
          </a:p>
        </p:txBody>
      </p:sp>
      <p:sp>
        <p:nvSpPr>
          <p:cNvPr id="271365" name="Rectangle 4">
            <a:extLst>
              <a:ext uri="{FF2B5EF4-FFF2-40B4-BE49-F238E27FC236}">
                <a16:creationId xmlns:a16="http://schemas.microsoft.com/office/drawing/2014/main" id="{F8697118-FEBE-16F8-91B1-81AE7EA98C82}"/>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pic>
        <p:nvPicPr>
          <p:cNvPr id="271366" name="Picture 5" descr="pe01562_">
            <a:extLst>
              <a:ext uri="{FF2B5EF4-FFF2-40B4-BE49-F238E27FC236}">
                <a16:creationId xmlns:a16="http://schemas.microsoft.com/office/drawing/2014/main" id="{B81B94B9-E119-185D-C3E2-B7DE3A735658}"/>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620000" y="1981200"/>
            <a:ext cx="971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Slide Number Placeholder 4">
            <a:extLst>
              <a:ext uri="{FF2B5EF4-FFF2-40B4-BE49-F238E27FC236}">
                <a16:creationId xmlns:a16="http://schemas.microsoft.com/office/drawing/2014/main" id="{845F0D54-A2F8-5E65-85D4-DF10E56E2B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1E10306-B6BF-46E4-AC78-32BB634A7816}" type="slidenum">
              <a:rPr lang="en-US" altLang="en-US" sz="1400"/>
              <a:pPr>
                <a:spcBef>
                  <a:spcPct val="0"/>
                </a:spcBef>
                <a:buClrTx/>
                <a:buSzTx/>
                <a:buFontTx/>
                <a:buNone/>
              </a:pPr>
              <a:t>175</a:t>
            </a:fld>
            <a:endParaRPr lang="en-US" altLang="en-US" sz="1400"/>
          </a:p>
        </p:txBody>
      </p:sp>
      <p:sp>
        <p:nvSpPr>
          <p:cNvPr id="273411" name="Rectangle 2">
            <a:extLst>
              <a:ext uri="{FF2B5EF4-FFF2-40B4-BE49-F238E27FC236}">
                <a16:creationId xmlns:a16="http://schemas.microsoft.com/office/drawing/2014/main" id="{0E9DAF01-4D8A-0031-89CA-A7D5383B32F4}"/>
              </a:ext>
            </a:extLst>
          </p:cNvPr>
          <p:cNvSpPr>
            <a:spLocks noGrp="1" noChangeArrowheads="1"/>
          </p:cNvSpPr>
          <p:nvPr>
            <p:ph type="title"/>
          </p:nvPr>
        </p:nvSpPr>
        <p:spPr/>
        <p:txBody>
          <a:bodyPr/>
          <a:lstStyle/>
          <a:p>
            <a:pPr eaLnBrk="1" hangingPunct="1"/>
            <a:r>
              <a:rPr lang="en-US" altLang="en-US"/>
              <a:t>Digital Certificate Contents</a:t>
            </a:r>
          </a:p>
        </p:txBody>
      </p:sp>
      <p:sp>
        <p:nvSpPr>
          <p:cNvPr id="273412" name="Rectangle 3">
            <a:extLst>
              <a:ext uri="{FF2B5EF4-FFF2-40B4-BE49-F238E27FC236}">
                <a16:creationId xmlns:a16="http://schemas.microsoft.com/office/drawing/2014/main" id="{D0077E65-C0FA-3EE8-E1AA-B537C565BAF0}"/>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73413" name="Rectangle 4">
            <a:extLst>
              <a:ext uri="{FF2B5EF4-FFF2-40B4-BE49-F238E27FC236}">
                <a16:creationId xmlns:a16="http://schemas.microsoft.com/office/drawing/2014/main" id="{1BF0B046-15F2-3715-DF37-7FF7994F981D}"/>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14" name="Group 5">
            <a:extLst>
              <a:ext uri="{FF2B5EF4-FFF2-40B4-BE49-F238E27FC236}">
                <a16:creationId xmlns:a16="http://schemas.microsoft.com/office/drawing/2014/main" id="{6DEE677F-461F-9CFD-9D70-9A0D271B06B7}"/>
              </a:ext>
            </a:extLst>
          </p:cNvPr>
          <p:cNvGrpSpPr>
            <a:grpSpLocks/>
          </p:cNvGrpSpPr>
          <p:nvPr/>
        </p:nvGrpSpPr>
        <p:grpSpPr bwMode="auto">
          <a:xfrm>
            <a:off x="3962400" y="1676400"/>
            <a:ext cx="4191000" cy="4114800"/>
            <a:chOff x="-3" y="-3"/>
            <a:chExt cx="1640" cy="4326"/>
          </a:xfrm>
        </p:grpSpPr>
        <p:grpSp>
          <p:nvGrpSpPr>
            <p:cNvPr id="273415" name="Group 6">
              <a:extLst>
                <a:ext uri="{FF2B5EF4-FFF2-40B4-BE49-F238E27FC236}">
                  <a16:creationId xmlns:a16="http://schemas.microsoft.com/office/drawing/2014/main" id="{4FB683DC-AF92-D76D-F552-6BDFF837F5A4}"/>
                </a:ext>
              </a:extLst>
            </p:cNvPr>
            <p:cNvGrpSpPr>
              <a:grpSpLocks/>
            </p:cNvGrpSpPr>
            <p:nvPr/>
          </p:nvGrpSpPr>
          <p:grpSpPr bwMode="auto">
            <a:xfrm>
              <a:off x="0" y="0"/>
              <a:ext cx="1634" cy="4320"/>
              <a:chOff x="0" y="0"/>
              <a:chExt cx="1634" cy="4320"/>
            </a:xfrm>
          </p:grpSpPr>
          <p:grpSp>
            <p:nvGrpSpPr>
              <p:cNvPr id="273417" name="Group 7">
                <a:extLst>
                  <a:ext uri="{FF2B5EF4-FFF2-40B4-BE49-F238E27FC236}">
                    <a16:creationId xmlns:a16="http://schemas.microsoft.com/office/drawing/2014/main" id="{7E569547-885F-AF8C-5EE2-F47D2BEE20F6}"/>
                  </a:ext>
                </a:extLst>
              </p:cNvPr>
              <p:cNvGrpSpPr>
                <a:grpSpLocks/>
              </p:cNvGrpSpPr>
              <p:nvPr/>
            </p:nvGrpSpPr>
            <p:grpSpPr bwMode="auto">
              <a:xfrm>
                <a:off x="0" y="0"/>
                <a:ext cx="1634" cy="384"/>
                <a:chOff x="0" y="0"/>
                <a:chExt cx="1634" cy="384"/>
              </a:xfrm>
            </p:grpSpPr>
            <p:sp>
              <p:nvSpPr>
                <p:cNvPr id="273458" name="Rectangle 8">
                  <a:extLst>
                    <a:ext uri="{FF2B5EF4-FFF2-40B4-BE49-F238E27FC236}">
                      <a16:creationId xmlns:a16="http://schemas.microsoft.com/office/drawing/2014/main" id="{20DBDE8E-04D3-BD80-ECC1-DA04800DBA68}"/>
                    </a:ext>
                  </a:extLst>
                </p:cNvPr>
                <p:cNvSpPr>
                  <a:spLocks noChangeArrowheads="1"/>
                </p:cNvSpPr>
                <p:nvPr/>
              </p:nvSpPr>
              <p:spPr bwMode="auto">
                <a:xfrm>
                  <a:off x="43" y="0"/>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Version</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59" name="Rectangle 9">
                  <a:extLst>
                    <a:ext uri="{FF2B5EF4-FFF2-40B4-BE49-F238E27FC236}">
                      <a16:creationId xmlns:a16="http://schemas.microsoft.com/office/drawing/2014/main" id="{57212732-F604-5247-DE49-5D7643C363A4}"/>
                    </a:ext>
                  </a:extLst>
                </p:cNvPr>
                <p:cNvSpPr>
                  <a:spLocks noChangeArrowheads="1"/>
                </p:cNvSpPr>
                <p:nvPr/>
              </p:nvSpPr>
              <p:spPr bwMode="auto">
                <a:xfrm>
                  <a:off x="0" y="0"/>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73418" name="Group 10">
                <a:extLst>
                  <a:ext uri="{FF2B5EF4-FFF2-40B4-BE49-F238E27FC236}">
                    <a16:creationId xmlns:a16="http://schemas.microsoft.com/office/drawing/2014/main" id="{E8C366F7-E072-EC72-0541-9FBB559FCD84}"/>
                  </a:ext>
                </a:extLst>
              </p:cNvPr>
              <p:cNvGrpSpPr>
                <a:grpSpLocks/>
              </p:cNvGrpSpPr>
              <p:nvPr/>
            </p:nvGrpSpPr>
            <p:grpSpPr bwMode="auto">
              <a:xfrm>
                <a:off x="0" y="384"/>
                <a:ext cx="1634" cy="384"/>
                <a:chOff x="0" y="384"/>
                <a:chExt cx="1634" cy="384"/>
              </a:xfrm>
            </p:grpSpPr>
            <p:sp>
              <p:nvSpPr>
                <p:cNvPr id="273454" name="Rectangle 11">
                  <a:extLst>
                    <a:ext uri="{FF2B5EF4-FFF2-40B4-BE49-F238E27FC236}">
                      <a16:creationId xmlns:a16="http://schemas.microsoft.com/office/drawing/2014/main" id="{7A59AC2A-52EB-041D-D597-18F280B3AB71}"/>
                    </a:ext>
                  </a:extLst>
                </p:cNvPr>
                <p:cNvSpPr>
                  <a:spLocks noChangeArrowheads="1"/>
                </p:cNvSpPr>
                <p:nvPr/>
              </p:nvSpPr>
              <p:spPr bwMode="auto">
                <a:xfrm>
                  <a:off x="0" y="384"/>
                  <a:ext cx="1634"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55" name="Group 12">
                  <a:extLst>
                    <a:ext uri="{FF2B5EF4-FFF2-40B4-BE49-F238E27FC236}">
                      <a16:creationId xmlns:a16="http://schemas.microsoft.com/office/drawing/2014/main" id="{932C619E-4937-E0C4-FBCC-AE3691578268}"/>
                    </a:ext>
                  </a:extLst>
                </p:cNvPr>
                <p:cNvGrpSpPr>
                  <a:grpSpLocks/>
                </p:cNvGrpSpPr>
                <p:nvPr/>
              </p:nvGrpSpPr>
              <p:grpSpPr bwMode="auto">
                <a:xfrm>
                  <a:off x="0" y="384"/>
                  <a:ext cx="1634" cy="384"/>
                  <a:chOff x="0" y="384"/>
                  <a:chExt cx="1634" cy="384"/>
                </a:xfrm>
              </p:grpSpPr>
              <p:sp>
                <p:nvSpPr>
                  <p:cNvPr id="273456" name="Rectangle 13">
                    <a:extLst>
                      <a:ext uri="{FF2B5EF4-FFF2-40B4-BE49-F238E27FC236}">
                        <a16:creationId xmlns:a16="http://schemas.microsoft.com/office/drawing/2014/main" id="{52C5FDC4-F912-2F1E-550D-31C9525B6E11}"/>
                      </a:ext>
                    </a:extLst>
                  </p:cNvPr>
                  <p:cNvSpPr>
                    <a:spLocks noChangeArrowheads="1"/>
                  </p:cNvSpPr>
                  <p:nvPr/>
                </p:nvSpPr>
                <p:spPr bwMode="auto">
                  <a:xfrm>
                    <a:off x="43" y="384"/>
                    <a:ext cx="1548"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Certificate Serial Number</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57" name="Rectangle 14">
                    <a:extLst>
                      <a:ext uri="{FF2B5EF4-FFF2-40B4-BE49-F238E27FC236}">
                        <a16:creationId xmlns:a16="http://schemas.microsoft.com/office/drawing/2014/main" id="{2AD7012F-3C3D-9BD1-34B7-3119DDDCD56E}"/>
                      </a:ext>
                    </a:extLst>
                  </p:cNvPr>
                  <p:cNvSpPr>
                    <a:spLocks noChangeArrowheads="1"/>
                  </p:cNvSpPr>
                  <p:nvPr/>
                </p:nvSpPr>
                <p:spPr bwMode="auto">
                  <a:xfrm>
                    <a:off x="0" y="384"/>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273419" name="Group 15">
                <a:extLst>
                  <a:ext uri="{FF2B5EF4-FFF2-40B4-BE49-F238E27FC236}">
                    <a16:creationId xmlns:a16="http://schemas.microsoft.com/office/drawing/2014/main" id="{2BA34F06-C71D-BBC7-350B-339AD9723CB7}"/>
                  </a:ext>
                </a:extLst>
              </p:cNvPr>
              <p:cNvGrpSpPr>
                <a:grpSpLocks/>
              </p:cNvGrpSpPr>
              <p:nvPr/>
            </p:nvGrpSpPr>
            <p:grpSpPr bwMode="auto">
              <a:xfrm>
                <a:off x="0" y="768"/>
                <a:ext cx="1634" cy="384"/>
                <a:chOff x="0" y="768"/>
                <a:chExt cx="1634" cy="384"/>
              </a:xfrm>
            </p:grpSpPr>
            <p:sp>
              <p:nvSpPr>
                <p:cNvPr id="273452" name="Rectangle 16">
                  <a:extLst>
                    <a:ext uri="{FF2B5EF4-FFF2-40B4-BE49-F238E27FC236}">
                      <a16:creationId xmlns:a16="http://schemas.microsoft.com/office/drawing/2014/main" id="{440CE10B-4298-FD67-CE46-AF4CFA673C5C}"/>
                    </a:ext>
                  </a:extLst>
                </p:cNvPr>
                <p:cNvSpPr>
                  <a:spLocks noChangeArrowheads="1"/>
                </p:cNvSpPr>
                <p:nvPr/>
              </p:nvSpPr>
              <p:spPr bwMode="auto">
                <a:xfrm>
                  <a:off x="43" y="768"/>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Signature Algorithm Identifier</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53" name="Rectangle 17">
                  <a:extLst>
                    <a:ext uri="{FF2B5EF4-FFF2-40B4-BE49-F238E27FC236}">
                      <a16:creationId xmlns:a16="http://schemas.microsoft.com/office/drawing/2014/main" id="{D2859B56-1EE5-36A7-C2AD-E76E4EBC7B31}"/>
                    </a:ext>
                  </a:extLst>
                </p:cNvPr>
                <p:cNvSpPr>
                  <a:spLocks noChangeArrowheads="1"/>
                </p:cNvSpPr>
                <p:nvPr/>
              </p:nvSpPr>
              <p:spPr bwMode="auto">
                <a:xfrm>
                  <a:off x="0" y="768"/>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73420" name="Group 18">
                <a:extLst>
                  <a:ext uri="{FF2B5EF4-FFF2-40B4-BE49-F238E27FC236}">
                    <a16:creationId xmlns:a16="http://schemas.microsoft.com/office/drawing/2014/main" id="{B6761A72-ABAE-7B76-CAD6-A1617D6E9EF3}"/>
                  </a:ext>
                </a:extLst>
              </p:cNvPr>
              <p:cNvGrpSpPr>
                <a:grpSpLocks/>
              </p:cNvGrpSpPr>
              <p:nvPr/>
            </p:nvGrpSpPr>
            <p:grpSpPr bwMode="auto">
              <a:xfrm>
                <a:off x="0" y="1152"/>
                <a:ext cx="1634" cy="384"/>
                <a:chOff x="0" y="1152"/>
                <a:chExt cx="1634" cy="384"/>
              </a:xfrm>
            </p:grpSpPr>
            <p:sp>
              <p:nvSpPr>
                <p:cNvPr id="273448" name="Rectangle 19">
                  <a:extLst>
                    <a:ext uri="{FF2B5EF4-FFF2-40B4-BE49-F238E27FC236}">
                      <a16:creationId xmlns:a16="http://schemas.microsoft.com/office/drawing/2014/main" id="{3D29DBB9-F772-10B5-581C-FD5BB7257B5F}"/>
                    </a:ext>
                  </a:extLst>
                </p:cNvPr>
                <p:cNvSpPr>
                  <a:spLocks noChangeArrowheads="1"/>
                </p:cNvSpPr>
                <p:nvPr/>
              </p:nvSpPr>
              <p:spPr bwMode="auto">
                <a:xfrm>
                  <a:off x="0" y="1152"/>
                  <a:ext cx="1634"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49" name="Group 20">
                  <a:extLst>
                    <a:ext uri="{FF2B5EF4-FFF2-40B4-BE49-F238E27FC236}">
                      <a16:creationId xmlns:a16="http://schemas.microsoft.com/office/drawing/2014/main" id="{8F33A53F-77DC-0B80-3189-59C2AF2BBBF3}"/>
                    </a:ext>
                  </a:extLst>
                </p:cNvPr>
                <p:cNvGrpSpPr>
                  <a:grpSpLocks/>
                </p:cNvGrpSpPr>
                <p:nvPr/>
              </p:nvGrpSpPr>
              <p:grpSpPr bwMode="auto">
                <a:xfrm>
                  <a:off x="0" y="1152"/>
                  <a:ext cx="1634" cy="384"/>
                  <a:chOff x="0" y="1152"/>
                  <a:chExt cx="1634" cy="384"/>
                </a:xfrm>
              </p:grpSpPr>
              <p:sp>
                <p:nvSpPr>
                  <p:cNvPr id="273450" name="Rectangle 21">
                    <a:extLst>
                      <a:ext uri="{FF2B5EF4-FFF2-40B4-BE49-F238E27FC236}">
                        <a16:creationId xmlns:a16="http://schemas.microsoft.com/office/drawing/2014/main" id="{1C9BF9F6-6FE2-E3AC-968A-922A1045CA36}"/>
                      </a:ext>
                    </a:extLst>
                  </p:cNvPr>
                  <p:cNvSpPr>
                    <a:spLocks noChangeArrowheads="1"/>
                  </p:cNvSpPr>
                  <p:nvPr/>
                </p:nvSpPr>
                <p:spPr bwMode="auto">
                  <a:xfrm>
                    <a:off x="43" y="1152"/>
                    <a:ext cx="1548"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Issuer Name</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51" name="Rectangle 22">
                    <a:extLst>
                      <a:ext uri="{FF2B5EF4-FFF2-40B4-BE49-F238E27FC236}">
                        <a16:creationId xmlns:a16="http://schemas.microsoft.com/office/drawing/2014/main" id="{71E99E01-9603-D5CC-DF21-1845D61E397D}"/>
                      </a:ext>
                    </a:extLst>
                  </p:cNvPr>
                  <p:cNvSpPr>
                    <a:spLocks noChangeArrowheads="1"/>
                  </p:cNvSpPr>
                  <p:nvPr/>
                </p:nvSpPr>
                <p:spPr bwMode="auto">
                  <a:xfrm>
                    <a:off x="0" y="1152"/>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273421" name="Group 23">
                <a:extLst>
                  <a:ext uri="{FF2B5EF4-FFF2-40B4-BE49-F238E27FC236}">
                    <a16:creationId xmlns:a16="http://schemas.microsoft.com/office/drawing/2014/main" id="{0944FB70-67E4-C5EA-09AD-145DCA611A79}"/>
                  </a:ext>
                </a:extLst>
              </p:cNvPr>
              <p:cNvGrpSpPr>
                <a:grpSpLocks/>
              </p:cNvGrpSpPr>
              <p:nvPr/>
            </p:nvGrpSpPr>
            <p:grpSpPr bwMode="auto">
              <a:xfrm>
                <a:off x="0" y="1536"/>
                <a:ext cx="1634" cy="384"/>
                <a:chOff x="0" y="1536"/>
                <a:chExt cx="1634" cy="384"/>
              </a:xfrm>
            </p:grpSpPr>
            <p:sp>
              <p:nvSpPr>
                <p:cNvPr id="273446" name="Rectangle 24">
                  <a:extLst>
                    <a:ext uri="{FF2B5EF4-FFF2-40B4-BE49-F238E27FC236}">
                      <a16:creationId xmlns:a16="http://schemas.microsoft.com/office/drawing/2014/main" id="{CEDE0126-8455-6378-1658-14A9AE7F3733}"/>
                    </a:ext>
                  </a:extLst>
                </p:cNvPr>
                <p:cNvSpPr>
                  <a:spLocks noChangeArrowheads="1"/>
                </p:cNvSpPr>
                <p:nvPr/>
              </p:nvSpPr>
              <p:spPr bwMode="auto">
                <a:xfrm>
                  <a:off x="43" y="1536"/>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Validity (Not Before / Not After)</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47" name="Rectangle 25">
                  <a:extLst>
                    <a:ext uri="{FF2B5EF4-FFF2-40B4-BE49-F238E27FC236}">
                      <a16:creationId xmlns:a16="http://schemas.microsoft.com/office/drawing/2014/main" id="{249A3F30-E9E5-8B38-B877-9DB688039908}"/>
                    </a:ext>
                  </a:extLst>
                </p:cNvPr>
                <p:cNvSpPr>
                  <a:spLocks noChangeArrowheads="1"/>
                </p:cNvSpPr>
                <p:nvPr/>
              </p:nvSpPr>
              <p:spPr bwMode="auto">
                <a:xfrm>
                  <a:off x="0" y="1536"/>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73422" name="Group 26">
                <a:extLst>
                  <a:ext uri="{FF2B5EF4-FFF2-40B4-BE49-F238E27FC236}">
                    <a16:creationId xmlns:a16="http://schemas.microsoft.com/office/drawing/2014/main" id="{D42BE317-64C4-50A0-D8E9-1D0B4900E0F0}"/>
                  </a:ext>
                </a:extLst>
              </p:cNvPr>
              <p:cNvGrpSpPr>
                <a:grpSpLocks/>
              </p:cNvGrpSpPr>
              <p:nvPr/>
            </p:nvGrpSpPr>
            <p:grpSpPr bwMode="auto">
              <a:xfrm>
                <a:off x="0" y="1920"/>
                <a:ext cx="1634" cy="384"/>
                <a:chOff x="0" y="1920"/>
                <a:chExt cx="1634" cy="384"/>
              </a:xfrm>
            </p:grpSpPr>
            <p:sp>
              <p:nvSpPr>
                <p:cNvPr id="273442" name="Rectangle 27">
                  <a:extLst>
                    <a:ext uri="{FF2B5EF4-FFF2-40B4-BE49-F238E27FC236}">
                      <a16:creationId xmlns:a16="http://schemas.microsoft.com/office/drawing/2014/main" id="{1A4AB3E0-65A4-B396-255F-467C03C5F022}"/>
                    </a:ext>
                  </a:extLst>
                </p:cNvPr>
                <p:cNvSpPr>
                  <a:spLocks noChangeArrowheads="1"/>
                </p:cNvSpPr>
                <p:nvPr/>
              </p:nvSpPr>
              <p:spPr bwMode="auto">
                <a:xfrm>
                  <a:off x="0" y="1920"/>
                  <a:ext cx="1634"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43" name="Group 28">
                  <a:extLst>
                    <a:ext uri="{FF2B5EF4-FFF2-40B4-BE49-F238E27FC236}">
                      <a16:creationId xmlns:a16="http://schemas.microsoft.com/office/drawing/2014/main" id="{C3B5EBC5-59DE-CB3C-D351-B3E122B61389}"/>
                    </a:ext>
                  </a:extLst>
                </p:cNvPr>
                <p:cNvGrpSpPr>
                  <a:grpSpLocks/>
                </p:cNvGrpSpPr>
                <p:nvPr/>
              </p:nvGrpSpPr>
              <p:grpSpPr bwMode="auto">
                <a:xfrm>
                  <a:off x="0" y="1920"/>
                  <a:ext cx="1634" cy="384"/>
                  <a:chOff x="0" y="1920"/>
                  <a:chExt cx="1634" cy="384"/>
                </a:xfrm>
              </p:grpSpPr>
              <p:sp>
                <p:nvSpPr>
                  <p:cNvPr id="273444" name="Rectangle 29">
                    <a:extLst>
                      <a:ext uri="{FF2B5EF4-FFF2-40B4-BE49-F238E27FC236}">
                        <a16:creationId xmlns:a16="http://schemas.microsoft.com/office/drawing/2014/main" id="{1AECF5F4-EA86-423A-7526-E946E35F24DC}"/>
                      </a:ext>
                    </a:extLst>
                  </p:cNvPr>
                  <p:cNvSpPr>
                    <a:spLocks noChangeArrowheads="1"/>
                  </p:cNvSpPr>
                  <p:nvPr/>
                </p:nvSpPr>
                <p:spPr bwMode="auto">
                  <a:xfrm>
                    <a:off x="43" y="1920"/>
                    <a:ext cx="1548"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Subject Name</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45" name="Rectangle 30">
                    <a:extLst>
                      <a:ext uri="{FF2B5EF4-FFF2-40B4-BE49-F238E27FC236}">
                        <a16:creationId xmlns:a16="http://schemas.microsoft.com/office/drawing/2014/main" id="{1E49B818-26EB-B642-135F-13C51BCF5978}"/>
                      </a:ext>
                    </a:extLst>
                  </p:cNvPr>
                  <p:cNvSpPr>
                    <a:spLocks noChangeArrowheads="1"/>
                  </p:cNvSpPr>
                  <p:nvPr/>
                </p:nvSpPr>
                <p:spPr bwMode="auto">
                  <a:xfrm>
                    <a:off x="0" y="1920"/>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273423" name="Group 31">
                <a:extLst>
                  <a:ext uri="{FF2B5EF4-FFF2-40B4-BE49-F238E27FC236}">
                    <a16:creationId xmlns:a16="http://schemas.microsoft.com/office/drawing/2014/main" id="{F1F37903-7C04-BF71-DCF8-247B63B15A28}"/>
                  </a:ext>
                </a:extLst>
              </p:cNvPr>
              <p:cNvGrpSpPr>
                <a:grpSpLocks/>
              </p:cNvGrpSpPr>
              <p:nvPr/>
            </p:nvGrpSpPr>
            <p:grpSpPr bwMode="auto">
              <a:xfrm>
                <a:off x="0" y="2304"/>
                <a:ext cx="1634" cy="384"/>
                <a:chOff x="0" y="2304"/>
                <a:chExt cx="1634" cy="384"/>
              </a:xfrm>
            </p:grpSpPr>
            <p:sp>
              <p:nvSpPr>
                <p:cNvPr id="273440" name="Rectangle 32">
                  <a:extLst>
                    <a:ext uri="{FF2B5EF4-FFF2-40B4-BE49-F238E27FC236}">
                      <a16:creationId xmlns:a16="http://schemas.microsoft.com/office/drawing/2014/main" id="{054DC641-E9E4-93AB-CF3C-1047AC755196}"/>
                    </a:ext>
                  </a:extLst>
                </p:cNvPr>
                <p:cNvSpPr>
                  <a:spLocks noChangeArrowheads="1"/>
                </p:cNvSpPr>
                <p:nvPr/>
              </p:nvSpPr>
              <p:spPr bwMode="auto">
                <a:xfrm>
                  <a:off x="43" y="2304"/>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dirty="0">
                      <a:latin typeface="Times New Roman" panose="02020603050405020304" pitchFamily="18" charset="0"/>
                      <a:cs typeface="Times New Roman" panose="02020603050405020304" pitchFamily="18" charset="0"/>
                    </a:rPr>
                    <a:t>Subject Public Key Information</a:t>
                  </a:r>
                  <a:endParaRPr lang="en-US" altLang="en-US" sz="1600" dirty="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dirty="0">
                    <a:latin typeface="Times New Roman" panose="02020603050405020304" pitchFamily="18" charset="0"/>
                  </a:endParaRPr>
                </a:p>
              </p:txBody>
            </p:sp>
            <p:sp>
              <p:nvSpPr>
                <p:cNvPr id="273441" name="Rectangle 33">
                  <a:extLst>
                    <a:ext uri="{FF2B5EF4-FFF2-40B4-BE49-F238E27FC236}">
                      <a16:creationId xmlns:a16="http://schemas.microsoft.com/office/drawing/2014/main" id="{BE75337C-5F3C-FFA0-B8B3-E1F9706B5835}"/>
                    </a:ext>
                  </a:extLst>
                </p:cNvPr>
                <p:cNvSpPr>
                  <a:spLocks noChangeArrowheads="1"/>
                </p:cNvSpPr>
                <p:nvPr/>
              </p:nvSpPr>
              <p:spPr bwMode="auto">
                <a:xfrm>
                  <a:off x="0" y="2304"/>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73424" name="Group 34">
                <a:extLst>
                  <a:ext uri="{FF2B5EF4-FFF2-40B4-BE49-F238E27FC236}">
                    <a16:creationId xmlns:a16="http://schemas.microsoft.com/office/drawing/2014/main" id="{8859D819-FC28-2F9B-D121-8AACAE2A433C}"/>
                  </a:ext>
                </a:extLst>
              </p:cNvPr>
              <p:cNvGrpSpPr>
                <a:grpSpLocks/>
              </p:cNvGrpSpPr>
              <p:nvPr/>
            </p:nvGrpSpPr>
            <p:grpSpPr bwMode="auto">
              <a:xfrm>
                <a:off x="0" y="2688"/>
                <a:ext cx="1634" cy="384"/>
                <a:chOff x="0" y="2688"/>
                <a:chExt cx="1634" cy="384"/>
              </a:xfrm>
            </p:grpSpPr>
            <p:sp>
              <p:nvSpPr>
                <p:cNvPr id="273436" name="Rectangle 35">
                  <a:extLst>
                    <a:ext uri="{FF2B5EF4-FFF2-40B4-BE49-F238E27FC236}">
                      <a16:creationId xmlns:a16="http://schemas.microsoft.com/office/drawing/2014/main" id="{8A85A127-87C9-B85C-D2D9-CBA7AD9D2964}"/>
                    </a:ext>
                  </a:extLst>
                </p:cNvPr>
                <p:cNvSpPr>
                  <a:spLocks noChangeArrowheads="1"/>
                </p:cNvSpPr>
                <p:nvPr/>
              </p:nvSpPr>
              <p:spPr bwMode="auto">
                <a:xfrm>
                  <a:off x="0" y="2688"/>
                  <a:ext cx="1634"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37" name="Group 36">
                  <a:extLst>
                    <a:ext uri="{FF2B5EF4-FFF2-40B4-BE49-F238E27FC236}">
                      <a16:creationId xmlns:a16="http://schemas.microsoft.com/office/drawing/2014/main" id="{E105823A-943A-E149-C0FD-5000A563B00F}"/>
                    </a:ext>
                  </a:extLst>
                </p:cNvPr>
                <p:cNvGrpSpPr>
                  <a:grpSpLocks/>
                </p:cNvGrpSpPr>
                <p:nvPr/>
              </p:nvGrpSpPr>
              <p:grpSpPr bwMode="auto">
                <a:xfrm>
                  <a:off x="0" y="2688"/>
                  <a:ext cx="1634" cy="384"/>
                  <a:chOff x="0" y="2688"/>
                  <a:chExt cx="1634" cy="384"/>
                </a:xfrm>
              </p:grpSpPr>
              <p:sp>
                <p:nvSpPr>
                  <p:cNvPr id="273438" name="Rectangle 37">
                    <a:extLst>
                      <a:ext uri="{FF2B5EF4-FFF2-40B4-BE49-F238E27FC236}">
                        <a16:creationId xmlns:a16="http://schemas.microsoft.com/office/drawing/2014/main" id="{DA8F8F01-0C69-B712-8706-D2A488503A81}"/>
                      </a:ext>
                    </a:extLst>
                  </p:cNvPr>
                  <p:cNvSpPr>
                    <a:spLocks noChangeArrowheads="1"/>
                  </p:cNvSpPr>
                  <p:nvPr/>
                </p:nvSpPr>
                <p:spPr bwMode="auto">
                  <a:xfrm>
                    <a:off x="43" y="2688"/>
                    <a:ext cx="1548"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Issuer Unique Identifier</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39" name="Rectangle 38">
                    <a:extLst>
                      <a:ext uri="{FF2B5EF4-FFF2-40B4-BE49-F238E27FC236}">
                        <a16:creationId xmlns:a16="http://schemas.microsoft.com/office/drawing/2014/main" id="{B6A71937-9AB4-514A-3620-741D4F74CCD3}"/>
                      </a:ext>
                    </a:extLst>
                  </p:cNvPr>
                  <p:cNvSpPr>
                    <a:spLocks noChangeArrowheads="1"/>
                  </p:cNvSpPr>
                  <p:nvPr/>
                </p:nvSpPr>
                <p:spPr bwMode="auto">
                  <a:xfrm>
                    <a:off x="0" y="2688"/>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273425" name="Group 39">
                <a:extLst>
                  <a:ext uri="{FF2B5EF4-FFF2-40B4-BE49-F238E27FC236}">
                    <a16:creationId xmlns:a16="http://schemas.microsoft.com/office/drawing/2014/main" id="{7B8E36F2-91EF-FBE2-6F43-4603632EC9C2}"/>
                  </a:ext>
                </a:extLst>
              </p:cNvPr>
              <p:cNvGrpSpPr>
                <a:grpSpLocks/>
              </p:cNvGrpSpPr>
              <p:nvPr/>
            </p:nvGrpSpPr>
            <p:grpSpPr bwMode="auto">
              <a:xfrm>
                <a:off x="0" y="3072"/>
                <a:ext cx="1634" cy="384"/>
                <a:chOff x="0" y="3072"/>
                <a:chExt cx="1634" cy="384"/>
              </a:xfrm>
            </p:grpSpPr>
            <p:sp>
              <p:nvSpPr>
                <p:cNvPr id="273434" name="Rectangle 40">
                  <a:extLst>
                    <a:ext uri="{FF2B5EF4-FFF2-40B4-BE49-F238E27FC236}">
                      <a16:creationId xmlns:a16="http://schemas.microsoft.com/office/drawing/2014/main" id="{049AD61C-F5DC-E273-452E-4780D7B43B71}"/>
                    </a:ext>
                  </a:extLst>
                </p:cNvPr>
                <p:cNvSpPr>
                  <a:spLocks noChangeArrowheads="1"/>
                </p:cNvSpPr>
                <p:nvPr/>
              </p:nvSpPr>
              <p:spPr bwMode="auto">
                <a:xfrm>
                  <a:off x="43" y="3072"/>
                  <a:ext cx="15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Subject Unique Identifier</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35" name="Rectangle 41">
                  <a:extLst>
                    <a:ext uri="{FF2B5EF4-FFF2-40B4-BE49-F238E27FC236}">
                      <a16:creationId xmlns:a16="http://schemas.microsoft.com/office/drawing/2014/main" id="{245243A1-D8E2-31B6-149F-EEDD8D4D01FD}"/>
                    </a:ext>
                  </a:extLst>
                </p:cNvPr>
                <p:cNvSpPr>
                  <a:spLocks noChangeArrowheads="1"/>
                </p:cNvSpPr>
                <p:nvPr/>
              </p:nvSpPr>
              <p:spPr bwMode="auto">
                <a:xfrm>
                  <a:off x="0" y="3072"/>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273426" name="Group 42">
                <a:extLst>
                  <a:ext uri="{FF2B5EF4-FFF2-40B4-BE49-F238E27FC236}">
                    <a16:creationId xmlns:a16="http://schemas.microsoft.com/office/drawing/2014/main" id="{946D9295-67C7-34C7-FFE6-7FC6F91388CC}"/>
                  </a:ext>
                </a:extLst>
              </p:cNvPr>
              <p:cNvGrpSpPr>
                <a:grpSpLocks/>
              </p:cNvGrpSpPr>
              <p:nvPr/>
            </p:nvGrpSpPr>
            <p:grpSpPr bwMode="auto">
              <a:xfrm>
                <a:off x="0" y="3456"/>
                <a:ext cx="1634" cy="384"/>
                <a:chOff x="0" y="3456"/>
                <a:chExt cx="1634" cy="384"/>
              </a:xfrm>
            </p:grpSpPr>
            <p:sp>
              <p:nvSpPr>
                <p:cNvPr id="273430" name="Rectangle 43">
                  <a:extLst>
                    <a:ext uri="{FF2B5EF4-FFF2-40B4-BE49-F238E27FC236}">
                      <a16:creationId xmlns:a16="http://schemas.microsoft.com/office/drawing/2014/main" id="{BA8D2FDE-C152-A947-92A5-EC58FB315C6A}"/>
                    </a:ext>
                  </a:extLst>
                </p:cNvPr>
                <p:cNvSpPr>
                  <a:spLocks noChangeArrowheads="1"/>
                </p:cNvSpPr>
                <p:nvPr/>
              </p:nvSpPr>
              <p:spPr bwMode="auto">
                <a:xfrm>
                  <a:off x="0" y="3456"/>
                  <a:ext cx="1634"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73431" name="Group 44">
                  <a:extLst>
                    <a:ext uri="{FF2B5EF4-FFF2-40B4-BE49-F238E27FC236}">
                      <a16:creationId xmlns:a16="http://schemas.microsoft.com/office/drawing/2014/main" id="{A6021DA6-B83A-AB8E-F226-67B493E41189}"/>
                    </a:ext>
                  </a:extLst>
                </p:cNvPr>
                <p:cNvGrpSpPr>
                  <a:grpSpLocks/>
                </p:cNvGrpSpPr>
                <p:nvPr/>
              </p:nvGrpSpPr>
              <p:grpSpPr bwMode="auto">
                <a:xfrm>
                  <a:off x="0" y="3456"/>
                  <a:ext cx="1634" cy="384"/>
                  <a:chOff x="0" y="3456"/>
                  <a:chExt cx="1634" cy="384"/>
                </a:xfrm>
              </p:grpSpPr>
              <p:sp>
                <p:nvSpPr>
                  <p:cNvPr id="273432" name="Rectangle 45">
                    <a:extLst>
                      <a:ext uri="{FF2B5EF4-FFF2-40B4-BE49-F238E27FC236}">
                        <a16:creationId xmlns:a16="http://schemas.microsoft.com/office/drawing/2014/main" id="{8AD611C5-DB03-BA5F-B00B-2BF8BCCFDF2B}"/>
                      </a:ext>
                    </a:extLst>
                  </p:cNvPr>
                  <p:cNvSpPr>
                    <a:spLocks noChangeArrowheads="1"/>
                  </p:cNvSpPr>
                  <p:nvPr/>
                </p:nvSpPr>
                <p:spPr bwMode="auto">
                  <a:xfrm>
                    <a:off x="43" y="3456"/>
                    <a:ext cx="1548" cy="3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Extensions</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33" name="Rectangle 46">
                    <a:extLst>
                      <a:ext uri="{FF2B5EF4-FFF2-40B4-BE49-F238E27FC236}">
                        <a16:creationId xmlns:a16="http://schemas.microsoft.com/office/drawing/2014/main" id="{D7036FB9-21CD-D8C4-989C-E865B7F2DC63}"/>
                      </a:ext>
                    </a:extLst>
                  </p:cNvPr>
                  <p:cNvSpPr>
                    <a:spLocks noChangeArrowheads="1"/>
                  </p:cNvSpPr>
                  <p:nvPr/>
                </p:nvSpPr>
                <p:spPr bwMode="auto">
                  <a:xfrm>
                    <a:off x="0" y="3456"/>
                    <a:ext cx="163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273427" name="Group 47">
                <a:extLst>
                  <a:ext uri="{FF2B5EF4-FFF2-40B4-BE49-F238E27FC236}">
                    <a16:creationId xmlns:a16="http://schemas.microsoft.com/office/drawing/2014/main" id="{BF95F8DB-B7F2-F003-A68B-F9D7E79A2ED9}"/>
                  </a:ext>
                </a:extLst>
              </p:cNvPr>
              <p:cNvGrpSpPr>
                <a:grpSpLocks/>
              </p:cNvGrpSpPr>
              <p:nvPr/>
            </p:nvGrpSpPr>
            <p:grpSpPr bwMode="auto">
              <a:xfrm>
                <a:off x="0" y="3840"/>
                <a:ext cx="1634" cy="480"/>
                <a:chOff x="0" y="3840"/>
                <a:chExt cx="1634" cy="480"/>
              </a:xfrm>
            </p:grpSpPr>
            <p:sp>
              <p:nvSpPr>
                <p:cNvPr id="273428" name="Rectangle 48">
                  <a:extLst>
                    <a:ext uri="{FF2B5EF4-FFF2-40B4-BE49-F238E27FC236}">
                      <a16:creationId xmlns:a16="http://schemas.microsoft.com/office/drawing/2014/main" id="{94627F0F-D682-1745-876F-9425211979DF}"/>
                    </a:ext>
                  </a:extLst>
                </p:cNvPr>
                <p:cNvSpPr>
                  <a:spLocks noChangeArrowheads="1"/>
                </p:cNvSpPr>
                <p:nvPr/>
              </p:nvSpPr>
              <p:spPr bwMode="auto">
                <a:xfrm>
                  <a:off x="43" y="3840"/>
                  <a:ext cx="154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600" b="1">
                      <a:latin typeface="Times New Roman" panose="02020603050405020304" pitchFamily="18" charset="0"/>
                      <a:cs typeface="Times New Roman" panose="02020603050405020304" pitchFamily="18" charset="0"/>
                    </a:rPr>
                    <a:t>Certification Authority’s Digital Signature</a:t>
                  </a:r>
                  <a:endParaRPr lang="en-US" altLang="en-US" sz="1600">
                    <a:latin typeface="Times New Roman" panose="02020603050405020304" pitchFamily="18" charset="0"/>
                    <a:cs typeface="Times New Roman" panose="02020603050405020304" pitchFamily="18" charset="0"/>
                  </a:endParaRPr>
                </a:p>
                <a:p>
                  <a:pPr algn="ctr">
                    <a:spcBef>
                      <a:spcPct val="0"/>
                    </a:spcBef>
                    <a:buClrTx/>
                    <a:buSzTx/>
                    <a:buFontTx/>
                    <a:buNone/>
                  </a:pPr>
                  <a:endParaRPr lang="en-US" altLang="en-US" sz="1600">
                    <a:latin typeface="Times New Roman" panose="02020603050405020304" pitchFamily="18" charset="0"/>
                  </a:endParaRPr>
                </a:p>
              </p:txBody>
            </p:sp>
            <p:sp>
              <p:nvSpPr>
                <p:cNvPr id="273429" name="Rectangle 49">
                  <a:extLst>
                    <a:ext uri="{FF2B5EF4-FFF2-40B4-BE49-F238E27FC236}">
                      <a16:creationId xmlns:a16="http://schemas.microsoft.com/office/drawing/2014/main" id="{D46D574C-B4BE-3E75-2B09-93442BD3CE4B}"/>
                    </a:ext>
                  </a:extLst>
                </p:cNvPr>
                <p:cNvSpPr>
                  <a:spLocks noChangeArrowheads="1"/>
                </p:cNvSpPr>
                <p:nvPr/>
              </p:nvSpPr>
              <p:spPr bwMode="auto">
                <a:xfrm>
                  <a:off x="0" y="3840"/>
                  <a:ext cx="1634"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sp>
          <p:nvSpPr>
            <p:cNvPr id="273416" name="Rectangle 50">
              <a:extLst>
                <a:ext uri="{FF2B5EF4-FFF2-40B4-BE49-F238E27FC236}">
                  <a16:creationId xmlns:a16="http://schemas.microsoft.com/office/drawing/2014/main" id="{D208DFBC-186B-867D-E74B-BEC50A22936E}"/>
                </a:ext>
              </a:extLst>
            </p:cNvPr>
            <p:cNvSpPr>
              <a:spLocks noChangeArrowheads="1"/>
            </p:cNvSpPr>
            <p:nvPr/>
          </p:nvSpPr>
          <p:spPr bwMode="auto">
            <a:xfrm>
              <a:off x="-3" y="-3"/>
              <a:ext cx="1640" cy="432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Slide Number Placeholder 5">
            <a:extLst>
              <a:ext uri="{FF2B5EF4-FFF2-40B4-BE49-F238E27FC236}">
                <a16:creationId xmlns:a16="http://schemas.microsoft.com/office/drawing/2014/main" id="{DC0A74D6-97AF-FC9F-38AE-6AC3220B46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8EA7000-8119-4064-ADA4-DA7C2B6C4996}" type="slidenum">
              <a:rPr lang="en-US" altLang="en-US" sz="1400"/>
              <a:pPr>
                <a:spcBef>
                  <a:spcPct val="0"/>
                </a:spcBef>
                <a:buClrTx/>
                <a:buSzTx/>
                <a:buFontTx/>
                <a:buNone/>
              </a:pPr>
              <a:t>176</a:t>
            </a:fld>
            <a:endParaRPr lang="en-US" altLang="en-US" sz="1400"/>
          </a:p>
        </p:txBody>
      </p:sp>
      <p:sp>
        <p:nvSpPr>
          <p:cNvPr id="275459" name="Rectangle 1026">
            <a:extLst>
              <a:ext uri="{FF2B5EF4-FFF2-40B4-BE49-F238E27FC236}">
                <a16:creationId xmlns:a16="http://schemas.microsoft.com/office/drawing/2014/main" id="{02EA4CA7-7D8B-69D2-70BB-308CC9AE2C17}"/>
              </a:ext>
            </a:extLst>
          </p:cNvPr>
          <p:cNvSpPr>
            <a:spLocks noGrp="1" noChangeArrowheads="1"/>
          </p:cNvSpPr>
          <p:nvPr>
            <p:ph type="title"/>
          </p:nvPr>
        </p:nvSpPr>
        <p:spPr>
          <a:xfrm>
            <a:off x="2674939" y="214314"/>
            <a:ext cx="7793037" cy="623887"/>
          </a:xfrm>
        </p:spPr>
        <p:txBody>
          <a:bodyPr>
            <a:normAutofit fontScale="90000"/>
          </a:bodyPr>
          <a:lstStyle/>
          <a:p>
            <a:pPr eaLnBrk="1" hangingPunct="1"/>
            <a:r>
              <a:rPr lang="en-US" altLang="en-US" sz="4000"/>
              <a:t>X.509 Certificate Format</a:t>
            </a:r>
          </a:p>
        </p:txBody>
      </p:sp>
      <p:graphicFrame>
        <p:nvGraphicFramePr>
          <p:cNvPr id="293041" name="Group 1201">
            <a:extLst>
              <a:ext uri="{FF2B5EF4-FFF2-40B4-BE49-F238E27FC236}">
                <a16:creationId xmlns:a16="http://schemas.microsoft.com/office/drawing/2014/main" id="{C80347DC-F38C-0BB8-F101-F9F1E8BF1C91}"/>
              </a:ext>
            </a:extLst>
          </p:cNvPr>
          <p:cNvGraphicFramePr>
            <a:graphicFrameLocks noGrp="1"/>
          </p:cNvGraphicFramePr>
          <p:nvPr>
            <p:ph idx="1"/>
          </p:nvPr>
        </p:nvGraphicFramePr>
        <p:xfrm>
          <a:off x="2057400" y="762001"/>
          <a:ext cx="8382000" cy="5851684"/>
        </p:xfrm>
        <a:graphic>
          <a:graphicData uri="http://schemas.openxmlformats.org/drawingml/2006/table">
            <a:tbl>
              <a:tblPr/>
              <a:tblGrid>
                <a:gridCol w="2401888">
                  <a:extLst>
                    <a:ext uri="{9D8B030D-6E8A-4147-A177-3AD203B41FA5}">
                      <a16:colId xmlns:a16="http://schemas.microsoft.com/office/drawing/2014/main" val="20000"/>
                    </a:ext>
                  </a:extLst>
                </a:gridCol>
                <a:gridCol w="5980112">
                  <a:extLst>
                    <a:ext uri="{9D8B030D-6E8A-4147-A177-3AD203B41FA5}">
                      <a16:colId xmlns:a16="http://schemas.microsoft.com/office/drawing/2014/main" val="20001"/>
                    </a:ext>
                  </a:extLst>
                </a:gridCol>
              </a:tblGrid>
              <a:tr h="243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Times New Roman" pitchFamily="18" charset="0"/>
                          <a:cs typeface="Times New Roman" pitchFamily="18" charset="0"/>
                        </a:rPr>
                        <a:t>Field</a:t>
                      </a:r>
                      <a:endParaRPr kumimoji="0" lang="en-US" sz="1800" b="0" i="0" u="none" strike="noStrike" cap="none" normalizeH="0" baseline="0" dirty="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Description</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Authority Key Identifier</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A CA may have multiple private-public key pairs. This field defines which of these key pairs is used to sign (and therefore, which corresponding key should be used to verify) this certificate.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Subject Key Identifier</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A subject may have multiple private-public key pairs. The reason for this is explained later. This field defines which of those key pairs is used to sign (and therefore, which corresponding key should be used to verify).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09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Key Usage</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Times New Roman" pitchFamily="18" charset="0"/>
                          <a:cs typeface="Times New Roman" pitchFamily="18" charset="0"/>
                        </a:rPr>
                        <a:t>Defines the </a:t>
                      </a:r>
                      <a:r>
                        <a:rPr kumimoji="0" lang="en-US" sz="1000" b="0" i="1" u="none" strike="noStrike" cap="none" normalizeH="0" baseline="0" dirty="0">
                          <a:ln>
                            <a:noFill/>
                          </a:ln>
                          <a:solidFill>
                            <a:schemeClr val="tx1"/>
                          </a:solidFill>
                          <a:effectLst/>
                          <a:latin typeface="Times New Roman" pitchFamily="18" charset="0"/>
                          <a:cs typeface="Times New Roman" pitchFamily="18" charset="0"/>
                        </a:rPr>
                        <a:t>scope </a:t>
                      </a:r>
                      <a:r>
                        <a:rPr kumimoji="0" lang="en-US" sz="1000" b="0" i="0" u="none" strike="noStrike" cap="none" normalizeH="0" baseline="0" dirty="0">
                          <a:ln>
                            <a:noFill/>
                          </a:ln>
                          <a:solidFill>
                            <a:schemeClr val="tx1"/>
                          </a:solidFill>
                          <a:effectLst/>
                          <a:latin typeface="Times New Roman" pitchFamily="18" charset="0"/>
                          <a:cs typeface="Times New Roman" pitchFamily="18" charset="0"/>
                        </a:rPr>
                        <a:t>of operations of the public key of this particular certificate. For example, we can specify whether this particular public key can be used for all cryptographic operations, or only for encryption, or only for Diffie-Hellman key exchange, or only for performing digital signatures, or some combinations of these, etc.</a:t>
                      </a:r>
                      <a:endParaRPr kumimoji="0" lang="en-US" sz="1800" b="0" i="0" u="none" strike="noStrike" cap="none" normalizeH="0" baseline="0" dirty="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859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Extended Key Usage</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Can be used in addition to, or in the place of the </a:t>
                      </a:r>
                      <a:r>
                        <a:rPr kumimoji="0" lang="en-US" sz="1000" b="0" i="1" u="none" strike="noStrike" cap="none" normalizeH="0" baseline="0">
                          <a:ln>
                            <a:noFill/>
                          </a:ln>
                          <a:solidFill>
                            <a:schemeClr val="tx1"/>
                          </a:solidFill>
                          <a:effectLst/>
                          <a:latin typeface="Times New Roman" pitchFamily="18" charset="0"/>
                          <a:cs typeface="Times New Roman" pitchFamily="18" charset="0"/>
                        </a:rPr>
                        <a:t>Key Usage </a:t>
                      </a:r>
                      <a:r>
                        <a:rPr kumimoji="0" lang="en-US" sz="1000" b="0" i="0" u="none" strike="noStrike" cap="none" normalizeH="0" baseline="0">
                          <a:ln>
                            <a:noFill/>
                          </a:ln>
                          <a:solidFill>
                            <a:schemeClr val="tx1"/>
                          </a:solidFill>
                          <a:effectLst/>
                          <a:latin typeface="Times New Roman" pitchFamily="18" charset="0"/>
                          <a:cs typeface="Times New Roman" pitchFamily="18" charset="0"/>
                        </a:rPr>
                        <a:t>field. Specifies which protocols this certificate can interoperate with (We shall study these protocols later). Examples of these protocols are Transport Layer Security (TLS), client authentication, server authentication, time stamping, etc.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59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Private Key Usage Period</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Allows defining different usage period limits for the private and the public keys corresponding to this certificate. If this field is empty, the validity of the private key corresponding to this certificate is the same as that of the public key.</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Certificate Policies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Defines the policies and optional qualifier information that the CA associates with a given certificate. We need not discuss this.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Policy Mappings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Used only when the subject of a given certificate is also a CA. That is, when a CA issues a certificate to another CA, the certifier CA specifies which of its policies the CA being certified must follow.</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Subject Alternative Name</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Optionally defines one or more alternative names for the subject of a given certificate. However, if the </a:t>
                      </a:r>
                      <a:r>
                        <a:rPr kumimoji="0" lang="en-US" sz="1000" b="0" i="1" u="none" strike="noStrike" cap="none" normalizeH="0" baseline="0">
                          <a:ln>
                            <a:noFill/>
                          </a:ln>
                          <a:solidFill>
                            <a:schemeClr val="tx1"/>
                          </a:solidFill>
                          <a:effectLst/>
                          <a:latin typeface="Times New Roman" pitchFamily="18" charset="0"/>
                          <a:cs typeface="Times New Roman" pitchFamily="18" charset="0"/>
                        </a:rPr>
                        <a:t>Subject Name </a:t>
                      </a:r>
                      <a:r>
                        <a:rPr kumimoji="0" lang="en-US" sz="1000" b="0" i="0" u="none" strike="noStrike" cap="none" normalizeH="0" baseline="0">
                          <a:ln>
                            <a:noFill/>
                          </a:ln>
                          <a:solidFill>
                            <a:schemeClr val="tx1"/>
                          </a:solidFill>
                          <a:effectLst/>
                          <a:latin typeface="Times New Roman" pitchFamily="18" charset="0"/>
                          <a:cs typeface="Times New Roman" pitchFamily="18" charset="0"/>
                        </a:rPr>
                        <a:t>field in the main certificate format is empty, this field must contain some value.</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43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Issuer Alternative Name</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Optionally defines one or more alternative names for the issuer of a given certificate.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19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Subject Directory Attributes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Can be used to provide additional information about the subject, such as the subject’s phone/fax numbers, email ids, etc.</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7009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Basic Constraints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Indicates whether the subject in this certificate may act as a CA. This field also specifies if the subject can, in turn, allow other subjects to become CAs. For instance, if CA X is issuing this particular certificate to another CA Y, X can not only specify if Y can act as CA and issue certificates to other subjects, but also whether Y can grant the authority of becoming CA to other subjects, in turn.</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43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Name Constraints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Specifies the name space. We need not discuss this.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43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Times New Roman" pitchFamily="18" charset="0"/>
                          <a:cs typeface="Times New Roman" pitchFamily="18" charset="0"/>
                        </a:rPr>
                        <a:t>Policy Constraints </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Times New Roman" pitchFamily="18" charset="0"/>
                          <a:cs typeface="Times New Roman" pitchFamily="18" charset="0"/>
                        </a:rPr>
                        <a:t>Used only for CA certificates. We need not discuss this.</a:t>
                      </a:r>
                      <a:endParaRPr kumimoji="0" lang="en-US" sz="1800" b="0" i="0" u="none" strike="noStrike" cap="none" normalizeH="0" baseline="0">
                        <a:ln>
                          <a:noFill/>
                        </a:ln>
                        <a:solidFill>
                          <a:schemeClr val="tx1"/>
                        </a:solidFill>
                        <a:effectLst/>
                        <a:latin typeface="Arial" charset="0"/>
                      </a:endParaRPr>
                    </a:p>
                  </a:txBody>
                  <a:tcPr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Number Placeholder 5">
            <a:extLst>
              <a:ext uri="{FF2B5EF4-FFF2-40B4-BE49-F238E27FC236}">
                <a16:creationId xmlns:a16="http://schemas.microsoft.com/office/drawing/2014/main" id="{39BBF102-908E-F19C-F37E-3639239CB6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E2A5B5D-7883-4DB5-9117-566264468844}" type="slidenum">
              <a:rPr lang="en-US" altLang="en-US" sz="1400"/>
              <a:pPr>
                <a:spcBef>
                  <a:spcPct val="0"/>
                </a:spcBef>
                <a:buClrTx/>
                <a:buSzTx/>
                <a:buFontTx/>
                <a:buNone/>
              </a:pPr>
              <a:t>177</a:t>
            </a:fld>
            <a:endParaRPr lang="en-US" altLang="en-US" sz="1400"/>
          </a:p>
        </p:txBody>
      </p:sp>
      <p:sp>
        <p:nvSpPr>
          <p:cNvPr id="277507" name="Rectangle 2">
            <a:extLst>
              <a:ext uri="{FF2B5EF4-FFF2-40B4-BE49-F238E27FC236}">
                <a16:creationId xmlns:a16="http://schemas.microsoft.com/office/drawing/2014/main" id="{D7589757-F0EF-E7B3-DC60-F1AE6847D40B}"/>
              </a:ext>
            </a:extLst>
          </p:cNvPr>
          <p:cNvSpPr>
            <a:spLocks noGrp="1" noChangeArrowheads="1"/>
          </p:cNvSpPr>
          <p:nvPr>
            <p:ph type="title"/>
          </p:nvPr>
        </p:nvSpPr>
        <p:spPr/>
        <p:txBody>
          <a:bodyPr/>
          <a:lstStyle/>
          <a:p>
            <a:pPr eaLnBrk="1" hangingPunct="1"/>
            <a:r>
              <a:rPr lang="en-US" altLang="en-US" dirty="0"/>
              <a:t>Digital Signature</a:t>
            </a:r>
          </a:p>
        </p:txBody>
      </p:sp>
      <p:sp>
        <p:nvSpPr>
          <p:cNvPr id="277508" name="Rectangle 3">
            <a:extLst>
              <a:ext uri="{FF2B5EF4-FFF2-40B4-BE49-F238E27FC236}">
                <a16:creationId xmlns:a16="http://schemas.microsoft.com/office/drawing/2014/main" id="{BAD36439-4853-2EFB-034F-5C46781AA0C9}"/>
              </a:ext>
            </a:extLst>
          </p:cNvPr>
          <p:cNvSpPr>
            <a:spLocks noGrp="1" noChangeArrowheads="1"/>
          </p:cNvSpPr>
          <p:nvPr>
            <p:ph type="body" idx="1"/>
          </p:nvPr>
        </p:nvSpPr>
        <p:spPr/>
        <p:txBody>
          <a:bodyPr/>
          <a:lstStyle/>
          <a:p>
            <a:pPr eaLnBrk="1" hangingPunct="1"/>
            <a:r>
              <a:rPr lang="en-US" altLang="en-US"/>
              <a:t>Digital representation of a paper signature</a:t>
            </a:r>
          </a:p>
          <a:p>
            <a:pPr eaLnBrk="1" hangingPunct="1"/>
            <a:r>
              <a:rPr lang="en-US" altLang="en-US"/>
              <a:t>Used to authorize a transaction</a:t>
            </a:r>
          </a:p>
          <a:p>
            <a:pPr eaLnBrk="1" hangingPunct="1"/>
            <a:r>
              <a:rPr lang="en-US" altLang="en-US"/>
              <a:t>Useful in </a:t>
            </a:r>
            <a:r>
              <a:rPr lang="en-US" altLang="en-US" i="1"/>
              <a:t>non-repudiation</a:t>
            </a:r>
            <a:endParaRPr lang="en-US" altLang="en-US"/>
          </a:p>
          <a:p>
            <a:pPr eaLnBrk="1" hangingPunct="1"/>
            <a:r>
              <a:rPr lang="en-US" altLang="en-US"/>
              <a:t>Signer cannot refuse having signed it</a:t>
            </a:r>
          </a:p>
          <a:p>
            <a:pPr eaLnBrk="1" hangingPunct="1"/>
            <a:r>
              <a:rPr lang="en-US" altLang="en-US"/>
              <a:t>Receiver cannot deny having received it (if used)</a:t>
            </a:r>
            <a:endParaRPr lang="en-US" altLang="en-US" i="1"/>
          </a:p>
        </p:txBody>
      </p:sp>
    </p:spTree>
    <p:extLst>
      <p:ext uri="{BB962C8B-B14F-4D97-AF65-F5344CB8AC3E}">
        <p14:creationId xmlns:p14="http://schemas.microsoft.com/office/powerpoint/2010/main" val="3571799960"/>
      </p:ext>
    </p:extLst>
  </p:cSld>
  <p:clrMapOvr>
    <a:masterClrMapping/>
  </p:clrMapOvr>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Number Placeholder 5">
            <a:extLst>
              <a:ext uri="{FF2B5EF4-FFF2-40B4-BE49-F238E27FC236}">
                <a16:creationId xmlns:a16="http://schemas.microsoft.com/office/drawing/2014/main" id="{FCC00AB9-F780-9C2D-D59A-0C751840E4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F486DA3-0BDF-414E-A99C-83A220553ADE}" type="slidenum">
              <a:rPr lang="en-US" altLang="en-US" sz="1400"/>
              <a:pPr>
                <a:spcBef>
                  <a:spcPct val="0"/>
                </a:spcBef>
                <a:buClrTx/>
                <a:buSzTx/>
                <a:buFontTx/>
                <a:buNone/>
              </a:pPr>
              <a:t>178</a:t>
            </a:fld>
            <a:endParaRPr lang="en-US" altLang="en-US" sz="1400"/>
          </a:p>
        </p:txBody>
      </p:sp>
      <p:sp>
        <p:nvSpPr>
          <p:cNvPr id="279555" name="Rectangle 2">
            <a:extLst>
              <a:ext uri="{FF2B5EF4-FFF2-40B4-BE49-F238E27FC236}">
                <a16:creationId xmlns:a16="http://schemas.microsoft.com/office/drawing/2014/main" id="{B84DDFB0-D64E-ADE4-2260-8514FD55F4AD}"/>
              </a:ext>
            </a:extLst>
          </p:cNvPr>
          <p:cNvSpPr>
            <a:spLocks noGrp="1" noChangeArrowheads="1"/>
          </p:cNvSpPr>
          <p:nvPr>
            <p:ph type="title"/>
          </p:nvPr>
        </p:nvSpPr>
        <p:spPr/>
        <p:txBody>
          <a:bodyPr/>
          <a:lstStyle/>
          <a:p>
            <a:pPr eaLnBrk="1" hangingPunct="1"/>
            <a:r>
              <a:rPr lang="en-US" altLang="en-US"/>
              <a:t>Digital Signature: Process</a:t>
            </a:r>
          </a:p>
        </p:txBody>
      </p:sp>
      <p:sp>
        <p:nvSpPr>
          <p:cNvPr id="279556" name="Rectangle 3">
            <a:extLst>
              <a:ext uri="{FF2B5EF4-FFF2-40B4-BE49-F238E27FC236}">
                <a16:creationId xmlns:a16="http://schemas.microsoft.com/office/drawing/2014/main" id="{C077AE6B-FE06-4FDA-D816-F45D9EFD8CFF}"/>
              </a:ext>
            </a:extLst>
          </p:cNvPr>
          <p:cNvSpPr>
            <a:spLocks noGrp="1" noChangeArrowheads="1"/>
          </p:cNvSpPr>
          <p:nvPr>
            <p:ph type="body" idx="1"/>
          </p:nvPr>
        </p:nvSpPr>
        <p:spPr/>
        <p:txBody>
          <a:bodyPr/>
          <a:lstStyle/>
          <a:p>
            <a:pPr eaLnBrk="1" hangingPunct="1"/>
            <a:r>
              <a:rPr lang="en-US" altLang="en-US"/>
              <a:t>Step 1: Calculate the message digest of the original data</a:t>
            </a:r>
          </a:p>
          <a:p>
            <a:pPr eaLnBrk="1" hangingPunct="1"/>
            <a:endParaRPr lang="en-US" altLang="en-US"/>
          </a:p>
          <a:p>
            <a:pPr eaLnBrk="1" hangingPunct="1"/>
            <a:r>
              <a:rPr lang="en-US" altLang="en-US"/>
              <a:t>Step 2: Encrypt the message digest with the sender’s private key</a:t>
            </a:r>
          </a:p>
          <a:p>
            <a:pPr eaLnBrk="1" hangingPunct="1"/>
            <a:endParaRPr lang="en-US" altLang="en-US"/>
          </a:p>
          <a:p>
            <a:pPr eaLnBrk="1" hangingPunct="1"/>
            <a:r>
              <a:rPr lang="en-US" altLang="en-US"/>
              <a:t>Step 3: Output is the digital signature</a:t>
            </a:r>
            <a:endParaRPr lang="en-US" altLang="en-US" i="1"/>
          </a:p>
        </p:txBody>
      </p:sp>
    </p:spTree>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Number Placeholder 5">
            <a:extLst>
              <a:ext uri="{FF2B5EF4-FFF2-40B4-BE49-F238E27FC236}">
                <a16:creationId xmlns:a16="http://schemas.microsoft.com/office/drawing/2014/main" id="{C3BFB90E-B4CA-642B-A9DE-02CB3B3D1D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1705FA3-7633-4C13-BBC1-744329683C32}" type="slidenum">
              <a:rPr lang="en-US" altLang="en-US" sz="1400"/>
              <a:pPr>
                <a:spcBef>
                  <a:spcPct val="0"/>
                </a:spcBef>
                <a:buClrTx/>
                <a:buSzTx/>
                <a:buFontTx/>
                <a:buNone/>
              </a:pPr>
              <a:t>179</a:t>
            </a:fld>
            <a:endParaRPr lang="en-US" altLang="en-US" sz="1400"/>
          </a:p>
        </p:txBody>
      </p:sp>
      <p:sp>
        <p:nvSpPr>
          <p:cNvPr id="281603" name="Rectangle 2">
            <a:extLst>
              <a:ext uri="{FF2B5EF4-FFF2-40B4-BE49-F238E27FC236}">
                <a16:creationId xmlns:a16="http://schemas.microsoft.com/office/drawing/2014/main" id="{ABF65C9A-96D4-914D-2878-966DB5730392}"/>
              </a:ext>
            </a:extLst>
          </p:cNvPr>
          <p:cNvSpPr>
            <a:spLocks noGrp="1" noChangeArrowheads="1"/>
          </p:cNvSpPr>
          <p:nvPr>
            <p:ph type="title"/>
          </p:nvPr>
        </p:nvSpPr>
        <p:spPr/>
        <p:txBody>
          <a:bodyPr/>
          <a:lstStyle/>
          <a:p>
            <a:pPr eaLnBrk="1" hangingPunct="1"/>
            <a:r>
              <a:rPr lang="en-US" altLang="en-US"/>
              <a:t>Digital Signature: Example</a:t>
            </a:r>
          </a:p>
        </p:txBody>
      </p:sp>
      <p:sp>
        <p:nvSpPr>
          <p:cNvPr id="281604" name="Rectangle 3">
            <a:extLst>
              <a:ext uri="{FF2B5EF4-FFF2-40B4-BE49-F238E27FC236}">
                <a16:creationId xmlns:a16="http://schemas.microsoft.com/office/drawing/2014/main" id="{675C863F-96AD-D09F-E8A5-B62E06F8D4C8}"/>
              </a:ext>
            </a:extLst>
          </p:cNvPr>
          <p:cNvSpPr>
            <a:spLocks noChangeArrowheads="1"/>
          </p:cNvSpPr>
          <p:nvPr/>
        </p:nvSpPr>
        <p:spPr bwMode="auto">
          <a:xfrm>
            <a:off x="2971800" y="2133600"/>
            <a:ext cx="20574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My name is Bean</a:t>
            </a:r>
          </a:p>
        </p:txBody>
      </p:sp>
      <p:sp>
        <p:nvSpPr>
          <p:cNvPr id="281605" name="Rectangle 4">
            <a:extLst>
              <a:ext uri="{FF2B5EF4-FFF2-40B4-BE49-F238E27FC236}">
                <a16:creationId xmlns:a16="http://schemas.microsoft.com/office/drawing/2014/main" id="{49563EF5-D1FF-BF39-862D-E6459B2A7979}"/>
              </a:ext>
            </a:extLst>
          </p:cNvPr>
          <p:cNvSpPr>
            <a:spLocks noChangeArrowheads="1"/>
          </p:cNvSpPr>
          <p:nvPr/>
        </p:nvSpPr>
        <p:spPr bwMode="auto">
          <a:xfrm>
            <a:off x="5410200" y="1981200"/>
            <a:ext cx="1447800" cy="9144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rgbClr val="CCFFFF"/>
                </a:solidFill>
              </a:rPr>
              <a:t>Message </a:t>
            </a:r>
          </a:p>
          <a:p>
            <a:pPr algn="ctr" eaLnBrk="1" hangingPunct="1">
              <a:spcBef>
                <a:spcPct val="0"/>
              </a:spcBef>
              <a:buClrTx/>
              <a:buSzTx/>
              <a:buFontTx/>
              <a:buNone/>
            </a:pPr>
            <a:r>
              <a:rPr lang="en-US" altLang="en-US" sz="2000">
                <a:solidFill>
                  <a:srgbClr val="CCFFFF"/>
                </a:solidFill>
              </a:rPr>
              <a:t>Digest </a:t>
            </a:r>
          </a:p>
          <a:p>
            <a:pPr algn="ctr" eaLnBrk="1" hangingPunct="1">
              <a:spcBef>
                <a:spcPct val="0"/>
              </a:spcBef>
              <a:buClrTx/>
              <a:buSzTx/>
              <a:buFontTx/>
              <a:buNone/>
            </a:pPr>
            <a:r>
              <a:rPr lang="en-US" altLang="en-US" sz="2000">
                <a:solidFill>
                  <a:srgbClr val="CCFFFF"/>
                </a:solidFill>
              </a:rPr>
              <a:t>Algorithm</a:t>
            </a:r>
          </a:p>
        </p:txBody>
      </p:sp>
      <p:sp>
        <p:nvSpPr>
          <p:cNvPr id="281606" name="Rectangle 5">
            <a:extLst>
              <a:ext uri="{FF2B5EF4-FFF2-40B4-BE49-F238E27FC236}">
                <a16:creationId xmlns:a16="http://schemas.microsoft.com/office/drawing/2014/main" id="{B0A9BF88-803A-9C6B-A688-47E9814051C4}"/>
              </a:ext>
            </a:extLst>
          </p:cNvPr>
          <p:cNvSpPr>
            <a:spLocks noChangeArrowheads="1"/>
          </p:cNvSpPr>
          <p:nvPr/>
        </p:nvSpPr>
        <p:spPr bwMode="auto">
          <a:xfrm>
            <a:off x="7239000" y="2133600"/>
            <a:ext cx="16002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G%er@17*</a:t>
            </a:r>
          </a:p>
        </p:txBody>
      </p:sp>
      <p:sp>
        <p:nvSpPr>
          <p:cNvPr id="281607" name="Rectangle 6">
            <a:extLst>
              <a:ext uri="{FF2B5EF4-FFF2-40B4-BE49-F238E27FC236}">
                <a16:creationId xmlns:a16="http://schemas.microsoft.com/office/drawing/2014/main" id="{5D999E46-8BDA-7E54-3BAF-33BE5F29EF11}"/>
              </a:ext>
            </a:extLst>
          </p:cNvPr>
          <p:cNvSpPr>
            <a:spLocks noChangeArrowheads="1"/>
          </p:cNvSpPr>
          <p:nvPr/>
        </p:nvSpPr>
        <p:spPr bwMode="auto">
          <a:xfrm>
            <a:off x="7086600" y="4648200"/>
            <a:ext cx="20574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9+’\}aow70_1</a:t>
            </a:r>
          </a:p>
        </p:txBody>
      </p:sp>
      <p:sp>
        <p:nvSpPr>
          <p:cNvPr id="281608" name="Rectangle 7">
            <a:extLst>
              <a:ext uri="{FF2B5EF4-FFF2-40B4-BE49-F238E27FC236}">
                <a16:creationId xmlns:a16="http://schemas.microsoft.com/office/drawing/2014/main" id="{2AC71216-8FE9-89FD-01D3-A7531035A303}"/>
              </a:ext>
            </a:extLst>
          </p:cNvPr>
          <p:cNvSpPr>
            <a:spLocks noChangeArrowheads="1"/>
          </p:cNvSpPr>
          <p:nvPr/>
        </p:nvSpPr>
        <p:spPr bwMode="auto">
          <a:xfrm>
            <a:off x="5257800" y="4648200"/>
            <a:ext cx="1447800" cy="7620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solidFill>
                  <a:srgbClr val="CCFFFF"/>
                </a:solidFill>
              </a:rPr>
              <a:t>Encrypt</a:t>
            </a:r>
          </a:p>
        </p:txBody>
      </p:sp>
      <p:sp>
        <p:nvSpPr>
          <p:cNvPr id="281609" name="AutoShape 8">
            <a:extLst>
              <a:ext uri="{FF2B5EF4-FFF2-40B4-BE49-F238E27FC236}">
                <a16:creationId xmlns:a16="http://schemas.microsoft.com/office/drawing/2014/main" id="{3D5E6657-E45F-F585-F97F-1CD3A67DE760}"/>
              </a:ext>
            </a:extLst>
          </p:cNvPr>
          <p:cNvSpPr>
            <a:spLocks noChangeArrowheads="1"/>
          </p:cNvSpPr>
          <p:nvPr/>
        </p:nvSpPr>
        <p:spPr bwMode="auto">
          <a:xfrm>
            <a:off x="5257800" y="5410200"/>
            <a:ext cx="304800" cy="457200"/>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0" name="AutoShape 9">
            <a:extLst>
              <a:ext uri="{FF2B5EF4-FFF2-40B4-BE49-F238E27FC236}">
                <a16:creationId xmlns:a16="http://schemas.microsoft.com/office/drawing/2014/main" id="{ABDB3496-A42B-3B42-D5B8-B2DDA87F9C5E}"/>
              </a:ext>
            </a:extLst>
          </p:cNvPr>
          <p:cNvSpPr>
            <a:spLocks noChangeArrowheads="1"/>
          </p:cNvSpPr>
          <p:nvPr/>
        </p:nvSpPr>
        <p:spPr bwMode="auto">
          <a:xfrm>
            <a:off x="6400800" y="5410200"/>
            <a:ext cx="304800" cy="457200"/>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1" name="Rectangle 10">
            <a:extLst>
              <a:ext uri="{FF2B5EF4-FFF2-40B4-BE49-F238E27FC236}">
                <a16:creationId xmlns:a16="http://schemas.microsoft.com/office/drawing/2014/main" id="{0AB3DD1C-E09F-9B72-0E3E-B8262231A257}"/>
              </a:ext>
            </a:extLst>
          </p:cNvPr>
          <p:cNvSpPr>
            <a:spLocks noChangeArrowheads="1"/>
          </p:cNvSpPr>
          <p:nvPr/>
        </p:nvSpPr>
        <p:spPr bwMode="auto">
          <a:xfrm>
            <a:off x="4267200" y="5791200"/>
            <a:ext cx="1295400" cy="5334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Algorithm</a:t>
            </a:r>
          </a:p>
        </p:txBody>
      </p:sp>
      <p:sp>
        <p:nvSpPr>
          <p:cNvPr id="281612" name="Rectangle 11">
            <a:extLst>
              <a:ext uri="{FF2B5EF4-FFF2-40B4-BE49-F238E27FC236}">
                <a16:creationId xmlns:a16="http://schemas.microsoft.com/office/drawing/2014/main" id="{1F447094-2421-928B-4B3E-D389BA29F2CF}"/>
              </a:ext>
            </a:extLst>
          </p:cNvPr>
          <p:cNvSpPr>
            <a:spLocks noChangeArrowheads="1"/>
          </p:cNvSpPr>
          <p:nvPr/>
        </p:nvSpPr>
        <p:spPr bwMode="auto">
          <a:xfrm>
            <a:off x="5715000" y="5791200"/>
            <a:ext cx="1752600" cy="533400"/>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Private Key</a:t>
            </a:r>
          </a:p>
        </p:txBody>
      </p:sp>
      <p:sp>
        <p:nvSpPr>
          <p:cNvPr id="281613" name="Rectangle 12">
            <a:extLst>
              <a:ext uri="{FF2B5EF4-FFF2-40B4-BE49-F238E27FC236}">
                <a16:creationId xmlns:a16="http://schemas.microsoft.com/office/drawing/2014/main" id="{64B37A92-53FB-1C97-3AA5-177987BFD1EE}"/>
              </a:ext>
            </a:extLst>
          </p:cNvPr>
          <p:cNvSpPr>
            <a:spLocks noChangeArrowheads="1"/>
          </p:cNvSpPr>
          <p:nvPr/>
        </p:nvSpPr>
        <p:spPr bwMode="auto">
          <a:xfrm>
            <a:off x="3276600" y="4648200"/>
            <a:ext cx="1600200" cy="762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G%er@17*</a:t>
            </a:r>
          </a:p>
        </p:txBody>
      </p:sp>
      <p:sp>
        <p:nvSpPr>
          <p:cNvPr id="281614" name="AutoShape 13">
            <a:extLst>
              <a:ext uri="{FF2B5EF4-FFF2-40B4-BE49-F238E27FC236}">
                <a16:creationId xmlns:a16="http://schemas.microsoft.com/office/drawing/2014/main" id="{E8C14110-743A-CA18-72C2-B733DEA12A97}"/>
              </a:ext>
            </a:extLst>
          </p:cNvPr>
          <p:cNvSpPr>
            <a:spLocks noChangeArrowheads="1"/>
          </p:cNvSpPr>
          <p:nvPr/>
        </p:nvSpPr>
        <p:spPr bwMode="auto">
          <a:xfrm>
            <a:off x="5029200" y="2438400"/>
            <a:ext cx="381000" cy="228600"/>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5" name="AutoShape 14">
            <a:extLst>
              <a:ext uri="{FF2B5EF4-FFF2-40B4-BE49-F238E27FC236}">
                <a16:creationId xmlns:a16="http://schemas.microsoft.com/office/drawing/2014/main" id="{E518F6A3-D7A2-D10A-CFDE-0643EBE5E915}"/>
              </a:ext>
            </a:extLst>
          </p:cNvPr>
          <p:cNvSpPr>
            <a:spLocks noChangeArrowheads="1"/>
          </p:cNvSpPr>
          <p:nvPr/>
        </p:nvSpPr>
        <p:spPr bwMode="auto">
          <a:xfrm>
            <a:off x="6858000" y="2438400"/>
            <a:ext cx="381000" cy="228600"/>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6" name="AutoShape 15">
            <a:extLst>
              <a:ext uri="{FF2B5EF4-FFF2-40B4-BE49-F238E27FC236}">
                <a16:creationId xmlns:a16="http://schemas.microsoft.com/office/drawing/2014/main" id="{B8EB690F-6284-C58E-3039-5F3C2B42725A}"/>
              </a:ext>
            </a:extLst>
          </p:cNvPr>
          <p:cNvSpPr>
            <a:spLocks noChangeArrowheads="1"/>
          </p:cNvSpPr>
          <p:nvPr/>
        </p:nvSpPr>
        <p:spPr bwMode="auto">
          <a:xfrm>
            <a:off x="4876800" y="4953000"/>
            <a:ext cx="381000" cy="228600"/>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7" name="AutoShape 16">
            <a:extLst>
              <a:ext uri="{FF2B5EF4-FFF2-40B4-BE49-F238E27FC236}">
                <a16:creationId xmlns:a16="http://schemas.microsoft.com/office/drawing/2014/main" id="{60BB52A8-0EBC-A67E-D66B-B2D93AC33C21}"/>
              </a:ext>
            </a:extLst>
          </p:cNvPr>
          <p:cNvSpPr>
            <a:spLocks noChangeArrowheads="1"/>
          </p:cNvSpPr>
          <p:nvPr/>
        </p:nvSpPr>
        <p:spPr bwMode="auto">
          <a:xfrm>
            <a:off x="6705600" y="4953000"/>
            <a:ext cx="381000" cy="228600"/>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81618" name="Rectangle 17">
            <a:extLst>
              <a:ext uri="{FF2B5EF4-FFF2-40B4-BE49-F238E27FC236}">
                <a16:creationId xmlns:a16="http://schemas.microsoft.com/office/drawing/2014/main" id="{E284F860-6CFC-D7A2-3F66-F11FCC07D1B3}"/>
              </a:ext>
            </a:extLst>
          </p:cNvPr>
          <p:cNvSpPr>
            <a:spLocks noChangeArrowheads="1"/>
          </p:cNvSpPr>
          <p:nvPr/>
        </p:nvSpPr>
        <p:spPr bwMode="auto">
          <a:xfrm>
            <a:off x="1752600" y="3200400"/>
            <a:ext cx="8458200" cy="11430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t>Step 1: Calculate message digest</a:t>
            </a:r>
          </a:p>
          <a:p>
            <a:pPr algn="ctr" eaLnBrk="1" hangingPunct="1">
              <a:spcBef>
                <a:spcPct val="0"/>
              </a:spcBef>
              <a:buClrTx/>
              <a:buSzTx/>
              <a:buFontTx/>
              <a:buNone/>
            </a:pPr>
            <a:endParaRPr lang="en-US" altLang="en-US" sz="2400"/>
          </a:p>
          <a:p>
            <a:pPr algn="ctr" eaLnBrk="1" hangingPunct="1">
              <a:spcBef>
                <a:spcPct val="0"/>
              </a:spcBef>
              <a:buClrTx/>
              <a:buSzTx/>
              <a:buFontTx/>
              <a:buNone/>
            </a:pPr>
            <a:r>
              <a:rPr lang="en-US" altLang="en-US" sz="2400"/>
              <a:t>Step 2: Encrypt message digest to form the digital signature</a:t>
            </a:r>
          </a:p>
        </p:txBody>
      </p:sp>
    </p:spTree>
  </p:cSld>
  <p:clrMapOvr>
    <a:masterClrMapping/>
  </p:clrMapOvr>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Number Placeholder 5">
            <a:extLst>
              <a:ext uri="{FF2B5EF4-FFF2-40B4-BE49-F238E27FC236}">
                <a16:creationId xmlns:a16="http://schemas.microsoft.com/office/drawing/2014/main" id="{39BBF102-908E-F19C-F37E-3639239CB6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E2A5B5D-7883-4DB5-9117-566264468844}" type="slidenum">
              <a:rPr lang="en-US" altLang="en-US" sz="1400"/>
              <a:pPr>
                <a:spcBef>
                  <a:spcPct val="0"/>
                </a:spcBef>
                <a:buClrTx/>
                <a:buSzTx/>
                <a:buFontTx/>
                <a:buNone/>
              </a:pPr>
              <a:t>180</a:t>
            </a:fld>
            <a:endParaRPr lang="en-US" altLang="en-US" sz="1400"/>
          </a:p>
        </p:txBody>
      </p:sp>
      <p:sp>
        <p:nvSpPr>
          <p:cNvPr id="277507" name="Rectangle 2">
            <a:extLst>
              <a:ext uri="{FF2B5EF4-FFF2-40B4-BE49-F238E27FC236}">
                <a16:creationId xmlns:a16="http://schemas.microsoft.com/office/drawing/2014/main" id="{D7589757-F0EF-E7B3-DC60-F1AE6847D40B}"/>
              </a:ext>
            </a:extLst>
          </p:cNvPr>
          <p:cNvSpPr>
            <a:spLocks noGrp="1" noChangeArrowheads="1"/>
          </p:cNvSpPr>
          <p:nvPr>
            <p:ph type="title"/>
          </p:nvPr>
        </p:nvSpPr>
        <p:spPr/>
        <p:txBody>
          <a:bodyPr/>
          <a:lstStyle/>
          <a:p>
            <a:pPr eaLnBrk="1" hangingPunct="1"/>
            <a:r>
              <a:rPr lang="en-US" altLang="en-US" dirty="0"/>
              <a:t>Classes of Digital Certificates – General</a:t>
            </a:r>
          </a:p>
        </p:txBody>
      </p:sp>
      <p:sp>
        <p:nvSpPr>
          <p:cNvPr id="277508" name="Rectangle 3">
            <a:extLst>
              <a:ext uri="{FF2B5EF4-FFF2-40B4-BE49-F238E27FC236}">
                <a16:creationId xmlns:a16="http://schemas.microsoft.com/office/drawing/2014/main" id="{BAD36439-4853-2EFB-034F-5C46781AA0C9}"/>
              </a:ext>
            </a:extLst>
          </p:cNvPr>
          <p:cNvSpPr>
            <a:spLocks noGrp="1" noChangeArrowheads="1"/>
          </p:cNvSpPr>
          <p:nvPr>
            <p:ph type="body" idx="1"/>
          </p:nvPr>
        </p:nvSpPr>
        <p:spPr/>
        <p:txBody>
          <a:bodyPr>
            <a:normAutofit fontScale="92500" lnSpcReduction="20000"/>
          </a:bodyPr>
          <a:lstStyle/>
          <a:p>
            <a:pPr eaLnBrk="1" hangingPunct="1"/>
            <a:r>
              <a:rPr lang="en-US" altLang="en-US" b="1" dirty="0"/>
              <a:t>SSL/TLS Certificates</a:t>
            </a:r>
            <a:r>
              <a:rPr lang="en-US" altLang="en-US" dirty="0"/>
              <a:t>: SSL/TLS certificates secure data in transit over the open internet and ensure the site’s trustworthiness. Also, SSL certificates verify that a client is talking to the correct server that actually owns the domain. This verification ensures domain validation and prevents domain spoofing, man-in-the-middle attacks, and other malicious actions that target users’ trust.</a:t>
            </a:r>
          </a:p>
          <a:p>
            <a:pPr eaLnBrk="1" hangingPunct="1"/>
            <a:r>
              <a:rPr lang="en-US" altLang="en-US" b="1" dirty="0"/>
              <a:t>Code-signing certificates</a:t>
            </a:r>
            <a:r>
              <a:rPr lang="en-US" altLang="en-US" dirty="0"/>
              <a:t>: Code-signing certificates ensure the authenticity of the code used for developing software applications. Code signing confirms who the software author is and proves that the signed code has not been altered or tampered with after it was signed. </a:t>
            </a:r>
          </a:p>
          <a:p>
            <a:pPr eaLnBrk="1" hangingPunct="1"/>
            <a:r>
              <a:rPr lang="en-US" altLang="en-US" b="1" dirty="0"/>
              <a:t>User certificates</a:t>
            </a:r>
            <a:r>
              <a:rPr lang="en-US" altLang="en-US" dirty="0"/>
              <a:t>: While the SSL certificates validate site domains, user/client certificates authenticate people or devices requesting access to sensitive corporate data or services.</a:t>
            </a:r>
          </a:p>
        </p:txBody>
      </p:sp>
    </p:spTree>
    <p:extLst>
      <p:ext uri="{BB962C8B-B14F-4D97-AF65-F5344CB8AC3E}">
        <p14:creationId xmlns:p14="http://schemas.microsoft.com/office/powerpoint/2010/main" val="4049493825"/>
      </p:ext>
    </p:extLst>
  </p:cSld>
  <p:clrMapOvr>
    <a:masterClrMapping/>
  </p:clrMapOvr>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Number Placeholder 5">
            <a:extLst>
              <a:ext uri="{FF2B5EF4-FFF2-40B4-BE49-F238E27FC236}">
                <a16:creationId xmlns:a16="http://schemas.microsoft.com/office/drawing/2014/main" id="{39BBF102-908E-F19C-F37E-3639239CB6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E2A5B5D-7883-4DB5-9117-566264468844}" type="slidenum">
              <a:rPr lang="en-US" altLang="en-US" sz="1400"/>
              <a:pPr>
                <a:spcBef>
                  <a:spcPct val="0"/>
                </a:spcBef>
                <a:buClrTx/>
                <a:buSzTx/>
                <a:buFontTx/>
                <a:buNone/>
              </a:pPr>
              <a:t>181</a:t>
            </a:fld>
            <a:endParaRPr lang="en-US" altLang="en-US" sz="1400"/>
          </a:p>
        </p:txBody>
      </p:sp>
      <p:sp>
        <p:nvSpPr>
          <p:cNvPr id="277507" name="Rectangle 2">
            <a:extLst>
              <a:ext uri="{FF2B5EF4-FFF2-40B4-BE49-F238E27FC236}">
                <a16:creationId xmlns:a16="http://schemas.microsoft.com/office/drawing/2014/main" id="{D7589757-F0EF-E7B3-DC60-F1AE6847D40B}"/>
              </a:ext>
            </a:extLst>
          </p:cNvPr>
          <p:cNvSpPr>
            <a:spLocks noGrp="1" noChangeArrowheads="1"/>
          </p:cNvSpPr>
          <p:nvPr>
            <p:ph type="title"/>
          </p:nvPr>
        </p:nvSpPr>
        <p:spPr/>
        <p:txBody>
          <a:bodyPr/>
          <a:lstStyle/>
          <a:p>
            <a:pPr eaLnBrk="1" hangingPunct="1"/>
            <a:r>
              <a:rPr lang="en-US" altLang="en-US" dirty="0"/>
              <a:t>Classes of Digital Certificates in India</a:t>
            </a:r>
          </a:p>
        </p:txBody>
      </p:sp>
      <p:sp>
        <p:nvSpPr>
          <p:cNvPr id="277508" name="Rectangle 3">
            <a:extLst>
              <a:ext uri="{FF2B5EF4-FFF2-40B4-BE49-F238E27FC236}">
                <a16:creationId xmlns:a16="http://schemas.microsoft.com/office/drawing/2014/main" id="{BAD36439-4853-2EFB-034F-5C46781AA0C9}"/>
              </a:ext>
            </a:extLst>
          </p:cNvPr>
          <p:cNvSpPr>
            <a:spLocks noGrp="1" noChangeArrowheads="1"/>
          </p:cNvSpPr>
          <p:nvPr>
            <p:ph type="body" idx="1"/>
          </p:nvPr>
        </p:nvSpPr>
        <p:spPr/>
        <p:txBody>
          <a:bodyPr>
            <a:normAutofit fontScale="92500" lnSpcReduction="20000"/>
          </a:bodyPr>
          <a:lstStyle/>
          <a:p>
            <a:pPr eaLnBrk="1" hangingPunct="1"/>
            <a:r>
              <a:rPr lang="en-US" altLang="en-US" dirty="0"/>
              <a:t>Class 1 Certificate:</a:t>
            </a:r>
          </a:p>
          <a:p>
            <a:pPr lvl="1"/>
            <a:r>
              <a:rPr lang="en-US" altLang="en-US" dirty="0"/>
              <a:t>Class 1 certificates shall be issued to individuals/private subscribers. These certificates will confirm that user's name (or alias) and E-mail address form an unambiguous subject within the Certifying Authorities database.</a:t>
            </a:r>
          </a:p>
          <a:p>
            <a:pPr eaLnBrk="1" hangingPunct="1"/>
            <a:r>
              <a:rPr lang="en-US" altLang="en-US" dirty="0"/>
              <a:t>Class 2 Certificate:</a:t>
            </a:r>
          </a:p>
          <a:p>
            <a:pPr lvl="1"/>
            <a:r>
              <a:rPr lang="en-US" altLang="en-US" dirty="0"/>
              <a:t>These certificates will be issued for both business personnel and private individuals use. These certificates will confirm that the information in the application provided by the subscriber does not conflict with the information in well-recognized consumer databases.</a:t>
            </a:r>
          </a:p>
          <a:p>
            <a:pPr eaLnBrk="1" hangingPunct="1"/>
            <a:r>
              <a:rPr lang="en-US" altLang="en-US" dirty="0"/>
              <a:t>Class 3 Certificate:</a:t>
            </a:r>
          </a:p>
          <a:p>
            <a:pPr lvl="1"/>
            <a:r>
              <a:rPr lang="en-US" altLang="en-US" dirty="0"/>
              <a:t>These certificates will be issued to individuals as well as organizations. As these are high assurance certificates, primarily intended for e-commerce applications, they shall be issued to individuals only on their personal (physical) appearance before the Certifying Authorities.</a:t>
            </a:r>
          </a:p>
          <a:p>
            <a:pPr eaLnBrk="1" hangingPunct="1"/>
            <a:endParaRPr lang="en-US" altLang="en-US" i="1" dirty="0"/>
          </a:p>
        </p:txBody>
      </p:sp>
    </p:spTree>
    <p:extLst>
      <p:ext uri="{BB962C8B-B14F-4D97-AF65-F5344CB8AC3E}">
        <p14:creationId xmlns:p14="http://schemas.microsoft.com/office/powerpoint/2010/main" val="196379611"/>
      </p:ext>
    </p:extLst>
  </p:cSld>
  <p:clrMapOvr>
    <a:masterClrMapping/>
  </p:clrMapOvr>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16">
            <a:extLst>
              <a:ext uri="{FF2B5EF4-FFF2-40B4-BE49-F238E27FC236}">
                <a16:creationId xmlns:a16="http://schemas.microsoft.com/office/drawing/2014/main" id="{BBAB3FC0-60E1-165C-5820-FFD9D2F7A9B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CC8EB7F-985A-4FEB-87A4-424AB72A672B}" type="slidenum">
              <a:rPr lang="en-US" altLang="en-US" sz="1400">
                <a:solidFill>
                  <a:schemeClr val="bg2"/>
                </a:solidFill>
              </a:rPr>
              <a:pPr>
                <a:spcBef>
                  <a:spcPct val="0"/>
                </a:spcBef>
                <a:buClrTx/>
                <a:buSzTx/>
                <a:buFontTx/>
                <a:buNone/>
              </a:pPr>
              <a:t>182</a:t>
            </a:fld>
            <a:endParaRPr lang="en-US" altLang="en-US" sz="1400">
              <a:solidFill>
                <a:schemeClr val="bg2"/>
              </a:solidFill>
            </a:endParaRPr>
          </a:p>
        </p:txBody>
      </p:sp>
      <p:sp>
        <p:nvSpPr>
          <p:cNvPr id="289795" name="Rectangle 1026">
            <a:extLst>
              <a:ext uri="{FF2B5EF4-FFF2-40B4-BE49-F238E27FC236}">
                <a16:creationId xmlns:a16="http://schemas.microsoft.com/office/drawing/2014/main" id="{0F5CA0F0-89B8-7B50-F24D-C75915E29F29}"/>
              </a:ext>
            </a:extLst>
          </p:cNvPr>
          <p:cNvSpPr>
            <a:spLocks noGrp="1" noChangeArrowheads="1"/>
          </p:cNvSpPr>
          <p:nvPr>
            <p:ph type="ctrTitle"/>
          </p:nvPr>
        </p:nvSpPr>
        <p:spPr/>
        <p:txBody>
          <a:bodyPr/>
          <a:lstStyle/>
          <a:p>
            <a:pPr eaLnBrk="1" hangingPunct="1"/>
            <a:r>
              <a:rPr lang="en-US" altLang="en-US"/>
              <a:t>Validating Certificates</a:t>
            </a:r>
            <a:endParaRPr lang="en-GB" altLang="en-US"/>
          </a:p>
        </p:txBody>
      </p:sp>
      <p:sp>
        <p:nvSpPr>
          <p:cNvPr id="289796" name="Rectangle 1027">
            <a:extLst>
              <a:ext uri="{FF2B5EF4-FFF2-40B4-BE49-F238E27FC236}">
                <a16:creationId xmlns:a16="http://schemas.microsoft.com/office/drawing/2014/main" id="{B62C84F9-A5F0-4AA4-1A06-85A81EEE58A3}"/>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Number Placeholder 5">
            <a:extLst>
              <a:ext uri="{FF2B5EF4-FFF2-40B4-BE49-F238E27FC236}">
                <a16:creationId xmlns:a16="http://schemas.microsoft.com/office/drawing/2014/main" id="{47CED6CF-36F8-D87C-E1A0-9B3E570809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B3E9B08-D614-451C-A6FC-9ACFB1B9D059}" type="slidenum">
              <a:rPr lang="en-US" altLang="en-US" sz="1400"/>
              <a:pPr>
                <a:spcBef>
                  <a:spcPct val="0"/>
                </a:spcBef>
                <a:buClrTx/>
                <a:buSzTx/>
                <a:buFontTx/>
                <a:buNone/>
              </a:pPr>
              <a:t>183</a:t>
            </a:fld>
            <a:endParaRPr lang="en-US" altLang="en-US" sz="1400"/>
          </a:p>
        </p:txBody>
      </p:sp>
      <p:sp>
        <p:nvSpPr>
          <p:cNvPr id="291843" name="Rectangle 2">
            <a:extLst>
              <a:ext uri="{FF2B5EF4-FFF2-40B4-BE49-F238E27FC236}">
                <a16:creationId xmlns:a16="http://schemas.microsoft.com/office/drawing/2014/main" id="{C0FF225B-519A-805E-7751-8387668D8D18}"/>
              </a:ext>
            </a:extLst>
          </p:cNvPr>
          <p:cNvSpPr>
            <a:spLocks noGrp="1" noChangeArrowheads="1"/>
          </p:cNvSpPr>
          <p:nvPr>
            <p:ph type="title"/>
          </p:nvPr>
        </p:nvSpPr>
        <p:spPr/>
        <p:txBody>
          <a:bodyPr/>
          <a:lstStyle/>
          <a:p>
            <a:pPr eaLnBrk="1" hangingPunct="1"/>
            <a:r>
              <a:rPr lang="en-US" altLang="en-US"/>
              <a:t>CA Hierarchy</a:t>
            </a:r>
          </a:p>
        </p:txBody>
      </p:sp>
      <p:sp>
        <p:nvSpPr>
          <p:cNvPr id="291844" name="Rectangle 3">
            <a:extLst>
              <a:ext uri="{FF2B5EF4-FFF2-40B4-BE49-F238E27FC236}">
                <a16:creationId xmlns:a16="http://schemas.microsoft.com/office/drawing/2014/main" id="{20D911A0-2902-5B18-4EE7-3C7EAE47C868}"/>
              </a:ext>
            </a:extLst>
          </p:cNvPr>
          <p:cNvSpPr>
            <a:spLocks noGrp="1" noChangeArrowheads="1"/>
          </p:cNvSpPr>
          <p:nvPr>
            <p:ph type="body" idx="1"/>
          </p:nvPr>
        </p:nvSpPr>
        <p:spPr/>
        <p:txBody>
          <a:bodyPr/>
          <a:lstStyle/>
          <a:p>
            <a:pPr eaLnBrk="1" hangingPunct="1"/>
            <a:endParaRPr lang="en-GB" altLang="en-US"/>
          </a:p>
        </p:txBody>
      </p:sp>
      <p:grpSp>
        <p:nvGrpSpPr>
          <p:cNvPr id="291845" name="Group 4">
            <a:extLst>
              <a:ext uri="{FF2B5EF4-FFF2-40B4-BE49-F238E27FC236}">
                <a16:creationId xmlns:a16="http://schemas.microsoft.com/office/drawing/2014/main" id="{A5E7CFE1-0B13-1CAF-3572-D7AB834EECDE}"/>
              </a:ext>
            </a:extLst>
          </p:cNvPr>
          <p:cNvGrpSpPr>
            <a:grpSpLocks/>
          </p:cNvGrpSpPr>
          <p:nvPr/>
        </p:nvGrpSpPr>
        <p:grpSpPr bwMode="auto">
          <a:xfrm>
            <a:off x="3124200" y="2514601"/>
            <a:ext cx="6553200" cy="2752725"/>
            <a:chOff x="1380" y="7755"/>
            <a:chExt cx="9195" cy="4335"/>
          </a:xfrm>
        </p:grpSpPr>
        <p:sp>
          <p:nvSpPr>
            <p:cNvPr id="291846" name="Rectangle 5">
              <a:extLst>
                <a:ext uri="{FF2B5EF4-FFF2-40B4-BE49-F238E27FC236}">
                  <a16:creationId xmlns:a16="http://schemas.microsoft.com/office/drawing/2014/main" id="{DF826658-E001-3196-31EA-B873A2924166}"/>
                </a:ext>
              </a:extLst>
            </p:cNvPr>
            <p:cNvSpPr>
              <a:spLocks noChangeArrowheads="1"/>
            </p:cNvSpPr>
            <p:nvPr/>
          </p:nvSpPr>
          <p:spPr bwMode="auto">
            <a:xfrm>
              <a:off x="1380" y="7755"/>
              <a:ext cx="9195" cy="433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91847" name="Text Box 6">
              <a:extLst>
                <a:ext uri="{FF2B5EF4-FFF2-40B4-BE49-F238E27FC236}">
                  <a16:creationId xmlns:a16="http://schemas.microsoft.com/office/drawing/2014/main" id="{319C109B-5058-FBE1-850D-E1259C592947}"/>
                </a:ext>
              </a:extLst>
            </p:cNvPr>
            <p:cNvSpPr txBox="1">
              <a:spLocks noChangeArrowheads="1"/>
            </p:cNvSpPr>
            <p:nvPr/>
          </p:nvSpPr>
          <p:spPr bwMode="auto">
            <a:xfrm>
              <a:off x="5190" y="8200"/>
              <a:ext cx="1620" cy="52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Root CA</a:t>
              </a:r>
              <a:endParaRPr lang="en-US" altLang="en-US" sz="2400">
                <a:latin typeface="Times New Roman" panose="02020603050405020304" pitchFamily="18" charset="0"/>
              </a:endParaRPr>
            </a:p>
          </p:txBody>
        </p:sp>
        <p:sp>
          <p:nvSpPr>
            <p:cNvPr id="291848" name="Text Box 7">
              <a:extLst>
                <a:ext uri="{FF2B5EF4-FFF2-40B4-BE49-F238E27FC236}">
                  <a16:creationId xmlns:a16="http://schemas.microsoft.com/office/drawing/2014/main" id="{87887CE7-EE0A-930E-4758-DCA57D9034DD}"/>
                </a:ext>
              </a:extLst>
            </p:cNvPr>
            <p:cNvSpPr txBox="1">
              <a:spLocks noChangeArrowheads="1"/>
            </p:cNvSpPr>
            <p:nvPr/>
          </p:nvSpPr>
          <p:spPr bwMode="auto">
            <a:xfrm>
              <a:off x="2445" y="9470"/>
              <a:ext cx="187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a:t>
              </a:r>
              <a:endParaRPr lang="en-US" altLang="en-US" sz="2400">
                <a:latin typeface="Times New Roman" panose="02020603050405020304" pitchFamily="18" charset="0"/>
              </a:endParaRPr>
            </a:p>
          </p:txBody>
        </p:sp>
        <p:sp>
          <p:nvSpPr>
            <p:cNvPr id="291849" name="Text Box 8">
              <a:extLst>
                <a:ext uri="{FF2B5EF4-FFF2-40B4-BE49-F238E27FC236}">
                  <a16:creationId xmlns:a16="http://schemas.microsoft.com/office/drawing/2014/main" id="{2D411182-48EE-6297-1B51-8DD84460B2D8}"/>
                </a:ext>
              </a:extLst>
            </p:cNvPr>
            <p:cNvSpPr txBox="1">
              <a:spLocks noChangeArrowheads="1"/>
            </p:cNvSpPr>
            <p:nvPr/>
          </p:nvSpPr>
          <p:spPr bwMode="auto">
            <a:xfrm>
              <a:off x="5040" y="9455"/>
              <a:ext cx="187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a:t>
              </a:r>
              <a:endParaRPr lang="en-US" altLang="en-US" sz="2400">
                <a:latin typeface="Times New Roman" panose="02020603050405020304" pitchFamily="18" charset="0"/>
              </a:endParaRPr>
            </a:p>
          </p:txBody>
        </p:sp>
        <p:sp>
          <p:nvSpPr>
            <p:cNvPr id="291850" name="Text Box 9">
              <a:extLst>
                <a:ext uri="{FF2B5EF4-FFF2-40B4-BE49-F238E27FC236}">
                  <a16:creationId xmlns:a16="http://schemas.microsoft.com/office/drawing/2014/main" id="{6781256A-5206-EF9D-6F16-AF462F874F4A}"/>
                </a:ext>
              </a:extLst>
            </p:cNvPr>
            <p:cNvSpPr txBox="1">
              <a:spLocks noChangeArrowheads="1"/>
            </p:cNvSpPr>
            <p:nvPr/>
          </p:nvSpPr>
          <p:spPr bwMode="auto">
            <a:xfrm>
              <a:off x="7635" y="9440"/>
              <a:ext cx="187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a:t>
              </a:r>
              <a:endParaRPr lang="en-US" altLang="en-US" sz="2400">
                <a:latin typeface="Times New Roman" panose="02020603050405020304" pitchFamily="18" charset="0"/>
              </a:endParaRPr>
            </a:p>
          </p:txBody>
        </p:sp>
        <p:sp>
          <p:nvSpPr>
            <p:cNvPr id="291851" name="Text Box 10">
              <a:extLst>
                <a:ext uri="{FF2B5EF4-FFF2-40B4-BE49-F238E27FC236}">
                  <a16:creationId xmlns:a16="http://schemas.microsoft.com/office/drawing/2014/main" id="{19158EB4-5AEF-2797-50C1-6D4DEB176BE2}"/>
                </a:ext>
              </a:extLst>
            </p:cNvPr>
            <p:cNvSpPr txBox="1">
              <a:spLocks noChangeArrowheads="1"/>
            </p:cNvSpPr>
            <p:nvPr/>
          </p:nvSpPr>
          <p:spPr bwMode="auto">
            <a:xfrm>
              <a:off x="1620" y="10745"/>
              <a:ext cx="172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endParaRPr lang="en-US" altLang="en-US" sz="2400">
                <a:latin typeface="Times New Roman" panose="02020603050405020304" pitchFamily="18" charset="0"/>
              </a:endParaRPr>
            </a:p>
          </p:txBody>
        </p:sp>
        <p:sp>
          <p:nvSpPr>
            <p:cNvPr id="291852" name="Text Box 11">
              <a:extLst>
                <a:ext uri="{FF2B5EF4-FFF2-40B4-BE49-F238E27FC236}">
                  <a16:creationId xmlns:a16="http://schemas.microsoft.com/office/drawing/2014/main" id="{FC0D9781-3911-E256-B484-9377F33805B4}"/>
                </a:ext>
              </a:extLst>
            </p:cNvPr>
            <p:cNvSpPr txBox="1">
              <a:spLocks noChangeArrowheads="1"/>
            </p:cNvSpPr>
            <p:nvPr/>
          </p:nvSpPr>
          <p:spPr bwMode="auto">
            <a:xfrm>
              <a:off x="3450" y="10745"/>
              <a:ext cx="172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endParaRPr lang="en-US" altLang="en-US" sz="2400">
                <a:latin typeface="Times New Roman" panose="02020603050405020304" pitchFamily="18" charset="0"/>
              </a:endParaRPr>
            </a:p>
          </p:txBody>
        </p:sp>
        <p:sp>
          <p:nvSpPr>
            <p:cNvPr id="291853" name="Text Box 12">
              <a:extLst>
                <a:ext uri="{FF2B5EF4-FFF2-40B4-BE49-F238E27FC236}">
                  <a16:creationId xmlns:a16="http://schemas.microsoft.com/office/drawing/2014/main" id="{FFB4FF58-0FDC-BFBA-3ECC-66F7383D9F4F}"/>
                </a:ext>
              </a:extLst>
            </p:cNvPr>
            <p:cNvSpPr txBox="1">
              <a:spLocks noChangeArrowheads="1"/>
            </p:cNvSpPr>
            <p:nvPr/>
          </p:nvSpPr>
          <p:spPr bwMode="auto">
            <a:xfrm>
              <a:off x="8565" y="10700"/>
              <a:ext cx="172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endParaRPr lang="en-US" altLang="en-US" sz="2400">
                <a:latin typeface="Times New Roman" panose="02020603050405020304" pitchFamily="18" charset="0"/>
              </a:endParaRPr>
            </a:p>
          </p:txBody>
        </p:sp>
        <p:sp>
          <p:nvSpPr>
            <p:cNvPr id="291854" name="Text Box 13">
              <a:extLst>
                <a:ext uri="{FF2B5EF4-FFF2-40B4-BE49-F238E27FC236}">
                  <a16:creationId xmlns:a16="http://schemas.microsoft.com/office/drawing/2014/main" id="{21DD0BC8-A082-ED47-83F0-BD9FCB932DB3}"/>
                </a:ext>
              </a:extLst>
            </p:cNvPr>
            <p:cNvSpPr txBox="1">
              <a:spLocks noChangeArrowheads="1"/>
            </p:cNvSpPr>
            <p:nvPr/>
          </p:nvSpPr>
          <p:spPr bwMode="auto">
            <a:xfrm>
              <a:off x="6720" y="10715"/>
              <a:ext cx="1725" cy="5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endParaRPr lang="en-US" altLang="en-US" sz="2400">
                <a:latin typeface="Times New Roman" panose="02020603050405020304" pitchFamily="18" charset="0"/>
              </a:endParaRPr>
            </a:p>
          </p:txBody>
        </p:sp>
        <p:sp>
          <p:nvSpPr>
            <p:cNvPr id="291855" name="Text Box 14">
              <a:extLst>
                <a:ext uri="{FF2B5EF4-FFF2-40B4-BE49-F238E27FC236}">
                  <a16:creationId xmlns:a16="http://schemas.microsoft.com/office/drawing/2014/main" id="{199E036D-B967-8156-FD17-9AFAFF9702D5}"/>
                </a:ext>
              </a:extLst>
            </p:cNvPr>
            <p:cNvSpPr txBox="1">
              <a:spLocks noChangeArrowheads="1"/>
            </p:cNvSpPr>
            <p:nvPr/>
          </p:nvSpPr>
          <p:spPr bwMode="auto">
            <a:xfrm>
              <a:off x="5580" y="10760"/>
              <a:ext cx="870" cy="4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1856" name="Line 15">
              <a:extLst>
                <a:ext uri="{FF2B5EF4-FFF2-40B4-BE49-F238E27FC236}">
                  <a16:creationId xmlns:a16="http://schemas.microsoft.com/office/drawing/2014/main" id="{53BAC4AB-927C-A88C-04D6-B23366EECAC8}"/>
                </a:ext>
              </a:extLst>
            </p:cNvPr>
            <p:cNvSpPr>
              <a:spLocks noChangeShapeType="1"/>
            </p:cNvSpPr>
            <p:nvPr/>
          </p:nvSpPr>
          <p:spPr bwMode="auto">
            <a:xfrm>
              <a:off x="5970" y="8720"/>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57" name="Line 16">
              <a:extLst>
                <a:ext uri="{FF2B5EF4-FFF2-40B4-BE49-F238E27FC236}">
                  <a16:creationId xmlns:a16="http://schemas.microsoft.com/office/drawing/2014/main" id="{36E94EDB-C867-E00A-8148-B38F38AA6911}"/>
                </a:ext>
              </a:extLst>
            </p:cNvPr>
            <p:cNvSpPr>
              <a:spLocks noChangeShapeType="1"/>
            </p:cNvSpPr>
            <p:nvPr/>
          </p:nvSpPr>
          <p:spPr bwMode="auto">
            <a:xfrm flipV="1">
              <a:off x="3255" y="9140"/>
              <a:ext cx="55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58" name="Line 17">
              <a:extLst>
                <a:ext uri="{FF2B5EF4-FFF2-40B4-BE49-F238E27FC236}">
                  <a16:creationId xmlns:a16="http://schemas.microsoft.com/office/drawing/2014/main" id="{9C722ED7-7898-10F4-B71D-BB1E65862299}"/>
                </a:ext>
              </a:extLst>
            </p:cNvPr>
            <p:cNvSpPr>
              <a:spLocks noChangeShapeType="1"/>
            </p:cNvSpPr>
            <p:nvPr/>
          </p:nvSpPr>
          <p:spPr bwMode="auto">
            <a:xfrm>
              <a:off x="3255" y="9155"/>
              <a:ext cx="0" cy="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59" name="Line 18">
              <a:extLst>
                <a:ext uri="{FF2B5EF4-FFF2-40B4-BE49-F238E27FC236}">
                  <a16:creationId xmlns:a16="http://schemas.microsoft.com/office/drawing/2014/main" id="{154D168D-FEBE-229F-95FB-C83CAAAC9A67}"/>
                </a:ext>
              </a:extLst>
            </p:cNvPr>
            <p:cNvSpPr>
              <a:spLocks noChangeShapeType="1"/>
            </p:cNvSpPr>
            <p:nvPr/>
          </p:nvSpPr>
          <p:spPr bwMode="auto">
            <a:xfrm>
              <a:off x="5970" y="9125"/>
              <a:ext cx="0"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0" name="Line 19">
              <a:extLst>
                <a:ext uri="{FF2B5EF4-FFF2-40B4-BE49-F238E27FC236}">
                  <a16:creationId xmlns:a16="http://schemas.microsoft.com/office/drawing/2014/main" id="{89300268-136A-AB38-3F40-459C6A4667FB}"/>
                </a:ext>
              </a:extLst>
            </p:cNvPr>
            <p:cNvSpPr>
              <a:spLocks noChangeShapeType="1"/>
            </p:cNvSpPr>
            <p:nvPr/>
          </p:nvSpPr>
          <p:spPr bwMode="auto">
            <a:xfrm>
              <a:off x="8760" y="9140"/>
              <a:ext cx="0" cy="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1" name="Line 20">
              <a:extLst>
                <a:ext uri="{FF2B5EF4-FFF2-40B4-BE49-F238E27FC236}">
                  <a16:creationId xmlns:a16="http://schemas.microsoft.com/office/drawing/2014/main" id="{FDE54639-AF63-BF9B-9156-384741CEB5FC}"/>
                </a:ext>
              </a:extLst>
            </p:cNvPr>
            <p:cNvSpPr>
              <a:spLocks noChangeShapeType="1"/>
            </p:cNvSpPr>
            <p:nvPr/>
          </p:nvSpPr>
          <p:spPr bwMode="auto">
            <a:xfrm>
              <a:off x="3375" y="9995"/>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2" name="Line 21">
              <a:extLst>
                <a:ext uri="{FF2B5EF4-FFF2-40B4-BE49-F238E27FC236}">
                  <a16:creationId xmlns:a16="http://schemas.microsoft.com/office/drawing/2014/main" id="{B273969E-C98E-33E3-3205-BCCDF943A8A3}"/>
                </a:ext>
              </a:extLst>
            </p:cNvPr>
            <p:cNvSpPr>
              <a:spLocks noChangeShapeType="1"/>
            </p:cNvSpPr>
            <p:nvPr/>
          </p:nvSpPr>
          <p:spPr bwMode="auto">
            <a:xfrm>
              <a:off x="2460" y="10400"/>
              <a:ext cx="1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3" name="Line 22">
              <a:extLst>
                <a:ext uri="{FF2B5EF4-FFF2-40B4-BE49-F238E27FC236}">
                  <a16:creationId xmlns:a16="http://schemas.microsoft.com/office/drawing/2014/main" id="{962E6130-7DA7-EB6E-09AE-DA90258229D5}"/>
                </a:ext>
              </a:extLst>
            </p:cNvPr>
            <p:cNvSpPr>
              <a:spLocks noChangeShapeType="1"/>
            </p:cNvSpPr>
            <p:nvPr/>
          </p:nvSpPr>
          <p:spPr bwMode="auto">
            <a:xfrm>
              <a:off x="2460" y="10400"/>
              <a:ext cx="0"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4" name="Line 23">
              <a:extLst>
                <a:ext uri="{FF2B5EF4-FFF2-40B4-BE49-F238E27FC236}">
                  <a16:creationId xmlns:a16="http://schemas.microsoft.com/office/drawing/2014/main" id="{A098B833-53EA-BDF2-1DF4-78B65B923349}"/>
                </a:ext>
              </a:extLst>
            </p:cNvPr>
            <p:cNvSpPr>
              <a:spLocks noChangeShapeType="1"/>
            </p:cNvSpPr>
            <p:nvPr/>
          </p:nvSpPr>
          <p:spPr bwMode="auto">
            <a:xfrm>
              <a:off x="4350" y="10400"/>
              <a:ext cx="0"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5" name="Line 24">
              <a:extLst>
                <a:ext uri="{FF2B5EF4-FFF2-40B4-BE49-F238E27FC236}">
                  <a16:creationId xmlns:a16="http://schemas.microsoft.com/office/drawing/2014/main" id="{EDE9A8E4-136E-EDD4-56CE-E4DD379761E0}"/>
                </a:ext>
              </a:extLst>
            </p:cNvPr>
            <p:cNvSpPr>
              <a:spLocks noChangeShapeType="1"/>
            </p:cNvSpPr>
            <p:nvPr/>
          </p:nvSpPr>
          <p:spPr bwMode="auto">
            <a:xfrm>
              <a:off x="7560" y="10370"/>
              <a:ext cx="0"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6" name="Line 25">
              <a:extLst>
                <a:ext uri="{FF2B5EF4-FFF2-40B4-BE49-F238E27FC236}">
                  <a16:creationId xmlns:a16="http://schemas.microsoft.com/office/drawing/2014/main" id="{873B1499-6B1D-74A2-4E1E-708939321375}"/>
                </a:ext>
              </a:extLst>
            </p:cNvPr>
            <p:cNvSpPr>
              <a:spLocks noChangeShapeType="1"/>
            </p:cNvSpPr>
            <p:nvPr/>
          </p:nvSpPr>
          <p:spPr bwMode="auto">
            <a:xfrm>
              <a:off x="9405" y="10370"/>
              <a:ext cx="0"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7" name="Line 26">
              <a:extLst>
                <a:ext uri="{FF2B5EF4-FFF2-40B4-BE49-F238E27FC236}">
                  <a16:creationId xmlns:a16="http://schemas.microsoft.com/office/drawing/2014/main" id="{066BC140-7BE4-3094-83F3-D645118F4D73}"/>
                </a:ext>
              </a:extLst>
            </p:cNvPr>
            <p:cNvSpPr>
              <a:spLocks noChangeShapeType="1"/>
            </p:cNvSpPr>
            <p:nvPr/>
          </p:nvSpPr>
          <p:spPr bwMode="auto">
            <a:xfrm>
              <a:off x="7560" y="10370"/>
              <a:ext cx="18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8" name="Line 27">
              <a:extLst>
                <a:ext uri="{FF2B5EF4-FFF2-40B4-BE49-F238E27FC236}">
                  <a16:creationId xmlns:a16="http://schemas.microsoft.com/office/drawing/2014/main" id="{81CB349E-E0E7-95C2-7D83-FF6942C9E3FF}"/>
                </a:ext>
              </a:extLst>
            </p:cNvPr>
            <p:cNvSpPr>
              <a:spLocks noChangeShapeType="1"/>
            </p:cNvSpPr>
            <p:nvPr/>
          </p:nvSpPr>
          <p:spPr bwMode="auto">
            <a:xfrm>
              <a:off x="8640" y="9965"/>
              <a:ext cx="0" cy="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1869" name="Text Box 28">
              <a:extLst>
                <a:ext uri="{FF2B5EF4-FFF2-40B4-BE49-F238E27FC236}">
                  <a16:creationId xmlns:a16="http://schemas.microsoft.com/office/drawing/2014/main" id="{B705B370-0D4A-7C20-CC55-328CC215ECC4}"/>
                </a:ext>
              </a:extLst>
            </p:cNvPr>
            <p:cNvSpPr txBox="1">
              <a:spLocks noChangeArrowheads="1"/>
            </p:cNvSpPr>
            <p:nvPr/>
          </p:nvSpPr>
          <p:spPr bwMode="auto">
            <a:xfrm>
              <a:off x="3000" y="11420"/>
              <a:ext cx="870" cy="4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1870" name="Text Box 29">
              <a:extLst>
                <a:ext uri="{FF2B5EF4-FFF2-40B4-BE49-F238E27FC236}">
                  <a16:creationId xmlns:a16="http://schemas.microsoft.com/office/drawing/2014/main" id="{8EAA6C0A-9734-F022-75B2-CAA74E72634D}"/>
                </a:ext>
              </a:extLst>
            </p:cNvPr>
            <p:cNvSpPr txBox="1">
              <a:spLocks noChangeArrowheads="1"/>
            </p:cNvSpPr>
            <p:nvPr/>
          </p:nvSpPr>
          <p:spPr bwMode="auto">
            <a:xfrm>
              <a:off x="8145" y="11345"/>
              <a:ext cx="870" cy="4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Number Placeholder 5">
            <a:extLst>
              <a:ext uri="{FF2B5EF4-FFF2-40B4-BE49-F238E27FC236}">
                <a16:creationId xmlns:a16="http://schemas.microsoft.com/office/drawing/2014/main" id="{832FDD5C-0C5C-8BD4-9AB5-CF4D00ECF7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FAE75DF-512C-4642-B596-4834AA765AA5}" type="slidenum">
              <a:rPr lang="en-US" altLang="en-US" sz="1400"/>
              <a:pPr>
                <a:spcBef>
                  <a:spcPct val="0"/>
                </a:spcBef>
                <a:buClrTx/>
                <a:buSzTx/>
                <a:buFontTx/>
                <a:buNone/>
              </a:pPr>
              <a:t>184</a:t>
            </a:fld>
            <a:endParaRPr lang="en-US" altLang="en-US" sz="1400"/>
          </a:p>
        </p:txBody>
      </p:sp>
      <p:sp>
        <p:nvSpPr>
          <p:cNvPr id="293891" name="Rectangle 2">
            <a:extLst>
              <a:ext uri="{FF2B5EF4-FFF2-40B4-BE49-F238E27FC236}">
                <a16:creationId xmlns:a16="http://schemas.microsoft.com/office/drawing/2014/main" id="{20B98661-3D7E-B6AB-ED98-D437C9B33CA3}"/>
              </a:ext>
            </a:extLst>
          </p:cNvPr>
          <p:cNvSpPr>
            <a:spLocks noGrp="1" noChangeArrowheads="1"/>
          </p:cNvSpPr>
          <p:nvPr>
            <p:ph type="title"/>
          </p:nvPr>
        </p:nvSpPr>
        <p:spPr/>
        <p:txBody>
          <a:bodyPr/>
          <a:lstStyle/>
          <a:p>
            <a:pPr eaLnBrk="1" hangingPunct="1"/>
            <a:r>
              <a:rPr lang="en-US" altLang="en-US"/>
              <a:t>Problem of Verification</a:t>
            </a:r>
          </a:p>
        </p:txBody>
      </p:sp>
      <p:sp>
        <p:nvSpPr>
          <p:cNvPr id="293892" name="Rectangle 3">
            <a:extLst>
              <a:ext uri="{FF2B5EF4-FFF2-40B4-BE49-F238E27FC236}">
                <a16:creationId xmlns:a16="http://schemas.microsoft.com/office/drawing/2014/main" id="{C8345E3B-288C-3787-BB8A-575457FC09BB}"/>
              </a:ext>
            </a:extLst>
          </p:cNvPr>
          <p:cNvSpPr>
            <a:spLocks noGrp="1" noChangeArrowheads="1"/>
          </p:cNvSpPr>
          <p:nvPr>
            <p:ph type="body" idx="1"/>
          </p:nvPr>
        </p:nvSpPr>
        <p:spPr/>
        <p:txBody>
          <a:bodyPr/>
          <a:lstStyle/>
          <a:p>
            <a:pPr eaLnBrk="1" hangingPunct="1"/>
            <a:endParaRPr lang="en-GB" altLang="en-US"/>
          </a:p>
        </p:txBody>
      </p:sp>
      <p:grpSp>
        <p:nvGrpSpPr>
          <p:cNvPr id="293893" name="Group 4">
            <a:extLst>
              <a:ext uri="{FF2B5EF4-FFF2-40B4-BE49-F238E27FC236}">
                <a16:creationId xmlns:a16="http://schemas.microsoft.com/office/drawing/2014/main" id="{744AA287-2D74-DCFC-52CE-2ED4601E9B09}"/>
              </a:ext>
            </a:extLst>
          </p:cNvPr>
          <p:cNvGrpSpPr>
            <a:grpSpLocks/>
          </p:cNvGrpSpPr>
          <p:nvPr/>
        </p:nvGrpSpPr>
        <p:grpSpPr bwMode="auto">
          <a:xfrm>
            <a:off x="3048000" y="2133600"/>
            <a:ext cx="7086600" cy="3733800"/>
            <a:chOff x="1650" y="4605"/>
            <a:chExt cx="9195" cy="5325"/>
          </a:xfrm>
        </p:grpSpPr>
        <p:sp>
          <p:nvSpPr>
            <p:cNvPr id="293894" name="Rectangle 5">
              <a:extLst>
                <a:ext uri="{FF2B5EF4-FFF2-40B4-BE49-F238E27FC236}">
                  <a16:creationId xmlns:a16="http://schemas.microsoft.com/office/drawing/2014/main" id="{D8FA293B-9C77-3590-1317-D256BDFC7A4C}"/>
                </a:ext>
              </a:extLst>
            </p:cNvPr>
            <p:cNvSpPr>
              <a:spLocks noChangeArrowheads="1"/>
            </p:cNvSpPr>
            <p:nvPr/>
          </p:nvSpPr>
          <p:spPr bwMode="auto">
            <a:xfrm>
              <a:off x="1650" y="4605"/>
              <a:ext cx="9195" cy="53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93895" name="Text Box 6">
              <a:extLst>
                <a:ext uri="{FF2B5EF4-FFF2-40B4-BE49-F238E27FC236}">
                  <a16:creationId xmlns:a16="http://schemas.microsoft.com/office/drawing/2014/main" id="{87A6A9EB-CC6D-0E03-0B55-E3F20B229A96}"/>
                </a:ext>
              </a:extLst>
            </p:cNvPr>
            <p:cNvSpPr txBox="1">
              <a:spLocks noChangeArrowheads="1"/>
            </p:cNvSpPr>
            <p:nvPr/>
          </p:nvSpPr>
          <p:spPr bwMode="auto">
            <a:xfrm>
              <a:off x="5460" y="5125"/>
              <a:ext cx="1620" cy="61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Root CA</a:t>
              </a:r>
              <a:endParaRPr lang="en-US" altLang="en-US" sz="2400">
                <a:latin typeface="Times New Roman" panose="02020603050405020304" pitchFamily="18" charset="0"/>
              </a:endParaRPr>
            </a:p>
          </p:txBody>
        </p:sp>
        <p:sp>
          <p:nvSpPr>
            <p:cNvPr id="293896" name="Text Box 7">
              <a:extLst>
                <a:ext uri="{FF2B5EF4-FFF2-40B4-BE49-F238E27FC236}">
                  <a16:creationId xmlns:a16="http://schemas.microsoft.com/office/drawing/2014/main" id="{3A3AFC6A-A96A-8E51-A14E-9B282A56A959}"/>
                </a:ext>
              </a:extLst>
            </p:cNvPr>
            <p:cNvSpPr txBox="1">
              <a:spLocks noChangeArrowheads="1"/>
            </p:cNvSpPr>
            <p:nvPr/>
          </p:nvSpPr>
          <p:spPr bwMode="auto">
            <a:xfrm>
              <a:off x="2715" y="6611"/>
              <a:ext cx="187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 (A1)</a:t>
              </a:r>
              <a:endParaRPr lang="en-US" altLang="en-US" sz="2400">
                <a:latin typeface="Times New Roman" panose="02020603050405020304" pitchFamily="18" charset="0"/>
              </a:endParaRPr>
            </a:p>
          </p:txBody>
        </p:sp>
        <p:sp>
          <p:nvSpPr>
            <p:cNvPr id="293897" name="Text Box 8">
              <a:extLst>
                <a:ext uri="{FF2B5EF4-FFF2-40B4-BE49-F238E27FC236}">
                  <a16:creationId xmlns:a16="http://schemas.microsoft.com/office/drawing/2014/main" id="{CED3A277-C06F-CD51-7BAD-8602152C0D6D}"/>
                </a:ext>
              </a:extLst>
            </p:cNvPr>
            <p:cNvSpPr txBox="1">
              <a:spLocks noChangeArrowheads="1"/>
            </p:cNvSpPr>
            <p:nvPr/>
          </p:nvSpPr>
          <p:spPr bwMode="auto">
            <a:xfrm>
              <a:off x="5310" y="6593"/>
              <a:ext cx="187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 (A2)</a:t>
              </a:r>
              <a:endParaRPr lang="en-US" altLang="en-US" sz="2400">
                <a:latin typeface="Times New Roman" panose="02020603050405020304" pitchFamily="18" charset="0"/>
              </a:endParaRPr>
            </a:p>
          </p:txBody>
        </p:sp>
        <p:sp>
          <p:nvSpPr>
            <p:cNvPr id="293898" name="Text Box 9">
              <a:extLst>
                <a:ext uri="{FF2B5EF4-FFF2-40B4-BE49-F238E27FC236}">
                  <a16:creationId xmlns:a16="http://schemas.microsoft.com/office/drawing/2014/main" id="{ECD0FC17-7A64-D13B-7B0D-FDA17555FD56}"/>
                </a:ext>
              </a:extLst>
            </p:cNvPr>
            <p:cNvSpPr txBox="1">
              <a:spLocks noChangeArrowheads="1"/>
            </p:cNvSpPr>
            <p:nvPr/>
          </p:nvSpPr>
          <p:spPr bwMode="auto">
            <a:xfrm>
              <a:off x="7905" y="6576"/>
              <a:ext cx="187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 (A3)</a:t>
              </a:r>
              <a:endParaRPr lang="en-US" altLang="en-US" sz="2400">
                <a:latin typeface="Times New Roman" panose="02020603050405020304" pitchFamily="18" charset="0"/>
              </a:endParaRPr>
            </a:p>
          </p:txBody>
        </p:sp>
        <p:sp>
          <p:nvSpPr>
            <p:cNvPr id="293899" name="Text Box 10">
              <a:extLst>
                <a:ext uri="{FF2B5EF4-FFF2-40B4-BE49-F238E27FC236}">
                  <a16:creationId xmlns:a16="http://schemas.microsoft.com/office/drawing/2014/main" id="{6065E29A-F62E-A4EF-9BFA-0E8F3B3AF023}"/>
                </a:ext>
              </a:extLst>
            </p:cNvPr>
            <p:cNvSpPr txBox="1">
              <a:spLocks noChangeArrowheads="1"/>
            </p:cNvSpPr>
            <p:nvPr/>
          </p:nvSpPr>
          <p:spPr bwMode="auto">
            <a:xfrm>
              <a:off x="1890" y="8102"/>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(B1)</a:t>
              </a:r>
              <a:endParaRPr lang="en-US" altLang="en-US" sz="2400">
                <a:latin typeface="Times New Roman" panose="02020603050405020304" pitchFamily="18" charset="0"/>
              </a:endParaRPr>
            </a:p>
          </p:txBody>
        </p:sp>
        <p:sp>
          <p:nvSpPr>
            <p:cNvPr id="293900" name="Text Box 11">
              <a:extLst>
                <a:ext uri="{FF2B5EF4-FFF2-40B4-BE49-F238E27FC236}">
                  <a16:creationId xmlns:a16="http://schemas.microsoft.com/office/drawing/2014/main" id="{EF867820-1558-915C-90FB-D65B35A2F0D9}"/>
                </a:ext>
              </a:extLst>
            </p:cNvPr>
            <p:cNvSpPr txBox="1">
              <a:spLocks noChangeArrowheads="1"/>
            </p:cNvSpPr>
            <p:nvPr/>
          </p:nvSpPr>
          <p:spPr bwMode="auto">
            <a:xfrm>
              <a:off x="3720" y="8102"/>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(B2)</a:t>
              </a:r>
              <a:endParaRPr lang="en-US" altLang="en-US" sz="2400">
                <a:latin typeface="Times New Roman" panose="02020603050405020304" pitchFamily="18" charset="0"/>
              </a:endParaRPr>
            </a:p>
          </p:txBody>
        </p:sp>
        <p:sp>
          <p:nvSpPr>
            <p:cNvPr id="293901" name="Text Box 12">
              <a:extLst>
                <a:ext uri="{FF2B5EF4-FFF2-40B4-BE49-F238E27FC236}">
                  <a16:creationId xmlns:a16="http://schemas.microsoft.com/office/drawing/2014/main" id="{1351DC97-7724-D08C-A143-8615526C4038}"/>
                </a:ext>
              </a:extLst>
            </p:cNvPr>
            <p:cNvSpPr txBox="1">
              <a:spLocks noChangeArrowheads="1"/>
            </p:cNvSpPr>
            <p:nvPr/>
          </p:nvSpPr>
          <p:spPr bwMode="auto">
            <a:xfrm>
              <a:off x="8835" y="8049"/>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(B11)</a:t>
              </a:r>
              <a:endParaRPr lang="en-US" altLang="en-US" sz="2400">
                <a:latin typeface="Times New Roman" panose="02020603050405020304" pitchFamily="18" charset="0"/>
              </a:endParaRPr>
            </a:p>
          </p:txBody>
        </p:sp>
        <p:sp>
          <p:nvSpPr>
            <p:cNvPr id="293902" name="Text Box 13">
              <a:extLst>
                <a:ext uri="{FF2B5EF4-FFF2-40B4-BE49-F238E27FC236}">
                  <a16:creationId xmlns:a16="http://schemas.microsoft.com/office/drawing/2014/main" id="{E97B3CDB-3AB8-1EAB-FDBF-53EE370ABE56}"/>
                </a:ext>
              </a:extLst>
            </p:cNvPr>
            <p:cNvSpPr txBox="1">
              <a:spLocks noChangeArrowheads="1"/>
            </p:cNvSpPr>
            <p:nvPr/>
          </p:nvSpPr>
          <p:spPr bwMode="auto">
            <a:xfrm>
              <a:off x="6990" y="8067"/>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(B10)</a:t>
              </a:r>
              <a:endParaRPr lang="en-US" altLang="en-US" sz="2400">
                <a:latin typeface="Times New Roman" panose="02020603050405020304" pitchFamily="18" charset="0"/>
              </a:endParaRPr>
            </a:p>
          </p:txBody>
        </p:sp>
        <p:sp>
          <p:nvSpPr>
            <p:cNvPr id="293903" name="Text Box 14">
              <a:extLst>
                <a:ext uri="{FF2B5EF4-FFF2-40B4-BE49-F238E27FC236}">
                  <a16:creationId xmlns:a16="http://schemas.microsoft.com/office/drawing/2014/main" id="{EDFABF48-E43F-4623-8A71-97036D8172A9}"/>
                </a:ext>
              </a:extLst>
            </p:cNvPr>
            <p:cNvSpPr txBox="1">
              <a:spLocks noChangeArrowheads="1"/>
            </p:cNvSpPr>
            <p:nvPr/>
          </p:nvSpPr>
          <p:spPr bwMode="auto">
            <a:xfrm>
              <a:off x="5850" y="8119"/>
              <a:ext cx="870" cy="5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3904" name="Line 15">
              <a:extLst>
                <a:ext uri="{FF2B5EF4-FFF2-40B4-BE49-F238E27FC236}">
                  <a16:creationId xmlns:a16="http://schemas.microsoft.com/office/drawing/2014/main" id="{5A65B3F5-5EF6-3282-465B-E8F3002DC53B}"/>
                </a:ext>
              </a:extLst>
            </p:cNvPr>
            <p:cNvSpPr>
              <a:spLocks noChangeShapeType="1"/>
            </p:cNvSpPr>
            <p:nvPr/>
          </p:nvSpPr>
          <p:spPr bwMode="auto">
            <a:xfrm>
              <a:off x="6240" y="5734"/>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05" name="Line 16">
              <a:extLst>
                <a:ext uri="{FF2B5EF4-FFF2-40B4-BE49-F238E27FC236}">
                  <a16:creationId xmlns:a16="http://schemas.microsoft.com/office/drawing/2014/main" id="{2588A30C-DE07-3E96-3695-C65513704A2D}"/>
                </a:ext>
              </a:extLst>
            </p:cNvPr>
            <p:cNvSpPr>
              <a:spLocks noChangeShapeType="1"/>
            </p:cNvSpPr>
            <p:nvPr/>
          </p:nvSpPr>
          <p:spPr bwMode="auto">
            <a:xfrm flipV="1">
              <a:off x="3525" y="6225"/>
              <a:ext cx="55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06" name="Line 17">
              <a:extLst>
                <a:ext uri="{FF2B5EF4-FFF2-40B4-BE49-F238E27FC236}">
                  <a16:creationId xmlns:a16="http://schemas.microsoft.com/office/drawing/2014/main" id="{C8EEB8B7-6564-A6F2-BAA4-D6617BA10DBD}"/>
                </a:ext>
              </a:extLst>
            </p:cNvPr>
            <p:cNvSpPr>
              <a:spLocks noChangeShapeType="1"/>
            </p:cNvSpPr>
            <p:nvPr/>
          </p:nvSpPr>
          <p:spPr bwMode="auto">
            <a:xfrm>
              <a:off x="3525" y="6242"/>
              <a:ext cx="0" cy="3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07" name="Line 18">
              <a:extLst>
                <a:ext uri="{FF2B5EF4-FFF2-40B4-BE49-F238E27FC236}">
                  <a16:creationId xmlns:a16="http://schemas.microsoft.com/office/drawing/2014/main" id="{64E181CA-D58B-F0FE-BD55-8F953AFD7B13}"/>
                </a:ext>
              </a:extLst>
            </p:cNvPr>
            <p:cNvSpPr>
              <a:spLocks noChangeShapeType="1"/>
            </p:cNvSpPr>
            <p:nvPr/>
          </p:nvSpPr>
          <p:spPr bwMode="auto">
            <a:xfrm>
              <a:off x="6240" y="6207"/>
              <a:ext cx="0" cy="3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08" name="Line 19">
              <a:extLst>
                <a:ext uri="{FF2B5EF4-FFF2-40B4-BE49-F238E27FC236}">
                  <a16:creationId xmlns:a16="http://schemas.microsoft.com/office/drawing/2014/main" id="{2A479141-CC51-EF02-8573-D8C1F7496DFE}"/>
                </a:ext>
              </a:extLst>
            </p:cNvPr>
            <p:cNvSpPr>
              <a:spLocks noChangeShapeType="1"/>
            </p:cNvSpPr>
            <p:nvPr/>
          </p:nvSpPr>
          <p:spPr bwMode="auto">
            <a:xfrm>
              <a:off x="9030" y="6225"/>
              <a:ext cx="0" cy="3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09" name="Line 20">
              <a:extLst>
                <a:ext uri="{FF2B5EF4-FFF2-40B4-BE49-F238E27FC236}">
                  <a16:creationId xmlns:a16="http://schemas.microsoft.com/office/drawing/2014/main" id="{C51B139F-2174-0A2D-E1A3-298F7BA99580}"/>
                </a:ext>
              </a:extLst>
            </p:cNvPr>
            <p:cNvSpPr>
              <a:spLocks noChangeShapeType="1"/>
            </p:cNvSpPr>
            <p:nvPr/>
          </p:nvSpPr>
          <p:spPr bwMode="auto">
            <a:xfrm>
              <a:off x="3645" y="7225"/>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0" name="Line 21">
              <a:extLst>
                <a:ext uri="{FF2B5EF4-FFF2-40B4-BE49-F238E27FC236}">
                  <a16:creationId xmlns:a16="http://schemas.microsoft.com/office/drawing/2014/main" id="{B130981F-5EC2-F245-0E9E-8D6358BD062C}"/>
                </a:ext>
              </a:extLst>
            </p:cNvPr>
            <p:cNvSpPr>
              <a:spLocks noChangeShapeType="1"/>
            </p:cNvSpPr>
            <p:nvPr/>
          </p:nvSpPr>
          <p:spPr bwMode="auto">
            <a:xfrm>
              <a:off x="2730" y="7698"/>
              <a:ext cx="1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1" name="Line 22">
              <a:extLst>
                <a:ext uri="{FF2B5EF4-FFF2-40B4-BE49-F238E27FC236}">
                  <a16:creationId xmlns:a16="http://schemas.microsoft.com/office/drawing/2014/main" id="{A8315CD1-C4CF-5AE5-6EEA-D1168D596F62}"/>
                </a:ext>
              </a:extLst>
            </p:cNvPr>
            <p:cNvSpPr>
              <a:spLocks noChangeShapeType="1"/>
            </p:cNvSpPr>
            <p:nvPr/>
          </p:nvSpPr>
          <p:spPr bwMode="auto">
            <a:xfrm>
              <a:off x="2730" y="7698"/>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2" name="Line 23">
              <a:extLst>
                <a:ext uri="{FF2B5EF4-FFF2-40B4-BE49-F238E27FC236}">
                  <a16:creationId xmlns:a16="http://schemas.microsoft.com/office/drawing/2014/main" id="{38D37293-D19B-EA69-29C9-F82D9FFB89B5}"/>
                </a:ext>
              </a:extLst>
            </p:cNvPr>
            <p:cNvSpPr>
              <a:spLocks noChangeShapeType="1"/>
            </p:cNvSpPr>
            <p:nvPr/>
          </p:nvSpPr>
          <p:spPr bwMode="auto">
            <a:xfrm>
              <a:off x="4620" y="7698"/>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3" name="Line 24">
              <a:extLst>
                <a:ext uri="{FF2B5EF4-FFF2-40B4-BE49-F238E27FC236}">
                  <a16:creationId xmlns:a16="http://schemas.microsoft.com/office/drawing/2014/main" id="{6F29101C-774B-4FD3-DA37-789942CD89F5}"/>
                </a:ext>
              </a:extLst>
            </p:cNvPr>
            <p:cNvSpPr>
              <a:spLocks noChangeShapeType="1"/>
            </p:cNvSpPr>
            <p:nvPr/>
          </p:nvSpPr>
          <p:spPr bwMode="auto">
            <a:xfrm>
              <a:off x="7830" y="7663"/>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4" name="Line 25">
              <a:extLst>
                <a:ext uri="{FF2B5EF4-FFF2-40B4-BE49-F238E27FC236}">
                  <a16:creationId xmlns:a16="http://schemas.microsoft.com/office/drawing/2014/main" id="{76612418-917A-78CD-00DD-031CAE979EC0}"/>
                </a:ext>
              </a:extLst>
            </p:cNvPr>
            <p:cNvSpPr>
              <a:spLocks noChangeShapeType="1"/>
            </p:cNvSpPr>
            <p:nvPr/>
          </p:nvSpPr>
          <p:spPr bwMode="auto">
            <a:xfrm>
              <a:off x="9675" y="7663"/>
              <a:ext cx="0" cy="3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5" name="Line 26">
              <a:extLst>
                <a:ext uri="{FF2B5EF4-FFF2-40B4-BE49-F238E27FC236}">
                  <a16:creationId xmlns:a16="http://schemas.microsoft.com/office/drawing/2014/main" id="{739C656C-7A48-B027-C64F-D336C47B94DD}"/>
                </a:ext>
              </a:extLst>
            </p:cNvPr>
            <p:cNvSpPr>
              <a:spLocks noChangeShapeType="1"/>
            </p:cNvSpPr>
            <p:nvPr/>
          </p:nvSpPr>
          <p:spPr bwMode="auto">
            <a:xfrm>
              <a:off x="7830" y="7663"/>
              <a:ext cx="18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6" name="Line 27">
              <a:extLst>
                <a:ext uri="{FF2B5EF4-FFF2-40B4-BE49-F238E27FC236}">
                  <a16:creationId xmlns:a16="http://schemas.microsoft.com/office/drawing/2014/main" id="{02E47469-6231-F25E-BC04-E2FC0A29593D}"/>
                </a:ext>
              </a:extLst>
            </p:cNvPr>
            <p:cNvSpPr>
              <a:spLocks noChangeShapeType="1"/>
            </p:cNvSpPr>
            <p:nvPr/>
          </p:nvSpPr>
          <p:spPr bwMode="auto">
            <a:xfrm>
              <a:off x="8910" y="7190"/>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7" name="Line 28">
              <a:extLst>
                <a:ext uri="{FF2B5EF4-FFF2-40B4-BE49-F238E27FC236}">
                  <a16:creationId xmlns:a16="http://schemas.microsoft.com/office/drawing/2014/main" id="{5C28F02D-DEF5-3CEC-D2D8-E94D9C2B0BF1}"/>
                </a:ext>
              </a:extLst>
            </p:cNvPr>
            <p:cNvSpPr>
              <a:spLocks noChangeShapeType="1"/>
            </p:cNvSpPr>
            <p:nvPr/>
          </p:nvSpPr>
          <p:spPr bwMode="auto">
            <a:xfrm>
              <a:off x="2160" y="8710"/>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18" name="Text Box 29" descr="5%">
              <a:extLst>
                <a:ext uri="{FF2B5EF4-FFF2-40B4-BE49-F238E27FC236}">
                  <a16:creationId xmlns:a16="http://schemas.microsoft.com/office/drawing/2014/main" id="{2F864026-7168-AD81-E5F8-BA0DD427DFE5}"/>
                </a:ext>
              </a:extLst>
            </p:cNvPr>
            <p:cNvSpPr txBox="1">
              <a:spLocks noChangeArrowheads="1"/>
            </p:cNvSpPr>
            <p:nvPr/>
          </p:nvSpPr>
          <p:spPr bwMode="auto">
            <a:xfrm>
              <a:off x="1875" y="9197"/>
              <a:ext cx="1110" cy="50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Alice</a:t>
              </a:r>
              <a:endParaRPr lang="en-US" altLang="en-US" sz="2400">
                <a:latin typeface="Times New Roman" panose="02020603050405020304" pitchFamily="18" charset="0"/>
              </a:endParaRPr>
            </a:p>
          </p:txBody>
        </p:sp>
        <p:sp>
          <p:nvSpPr>
            <p:cNvPr id="293919" name="Text Box 30">
              <a:extLst>
                <a:ext uri="{FF2B5EF4-FFF2-40B4-BE49-F238E27FC236}">
                  <a16:creationId xmlns:a16="http://schemas.microsoft.com/office/drawing/2014/main" id="{047A98E7-9488-2BD7-E8F0-CC33C182F391}"/>
                </a:ext>
              </a:extLst>
            </p:cNvPr>
            <p:cNvSpPr txBox="1">
              <a:spLocks noChangeArrowheads="1"/>
            </p:cNvSpPr>
            <p:nvPr/>
          </p:nvSpPr>
          <p:spPr bwMode="auto">
            <a:xfrm>
              <a:off x="3255" y="9184"/>
              <a:ext cx="870" cy="5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3920" name="Line 31">
              <a:extLst>
                <a:ext uri="{FF2B5EF4-FFF2-40B4-BE49-F238E27FC236}">
                  <a16:creationId xmlns:a16="http://schemas.microsoft.com/office/drawing/2014/main" id="{90FCE757-7C84-90B6-8EB1-363F12A851AC}"/>
                </a:ext>
              </a:extLst>
            </p:cNvPr>
            <p:cNvSpPr>
              <a:spLocks noChangeShapeType="1"/>
            </p:cNvSpPr>
            <p:nvPr/>
          </p:nvSpPr>
          <p:spPr bwMode="auto">
            <a:xfrm>
              <a:off x="10170" y="8665"/>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3921" name="Text Box 32" descr="5%">
              <a:extLst>
                <a:ext uri="{FF2B5EF4-FFF2-40B4-BE49-F238E27FC236}">
                  <a16:creationId xmlns:a16="http://schemas.microsoft.com/office/drawing/2014/main" id="{5AB3D9B3-3C3B-6FC6-9301-C3717BE82C60}"/>
                </a:ext>
              </a:extLst>
            </p:cNvPr>
            <p:cNvSpPr txBox="1">
              <a:spLocks noChangeArrowheads="1"/>
            </p:cNvSpPr>
            <p:nvPr/>
          </p:nvSpPr>
          <p:spPr bwMode="auto">
            <a:xfrm>
              <a:off x="9315" y="9137"/>
              <a:ext cx="1110" cy="50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Bob</a:t>
              </a:r>
              <a:endParaRPr lang="en-US" altLang="en-US" sz="2400">
                <a:latin typeface="Times New Roman" panose="02020603050405020304" pitchFamily="18" charset="0"/>
              </a:endParaRPr>
            </a:p>
          </p:txBody>
        </p:sp>
        <p:sp>
          <p:nvSpPr>
            <p:cNvPr id="293922" name="Text Box 33">
              <a:extLst>
                <a:ext uri="{FF2B5EF4-FFF2-40B4-BE49-F238E27FC236}">
                  <a16:creationId xmlns:a16="http://schemas.microsoft.com/office/drawing/2014/main" id="{00C3CED1-8178-EAAD-A284-0CDC9DDB6BAA}"/>
                </a:ext>
              </a:extLst>
            </p:cNvPr>
            <p:cNvSpPr txBox="1">
              <a:spLocks noChangeArrowheads="1"/>
            </p:cNvSpPr>
            <p:nvPr/>
          </p:nvSpPr>
          <p:spPr bwMode="auto">
            <a:xfrm>
              <a:off x="8070" y="9184"/>
              <a:ext cx="870" cy="5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Slide Number Placeholder 5">
            <a:extLst>
              <a:ext uri="{FF2B5EF4-FFF2-40B4-BE49-F238E27FC236}">
                <a16:creationId xmlns:a16="http://schemas.microsoft.com/office/drawing/2014/main" id="{72E28B68-C65B-E20C-56B2-DF2C012796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B7B74AE-0D8F-4B25-9895-0BBAA6C2410D}" type="slidenum">
              <a:rPr lang="en-US" altLang="en-US" sz="1400"/>
              <a:pPr>
                <a:spcBef>
                  <a:spcPct val="0"/>
                </a:spcBef>
                <a:buClrTx/>
                <a:buSzTx/>
                <a:buFontTx/>
                <a:buNone/>
              </a:pPr>
              <a:t>185</a:t>
            </a:fld>
            <a:endParaRPr lang="en-US" altLang="en-US" sz="1400"/>
          </a:p>
        </p:txBody>
      </p:sp>
      <p:sp>
        <p:nvSpPr>
          <p:cNvPr id="295939" name="Rectangle 2">
            <a:extLst>
              <a:ext uri="{FF2B5EF4-FFF2-40B4-BE49-F238E27FC236}">
                <a16:creationId xmlns:a16="http://schemas.microsoft.com/office/drawing/2014/main" id="{A70532B1-C527-F429-284D-5BCFD2380E70}"/>
              </a:ext>
            </a:extLst>
          </p:cNvPr>
          <p:cNvSpPr>
            <a:spLocks noGrp="1" noChangeArrowheads="1"/>
          </p:cNvSpPr>
          <p:nvPr>
            <p:ph type="title"/>
          </p:nvPr>
        </p:nvSpPr>
        <p:spPr/>
        <p:txBody>
          <a:bodyPr/>
          <a:lstStyle/>
          <a:p>
            <a:pPr eaLnBrk="1" hangingPunct="1"/>
            <a:r>
              <a:rPr lang="en-US" altLang="en-US"/>
              <a:t>Solution</a:t>
            </a:r>
          </a:p>
        </p:txBody>
      </p:sp>
      <p:sp>
        <p:nvSpPr>
          <p:cNvPr id="295940" name="Rectangle 3">
            <a:extLst>
              <a:ext uri="{FF2B5EF4-FFF2-40B4-BE49-F238E27FC236}">
                <a16:creationId xmlns:a16="http://schemas.microsoft.com/office/drawing/2014/main" id="{A10EA9F2-9F2E-8BC6-79EF-46E4ECB025C5}"/>
              </a:ext>
            </a:extLst>
          </p:cNvPr>
          <p:cNvSpPr>
            <a:spLocks noGrp="1" noChangeArrowheads="1"/>
          </p:cNvSpPr>
          <p:nvPr>
            <p:ph type="body" idx="1"/>
          </p:nvPr>
        </p:nvSpPr>
        <p:spPr/>
        <p:txBody>
          <a:bodyPr/>
          <a:lstStyle/>
          <a:p>
            <a:pPr eaLnBrk="1" hangingPunct="1"/>
            <a:endParaRPr lang="en-GB" altLang="en-US"/>
          </a:p>
        </p:txBody>
      </p:sp>
      <p:grpSp>
        <p:nvGrpSpPr>
          <p:cNvPr id="295941" name="Group 4">
            <a:extLst>
              <a:ext uri="{FF2B5EF4-FFF2-40B4-BE49-F238E27FC236}">
                <a16:creationId xmlns:a16="http://schemas.microsoft.com/office/drawing/2014/main" id="{2E1EB29B-E0CD-A906-0B8E-E51CCB3BAD36}"/>
              </a:ext>
            </a:extLst>
          </p:cNvPr>
          <p:cNvGrpSpPr>
            <a:grpSpLocks/>
          </p:cNvGrpSpPr>
          <p:nvPr/>
        </p:nvGrpSpPr>
        <p:grpSpPr bwMode="auto">
          <a:xfrm>
            <a:off x="2705100" y="1828800"/>
            <a:ext cx="7200900" cy="4800600"/>
            <a:chOff x="1860" y="5025"/>
            <a:chExt cx="8520" cy="8775"/>
          </a:xfrm>
        </p:grpSpPr>
        <p:sp>
          <p:nvSpPr>
            <p:cNvPr id="295942" name="Rectangle 5">
              <a:extLst>
                <a:ext uri="{FF2B5EF4-FFF2-40B4-BE49-F238E27FC236}">
                  <a16:creationId xmlns:a16="http://schemas.microsoft.com/office/drawing/2014/main" id="{2CEBCF1C-3FDC-6915-B596-880699C344B2}"/>
                </a:ext>
              </a:extLst>
            </p:cNvPr>
            <p:cNvSpPr>
              <a:spLocks noChangeArrowheads="1"/>
            </p:cNvSpPr>
            <p:nvPr/>
          </p:nvSpPr>
          <p:spPr bwMode="auto">
            <a:xfrm>
              <a:off x="1860" y="5025"/>
              <a:ext cx="8520" cy="87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95943" name="AutoShape 6">
              <a:extLst>
                <a:ext uri="{FF2B5EF4-FFF2-40B4-BE49-F238E27FC236}">
                  <a16:creationId xmlns:a16="http://schemas.microsoft.com/office/drawing/2014/main" id="{D848603A-F4B2-C6D8-E2B3-F703A18A5316}"/>
                </a:ext>
              </a:extLst>
            </p:cNvPr>
            <p:cNvSpPr>
              <a:spLocks noChangeArrowheads="1"/>
            </p:cNvSpPr>
            <p:nvPr/>
          </p:nvSpPr>
          <p:spPr bwMode="auto">
            <a:xfrm>
              <a:off x="2925" y="11610"/>
              <a:ext cx="2040" cy="1695"/>
            </a:xfrm>
            <a:prstGeom prst="foldedCorner">
              <a:avLst>
                <a:gd name="adj" fmla="val 12500"/>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Digital Certificate</a:t>
              </a:r>
            </a:p>
            <a:p>
              <a:pPr algn="ctr" eaLnBrk="1" hangingPunct="1">
                <a:spcBef>
                  <a:spcPct val="0"/>
                </a:spcBef>
                <a:buClrTx/>
                <a:buSzTx/>
                <a:buFontTx/>
                <a:buNone/>
              </a:pPr>
              <a:endParaRPr lang="en-US" altLang="en-US" sz="1200" b="1">
                <a:latin typeface="Times New Roman" panose="02020603050405020304" pitchFamily="18" charset="0"/>
              </a:endParaRPr>
            </a:p>
            <a:p>
              <a:pPr algn="ctr" eaLnBrk="1" hangingPunct="1">
                <a:spcBef>
                  <a:spcPct val="0"/>
                </a:spcBef>
                <a:buClrTx/>
                <a:buSzTx/>
                <a:buFontTx/>
                <a:buNone/>
              </a:pPr>
              <a:r>
                <a:rPr lang="en-US" altLang="en-US" sz="1200" b="1">
                  <a:latin typeface="Times New Roman" panose="02020603050405020304" pitchFamily="18" charset="0"/>
                </a:rPr>
                <a:t>…</a:t>
              </a:r>
            </a:p>
            <a:p>
              <a:pPr algn="ctr" eaLnBrk="1" hangingPunct="1">
                <a:spcBef>
                  <a:spcPct val="0"/>
                </a:spcBef>
                <a:buClrTx/>
                <a:buSzTx/>
                <a:buFontTx/>
                <a:buNone/>
              </a:pPr>
              <a:r>
                <a:rPr lang="en-US" altLang="en-US" sz="1200" b="1">
                  <a:latin typeface="Times New Roman" panose="02020603050405020304" pitchFamily="18" charset="0"/>
                </a:rPr>
                <a:t>Issuer Name: B11</a:t>
              </a:r>
            </a:p>
            <a:p>
              <a:pPr algn="ctr" eaLnBrk="1" hangingPunct="1">
                <a:spcBef>
                  <a:spcPct val="0"/>
                </a:spcBef>
                <a:buClrTx/>
                <a:buSzTx/>
                <a:buFontTx/>
                <a:buNone/>
              </a:pPr>
              <a:r>
                <a:rPr lang="en-US" altLang="en-US" sz="1200" b="1">
                  <a:latin typeface="Times New Roman" panose="02020603050405020304" pitchFamily="18" charset="0"/>
                </a:rPr>
                <a:t>Subject Name: Bob</a:t>
              </a:r>
            </a:p>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5944" name="AutoShape 7">
              <a:extLst>
                <a:ext uri="{FF2B5EF4-FFF2-40B4-BE49-F238E27FC236}">
                  <a16:creationId xmlns:a16="http://schemas.microsoft.com/office/drawing/2014/main" id="{14DA0600-8A5A-C39F-A8D6-F2528C6DD135}"/>
                </a:ext>
              </a:extLst>
            </p:cNvPr>
            <p:cNvSpPr>
              <a:spLocks noChangeArrowheads="1"/>
            </p:cNvSpPr>
            <p:nvPr/>
          </p:nvSpPr>
          <p:spPr bwMode="auto">
            <a:xfrm>
              <a:off x="4335" y="9644"/>
              <a:ext cx="2040" cy="1695"/>
            </a:xfrm>
            <a:prstGeom prst="foldedCorner">
              <a:avLst>
                <a:gd name="adj" fmla="val 12500"/>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Digital Certificate</a:t>
              </a:r>
            </a:p>
            <a:p>
              <a:pPr algn="ctr" eaLnBrk="1" hangingPunct="1">
                <a:spcBef>
                  <a:spcPct val="0"/>
                </a:spcBef>
                <a:buClrTx/>
                <a:buSzTx/>
                <a:buFontTx/>
                <a:buNone/>
              </a:pPr>
              <a:endParaRPr lang="en-US" altLang="en-US" sz="1200" b="1">
                <a:latin typeface="Times New Roman" panose="02020603050405020304" pitchFamily="18" charset="0"/>
              </a:endParaRPr>
            </a:p>
            <a:p>
              <a:pPr algn="ctr" eaLnBrk="1" hangingPunct="1">
                <a:spcBef>
                  <a:spcPct val="0"/>
                </a:spcBef>
                <a:buClrTx/>
                <a:buSzTx/>
                <a:buFontTx/>
                <a:buNone/>
              </a:pPr>
              <a:r>
                <a:rPr lang="en-US" altLang="en-US" sz="1200" b="1">
                  <a:latin typeface="Times New Roman" panose="02020603050405020304" pitchFamily="18" charset="0"/>
                </a:rPr>
                <a:t>…</a:t>
              </a:r>
            </a:p>
            <a:p>
              <a:pPr algn="ctr" eaLnBrk="1" hangingPunct="1">
                <a:spcBef>
                  <a:spcPct val="0"/>
                </a:spcBef>
                <a:buClrTx/>
                <a:buSzTx/>
                <a:buFontTx/>
                <a:buNone/>
              </a:pPr>
              <a:r>
                <a:rPr lang="en-US" altLang="en-US" sz="1200" b="1">
                  <a:latin typeface="Times New Roman" panose="02020603050405020304" pitchFamily="18" charset="0"/>
                </a:rPr>
                <a:t>Issuer Name: A3</a:t>
              </a:r>
            </a:p>
            <a:p>
              <a:pPr algn="ctr" eaLnBrk="1" hangingPunct="1">
                <a:spcBef>
                  <a:spcPct val="0"/>
                </a:spcBef>
                <a:buClrTx/>
                <a:buSzTx/>
                <a:buFontTx/>
                <a:buNone/>
              </a:pPr>
              <a:r>
                <a:rPr lang="en-US" altLang="en-US" sz="1200" b="1">
                  <a:latin typeface="Times New Roman" panose="02020603050405020304" pitchFamily="18" charset="0"/>
                </a:rPr>
                <a:t>Subject Name: B11</a:t>
              </a:r>
            </a:p>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5945" name="AutoShape 8">
              <a:extLst>
                <a:ext uri="{FF2B5EF4-FFF2-40B4-BE49-F238E27FC236}">
                  <a16:creationId xmlns:a16="http://schemas.microsoft.com/office/drawing/2014/main" id="{5515133A-9132-608D-FEB5-563076B251FE}"/>
                </a:ext>
              </a:extLst>
            </p:cNvPr>
            <p:cNvSpPr>
              <a:spLocks noChangeArrowheads="1"/>
            </p:cNvSpPr>
            <p:nvPr/>
          </p:nvSpPr>
          <p:spPr bwMode="auto">
            <a:xfrm>
              <a:off x="5490" y="7634"/>
              <a:ext cx="2040" cy="1695"/>
            </a:xfrm>
            <a:prstGeom prst="foldedCorner">
              <a:avLst>
                <a:gd name="adj" fmla="val 12500"/>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Digital Certificate</a:t>
              </a:r>
            </a:p>
            <a:p>
              <a:pPr algn="ctr" eaLnBrk="1" hangingPunct="1">
                <a:spcBef>
                  <a:spcPct val="0"/>
                </a:spcBef>
                <a:buClrTx/>
                <a:buSzTx/>
                <a:buFontTx/>
                <a:buNone/>
              </a:pPr>
              <a:endParaRPr lang="en-US" altLang="en-US" sz="1200" b="1">
                <a:latin typeface="Times New Roman" panose="02020603050405020304" pitchFamily="18" charset="0"/>
              </a:endParaRPr>
            </a:p>
            <a:p>
              <a:pPr algn="ctr" eaLnBrk="1" hangingPunct="1">
                <a:spcBef>
                  <a:spcPct val="0"/>
                </a:spcBef>
                <a:buClrTx/>
                <a:buSzTx/>
                <a:buFontTx/>
                <a:buNone/>
              </a:pPr>
              <a:r>
                <a:rPr lang="en-US" altLang="en-US" sz="1200" b="1">
                  <a:latin typeface="Times New Roman" panose="02020603050405020304" pitchFamily="18" charset="0"/>
                </a:rPr>
                <a:t>…</a:t>
              </a:r>
            </a:p>
            <a:p>
              <a:pPr algn="ctr" eaLnBrk="1" hangingPunct="1">
                <a:spcBef>
                  <a:spcPct val="0"/>
                </a:spcBef>
                <a:buClrTx/>
                <a:buSzTx/>
                <a:buFontTx/>
                <a:buNone/>
              </a:pPr>
              <a:r>
                <a:rPr lang="en-US" altLang="en-US" sz="1200" b="1">
                  <a:latin typeface="Times New Roman" panose="02020603050405020304" pitchFamily="18" charset="0"/>
                </a:rPr>
                <a:t>Issuer Name: Root</a:t>
              </a:r>
            </a:p>
            <a:p>
              <a:pPr algn="ctr" eaLnBrk="1" hangingPunct="1">
                <a:spcBef>
                  <a:spcPct val="0"/>
                </a:spcBef>
                <a:buClrTx/>
                <a:buSzTx/>
                <a:buFontTx/>
                <a:buNone/>
              </a:pPr>
              <a:r>
                <a:rPr lang="en-US" altLang="en-US" sz="1200" b="1">
                  <a:latin typeface="Times New Roman" panose="02020603050405020304" pitchFamily="18" charset="0"/>
                </a:rPr>
                <a:t>Subject Name: A3</a:t>
              </a:r>
            </a:p>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5946" name="AutoShape 9">
              <a:extLst>
                <a:ext uri="{FF2B5EF4-FFF2-40B4-BE49-F238E27FC236}">
                  <a16:creationId xmlns:a16="http://schemas.microsoft.com/office/drawing/2014/main" id="{0311E02D-544F-DFF2-E7B2-91618E0CF17F}"/>
                </a:ext>
              </a:extLst>
            </p:cNvPr>
            <p:cNvSpPr>
              <a:spLocks noChangeArrowheads="1"/>
            </p:cNvSpPr>
            <p:nvPr/>
          </p:nvSpPr>
          <p:spPr bwMode="auto">
            <a:xfrm>
              <a:off x="6435" y="5624"/>
              <a:ext cx="2040" cy="1695"/>
            </a:xfrm>
            <a:prstGeom prst="foldedCorner">
              <a:avLst>
                <a:gd name="adj" fmla="val 12500"/>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Times New Roman" panose="02020603050405020304" pitchFamily="18" charset="0"/>
                </a:rPr>
                <a:t>Digital Certificate</a:t>
              </a:r>
            </a:p>
            <a:p>
              <a:pPr algn="ctr" eaLnBrk="1" hangingPunct="1">
                <a:spcBef>
                  <a:spcPct val="0"/>
                </a:spcBef>
                <a:buClrTx/>
                <a:buSzTx/>
                <a:buFontTx/>
                <a:buNone/>
              </a:pPr>
              <a:endParaRPr lang="en-US" altLang="en-US" sz="1200" b="1">
                <a:latin typeface="Times New Roman" panose="02020603050405020304" pitchFamily="18" charset="0"/>
              </a:endParaRPr>
            </a:p>
            <a:p>
              <a:pPr algn="ctr" eaLnBrk="1" hangingPunct="1">
                <a:spcBef>
                  <a:spcPct val="0"/>
                </a:spcBef>
                <a:buClrTx/>
                <a:buSzTx/>
                <a:buFontTx/>
                <a:buNone/>
              </a:pPr>
              <a:r>
                <a:rPr lang="en-US" altLang="en-US" sz="1200" b="1">
                  <a:latin typeface="Times New Roman" panose="02020603050405020304" pitchFamily="18" charset="0"/>
                </a:rPr>
                <a:t>…</a:t>
              </a:r>
            </a:p>
            <a:p>
              <a:pPr algn="ctr" eaLnBrk="1" hangingPunct="1">
                <a:spcBef>
                  <a:spcPct val="0"/>
                </a:spcBef>
                <a:buClrTx/>
                <a:buSzTx/>
                <a:buFontTx/>
                <a:buNone/>
              </a:pPr>
              <a:r>
                <a:rPr lang="en-US" altLang="en-US" sz="1200" b="1">
                  <a:latin typeface="Times New Roman" panose="02020603050405020304" pitchFamily="18" charset="0"/>
                </a:rPr>
                <a:t>Issuer Name: ???</a:t>
              </a:r>
            </a:p>
            <a:p>
              <a:pPr algn="ctr" eaLnBrk="1" hangingPunct="1">
                <a:spcBef>
                  <a:spcPct val="0"/>
                </a:spcBef>
                <a:buClrTx/>
                <a:buSzTx/>
                <a:buFontTx/>
                <a:buNone/>
              </a:pPr>
              <a:r>
                <a:rPr lang="en-US" altLang="en-US" sz="1200" b="1">
                  <a:latin typeface="Times New Roman" panose="02020603050405020304" pitchFamily="18" charset="0"/>
                </a:rPr>
                <a:t>Subject Name: Root</a:t>
              </a:r>
            </a:p>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5947" name="Line 10">
              <a:extLst>
                <a:ext uri="{FF2B5EF4-FFF2-40B4-BE49-F238E27FC236}">
                  <a16:creationId xmlns:a16="http://schemas.microsoft.com/office/drawing/2014/main" id="{FFDF0CAC-4129-07F4-9AA5-893D8D0E2922}"/>
                </a:ext>
              </a:extLst>
            </p:cNvPr>
            <p:cNvSpPr>
              <a:spLocks noChangeShapeType="1"/>
            </p:cNvSpPr>
            <p:nvPr/>
          </p:nvSpPr>
          <p:spPr bwMode="auto">
            <a:xfrm>
              <a:off x="4770" y="12490"/>
              <a:ext cx="20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48" name="Line 11">
              <a:extLst>
                <a:ext uri="{FF2B5EF4-FFF2-40B4-BE49-F238E27FC236}">
                  <a16:creationId xmlns:a16="http://schemas.microsoft.com/office/drawing/2014/main" id="{6783D8DB-E079-038D-513F-1FDE73E051D7}"/>
                </a:ext>
              </a:extLst>
            </p:cNvPr>
            <p:cNvSpPr>
              <a:spLocks noChangeShapeType="1"/>
            </p:cNvSpPr>
            <p:nvPr/>
          </p:nvSpPr>
          <p:spPr bwMode="auto">
            <a:xfrm>
              <a:off x="6825" y="10720"/>
              <a:ext cx="0" cy="17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49" name="Line 12">
              <a:extLst>
                <a:ext uri="{FF2B5EF4-FFF2-40B4-BE49-F238E27FC236}">
                  <a16:creationId xmlns:a16="http://schemas.microsoft.com/office/drawing/2014/main" id="{F6B4CA84-4857-6F24-27BD-02867F6A8DB5}"/>
                </a:ext>
              </a:extLst>
            </p:cNvPr>
            <p:cNvSpPr>
              <a:spLocks noChangeShapeType="1"/>
            </p:cNvSpPr>
            <p:nvPr/>
          </p:nvSpPr>
          <p:spPr bwMode="auto">
            <a:xfrm flipH="1" flipV="1">
              <a:off x="6210" y="10720"/>
              <a:ext cx="6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95950" name="Line 13">
              <a:extLst>
                <a:ext uri="{FF2B5EF4-FFF2-40B4-BE49-F238E27FC236}">
                  <a16:creationId xmlns:a16="http://schemas.microsoft.com/office/drawing/2014/main" id="{DFE100CE-6F1D-499A-29A4-1EB5948A0196}"/>
                </a:ext>
              </a:extLst>
            </p:cNvPr>
            <p:cNvSpPr>
              <a:spLocks noChangeShapeType="1"/>
            </p:cNvSpPr>
            <p:nvPr/>
          </p:nvSpPr>
          <p:spPr bwMode="auto">
            <a:xfrm>
              <a:off x="6240" y="10510"/>
              <a:ext cx="196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51" name="Line 14">
              <a:extLst>
                <a:ext uri="{FF2B5EF4-FFF2-40B4-BE49-F238E27FC236}">
                  <a16:creationId xmlns:a16="http://schemas.microsoft.com/office/drawing/2014/main" id="{76DA84BB-E36F-56A9-F096-326BDE4928A0}"/>
                </a:ext>
              </a:extLst>
            </p:cNvPr>
            <p:cNvSpPr>
              <a:spLocks noChangeShapeType="1"/>
            </p:cNvSpPr>
            <p:nvPr/>
          </p:nvSpPr>
          <p:spPr bwMode="auto">
            <a:xfrm flipV="1">
              <a:off x="8220" y="8755"/>
              <a:ext cx="0" cy="17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52" name="Line 15">
              <a:extLst>
                <a:ext uri="{FF2B5EF4-FFF2-40B4-BE49-F238E27FC236}">
                  <a16:creationId xmlns:a16="http://schemas.microsoft.com/office/drawing/2014/main" id="{FB1525F7-D668-0CDF-B53E-16B1940EDED2}"/>
                </a:ext>
              </a:extLst>
            </p:cNvPr>
            <p:cNvSpPr>
              <a:spLocks noChangeShapeType="1"/>
            </p:cNvSpPr>
            <p:nvPr/>
          </p:nvSpPr>
          <p:spPr bwMode="auto">
            <a:xfrm flipH="1">
              <a:off x="7305" y="8755"/>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95953" name="Line 16">
              <a:extLst>
                <a:ext uri="{FF2B5EF4-FFF2-40B4-BE49-F238E27FC236}">
                  <a16:creationId xmlns:a16="http://schemas.microsoft.com/office/drawing/2014/main" id="{1292B246-B5E1-2175-A0D4-2998EB9A1D7E}"/>
                </a:ext>
              </a:extLst>
            </p:cNvPr>
            <p:cNvSpPr>
              <a:spLocks noChangeShapeType="1"/>
            </p:cNvSpPr>
            <p:nvPr/>
          </p:nvSpPr>
          <p:spPr bwMode="auto">
            <a:xfrm>
              <a:off x="7425" y="8559"/>
              <a:ext cx="18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54" name="Line 17">
              <a:extLst>
                <a:ext uri="{FF2B5EF4-FFF2-40B4-BE49-F238E27FC236}">
                  <a16:creationId xmlns:a16="http://schemas.microsoft.com/office/drawing/2014/main" id="{512A6332-760E-373E-F6E1-9A6982566EA1}"/>
                </a:ext>
              </a:extLst>
            </p:cNvPr>
            <p:cNvSpPr>
              <a:spLocks noChangeShapeType="1"/>
            </p:cNvSpPr>
            <p:nvPr/>
          </p:nvSpPr>
          <p:spPr bwMode="auto">
            <a:xfrm>
              <a:off x="9315" y="6475"/>
              <a:ext cx="0" cy="20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5955" name="Line 18">
              <a:extLst>
                <a:ext uri="{FF2B5EF4-FFF2-40B4-BE49-F238E27FC236}">
                  <a16:creationId xmlns:a16="http://schemas.microsoft.com/office/drawing/2014/main" id="{25CF7688-C39F-9290-4185-BAF0DCF27C18}"/>
                </a:ext>
              </a:extLst>
            </p:cNvPr>
            <p:cNvSpPr>
              <a:spLocks noChangeShapeType="1"/>
            </p:cNvSpPr>
            <p:nvPr/>
          </p:nvSpPr>
          <p:spPr bwMode="auto">
            <a:xfrm flipH="1">
              <a:off x="8247" y="6490"/>
              <a:ext cx="106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Slide Number Placeholder 5">
            <a:extLst>
              <a:ext uri="{FF2B5EF4-FFF2-40B4-BE49-F238E27FC236}">
                <a16:creationId xmlns:a16="http://schemas.microsoft.com/office/drawing/2014/main" id="{A705A5D2-C233-A124-500C-0576AF6F01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E067938-829E-4932-B656-62ADAA351E83}" type="slidenum">
              <a:rPr lang="en-US" altLang="en-US" sz="1400"/>
              <a:pPr>
                <a:spcBef>
                  <a:spcPct val="0"/>
                </a:spcBef>
                <a:buClrTx/>
                <a:buSzTx/>
                <a:buFontTx/>
                <a:buNone/>
              </a:pPr>
              <a:t>186</a:t>
            </a:fld>
            <a:endParaRPr lang="en-US" altLang="en-US" sz="1400"/>
          </a:p>
        </p:txBody>
      </p:sp>
      <p:sp>
        <p:nvSpPr>
          <p:cNvPr id="297987" name="Rectangle 2">
            <a:extLst>
              <a:ext uri="{FF2B5EF4-FFF2-40B4-BE49-F238E27FC236}">
                <a16:creationId xmlns:a16="http://schemas.microsoft.com/office/drawing/2014/main" id="{AB0483A9-5A93-0F72-BEA7-63368A6C64DE}"/>
              </a:ext>
            </a:extLst>
          </p:cNvPr>
          <p:cNvSpPr>
            <a:spLocks noGrp="1" noChangeArrowheads="1"/>
          </p:cNvSpPr>
          <p:nvPr>
            <p:ph type="title"/>
          </p:nvPr>
        </p:nvSpPr>
        <p:spPr/>
        <p:txBody>
          <a:bodyPr/>
          <a:lstStyle/>
          <a:p>
            <a:pPr eaLnBrk="1" hangingPunct="1"/>
            <a:r>
              <a:rPr lang="en-US" altLang="en-US"/>
              <a:t>CA Cross-Certification</a:t>
            </a:r>
          </a:p>
        </p:txBody>
      </p:sp>
      <p:sp>
        <p:nvSpPr>
          <p:cNvPr id="297988" name="Rectangle 3">
            <a:extLst>
              <a:ext uri="{FF2B5EF4-FFF2-40B4-BE49-F238E27FC236}">
                <a16:creationId xmlns:a16="http://schemas.microsoft.com/office/drawing/2014/main" id="{60591098-33C0-EE20-027F-879565AEA4B3}"/>
              </a:ext>
            </a:extLst>
          </p:cNvPr>
          <p:cNvSpPr>
            <a:spLocks noGrp="1" noChangeArrowheads="1"/>
          </p:cNvSpPr>
          <p:nvPr>
            <p:ph type="body" idx="1"/>
          </p:nvPr>
        </p:nvSpPr>
        <p:spPr/>
        <p:txBody>
          <a:bodyPr/>
          <a:lstStyle/>
          <a:p>
            <a:pPr eaLnBrk="1" hangingPunct="1"/>
            <a:endParaRPr lang="en-GB" altLang="en-US"/>
          </a:p>
        </p:txBody>
      </p:sp>
      <p:grpSp>
        <p:nvGrpSpPr>
          <p:cNvPr id="297989" name="Group 4">
            <a:extLst>
              <a:ext uri="{FF2B5EF4-FFF2-40B4-BE49-F238E27FC236}">
                <a16:creationId xmlns:a16="http://schemas.microsoft.com/office/drawing/2014/main" id="{44FE5716-CAED-27DB-7A4E-BDAC8A0884B1}"/>
              </a:ext>
            </a:extLst>
          </p:cNvPr>
          <p:cNvGrpSpPr>
            <a:grpSpLocks/>
          </p:cNvGrpSpPr>
          <p:nvPr/>
        </p:nvGrpSpPr>
        <p:grpSpPr bwMode="auto">
          <a:xfrm>
            <a:off x="3276600" y="2286000"/>
            <a:ext cx="6781800" cy="3581400"/>
            <a:chOff x="1650" y="6254"/>
            <a:chExt cx="9195" cy="5325"/>
          </a:xfrm>
        </p:grpSpPr>
        <p:sp>
          <p:nvSpPr>
            <p:cNvPr id="297990" name="Rectangle 5">
              <a:extLst>
                <a:ext uri="{FF2B5EF4-FFF2-40B4-BE49-F238E27FC236}">
                  <a16:creationId xmlns:a16="http://schemas.microsoft.com/office/drawing/2014/main" id="{35EBF72F-BC6B-3F23-D7E2-B5C4053500F9}"/>
                </a:ext>
              </a:extLst>
            </p:cNvPr>
            <p:cNvSpPr>
              <a:spLocks noChangeArrowheads="1"/>
            </p:cNvSpPr>
            <p:nvPr/>
          </p:nvSpPr>
          <p:spPr bwMode="auto">
            <a:xfrm>
              <a:off x="1650" y="6254"/>
              <a:ext cx="9195" cy="532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297991" name="Text Box 6">
              <a:extLst>
                <a:ext uri="{FF2B5EF4-FFF2-40B4-BE49-F238E27FC236}">
                  <a16:creationId xmlns:a16="http://schemas.microsoft.com/office/drawing/2014/main" id="{7D06ED75-DC9F-E2DD-CEA4-F7348EF7AB00}"/>
                </a:ext>
              </a:extLst>
            </p:cNvPr>
            <p:cNvSpPr txBox="1">
              <a:spLocks noChangeArrowheads="1"/>
            </p:cNvSpPr>
            <p:nvPr/>
          </p:nvSpPr>
          <p:spPr bwMode="auto">
            <a:xfrm>
              <a:off x="2745" y="6774"/>
              <a:ext cx="1620" cy="61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Root CA of Japan</a:t>
              </a:r>
              <a:endParaRPr lang="en-US" altLang="en-US" sz="2400">
                <a:latin typeface="Times New Roman" panose="02020603050405020304" pitchFamily="18" charset="0"/>
              </a:endParaRPr>
            </a:p>
          </p:txBody>
        </p:sp>
        <p:sp>
          <p:nvSpPr>
            <p:cNvPr id="297992" name="Text Box 7">
              <a:extLst>
                <a:ext uri="{FF2B5EF4-FFF2-40B4-BE49-F238E27FC236}">
                  <a16:creationId xmlns:a16="http://schemas.microsoft.com/office/drawing/2014/main" id="{1F1AACC8-DCD6-AE8E-CDE5-CA8DD2323899}"/>
                </a:ext>
              </a:extLst>
            </p:cNvPr>
            <p:cNvSpPr txBox="1">
              <a:spLocks noChangeArrowheads="1"/>
            </p:cNvSpPr>
            <p:nvPr/>
          </p:nvSpPr>
          <p:spPr bwMode="auto">
            <a:xfrm>
              <a:off x="2715" y="8260"/>
              <a:ext cx="187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 (A1)</a:t>
              </a:r>
              <a:endParaRPr lang="en-US" altLang="en-US" sz="2400">
                <a:latin typeface="Times New Roman" panose="02020603050405020304" pitchFamily="18" charset="0"/>
              </a:endParaRPr>
            </a:p>
          </p:txBody>
        </p:sp>
        <p:sp>
          <p:nvSpPr>
            <p:cNvPr id="297993" name="Text Box 8">
              <a:extLst>
                <a:ext uri="{FF2B5EF4-FFF2-40B4-BE49-F238E27FC236}">
                  <a16:creationId xmlns:a16="http://schemas.microsoft.com/office/drawing/2014/main" id="{BF85CF36-DB87-3E27-9876-9D954D30F2EC}"/>
                </a:ext>
              </a:extLst>
            </p:cNvPr>
            <p:cNvSpPr txBox="1">
              <a:spLocks noChangeArrowheads="1"/>
            </p:cNvSpPr>
            <p:nvPr/>
          </p:nvSpPr>
          <p:spPr bwMode="auto">
            <a:xfrm>
              <a:off x="7905" y="8225"/>
              <a:ext cx="187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Second Level CA (P1)</a:t>
              </a:r>
              <a:endParaRPr lang="en-US" altLang="en-US" sz="2400">
                <a:latin typeface="Times New Roman" panose="02020603050405020304" pitchFamily="18" charset="0"/>
              </a:endParaRPr>
            </a:p>
          </p:txBody>
        </p:sp>
        <p:sp>
          <p:nvSpPr>
            <p:cNvPr id="297994" name="Text Box 9">
              <a:extLst>
                <a:ext uri="{FF2B5EF4-FFF2-40B4-BE49-F238E27FC236}">
                  <a16:creationId xmlns:a16="http://schemas.microsoft.com/office/drawing/2014/main" id="{450FD119-9536-9B5B-CE4D-1459D83A1E10}"/>
                </a:ext>
              </a:extLst>
            </p:cNvPr>
            <p:cNvSpPr txBox="1">
              <a:spLocks noChangeArrowheads="1"/>
            </p:cNvSpPr>
            <p:nvPr/>
          </p:nvSpPr>
          <p:spPr bwMode="auto">
            <a:xfrm>
              <a:off x="1890" y="9751"/>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(B1)</a:t>
              </a:r>
              <a:endParaRPr lang="en-US" altLang="en-US" sz="2400">
                <a:latin typeface="Times New Roman" panose="02020603050405020304" pitchFamily="18" charset="0"/>
              </a:endParaRPr>
            </a:p>
          </p:txBody>
        </p:sp>
        <p:sp>
          <p:nvSpPr>
            <p:cNvPr id="297995" name="Text Box 10">
              <a:extLst>
                <a:ext uri="{FF2B5EF4-FFF2-40B4-BE49-F238E27FC236}">
                  <a16:creationId xmlns:a16="http://schemas.microsoft.com/office/drawing/2014/main" id="{ADE3B684-0499-2596-A5CF-2CCE30E2C46E}"/>
                </a:ext>
              </a:extLst>
            </p:cNvPr>
            <p:cNvSpPr txBox="1">
              <a:spLocks noChangeArrowheads="1"/>
            </p:cNvSpPr>
            <p:nvPr/>
          </p:nvSpPr>
          <p:spPr bwMode="auto">
            <a:xfrm>
              <a:off x="3720" y="9751"/>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(B2)</a:t>
              </a:r>
              <a:endParaRPr lang="en-US" altLang="en-US" sz="2400">
                <a:latin typeface="Times New Roman" panose="02020603050405020304" pitchFamily="18" charset="0"/>
              </a:endParaRPr>
            </a:p>
          </p:txBody>
        </p:sp>
        <p:sp>
          <p:nvSpPr>
            <p:cNvPr id="297996" name="Text Box 11">
              <a:extLst>
                <a:ext uri="{FF2B5EF4-FFF2-40B4-BE49-F238E27FC236}">
                  <a16:creationId xmlns:a16="http://schemas.microsoft.com/office/drawing/2014/main" id="{87E8654E-F83B-A2F3-EB72-090F2990674E}"/>
                </a:ext>
              </a:extLst>
            </p:cNvPr>
            <p:cNvSpPr txBox="1">
              <a:spLocks noChangeArrowheads="1"/>
            </p:cNvSpPr>
            <p:nvPr/>
          </p:nvSpPr>
          <p:spPr bwMode="auto">
            <a:xfrm>
              <a:off x="8835" y="9698"/>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(Q2)</a:t>
              </a:r>
              <a:endParaRPr lang="en-US" altLang="en-US" sz="2400">
                <a:latin typeface="Times New Roman" panose="02020603050405020304" pitchFamily="18" charset="0"/>
              </a:endParaRPr>
            </a:p>
          </p:txBody>
        </p:sp>
        <p:sp>
          <p:nvSpPr>
            <p:cNvPr id="297997" name="Text Box 12">
              <a:extLst>
                <a:ext uri="{FF2B5EF4-FFF2-40B4-BE49-F238E27FC236}">
                  <a16:creationId xmlns:a16="http://schemas.microsoft.com/office/drawing/2014/main" id="{011DA7A5-B7BF-9A05-5676-C117D0D9FE4C}"/>
                </a:ext>
              </a:extLst>
            </p:cNvPr>
            <p:cNvSpPr txBox="1">
              <a:spLocks noChangeArrowheads="1"/>
            </p:cNvSpPr>
            <p:nvPr/>
          </p:nvSpPr>
          <p:spPr bwMode="auto">
            <a:xfrm>
              <a:off x="6990" y="9716"/>
              <a:ext cx="1725" cy="61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Third Level CA</a:t>
              </a:r>
            </a:p>
            <a:p>
              <a:pPr algn="ctr" eaLnBrk="1" hangingPunct="1">
                <a:spcBef>
                  <a:spcPct val="0"/>
                </a:spcBef>
                <a:buClrTx/>
                <a:buSzTx/>
                <a:buFontTx/>
                <a:buNone/>
              </a:pPr>
              <a:r>
                <a:rPr lang="en-US" altLang="en-US" sz="1200" b="1">
                  <a:latin typeface="Times New Roman" panose="02020603050405020304" pitchFamily="18" charset="0"/>
                </a:rPr>
                <a:t>(Q1)</a:t>
              </a:r>
              <a:endParaRPr lang="en-US" altLang="en-US" sz="2400">
                <a:latin typeface="Times New Roman" panose="02020603050405020304" pitchFamily="18" charset="0"/>
              </a:endParaRPr>
            </a:p>
          </p:txBody>
        </p:sp>
        <p:sp>
          <p:nvSpPr>
            <p:cNvPr id="297998" name="Line 13">
              <a:extLst>
                <a:ext uri="{FF2B5EF4-FFF2-40B4-BE49-F238E27FC236}">
                  <a16:creationId xmlns:a16="http://schemas.microsoft.com/office/drawing/2014/main" id="{D30B45AE-1EB3-7F67-686A-9AC2775BE8D6}"/>
                </a:ext>
              </a:extLst>
            </p:cNvPr>
            <p:cNvSpPr>
              <a:spLocks noChangeShapeType="1"/>
            </p:cNvSpPr>
            <p:nvPr/>
          </p:nvSpPr>
          <p:spPr bwMode="auto">
            <a:xfrm>
              <a:off x="3525" y="7383"/>
              <a:ext cx="0" cy="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7999" name="Line 14">
              <a:extLst>
                <a:ext uri="{FF2B5EF4-FFF2-40B4-BE49-F238E27FC236}">
                  <a16:creationId xmlns:a16="http://schemas.microsoft.com/office/drawing/2014/main" id="{DFD77DF5-EB5A-4F83-689B-D8E2333BAB54}"/>
                </a:ext>
              </a:extLst>
            </p:cNvPr>
            <p:cNvSpPr>
              <a:spLocks noChangeShapeType="1"/>
            </p:cNvSpPr>
            <p:nvPr/>
          </p:nvSpPr>
          <p:spPr bwMode="auto">
            <a:xfrm>
              <a:off x="3645" y="8874"/>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0" name="Line 15">
              <a:extLst>
                <a:ext uri="{FF2B5EF4-FFF2-40B4-BE49-F238E27FC236}">
                  <a16:creationId xmlns:a16="http://schemas.microsoft.com/office/drawing/2014/main" id="{673BE479-05D8-A248-46EE-AFA305204AF1}"/>
                </a:ext>
              </a:extLst>
            </p:cNvPr>
            <p:cNvSpPr>
              <a:spLocks noChangeShapeType="1"/>
            </p:cNvSpPr>
            <p:nvPr/>
          </p:nvSpPr>
          <p:spPr bwMode="auto">
            <a:xfrm>
              <a:off x="2730" y="9347"/>
              <a:ext cx="1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1" name="Line 16">
              <a:extLst>
                <a:ext uri="{FF2B5EF4-FFF2-40B4-BE49-F238E27FC236}">
                  <a16:creationId xmlns:a16="http://schemas.microsoft.com/office/drawing/2014/main" id="{3317B5BA-6BE8-9CFB-9FDC-70F65236AF48}"/>
                </a:ext>
              </a:extLst>
            </p:cNvPr>
            <p:cNvSpPr>
              <a:spLocks noChangeShapeType="1"/>
            </p:cNvSpPr>
            <p:nvPr/>
          </p:nvSpPr>
          <p:spPr bwMode="auto">
            <a:xfrm>
              <a:off x="2730" y="9347"/>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2" name="Line 17">
              <a:extLst>
                <a:ext uri="{FF2B5EF4-FFF2-40B4-BE49-F238E27FC236}">
                  <a16:creationId xmlns:a16="http://schemas.microsoft.com/office/drawing/2014/main" id="{09243798-8B4A-0FEF-D692-B5BBCA8B1BA5}"/>
                </a:ext>
              </a:extLst>
            </p:cNvPr>
            <p:cNvSpPr>
              <a:spLocks noChangeShapeType="1"/>
            </p:cNvSpPr>
            <p:nvPr/>
          </p:nvSpPr>
          <p:spPr bwMode="auto">
            <a:xfrm>
              <a:off x="4620" y="9347"/>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3" name="Line 18">
              <a:extLst>
                <a:ext uri="{FF2B5EF4-FFF2-40B4-BE49-F238E27FC236}">
                  <a16:creationId xmlns:a16="http://schemas.microsoft.com/office/drawing/2014/main" id="{4F220E7A-7127-3582-A2D4-488416F24F13}"/>
                </a:ext>
              </a:extLst>
            </p:cNvPr>
            <p:cNvSpPr>
              <a:spLocks noChangeShapeType="1"/>
            </p:cNvSpPr>
            <p:nvPr/>
          </p:nvSpPr>
          <p:spPr bwMode="auto">
            <a:xfrm>
              <a:off x="7830" y="9312"/>
              <a:ext cx="0"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4" name="Line 19">
              <a:extLst>
                <a:ext uri="{FF2B5EF4-FFF2-40B4-BE49-F238E27FC236}">
                  <a16:creationId xmlns:a16="http://schemas.microsoft.com/office/drawing/2014/main" id="{1E0FF63E-0273-2B9B-06C7-A863C59FFD9D}"/>
                </a:ext>
              </a:extLst>
            </p:cNvPr>
            <p:cNvSpPr>
              <a:spLocks noChangeShapeType="1"/>
            </p:cNvSpPr>
            <p:nvPr/>
          </p:nvSpPr>
          <p:spPr bwMode="auto">
            <a:xfrm>
              <a:off x="9675" y="9312"/>
              <a:ext cx="0" cy="3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5" name="Line 20">
              <a:extLst>
                <a:ext uri="{FF2B5EF4-FFF2-40B4-BE49-F238E27FC236}">
                  <a16:creationId xmlns:a16="http://schemas.microsoft.com/office/drawing/2014/main" id="{58D325B1-A0BB-601C-4221-E0C7543CF8D6}"/>
                </a:ext>
              </a:extLst>
            </p:cNvPr>
            <p:cNvSpPr>
              <a:spLocks noChangeShapeType="1"/>
            </p:cNvSpPr>
            <p:nvPr/>
          </p:nvSpPr>
          <p:spPr bwMode="auto">
            <a:xfrm>
              <a:off x="7830" y="9312"/>
              <a:ext cx="18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6" name="Line 21">
              <a:extLst>
                <a:ext uri="{FF2B5EF4-FFF2-40B4-BE49-F238E27FC236}">
                  <a16:creationId xmlns:a16="http://schemas.microsoft.com/office/drawing/2014/main" id="{DC130A3C-3BD2-B537-0D46-106B185DA547}"/>
                </a:ext>
              </a:extLst>
            </p:cNvPr>
            <p:cNvSpPr>
              <a:spLocks noChangeShapeType="1"/>
            </p:cNvSpPr>
            <p:nvPr/>
          </p:nvSpPr>
          <p:spPr bwMode="auto">
            <a:xfrm>
              <a:off x="8910" y="8839"/>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7" name="Line 22">
              <a:extLst>
                <a:ext uri="{FF2B5EF4-FFF2-40B4-BE49-F238E27FC236}">
                  <a16:creationId xmlns:a16="http://schemas.microsoft.com/office/drawing/2014/main" id="{9A4FEDB1-1EC7-8AF5-C361-CDCAB6302BC1}"/>
                </a:ext>
              </a:extLst>
            </p:cNvPr>
            <p:cNvSpPr>
              <a:spLocks noChangeShapeType="1"/>
            </p:cNvSpPr>
            <p:nvPr/>
          </p:nvSpPr>
          <p:spPr bwMode="auto">
            <a:xfrm>
              <a:off x="2160" y="10359"/>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08" name="Text Box 23" descr="5%">
              <a:extLst>
                <a:ext uri="{FF2B5EF4-FFF2-40B4-BE49-F238E27FC236}">
                  <a16:creationId xmlns:a16="http://schemas.microsoft.com/office/drawing/2014/main" id="{88E43512-070C-6338-46EC-5B084620FAD7}"/>
                </a:ext>
              </a:extLst>
            </p:cNvPr>
            <p:cNvSpPr txBox="1">
              <a:spLocks noChangeArrowheads="1"/>
            </p:cNvSpPr>
            <p:nvPr/>
          </p:nvSpPr>
          <p:spPr bwMode="auto">
            <a:xfrm>
              <a:off x="1875" y="10846"/>
              <a:ext cx="1110" cy="50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Alice</a:t>
              </a:r>
              <a:endParaRPr lang="en-US" altLang="en-US" sz="2400">
                <a:latin typeface="Times New Roman" panose="02020603050405020304" pitchFamily="18" charset="0"/>
              </a:endParaRPr>
            </a:p>
          </p:txBody>
        </p:sp>
        <p:sp>
          <p:nvSpPr>
            <p:cNvPr id="298009" name="Text Box 24">
              <a:extLst>
                <a:ext uri="{FF2B5EF4-FFF2-40B4-BE49-F238E27FC236}">
                  <a16:creationId xmlns:a16="http://schemas.microsoft.com/office/drawing/2014/main" id="{28082B35-3830-AE91-314B-9AB230AF09EB}"/>
                </a:ext>
              </a:extLst>
            </p:cNvPr>
            <p:cNvSpPr txBox="1">
              <a:spLocks noChangeArrowheads="1"/>
            </p:cNvSpPr>
            <p:nvPr/>
          </p:nvSpPr>
          <p:spPr bwMode="auto">
            <a:xfrm>
              <a:off x="3255" y="10833"/>
              <a:ext cx="870" cy="5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8010" name="Line 25">
              <a:extLst>
                <a:ext uri="{FF2B5EF4-FFF2-40B4-BE49-F238E27FC236}">
                  <a16:creationId xmlns:a16="http://schemas.microsoft.com/office/drawing/2014/main" id="{B28A76FE-A1C8-A5BE-C26D-F0D55EA9A994}"/>
                </a:ext>
              </a:extLst>
            </p:cNvPr>
            <p:cNvSpPr>
              <a:spLocks noChangeShapeType="1"/>
            </p:cNvSpPr>
            <p:nvPr/>
          </p:nvSpPr>
          <p:spPr bwMode="auto">
            <a:xfrm>
              <a:off x="10170" y="10314"/>
              <a:ext cx="0" cy="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11" name="Text Box 26" descr="5%">
              <a:extLst>
                <a:ext uri="{FF2B5EF4-FFF2-40B4-BE49-F238E27FC236}">
                  <a16:creationId xmlns:a16="http://schemas.microsoft.com/office/drawing/2014/main" id="{7024BA2C-D138-2910-759C-DDEF34B6B77B}"/>
                </a:ext>
              </a:extLst>
            </p:cNvPr>
            <p:cNvSpPr txBox="1">
              <a:spLocks noChangeArrowheads="1"/>
            </p:cNvSpPr>
            <p:nvPr/>
          </p:nvSpPr>
          <p:spPr bwMode="auto">
            <a:xfrm>
              <a:off x="9315" y="10786"/>
              <a:ext cx="1110" cy="50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Bob</a:t>
              </a:r>
              <a:endParaRPr lang="en-US" altLang="en-US" sz="2400">
                <a:latin typeface="Times New Roman" panose="02020603050405020304" pitchFamily="18" charset="0"/>
              </a:endParaRPr>
            </a:p>
          </p:txBody>
        </p:sp>
        <p:sp>
          <p:nvSpPr>
            <p:cNvPr id="298012" name="Text Box 27">
              <a:extLst>
                <a:ext uri="{FF2B5EF4-FFF2-40B4-BE49-F238E27FC236}">
                  <a16:creationId xmlns:a16="http://schemas.microsoft.com/office/drawing/2014/main" id="{C05B3255-F50A-96AC-BBD9-DE76E5BD31E0}"/>
                </a:ext>
              </a:extLst>
            </p:cNvPr>
            <p:cNvSpPr txBox="1">
              <a:spLocks noChangeArrowheads="1"/>
            </p:cNvSpPr>
            <p:nvPr/>
          </p:nvSpPr>
          <p:spPr bwMode="auto">
            <a:xfrm>
              <a:off x="8070" y="10833"/>
              <a:ext cx="870" cy="5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a:t>
              </a:r>
              <a:endParaRPr lang="en-US" altLang="en-US" sz="2400">
                <a:latin typeface="Times New Roman" panose="02020603050405020304" pitchFamily="18" charset="0"/>
              </a:endParaRPr>
            </a:p>
          </p:txBody>
        </p:sp>
        <p:sp>
          <p:nvSpPr>
            <p:cNvPr id="298013" name="Text Box 28">
              <a:extLst>
                <a:ext uri="{FF2B5EF4-FFF2-40B4-BE49-F238E27FC236}">
                  <a16:creationId xmlns:a16="http://schemas.microsoft.com/office/drawing/2014/main" id="{7FDE482C-5496-EE18-15E5-ECA7662EB19A}"/>
                </a:ext>
              </a:extLst>
            </p:cNvPr>
            <p:cNvSpPr txBox="1">
              <a:spLocks noChangeArrowheads="1"/>
            </p:cNvSpPr>
            <p:nvPr/>
          </p:nvSpPr>
          <p:spPr bwMode="auto">
            <a:xfrm>
              <a:off x="8115" y="6774"/>
              <a:ext cx="1620" cy="61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Root CA of the US</a:t>
              </a:r>
              <a:endParaRPr lang="en-US" altLang="en-US" sz="2400">
                <a:latin typeface="Times New Roman" panose="02020603050405020304" pitchFamily="18" charset="0"/>
              </a:endParaRPr>
            </a:p>
          </p:txBody>
        </p:sp>
        <p:sp>
          <p:nvSpPr>
            <p:cNvPr id="298014" name="Line 29">
              <a:extLst>
                <a:ext uri="{FF2B5EF4-FFF2-40B4-BE49-F238E27FC236}">
                  <a16:creationId xmlns:a16="http://schemas.microsoft.com/office/drawing/2014/main" id="{43D477BC-8D73-7C89-F521-17B15497F51B}"/>
                </a:ext>
              </a:extLst>
            </p:cNvPr>
            <p:cNvSpPr>
              <a:spLocks noChangeShapeType="1"/>
            </p:cNvSpPr>
            <p:nvPr/>
          </p:nvSpPr>
          <p:spPr bwMode="auto">
            <a:xfrm>
              <a:off x="8895" y="7383"/>
              <a:ext cx="0" cy="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8015" name="Line 30">
              <a:extLst>
                <a:ext uri="{FF2B5EF4-FFF2-40B4-BE49-F238E27FC236}">
                  <a16:creationId xmlns:a16="http://schemas.microsoft.com/office/drawing/2014/main" id="{883448BD-F3A4-4DE3-38D7-620E4DEC00A0}"/>
                </a:ext>
              </a:extLst>
            </p:cNvPr>
            <p:cNvSpPr>
              <a:spLocks noChangeShapeType="1"/>
            </p:cNvSpPr>
            <p:nvPr/>
          </p:nvSpPr>
          <p:spPr bwMode="auto">
            <a:xfrm>
              <a:off x="4362" y="7344"/>
              <a:ext cx="3738" cy="0"/>
            </a:xfrm>
            <a:prstGeom prst="line">
              <a:avLst/>
            </a:prstGeom>
            <a:noFill/>
            <a:ln w="38100" cap="rnd">
              <a:solidFill>
                <a:srgbClr val="000000"/>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98016" name="Text Box 31">
              <a:extLst>
                <a:ext uri="{FF2B5EF4-FFF2-40B4-BE49-F238E27FC236}">
                  <a16:creationId xmlns:a16="http://schemas.microsoft.com/office/drawing/2014/main" id="{C6B0EA22-0CC2-5D4D-FC02-F16BD2603E79}"/>
                </a:ext>
              </a:extLst>
            </p:cNvPr>
            <p:cNvSpPr txBox="1">
              <a:spLocks noChangeArrowheads="1"/>
            </p:cNvSpPr>
            <p:nvPr/>
          </p:nvSpPr>
          <p:spPr bwMode="auto">
            <a:xfrm>
              <a:off x="4995" y="6804"/>
              <a:ext cx="2205" cy="4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b="1">
                  <a:latin typeface="Times New Roman" panose="02020603050405020304" pitchFamily="18" charset="0"/>
                </a:rPr>
                <a:t>Cross-certified</a:t>
              </a:r>
              <a:endParaRPr lang="en-US" altLang="en-US" sz="24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lide Number Placeholder 5">
            <a:extLst>
              <a:ext uri="{FF2B5EF4-FFF2-40B4-BE49-F238E27FC236}">
                <a16:creationId xmlns:a16="http://schemas.microsoft.com/office/drawing/2014/main" id="{657704DB-1DDC-2BDA-F4B4-61D3A7BF43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906B7DA-2509-4C23-A409-43DC667A1F52}" type="slidenum">
              <a:rPr lang="en-US" altLang="en-US" sz="1400"/>
              <a:pPr>
                <a:spcBef>
                  <a:spcPct val="0"/>
                </a:spcBef>
                <a:buClrTx/>
                <a:buSzTx/>
                <a:buFontTx/>
                <a:buNone/>
              </a:pPr>
              <a:t>187</a:t>
            </a:fld>
            <a:endParaRPr lang="en-US" altLang="en-US" sz="1400"/>
          </a:p>
        </p:txBody>
      </p:sp>
      <p:sp>
        <p:nvSpPr>
          <p:cNvPr id="304131" name="Rectangle 1026">
            <a:extLst>
              <a:ext uri="{FF2B5EF4-FFF2-40B4-BE49-F238E27FC236}">
                <a16:creationId xmlns:a16="http://schemas.microsoft.com/office/drawing/2014/main" id="{1B8B3295-4448-99C3-9A85-2E7E351F8901}"/>
              </a:ext>
            </a:extLst>
          </p:cNvPr>
          <p:cNvSpPr>
            <a:spLocks noGrp="1" noChangeArrowheads="1"/>
          </p:cNvSpPr>
          <p:nvPr>
            <p:ph type="title"/>
          </p:nvPr>
        </p:nvSpPr>
        <p:spPr/>
        <p:txBody>
          <a:bodyPr/>
          <a:lstStyle/>
          <a:p>
            <a:pPr eaLnBrk="1" hangingPunct="1"/>
            <a:r>
              <a:rPr lang="en-US" altLang="en-US" sz="4000"/>
              <a:t>Java Keystore and Keytool</a:t>
            </a:r>
          </a:p>
        </p:txBody>
      </p:sp>
      <p:sp>
        <p:nvSpPr>
          <p:cNvPr id="304132" name="Rectangle 1027">
            <a:extLst>
              <a:ext uri="{FF2B5EF4-FFF2-40B4-BE49-F238E27FC236}">
                <a16:creationId xmlns:a16="http://schemas.microsoft.com/office/drawing/2014/main" id="{96214D0C-0BEE-96DE-681F-11E8CCE73B25}"/>
              </a:ext>
            </a:extLst>
          </p:cNvPr>
          <p:cNvSpPr>
            <a:spLocks noGrp="1" noChangeArrowheads="1"/>
          </p:cNvSpPr>
          <p:nvPr>
            <p:ph type="body" idx="1"/>
          </p:nvPr>
        </p:nvSpPr>
        <p:spPr/>
        <p:txBody>
          <a:bodyPr/>
          <a:lstStyle/>
          <a:p>
            <a:pPr eaLnBrk="1" hangingPunct="1"/>
            <a:r>
              <a:rPr lang="en-US" altLang="en-US" sz="2400"/>
              <a:t>Keystore</a:t>
            </a:r>
          </a:p>
          <a:p>
            <a:pPr lvl="1" eaLnBrk="1" hangingPunct="1"/>
            <a:r>
              <a:rPr lang="en-US" altLang="en-US" sz="2000"/>
              <a:t>Collection of keys and certificates</a:t>
            </a:r>
          </a:p>
          <a:p>
            <a:pPr lvl="1" eaLnBrk="1" hangingPunct="1"/>
            <a:r>
              <a:rPr lang="en-US" altLang="en-US" sz="2000"/>
              <a:t>Java.security.KeyStore is an in-memory representation of it</a:t>
            </a:r>
          </a:p>
          <a:p>
            <a:pPr lvl="1" eaLnBrk="1" hangingPunct="1"/>
            <a:r>
              <a:rPr lang="en-US" altLang="en-US" sz="2000"/>
              <a:t>Contains two types of entries</a:t>
            </a:r>
          </a:p>
          <a:p>
            <a:pPr lvl="2" eaLnBrk="1" hangingPunct="1"/>
            <a:r>
              <a:rPr lang="en-US" altLang="en-US" sz="1800"/>
              <a:t>Trusted certificates</a:t>
            </a:r>
          </a:p>
          <a:p>
            <a:pPr lvl="2" eaLnBrk="1" hangingPunct="1"/>
            <a:r>
              <a:rPr lang="en-US" altLang="en-US" sz="1800"/>
              <a:t>Keys (private or symmetric)</a:t>
            </a:r>
          </a:p>
          <a:p>
            <a:pPr eaLnBrk="1" hangingPunct="1"/>
            <a:r>
              <a:rPr lang="en-US" altLang="en-US" sz="2400"/>
              <a:t>Keytool</a:t>
            </a:r>
          </a:p>
          <a:p>
            <a:pPr lvl="1" eaLnBrk="1" hangingPunct="1"/>
            <a:r>
              <a:rPr lang="en-US" altLang="en-US" sz="2000"/>
              <a:t>Application shipped with the JDK</a:t>
            </a:r>
          </a:p>
          <a:p>
            <a:pPr lvl="1" eaLnBrk="1" hangingPunct="1"/>
            <a:r>
              <a:rPr lang="en-US" altLang="en-US" sz="2000"/>
              <a:t>Manages keystores and can create certificates</a:t>
            </a:r>
          </a:p>
          <a:p>
            <a:pPr lvl="1" eaLnBrk="1" hangingPunct="1"/>
            <a:r>
              <a:rPr lang="en-US" altLang="en-US" sz="2000"/>
              <a:t>Can be used at the command prompt by typing </a:t>
            </a:r>
            <a:r>
              <a:rPr lang="en-US" altLang="en-US" sz="2000" i="1"/>
              <a:t>keytool</a:t>
            </a:r>
            <a:endParaRPr lang="en-US" altLang="en-US" sz="2000"/>
          </a:p>
          <a:p>
            <a:pPr lvl="1" eaLnBrk="1" hangingPunct="1"/>
            <a:endParaRPr lang="en-US" altLang="en-US" sz="2000"/>
          </a:p>
          <a:p>
            <a:pPr lvl="1" eaLnBrk="1" hangingPunct="1"/>
            <a:endParaRPr lang="en-US" altLang="en-US" sz="2000"/>
          </a:p>
        </p:txBody>
      </p:sp>
    </p:spTree>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Number Placeholder 5">
            <a:extLst>
              <a:ext uri="{FF2B5EF4-FFF2-40B4-BE49-F238E27FC236}">
                <a16:creationId xmlns:a16="http://schemas.microsoft.com/office/drawing/2014/main" id="{C0DAB541-1A9D-8EDA-15E8-C80EB3BCF0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27A8102-1DB6-43AE-8F2C-5DD4B2A1EA90}" type="slidenum">
              <a:rPr lang="en-US" altLang="en-US" sz="1400"/>
              <a:pPr>
                <a:spcBef>
                  <a:spcPct val="0"/>
                </a:spcBef>
                <a:buClrTx/>
                <a:buSzTx/>
                <a:buFontTx/>
                <a:buNone/>
              </a:pPr>
              <a:t>188</a:t>
            </a:fld>
            <a:endParaRPr lang="en-US" altLang="en-US" sz="1400"/>
          </a:p>
        </p:txBody>
      </p:sp>
      <p:sp>
        <p:nvSpPr>
          <p:cNvPr id="306179" name="Rectangle 1026">
            <a:extLst>
              <a:ext uri="{FF2B5EF4-FFF2-40B4-BE49-F238E27FC236}">
                <a16:creationId xmlns:a16="http://schemas.microsoft.com/office/drawing/2014/main" id="{1A28C884-AB70-8942-188D-551867B7D678}"/>
              </a:ext>
            </a:extLst>
          </p:cNvPr>
          <p:cNvSpPr>
            <a:spLocks noGrp="1" noChangeArrowheads="1"/>
          </p:cNvSpPr>
          <p:nvPr>
            <p:ph type="title"/>
          </p:nvPr>
        </p:nvSpPr>
        <p:spPr/>
        <p:txBody>
          <a:bodyPr/>
          <a:lstStyle/>
          <a:p>
            <a:pPr eaLnBrk="1" hangingPunct="1"/>
            <a:r>
              <a:rPr lang="en-US" altLang="en-US" sz="4000"/>
              <a:t>Using the keytool</a:t>
            </a:r>
          </a:p>
        </p:txBody>
      </p:sp>
      <p:sp>
        <p:nvSpPr>
          <p:cNvPr id="306180" name="Rectangle 1027">
            <a:extLst>
              <a:ext uri="{FF2B5EF4-FFF2-40B4-BE49-F238E27FC236}">
                <a16:creationId xmlns:a16="http://schemas.microsoft.com/office/drawing/2014/main" id="{0900444A-2098-5029-36F6-C72F3791AACB}"/>
              </a:ext>
            </a:extLst>
          </p:cNvPr>
          <p:cNvSpPr>
            <a:spLocks noGrp="1" noChangeArrowheads="1"/>
          </p:cNvSpPr>
          <p:nvPr>
            <p:ph type="body" idx="1"/>
          </p:nvPr>
        </p:nvSpPr>
        <p:spPr/>
        <p:txBody>
          <a:bodyPr/>
          <a:lstStyle/>
          <a:p>
            <a:pPr eaLnBrk="1" hangingPunct="1">
              <a:lnSpc>
                <a:spcPct val="90000"/>
              </a:lnSpc>
            </a:pPr>
            <a:r>
              <a:rPr lang="en-US" altLang="en-US"/>
              <a:t>Creating a keystore</a:t>
            </a:r>
          </a:p>
          <a:p>
            <a:pPr lvl="1" eaLnBrk="1" hangingPunct="1">
              <a:lnSpc>
                <a:spcPct val="90000"/>
              </a:lnSpc>
            </a:pPr>
            <a:r>
              <a:rPr lang="en-US" altLang="en-US"/>
              <a:t>keytool –genkey –alias tomcat			</a:t>
            </a:r>
          </a:p>
          <a:p>
            <a:pPr eaLnBrk="1" hangingPunct="1">
              <a:lnSpc>
                <a:spcPct val="90000"/>
              </a:lnSpc>
            </a:pPr>
            <a:r>
              <a:rPr lang="en-US" altLang="en-US"/>
              <a:t>Verifying the keystore</a:t>
            </a:r>
          </a:p>
          <a:p>
            <a:pPr lvl="1" eaLnBrk="1" hangingPunct="1">
              <a:lnSpc>
                <a:spcPct val="90000"/>
              </a:lnSpc>
            </a:pPr>
            <a:r>
              <a:rPr lang="en-US" altLang="en-US"/>
              <a:t>Keytool –v –list</a:t>
            </a:r>
          </a:p>
          <a:p>
            <a:pPr eaLnBrk="1" hangingPunct="1">
              <a:lnSpc>
                <a:spcPct val="90000"/>
              </a:lnSpc>
            </a:pPr>
            <a:r>
              <a:rPr lang="en-US" altLang="en-US"/>
              <a:t>Exporting the keystore to a digital certificate (can open it in the browser)</a:t>
            </a:r>
          </a:p>
          <a:p>
            <a:pPr lvl="1" eaLnBrk="1" hangingPunct="1">
              <a:lnSpc>
                <a:spcPct val="90000"/>
              </a:lnSpc>
            </a:pPr>
            <a:r>
              <a:rPr lang="en-US" altLang="en-US"/>
              <a:t>Keytool –export –alias tomcat –file test.cer</a:t>
            </a:r>
          </a:p>
        </p:txBody>
      </p:sp>
    </p:spTree>
  </p:cSld>
  <p:clrMapOvr>
    <a:masterClrMapping/>
  </p:clrMapOvr>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6">
            <a:extLst>
              <a:ext uri="{FF2B5EF4-FFF2-40B4-BE49-F238E27FC236}">
                <a16:creationId xmlns:a16="http://schemas.microsoft.com/office/drawing/2014/main" id="{B8B5DB55-D74C-6123-BDA9-7AD5F6E2B3F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9D445E1-0613-44AB-A8D4-9CEC88DE755C}" type="slidenum">
              <a:rPr lang="en-US" altLang="en-US" sz="1400">
                <a:solidFill>
                  <a:schemeClr val="bg2"/>
                </a:solidFill>
              </a:rPr>
              <a:pPr>
                <a:spcBef>
                  <a:spcPct val="0"/>
                </a:spcBef>
                <a:buClrTx/>
                <a:buSzTx/>
                <a:buFontTx/>
                <a:buNone/>
              </a:pPr>
              <a:t>189</a:t>
            </a:fld>
            <a:endParaRPr lang="en-US" altLang="en-US" sz="1400">
              <a:solidFill>
                <a:schemeClr val="bg2"/>
              </a:solidFill>
            </a:endParaRPr>
          </a:p>
        </p:txBody>
      </p:sp>
      <p:sp>
        <p:nvSpPr>
          <p:cNvPr id="353283" name="Rectangle 4">
            <a:extLst>
              <a:ext uri="{FF2B5EF4-FFF2-40B4-BE49-F238E27FC236}">
                <a16:creationId xmlns:a16="http://schemas.microsoft.com/office/drawing/2014/main" id="{AED85260-FD91-CB05-3FB0-C35BDC27920A}"/>
              </a:ext>
            </a:extLst>
          </p:cNvPr>
          <p:cNvSpPr>
            <a:spLocks noGrp="1" noChangeArrowheads="1"/>
          </p:cNvSpPr>
          <p:nvPr>
            <p:ph type="ctrTitle"/>
          </p:nvPr>
        </p:nvSpPr>
        <p:spPr/>
        <p:txBody>
          <a:bodyPr/>
          <a:lstStyle/>
          <a:p>
            <a:pPr eaLnBrk="1" hangingPunct="1"/>
            <a:r>
              <a:rPr lang="en-US" altLang="en-US"/>
              <a:t>Certificate Revocation</a:t>
            </a:r>
          </a:p>
        </p:txBody>
      </p:sp>
      <p:sp>
        <p:nvSpPr>
          <p:cNvPr id="353284" name="Rectangle 5">
            <a:extLst>
              <a:ext uri="{FF2B5EF4-FFF2-40B4-BE49-F238E27FC236}">
                <a16:creationId xmlns:a16="http://schemas.microsoft.com/office/drawing/2014/main" id="{2F29DD4C-AAC8-7465-765D-9B7CABBA8038}"/>
              </a:ext>
            </a:extLst>
          </p:cNvPr>
          <p:cNvSpPr>
            <a:spLocks noGrp="1" noChangeArrowheads="1"/>
          </p:cNvSpPr>
          <p:nvPr>
            <p:ph type="subTitle" idx="1"/>
          </p:nvPr>
        </p:nvSpPr>
        <p:spPr/>
        <p:txBody>
          <a:bodyPr/>
          <a:lstStyle/>
          <a:p>
            <a:pPr eaLnBrk="1" hangingPunct="1">
              <a:lnSpc>
                <a:spcPct val="90000"/>
              </a:lnSpc>
            </a:pPr>
            <a:r>
              <a:rPr lang="en-US" altLang="en-US"/>
              <a:t>Certificate Revocation List (CRL)</a:t>
            </a:r>
          </a:p>
          <a:p>
            <a:pPr eaLnBrk="1" hangingPunct="1">
              <a:lnSpc>
                <a:spcPct val="90000"/>
              </a:lnSpc>
            </a:pPr>
            <a:r>
              <a:rPr lang="en-US" altLang="en-US"/>
              <a:t>Online Certificate Status Protocol (OCSP)</a:t>
            </a:r>
          </a:p>
          <a:p>
            <a:pPr eaLnBrk="1" hangingPunct="1">
              <a:lnSpc>
                <a:spcPct val="90000"/>
              </a:lnSpc>
            </a:pPr>
            <a:r>
              <a:rPr lang="en-US" altLang="en-US"/>
              <a:t>Simple Certificate Validation Protocol (SCVP)</a:t>
            </a: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Slide Number Placeholder 5">
            <a:extLst>
              <a:ext uri="{FF2B5EF4-FFF2-40B4-BE49-F238E27FC236}">
                <a16:creationId xmlns:a16="http://schemas.microsoft.com/office/drawing/2014/main" id="{C2D3DB74-9BBE-F53A-F8EF-E12185186B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B893559-1976-41D5-8207-F4FEA6BB9E22}" type="slidenum">
              <a:rPr lang="en-US" altLang="en-US" sz="1400"/>
              <a:pPr>
                <a:spcBef>
                  <a:spcPct val="0"/>
                </a:spcBef>
                <a:buClrTx/>
                <a:buSzTx/>
                <a:buFontTx/>
                <a:buNone/>
              </a:pPr>
              <a:t>190</a:t>
            </a:fld>
            <a:endParaRPr lang="en-US" altLang="en-US" sz="1400"/>
          </a:p>
        </p:txBody>
      </p:sp>
      <p:sp>
        <p:nvSpPr>
          <p:cNvPr id="355331" name="Rectangle 2">
            <a:extLst>
              <a:ext uri="{FF2B5EF4-FFF2-40B4-BE49-F238E27FC236}">
                <a16:creationId xmlns:a16="http://schemas.microsoft.com/office/drawing/2014/main" id="{6B188EFC-5C97-6568-4A36-CF56ACF64FA1}"/>
              </a:ext>
            </a:extLst>
          </p:cNvPr>
          <p:cNvSpPr>
            <a:spLocks noGrp="1" noChangeArrowheads="1"/>
          </p:cNvSpPr>
          <p:nvPr>
            <p:ph type="title"/>
          </p:nvPr>
        </p:nvSpPr>
        <p:spPr/>
        <p:txBody>
          <a:bodyPr/>
          <a:lstStyle/>
          <a:p>
            <a:pPr eaLnBrk="1" hangingPunct="1"/>
            <a:r>
              <a:rPr lang="en-US" altLang="en-US"/>
              <a:t>Validating Certificates</a:t>
            </a:r>
          </a:p>
        </p:txBody>
      </p:sp>
      <p:sp>
        <p:nvSpPr>
          <p:cNvPr id="355332" name="Rectangle 3">
            <a:extLst>
              <a:ext uri="{FF2B5EF4-FFF2-40B4-BE49-F238E27FC236}">
                <a16:creationId xmlns:a16="http://schemas.microsoft.com/office/drawing/2014/main" id="{463B6AEF-DD92-3B69-9E27-C6BF43CDFE8A}"/>
              </a:ext>
            </a:extLst>
          </p:cNvPr>
          <p:cNvSpPr>
            <a:spLocks noGrp="1" noChangeArrowheads="1"/>
          </p:cNvSpPr>
          <p:nvPr>
            <p:ph type="body" idx="1"/>
          </p:nvPr>
        </p:nvSpPr>
        <p:spPr/>
        <p:txBody>
          <a:bodyPr/>
          <a:lstStyle/>
          <a:p>
            <a:pPr eaLnBrk="1" hangingPunct="1"/>
            <a:r>
              <a:rPr lang="en-US" altLang="en-US"/>
              <a:t>Two aspects</a:t>
            </a:r>
          </a:p>
          <a:p>
            <a:pPr lvl="1" eaLnBrk="1" hangingPunct="1"/>
            <a:r>
              <a:rPr lang="en-US" altLang="en-US"/>
              <a:t>Does this certificate really belong to the person?</a:t>
            </a:r>
          </a:p>
          <a:p>
            <a:pPr lvl="1" eaLnBrk="1" hangingPunct="1"/>
            <a:r>
              <a:rPr lang="en-US" altLang="en-US"/>
              <a:t>Is this certificate valid, or is it revoked?</a:t>
            </a:r>
          </a:p>
          <a:p>
            <a:pPr eaLnBrk="1" hangingPunct="1"/>
            <a:r>
              <a:rPr lang="en-US" altLang="en-US"/>
              <a:t>First issue is tackled by the CA’s digital signature on the certificate</a:t>
            </a:r>
          </a:p>
          <a:p>
            <a:pPr eaLnBrk="1" hangingPunct="1"/>
            <a:r>
              <a:rPr lang="en-US" altLang="en-US"/>
              <a:t>Second one needs to be resolved</a:t>
            </a:r>
          </a:p>
          <a:p>
            <a:pPr lvl="1" eaLnBrk="1" hangingPunct="1"/>
            <a:endParaRPr lang="en-US" altLang="en-US"/>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Slide Number Placeholder 5">
            <a:extLst>
              <a:ext uri="{FF2B5EF4-FFF2-40B4-BE49-F238E27FC236}">
                <a16:creationId xmlns:a16="http://schemas.microsoft.com/office/drawing/2014/main" id="{0AF4A936-CA76-DA17-C5DD-D5E645D933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18BB7E0-91AE-41A8-98C9-650F65E51BDC}" type="slidenum">
              <a:rPr lang="en-US" altLang="en-US" sz="1400"/>
              <a:pPr>
                <a:spcBef>
                  <a:spcPct val="0"/>
                </a:spcBef>
                <a:buClrTx/>
                <a:buSzTx/>
                <a:buFontTx/>
                <a:buNone/>
              </a:pPr>
              <a:t>191</a:t>
            </a:fld>
            <a:endParaRPr lang="en-US" altLang="en-US" sz="1400"/>
          </a:p>
        </p:txBody>
      </p:sp>
      <p:sp>
        <p:nvSpPr>
          <p:cNvPr id="357379" name="Rectangle 2">
            <a:extLst>
              <a:ext uri="{FF2B5EF4-FFF2-40B4-BE49-F238E27FC236}">
                <a16:creationId xmlns:a16="http://schemas.microsoft.com/office/drawing/2014/main" id="{318AC59B-2E9A-3C00-EBE1-016A6BCD19AE}"/>
              </a:ext>
            </a:extLst>
          </p:cNvPr>
          <p:cNvSpPr>
            <a:spLocks noGrp="1" noChangeArrowheads="1"/>
          </p:cNvSpPr>
          <p:nvPr>
            <p:ph type="title"/>
          </p:nvPr>
        </p:nvSpPr>
        <p:spPr/>
        <p:txBody>
          <a:bodyPr/>
          <a:lstStyle/>
          <a:p>
            <a:pPr eaLnBrk="1" hangingPunct="1"/>
            <a:r>
              <a:rPr lang="en-US" altLang="en-US"/>
              <a:t>Certificate Revocation Checks</a:t>
            </a:r>
          </a:p>
        </p:txBody>
      </p:sp>
      <p:sp>
        <p:nvSpPr>
          <p:cNvPr id="357380" name="Rectangle 3">
            <a:extLst>
              <a:ext uri="{FF2B5EF4-FFF2-40B4-BE49-F238E27FC236}">
                <a16:creationId xmlns:a16="http://schemas.microsoft.com/office/drawing/2014/main" id="{A735BFD3-8752-8F6B-B895-713B742D6145}"/>
              </a:ext>
            </a:extLst>
          </p:cNvPr>
          <p:cNvSpPr>
            <a:spLocks noGrp="1" noChangeArrowheads="1"/>
          </p:cNvSpPr>
          <p:nvPr>
            <p:ph type="body" idx="1"/>
          </p:nvPr>
        </p:nvSpPr>
        <p:spPr/>
        <p:txBody>
          <a:bodyPr/>
          <a:lstStyle/>
          <a:p>
            <a:pPr eaLnBrk="1" hangingPunct="1"/>
            <a:endParaRPr lang="en-GB" altLang="en-US"/>
          </a:p>
        </p:txBody>
      </p:sp>
      <p:grpSp>
        <p:nvGrpSpPr>
          <p:cNvPr id="357381" name="Group 4">
            <a:extLst>
              <a:ext uri="{FF2B5EF4-FFF2-40B4-BE49-F238E27FC236}">
                <a16:creationId xmlns:a16="http://schemas.microsoft.com/office/drawing/2014/main" id="{8FB49EC2-2487-D4D0-8D92-013E5C60351E}"/>
              </a:ext>
            </a:extLst>
          </p:cNvPr>
          <p:cNvGrpSpPr>
            <a:grpSpLocks/>
          </p:cNvGrpSpPr>
          <p:nvPr/>
        </p:nvGrpSpPr>
        <p:grpSpPr bwMode="auto">
          <a:xfrm>
            <a:off x="2971800" y="2209800"/>
            <a:ext cx="6858000" cy="3886200"/>
            <a:chOff x="2916" y="1404"/>
            <a:chExt cx="7476" cy="5460"/>
          </a:xfrm>
        </p:grpSpPr>
        <p:sp>
          <p:nvSpPr>
            <p:cNvPr id="357382" name="Rectangle 5">
              <a:extLst>
                <a:ext uri="{FF2B5EF4-FFF2-40B4-BE49-F238E27FC236}">
                  <a16:creationId xmlns:a16="http://schemas.microsoft.com/office/drawing/2014/main" id="{CDD8715C-B00B-B471-B052-24AFC2013013}"/>
                </a:ext>
              </a:extLst>
            </p:cNvPr>
            <p:cNvSpPr>
              <a:spLocks noChangeArrowheads="1"/>
            </p:cNvSpPr>
            <p:nvPr/>
          </p:nvSpPr>
          <p:spPr bwMode="auto">
            <a:xfrm>
              <a:off x="2916" y="1404"/>
              <a:ext cx="7476" cy="54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57383" name="Text Box 6">
              <a:extLst>
                <a:ext uri="{FF2B5EF4-FFF2-40B4-BE49-F238E27FC236}">
                  <a16:creationId xmlns:a16="http://schemas.microsoft.com/office/drawing/2014/main" id="{7DA9CED6-C3D2-8424-FFE2-F75F654D6267}"/>
                </a:ext>
              </a:extLst>
            </p:cNvPr>
            <p:cNvSpPr txBox="1">
              <a:spLocks noChangeArrowheads="1"/>
            </p:cNvSpPr>
            <p:nvPr/>
          </p:nvSpPr>
          <p:spPr bwMode="auto">
            <a:xfrm>
              <a:off x="5580" y="1807"/>
              <a:ext cx="2445" cy="6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Digital Certificate revocation checks</a:t>
              </a:r>
              <a:endParaRPr lang="en-US" altLang="en-US" sz="1800"/>
            </a:p>
          </p:txBody>
        </p:sp>
        <p:sp>
          <p:nvSpPr>
            <p:cNvPr id="357384" name="Text Box 7">
              <a:extLst>
                <a:ext uri="{FF2B5EF4-FFF2-40B4-BE49-F238E27FC236}">
                  <a16:creationId xmlns:a16="http://schemas.microsoft.com/office/drawing/2014/main" id="{6C38E4D4-046A-3254-CD11-2E64B735C5EC}"/>
                </a:ext>
              </a:extLst>
            </p:cNvPr>
            <p:cNvSpPr txBox="1">
              <a:spLocks noChangeArrowheads="1"/>
            </p:cNvSpPr>
            <p:nvPr/>
          </p:nvSpPr>
          <p:spPr bwMode="auto">
            <a:xfrm>
              <a:off x="6882" y="3724"/>
              <a:ext cx="2445" cy="64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Online revocation status checks</a:t>
              </a:r>
              <a:endParaRPr lang="en-US" altLang="en-US" sz="1800"/>
            </a:p>
          </p:txBody>
        </p:sp>
        <p:sp>
          <p:nvSpPr>
            <p:cNvPr id="357385" name="Text Box 8">
              <a:extLst>
                <a:ext uri="{FF2B5EF4-FFF2-40B4-BE49-F238E27FC236}">
                  <a16:creationId xmlns:a16="http://schemas.microsoft.com/office/drawing/2014/main" id="{B8897C1C-5A00-DE2D-8923-BDE35C218863}"/>
                </a:ext>
              </a:extLst>
            </p:cNvPr>
            <p:cNvSpPr txBox="1">
              <a:spLocks noChangeArrowheads="1"/>
            </p:cNvSpPr>
            <p:nvPr/>
          </p:nvSpPr>
          <p:spPr bwMode="auto">
            <a:xfrm>
              <a:off x="3597" y="3727"/>
              <a:ext cx="2445" cy="64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Offline revocation status checks</a:t>
              </a:r>
              <a:endParaRPr lang="en-US" altLang="en-US" sz="1800"/>
            </a:p>
          </p:txBody>
        </p:sp>
        <p:sp>
          <p:nvSpPr>
            <p:cNvPr id="357386" name="Line 9">
              <a:extLst>
                <a:ext uri="{FF2B5EF4-FFF2-40B4-BE49-F238E27FC236}">
                  <a16:creationId xmlns:a16="http://schemas.microsoft.com/office/drawing/2014/main" id="{C0C192EC-55CA-8FB0-5A56-E13BD6035112}"/>
                </a:ext>
              </a:extLst>
            </p:cNvPr>
            <p:cNvSpPr>
              <a:spLocks noChangeShapeType="1"/>
            </p:cNvSpPr>
            <p:nvPr/>
          </p:nvSpPr>
          <p:spPr bwMode="auto">
            <a:xfrm>
              <a:off x="6780" y="2475"/>
              <a:ext cx="0" cy="6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87" name="Line 10">
              <a:extLst>
                <a:ext uri="{FF2B5EF4-FFF2-40B4-BE49-F238E27FC236}">
                  <a16:creationId xmlns:a16="http://schemas.microsoft.com/office/drawing/2014/main" id="{0AFDB770-B5F7-F910-FF3C-4A7B95190107}"/>
                </a:ext>
              </a:extLst>
            </p:cNvPr>
            <p:cNvSpPr>
              <a:spLocks noChangeShapeType="1"/>
            </p:cNvSpPr>
            <p:nvPr/>
          </p:nvSpPr>
          <p:spPr bwMode="auto">
            <a:xfrm flipV="1">
              <a:off x="4857" y="3117"/>
              <a:ext cx="36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88" name="Line 11">
              <a:extLst>
                <a:ext uri="{FF2B5EF4-FFF2-40B4-BE49-F238E27FC236}">
                  <a16:creationId xmlns:a16="http://schemas.microsoft.com/office/drawing/2014/main" id="{EE6D71CC-34DF-FD39-6D8A-816C65ADFA6E}"/>
                </a:ext>
              </a:extLst>
            </p:cNvPr>
            <p:cNvSpPr>
              <a:spLocks noChangeShapeType="1"/>
            </p:cNvSpPr>
            <p:nvPr/>
          </p:nvSpPr>
          <p:spPr bwMode="auto">
            <a:xfrm>
              <a:off x="4866" y="3117"/>
              <a:ext cx="0" cy="62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89" name="Line 12">
              <a:extLst>
                <a:ext uri="{FF2B5EF4-FFF2-40B4-BE49-F238E27FC236}">
                  <a16:creationId xmlns:a16="http://schemas.microsoft.com/office/drawing/2014/main" id="{FCAC4F50-2A94-4131-C451-5988D63080B5}"/>
                </a:ext>
              </a:extLst>
            </p:cNvPr>
            <p:cNvSpPr>
              <a:spLocks noChangeShapeType="1"/>
            </p:cNvSpPr>
            <p:nvPr/>
          </p:nvSpPr>
          <p:spPr bwMode="auto">
            <a:xfrm flipH="1">
              <a:off x="8481" y="3132"/>
              <a:ext cx="0" cy="5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90" name="Line 13">
              <a:extLst>
                <a:ext uri="{FF2B5EF4-FFF2-40B4-BE49-F238E27FC236}">
                  <a16:creationId xmlns:a16="http://schemas.microsoft.com/office/drawing/2014/main" id="{F9CC8ED6-47A1-6C68-D85C-582B5FE8A65E}"/>
                </a:ext>
              </a:extLst>
            </p:cNvPr>
            <p:cNvSpPr>
              <a:spLocks noChangeShapeType="1"/>
            </p:cNvSpPr>
            <p:nvPr/>
          </p:nvSpPr>
          <p:spPr bwMode="auto">
            <a:xfrm>
              <a:off x="8109" y="4365"/>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91" name="Line 14">
              <a:extLst>
                <a:ext uri="{FF2B5EF4-FFF2-40B4-BE49-F238E27FC236}">
                  <a16:creationId xmlns:a16="http://schemas.microsoft.com/office/drawing/2014/main" id="{0D07660C-5DFF-9C85-49C2-5BB8C37117D5}"/>
                </a:ext>
              </a:extLst>
            </p:cNvPr>
            <p:cNvSpPr>
              <a:spLocks noChangeShapeType="1"/>
            </p:cNvSpPr>
            <p:nvPr/>
          </p:nvSpPr>
          <p:spPr bwMode="auto">
            <a:xfrm flipV="1">
              <a:off x="6753" y="4944"/>
              <a:ext cx="25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92" name="Line 15">
              <a:extLst>
                <a:ext uri="{FF2B5EF4-FFF2-40B4-BE49-F238E27FC236}">
                  <a16:creationId xmlns:a16="http://schemas.microsoft.com/office/drawing/2014/main" id="{00B3C99E-B78B-225E-AFC8-37DA344B1A75}"/>
                </a:ext>
              </a:extLst>
            </p:cNvPr>
            <p:cNvSpPr>
              <a:spLocks noChangeShapeType="1"/>
            </p:cNvSpPr>
            <p:nvPr/>
          </p:nvSpPr>
          <p:spPr bwMode="auto">
            <a:xfrm>
              <a:off x="6744" y="4968"/>
              <a:ext cx="0" cy="57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93" name="Line 16">
              <a:extLst>
                <a:ext uri="{FF2B5EF4-FFF2-40B4-BE49-F238E27FC236}">
                  <a16:creationId xmlns:a16="http://schemas.microsoft.com/office/drawing/2014/main" id="{E48A9565-5892-ADD3-6637-80AA5E0429FA}"/>
                </a:ext>
              </a:extLst>
            </p:cNvPr>
            <p:cNvSpPr>
              <a:spLocks noChangeShapeType="1"/>
            </p:cNvSpPr>
            <p:nvPr/>
          </p:nvSpPr>
          <p:spPr bwMode="auto">
            <a:xfrm>
              <a:off x="9294" y="4956"/>
              <a:ext cx="0" cy="5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7394" name="Text Box 17">
              <a:extLst>
                <a:ext uri="{FF2B5EF4-FFF2-40B4-BE49-F238E27FC236}">
                  <a16:creationId xmlns:a16="http://schemas.microsoft.com/office/drawing/2014/main" id="{F2C906E9-EE77-363E-D0D1-4702C54987A0}"/>
                </a:ext>
              </a:extLst>
            </p:cNvPr>
            <p:cNvSpPr txBox="1">
              <a:spLocks noChangeArrowheads="1"/>
            </p:cNvSpPr>
            <p:nvPr/>
          </p:nvSpPr>
          <p:spPr bwMode="auto">
            <a:xfrm>
              <a:off x="5682" y="5544"/>
              <a:ext cx="2028" cy="86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Online Certificate Validation Protocol (OCSP)</a:t>
              </a:r>
              <a:endParaRPr lang="en-US" altLang="en-US" sz="1800"/>
            </a:p>
          </p:txBody>
        </p:sp>
        <p:sp>
          <p:nvSpPr>
            <p:cNvPr id="357395" name="Text Box 18">
              <a:extLst>
                <a:ext uri="{FF2B5EF4-FFF2-40B4-BE49-F238E27FC236}">
                  <a16:creationId xmlns:a16="http://schemas.microsoft.com/office/drawing/2014/main" id="{AC9A25BC-A9D4-9ED0-D957-581962615F2A}"/>
                </a:ext>
              </a:extLst>
            </p:cNvPr>
            <p:cNvSpPr txBox="1">
              <a:spLocks noChangeArrowheads="1"/>
            </p:cNvSpPr>
            <p:nvPr/>
          </p:nvSpPr>
          <p:spPr bwMode="auto">
            <a:xfrm>
              <a:off x="7878" y="5547"/>
              <a:ext cx="2028" cy="86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Simple Certificate Validation Protocol (SCVP)</a:t>
              </a:r>
              <a:endParaRPr lang="en-US" altLang="en-US" sz="1800"/>
            </a:p>
          </p:txBody>
        </p:sp>
        <p:sp>
          <p:nvSpPr>
            <p:cNvPr id="357396" name="Text Box 19">
              <a:extLst>
                <a:ext uri="{FF2B5EF4-FFF2-40B4-BE49-F238E27FC236}">
                  <a16:creationId xmlns:a16="http://schemas.microsoft.com/office/drawing/2014/main" id="{EF7663C1-BC3D-8FE3-0B8A-ADE060EC1932}"/>
                </a:ext>
              </a:extLst>
            </p:cNvPr>
            <p:cNvSpPr txBox="1">
              <a:spLocks noChangeArrowheads="1"/>
            </p:cNvSpPr>
            <p:nvPr/>
          </p:nvSpPr>
          <p:spPr bwMode="auto">
            <a:xfrm>
              <a:off x="3465" y="5550"/>
              <a:ext cx="2028" cy="83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Certificate Revocation List (CRL)</a:t>
              </a:r>
              <a:endParaRPr lang="en-US" altLang="en-US" sz="1800"/>
            </a:p>
          </p:txBody>
        </p:sp>
        <p:sp>
          <p:nvSpPr>
            <p:cNvPr id="357397" name="Line 20">
              <a:extLst>
                <a:ext uri="{FF2B5EF4-FFF2-40B4-BE49-F238E27FC236}">
                  <a16:creationId xmlns:a16="http://schemas.microsoft.com/office/drawing/2014/main" id="{FA04837F-FB2A-6B05-E6F1-FE0E5ABB1740}"/>
                </a:ext>
              </a:extLst>
            </p:cNvPr>
            <p:cNvSpPr>
              <a:spLocks noChangeShapeType="1"/>
            </p:cNvSpPr>
            <p:nvPr/>
          </p:nvSpPr>
          <p:spPr bwMode="auto">
            <a:xfrm flipH="1">
              <a:off x="4371" y="4377"/>
              <a:ext cx="0" cy="11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Slide Number Placeholder 5">
            <a:extLst>
              <a:ext uri="{FF2B5EF4-FFF2-40B4-BE49-F238E27FC236}">
                <a16:creationId xmlns:a16="http://schemas.microsoft.com/office/drawing/2014/main" id="{37D927D3-302B-B096-00DD-05479CE3F0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F7C104D-1CCD-4F39-B3F1-2D44A6C1C2AF}" type="slidenum">
              <a:rPr lang="en-US" altLang="en-US" sz="1400"/>
              <a:pPr>
                <a:spcBef>
                  <a:spcPct val="0"/>
                </a:spcBef>
                <a:buClrTx/>
                <a:buSzTx/>
                <a:buFontTx/>
                <a:buNone/>
              </a:pPr>
              <a:t>192</a:t>
            </a:fld>
            <a:endParaRPr lang="en-US" altLang="en-US" sz="1400"/>
          </a:p>
        </p:txBody>
      </p:sp>
      <p:sp>
        <p:nvSpPr>
          <p:cNvPr id="359427" name="Rectangle 2">
            <a:extLst>
              <a:ext uri="{FF2B5EF4-FFF2-40B4-BE49-F238E27FC236}">
                <a16:creationId xmlns:a16="http://schemas.microsoft.com/office/drawing/2014/main" id="{A665784C-B323-51A7-E9EC-4D54632E58BD}"/>
              </a:ext>
            </a:extLst>
          </p:cNvPr>
          <p:cNvSpPr>
            <a:spLocks noGrp="1" noChangeArrowheads="1"/>
          </p:cNvSpPr>
          <p:nvPr>
            <p:ph type="title"/>
          </p:nvPr>
        </p:nvSpPr>
        <p:spPr/>
        <p:txBody>
          <a:bodyPr/>
          <a:lstStyle/>
          <a:p>
            <a:pPr eaLnBrk="1" hangingPunct="1"/>
            <a:r>
              <a:rPr lang="en-US" altLang="en-US"/>
              <a:t>Certificate Revocation List (CRL)</a:t>
            </a:r>
          </a:p>
        </p:txBody>
      </p:sp>
      <p:sp>
        <p:nvSpPr>
          <p:cNvPr id="359428" name="Rectangle 3">
            <a:extLst>
              <a:ext uri="{FF2B5EF4-FFF2-40B4-BE49-F238E27FC236}">
                <a16:creationId xmlns:a16="http://schemas.microsoft.com/office/drawing/2014/main" id="{066B2A06-E2B2-EBFB-1D9B-4C33DA7832C7}"/>
              </a:ext>
            </a:extLst>
          </p:cNvPr>
          <p:cNvSpPr>
            <a:spLocks noGrp="1" noChangeArrowheads="1"/>
          </p:cNvSpPr>
          <p:nvPr>
            <p:ph type="body" idx="1"/>
          </p:nvPr>
        </p:nvSpPr>
        <p:spPr/>
        <p:txBody>
          <a:bodyPr/>
          <a:lstStyle/>
          <a:p>
            <a:pPr eaLnBrk="1" hangingPunct="1"/>
            <a:r>
              <a:rPr lang="en-US" altLang="en-US"/>
              <a:t>A list of certificates published regularly by each CA, identifying all the certificates that have been revoked through the life of the CA</a:t>
            </a:r>
          </a:p>
          <a:p>
            <a:pPr eaLnBrk="1" hangingPunct="1"/>
            <a:r>
              <a:rPr lang="en-US" altLang="en-US"/>
              <a:t>A CRL lists only those certificates whose validity period is still within the acceptable range, but they are revoked for some other reason </a:t>
            </a:r>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Slide Number Placeholder 5">
            <a:extLst>
              <a:ext uri="{FF2B5EF4-FFF2-40B4-BE49-F238E27FC236}">
                <a16:creationId xmlns:a16="http://schemas.microsoft.com/office/drawing/2014/main" id="{7E156686-0C61-EF52-03B7-1A5CF13065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09397CE-AD84-4E1E-8C08-83444AEAF576}" type="slidenum">
              <a:rPr lang="en-US" altLang="en-US" sz="1400"/>
              <a:pPr>
                <a:spcBef>
                  <a:spcPct val="0"/>
                </a:spcBef>
                <a:buClrTx/>
                <a:buSzTx/>
                <a:buFontTx/>
                <a:buNone/>
              </a:pPr>
              <a:t>193</a:t>
            </a:fld>
            <a:endParaRPr lang="en-US" altLang="en-US" sz="1400"/>
          </a:p>
        </p:txBody>
      </p:sp>
      <p:sp>
        <p:nvSpPr>
          <p:cNvPr id="361475" name="Rectangle 2">
            <a:extLst>
              <a:ext uri="{FF2B5EF4-FFF2-40B4-BE49-F238E27FC236}">
                <a16:creationId xmlns:a16="http://schemas.microsoft.com/office/drawing/2014/main" id="{211931E1-415F-FFF2-5A16-4FBF208CC017}"/>
              </a:ext>
            </a:extLst>
          </p:cNvPr>
          <p:cNvSpPr>
            <a:spLocks noGrp="1" noChangeArrowheads="1"/>
          </p:cNvSpPr>
          <p:nvPr>
            <p:ph type="title"/>
          </p:nvPr>
        </p:nvSpPr>
        <p:spPr/>
        <p:txBody>
          <a:bodyPr/>
          <a:lstStyle/>
          <a:p>
            <a:pPr eaLnBrk="1" hangingPunct="1"/>
            <a:r>
              <a:rPr lang="en-US" altLang="en-US"/>
              <a:t>CRL Issuance and Verification</a:t>
            </a:r>
          </a:p>
        </p:txBody>
      </p:sp>
      <p:sp>
        <p:nvSpPr>
          <p:cNvPr id="361476" name="Rectangle 3">
            <a:extLst>
              <a:ext uri="{FF2B5EF4-FFF2-40B4-BE49-F238E27FC236}">
                <a16:creationId xmlns:a16="http://schemas.microsoft.com/office/drawing/2014/main" id="{3F18C92A-2926-7C2C-F2F5-2C7532325D7C}"/>
              </a:ext>
            </a:extLst>
          </p:cNvPr>
          <p:cNvSpPr>
            <a:spLocks noGrp="1" noChangeArrowheads="1"/>
          </p:cNvSpPr>
          <p:nvPr>
            <p:ph type="body" idx="1"/>
          </p:nvPr>
        </p:nvSpPr>
        <p:spPr/>
        <p:txBody>
          <a:bodyPr/>
          <a:lstStyle/>
          <a:p>
            <a:pPr eaLnBrk="1" hangingPunct="1">
              <a:lnSpc>
                <a:spcPct val="90000"/>
              </a:lnSpc>
            </a:pPr>
            <a:r>
              <a:rPr lang="en-US" altLang="en-US" sz="2400"/>
              <a:t>Each CA issues its own CRL.</a:t>
            </a:r>
          </a:p>
          <a:p>
            <a:pPr eaLnBrk="1" hangingPunct="1">
              <a:lnSpc>
                <a:spcPct val="90000"/>
              </a:lnSpc>
            </a:pPr>
            <a:r>
              <a:rPr lang="en-US" altLang="en-US" sz="2400"/>
              <a:t>The respective CA signs each CRL. Therefore, a CRL can be easily verified. </a:t>
            </a:r>
          </a:p>
          <a:p>
            <a:pPr eaLnBrk="1" hangingPunct="1">
              <a:lnSpc>
                <a:spcPct val="90000"/>
              </a:lnSpc>
            </a:pPr>
            <a:r>
              <a:rPr lang="en-US" altLang="en-US" sz="2400"/>
              <a:t>A CRL is simply a sequential file that grows over time to include all the certificates that have not expired, but have been revoked.</a:t>
            </a:r>
          </a:p>
          <a:p>
            <a:pPr eaLnBrk="1" hangingPunct="1">
              <a:lnSpc>
                <a:spcPct val="90000"/>
              </a:lnSpc>
            </a:pPr>
            <a:r>
              <a:rPr lang="en-US" altLang="en-US" sz="2400"/>
              <a:t>Thus, it is a superset of all the previous CRLs issued by that CA. </a:t>
            </a:r>
          </a:p>
          <a:p>
            <a:pPr eaLnBrk="1" hangingPunct="1">
              <a:lnSpc>
                <a:spcPct val="90000"/>
              </a:lnSpc>
            </a:pPr>
            <a:r>
              <a:rPr lang="en-US" altLang="en-US" sz="2400"/>
              <a:t>Each CRL entry lists the certificate serial number, the date and time on which the certificate was revoked, and the reason behind the revocation.</a:t>
            </a:r>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Slide Number Placeholder 5">
            <a:extLst>
              <a:ext uri="{FF2B5EF4-FFF2-40B4-BE49-F238E27FC236}">
                <a16:creationId xmlns:a16="http://schemas.microsoft.com/office/drawing/2014/main" id="{83DEE769-643D-B835-D820-C88773A6CF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CE21246-EAE0-4E52-9D0E-03EE23F79464}" type="slidenum">
              <a:rPr lang="en-US" altLang="en-US" sz="1400"/>
              <a:pPr>
                <a:spcBef>
                  <a:spcPct val="0"/>
                </a:spcBef>
                <a:buClrTx/>
                <a:buSzTx/>
                <a:buFontTx/>
                <a:buNone/>
              </a:pPr>
              <a:t>194</a:t>
            </a:fld>
            <a:endParaRPr lang="en-US" altLang="en-US" sz="1400"/>
          </a:p>
        </p:txBody>
      </p:sp>
      <p:sp>
        <p:nvSpPr>
          <p:cNvPr id="363523" name="Rectangle 2">
            <a:extLst>
              <a:ext uri="{FF2B5EF4-FFF2-40B4-BE49-F238E27FC236}">
                <a16:creationId xmlns:a16="http://schemas.microsoft.com/office/drawing/2014/main" id="{411C1F5C-0622-681D-5747-7226666653BE}"/>
              </a:ext>
            </a:extLst>
          </p:cNvPr>
          <p:cNvSpPr>
            <a:spLocks noGrp="1" noChangeArrowheads="1"/>
          </p:cNvSpPr>
          <p:nvPr>
            <p:ph type="title"/>
          </p:nvPr>
        </p:nvSpPr>
        <p:spPr/>
        <p:txBody>
          <a:bodyPr/>
          <a:lstStyle/>
          <a:p>
            <a:pPr eaLnBrk="1" hangingPunct="1"/>
            <a:r>
              <a:rPr lang="en-US" altLang="en-US"/>
              <a:t>CRL: Logical View</a:t>
            </a:r>
          </a:p>
        </p:txBody>
      </p:sp>
      <p:sp>
        <p:nvSpPr>
          <p:cNvPr id="363524" name="Rectangle 3">
            <a:extLst>
              <a:ext uri="{FF2B5EF4-FFF2-40B4-BE49-F238E27FC236}">
                <a16:creationId xmlns:a16="http://schemas.microsoft.com/office/drawing/2014/main" id="{E271B93B-8AB8-60D4-2E33-487019E50BDA}"/>
              </a:ext>
            </a:extLst>
          </p:cNvPr>
          <p:cNvSpPr>
            <a:spLocks noGrp="1" noChangeArrowheads="1"/>
          </p:cNvSpPr>
          <p:nvPr>
            <p:ph type="body" idx="1"/>
          </p:nvPr>
        </p:nvSpPr>
        <p:spPr/>
        <p:txBody>
          <a:bodyPr/>
          <a:lstStyle/>
          <a:p>
            <a:pPr eaLnBrk="1" hangingPunct="1"/>
            <a:endParaRPr lang="en-GB" altLang="en-US"/>
          </a:p>
        </p:txBody>
      </p:sp>
      <p:sp>
        <p:nvSpPr>
          <p:cNvPr id="363525" name="Text Box 4">
            <a:extLst>
              <a:ext uri="{FF2B5EF4-FFF2-40B4-BE49-F238E27FC236}">
                <a16:creationId xmlns:a16="http://schemas.microsoft.com/office/drawing/2014/main" id="{8DB6F253-8D32-756C-4526-1560287C8144}"/>
              </a:ext>
            </a:extLst>
          </p:cNvPr>
          <p:cNvSpPr txBox="1">
            <a:spLocks noChangeArrowheads="1"/>
          </p:cNvSpPr>
          <p:nvPr/>
        </p:nvSpPr>
        <p:spPr bwMode="auto">
          <a:xfrm>
            <a:off x="3200400" y="2743200"/>
            <a:ext cx="5943600" cy="28194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000" b="1"/>
              <a:t>CA: XYZ</a:t>
            </a:r>
          </a:p>
          <a:p>
            <a:pPr algn="ctr">
              <a:spcBef>
                <a:spcPct val="0"/>
              </a:spcBef>
              <a:buClrTx/>
              <a:buSzTx/>
              <a:buFontTx/>
              <a:buNone/>
            </a:pPr>
            <a:r>
              <a:rPr lang="en-US" altLang="en-US" sz="1200" b="1"/>
              <a:t>Certificate Revocation List (CRL)</a:t>
            </a:r>
          </a:p>
          <a:p>
            <a:pPr algn="ctr">
              <a:spcBef>
                <a:spcPct val="0"/>
              </a:spcBef>
              <a:buClrTx/>
              <a:buSzTx/>
              <a:buFontTx/>
              <a:buNone/>
            </a:pPr>
            <a:r>
              <a:rPr lang="en-US" altLang="en-US" sz="1200" b="1"/>
              <a:t>This CRL: 1 Jan 2002, 10:00 am</a:t>
            </a:r>
          </a:p>
          <a:p>
            <a:pPr algn="ctr">
              <a:spcBef>
                <a:spcPct val="0"/>
              </a:spcBef>
              <a:buClrTx/>
              <a:buSzTx/>
              <a:buFontTx/>
              <a:buNone/>
            </a:pPr>
            <a:r>
              <a:rPr lang="en-US" altLang="en-US" sz="1200" b="1"/>
              <a:t>Next CRL: 12 Jan 2002, 10:00 am</a:t>
            </a:r>
          </a:p>
          <a:p>
            <a:pPr algn="ctr">
              <a:spcBef>
                <a:spcPct val="0"/>
              </a:spcBef>
              <a:buClrTx/>
              <a:buSzTx/>
              <a:buFontTx/>
              <a:buNone/>
            </a:pPr>
            <a:endParaRPr lang="en-US" altLang="en-US" sz="1200" b="1"/>
          </a:p>
          <a:p>
            <a:pPr>
              <a:spcBef>
                <a:spcPct val="0"/>
              </a:spcBef>
              <a:buClrTx/>
              <a:buSzTx/>
              <a:buFontTx/>
              <a:buNone/>
            </a:pPr>
            <a:r>
              <a:rPr lang="en-US" altLang="en-US" sz="1200" b="1"/>
              <a:t>Serial Number	Date		Reason</a:t>
            </a:r>
          </a:p>
          <a:p>
            <a:pPr>
              <a:spcBef>
                <a:spcPct val="0"/>
              </a:spcBef>
              <a:buClrTx/>
              <a:buSzTx/>
              <a:buFontTx/>
              <a:buNone/>
            </a:pPr>
            <a:r>
              <a:rPr lang="en-US" altLang="en-US" sz="1200" b="1"/>
              <a:t>1234567		30-Dec-01		Private key compromised</a:t>
            </a:r>
          </a:p>
          <a:p>
            <a:pPr>
              <a:spcBef>
                <a:spcPct val="0"/>
              </a:spcBef>
              <a:buClrTx/>
              <a:buSzTx/>
              <a:buFontTx/>
              <a:buNone/>
            </a:pPr>
            <a:r>
              <a:rPr lang="en-US" altLang="en-US" sz="1200" b="1"/>
              <a:t>2819281		30-Dec-01		Changed job</a:t>
            </a:r>
          </a:p>
          <a:p>
            <a:pPr>
              <a:spcBef>
                <a:spcPct val="0"/>
              </a:spcBef>
              <a:buClrTx/>
              <a:buSzTx/>
              <a:buFontTx/>
              <a:buNone/>
            </a:pPr>
            <a:r>
              <a:rPr lang="en-US" altLang="en-US" sz="1200" b="1"/>
              <a:t>…		…		…</a:t>
            </a:r>
          </a:p>
          <a:p>
            <a:pPr algn="ctr">
              <a:spcBef>
                <a:spcPct val="0"/>
              </a:spcBef>
              <a:buClrTx/>
              <a:buSzTx/>
              <a:buFontTx/>
              <a:buNone/>
            </a:pPr>
            <a:endParaRPr lang="en-US" altLang="en-US" sz="1200" b="1"/>
          </a:p>
          <a:p>
            <a:pPr>
              <a:spcBef>
                <a:spcPct val="0"/>
              </a:spcBef>
              <a:buClrTx/>
              <a:buSzTx/>
              <a:buFontTx/>
              <a:buNone/>
            </a:pPr>
            <a:endParaRPr lang="en-US" altLang="en-US" sz="1800"/>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Slide Number Placeholder 5">
            <a:extLst>
              <a:ext uri="{FF2B5EF4-FFF2-40B4-BE49-F238E27FC236}">
                <a16:creationId xmlns:a16="http://schemas.microsoft.com/office/drawing/2014/main" id="{7F5AA91D-9AFE-4CBE-89F1-978363228F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798953F-CD93-4081-91A7-561DF1E5EAD8}" type="slidenum">
              <a:rPr lang="en-US" altLang="en-US" sz="1400"/>
              <a:pPr>
                <a:spcBef>
                  <a:spcPct val="0"/>
                </a:spcBef>
                <a:buClrTx/>
                <a:buSzTx/>
                <a:buFontTx/>
                <a:buNone/>
              </a:pPr>
              <a:t>195</a:t>
            </a:fld>
            <a:endParaRPr lang="en-US" altLang="en-US" sz="1400"/>
          </a:p>
        </p:txBody>
      </p:sp>
      <p:sp>
        <p:nvSpPr>
          <p:cNvPr id="365571" name="Rectangle 2">
            <a:extLst>
              <a:ext uri="{FF2B5EF4-FFF2-40B4-BE49-F238E27FC236}">
                <a16:creationId xmlns:a16="http://schemas.microsoft.com/office/drawing/2014/main" id="{26181AE2-741B-05A3-D1DB-605B5C9D9E69}"/>
              </a:ext>
            </a:extLst>
          </p:cNvPr>
          <p:cNvSpPr>
            <a:spLocks noGrp="1" noChangeArrowheads="1"/>
          </p:cNvSpPr>
          <p:nvPr>
            <p:ph type="title"/>
          </p:nvPr>
        </p:nvSpPr>
        <p:spPr/>
        <p:txBody>
          <a:bodyPr/>
          <a:lstStyle/>
          <a:p>
            <a:pPr eaLnBrk="1" hangingPunct="1"/>
            <a:r>
              <a:rPr lang="en-US" altLang="en-US"/>
              <a:t>Validating Certificates: 3 Steps</a:t>
            </a:r>
          </a:p>
        </p:txBody>
      </p:sp>
      <p:sp>
        <p:nvSpPr>
          <p:cNvPr id="365572" name="Rectangle 3">
            <a:extLst>
              <a:ext uri="{FF2B5EF4-FFF2-40B4-BE49-F238E27FC236}">
                <a16:creationId xmlns:a16="http://schemas.microsoft.com/office/drawing/2014/main" id="{27B1C1DF-1CFB-156E-BAF3-985EAD309EE7}"/>
              </a:ext>
            </a:extLst>
          </p:cNvPr>
          <p:cNvSpPr>
            <a:spLocks noGrp="1" noChangeArrowheads="1"/>
          </p:cNvSpPr>
          <p:nvPr>
            <p:ph type="body" idx="1"/>
          </p:nvPr>
        </p:nvSpPr>
        <p:spPr/>
        <p:txBody>
          <a:bodyPr/>
          <a:lstStyle/>
          <a:p>
            <a:pPr eaLnBrk="1" hangingPunct="1">
              <a:lnSpc>
                <a:spcPct val="80000"/>
              </a:lnSpc>
            </a:pPr>
            <a:r>
              <a:rPr lang="en-US" altLang="en-US" b="1"/>
              <a:t>Certificate expiry check</a:t>
            </a:r>
            <a:r>
              <a:rPr lang="en-US" altLang="en-US"/>
              <a:t>: Compare the current date with the validity period of the certificate to ensure that the certificate has not expired</a:t>
            </a:r>
          </a:p>
          <a:p>
            <a:pPr eaLnBrk="1" hangingPunct="1">
              <a:lnSpc>
                <a:spcPct val="80000"/>
              </a:lnSpc>
            </a:pPr>
            <a:r>
              <a:rPr lang="en-US" altLang="en-US" b="1"/>
              <a:t>Signature check</a:t>
            </a:r>
            <a:r>
              <a:rPr lang="en-US" altLang="en-US"/>
              <a:t>: Check that Bob’s certificate can be verified in terms of the signature by his CA</a:t>
            </a:r>
          </a:p>
          <a:p>
            <a:pPr eaLnBrk="1" hangingPunct="1">
              <a:lnSpc>
                <a:spcPct val="80000"/>
              </a:lnSpc>
            </a:pPr>
            <a:r>
              <a:rPr lang="en-US" altLang="en-US" b="1"/>
              <a:t>Certificate revocation check</a:t>
            </a:r>
            <a:r>
              <a:rPr lang="en-US" altLang="en-US"/>
              <a:t>: Consult the latest CRL issued by Bob’s CA to ensure that Bob’s certificate is not listed there as a revoked certificate</a:t>
            </a:r>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Slide Number Placeholder 5">
            <a:extLst>
              <a:ext uri="{FF2B5EF4-FFF2-40B4-BE49-F238E27FC236}">
                <a16:creationId xmlns:a16="http://schemas.microsoft.com/office/drawing/2014/main" id="{842759D4-D7D4-B58E-0F23-5931AEE3927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DC07A6B-DDE4-4FB2-98DD-279981AAF2C3}" type="slidenum">
              <a:rPr lang="en-US" altLang="en-US" sz="1400"/>
              <a:pPr>
                <a:spcBef>
                  <a:spcPct val="0"/>
                </a:spcBef>
                <a:buClrTx/>
                <a:buSzTx/>
                <a:buFontTx/>
                <a:buNone/>
              </a:pPr>
              <a:t>196</a:t>
            </a:fld>
            <a:endParaRPr lang="en-US" altLang="en-US" sz="1400"/>
          </a:p>
        </p:txBody>
      </p:sp>
      <p:sp>
        <p:nvSpPr>
          <p:cNvPr id="367619" name="Rectangle 2">
            <a:extLst>
              <a:ext uri="{FF2B5EF4-FFF2-40B4-BE49-F238E27FC236}">
                <a16:creationId xmlns:a16="http://schemas.microsoft.com/office/drawing/2014/main" id="{59050533-C202-A3FB-922E-AD9DE22384FE}"/>
              </a:ext>
            </a:extLst>
          </p:cNvPr>
          <p:cNvSpPr>
            <a:spLocks noGrp="1" noChangeArrowheads="1"/>
          </p:cNvSpPr>
          <p:nvPr>
            <p:ph type="title"/>
          </p:nvPr>
        </p:nvSpPr>
        <p:spPr/>
        <p:txBody>
          <a:bodyPr/>
          <a:lstStyle/>
          <a:p>
            <a:pPr eaLnBrk="1" hangingPunct="1"/>
            <a:r>
              <a:rPr lang="en-US" altLang="en-US"/>
              <a:t>Delta CRL</a:t>
            </a:r>
          </a:p>
        </p:txBody>
      </p:sp>
      <p:sp>
        <p:nvSpPr>
          <p:cNvPr id="367620" name="Rectangle 3">
            <a:extLst>
              <a:ext uri="{FF2B5EF4-FFF2-40B4-BE49-F238E27FC236}">
                <a16:creationId xmlns:a16="http://schemas.microsoft.com/office/drawing/2014/main" id="{2FEB6645-DE31-E2A0-55F9-FDDAD6E493A5}"/>
              </a:ext>
            </a:extLst>
          </p:cNvPr>
          <p:cNvSpPr>
            <a:spLocks noGrp="1" noChangeArrowheads="1"/>
          </p:cNvSpPr>
          <p:nvPr>
            <p:ph type="body" idx="1"/>
          </p:nvPr>
        </p:nvSpPr>
        <p:spPr/>
        <p:txBody>
          <a:bodyPr/>
          <a:lstStyle/>
          <a:p>
            <a:pPr eaLnBrk="1" hangingPunct="1">
              <a:lnSpc>
                <a:spcPct val="80000"/>
              </a:lnSpc>
            </a:pPr>
            <a:r>
              <a:rPr lang="en-US" altLang="en-US" sz="2400"/>
              <a:t>A CRL can become really quite big over time. The general assumption is that about 10% of unexpired certificates will be revoked every year. Thus, if a CA has about 100,000 users, in two years time, its CRL could contain 20,000 entries! </a:t>
            </a:r>
          </a:p>
          <a:p>
            <a:pPr eaLnBrk="1" hangingPunct="1">
              <a:lnSpc>
                <a:spcPct val="80000"/>
              </a:lnSpc>
            </a:pPr>
            <a:r>
              <a:rPr lang="en-US" altLang="en-US" sz="2400"/>
              <a:t>This is quite large. Moreover, remember that CRL checks need to be performed even by users who want to use the certificates of other users in applications that execute on handheld devices! </a:t>
            </a:r>
          </a:p>
          <a:p>
            <a:pPr eaLnBrk="1" hangingPunct="1">
              <a:lnSpc>
                <a:spcPct val="80000"/>
              </a:lnSpc>
            </a:pPr>
            <a:r>
              <a:rPr lang="en-US" altLang="en-US" sz="2400"/>
              <a:t>If a mobile phone has to store and check a CRL of size 20,000 users, it has to receive the CRL file first over the network, which is a great bottleneck. This problem led to the concept of </a:t>
            </a:r>
            <a:r>
              <a:rPr lang="en-US" altLang="en-US" sz="2400" b="1"/>
              <a:t>delta CRL</a:t>
            </a:r>
            <a:r>
              <a:rPr lang="en-US" altLang="en-US" sz="2400"/>
              <a:t>.</a:t>
            </a:r>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Number Placeholder 5">
            <a:extLst>
              <a:ext uri="{FF2B5EF4-FFF2-40B4-BE49-F238E27FC236}">
                <a16:creationId xmlns:a16="http://schemas.microsoft.com/office/drawing/2014/main" id="{FCFE05D2-952A-2DCE-9EF8-1AECCFEA18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0597D3C-A887-460B-BB5E-365FFE8024F1}" type="slidenum">
              <a:rPr lang="en-US" altLang="en-US" sz="1400"/>
              <a:pPr>
                <a:spcBef>
                  <a:spcPct val="0"/>
                </a:spcBef>
                <a:buClrTx/>
                <a:buSzTx/>
                <a:buFontTx/>
                <a:buNone/>
              </a:pPr>
              <a:t>197</a:t>
            </a:fld>
            <a:endParaRPr lang="en-US" altLang="en-US" sz="1400"/>
          </a:p>
        </p:txBody>
      </p:sp>
      <p:sp>
        <p:nvSpPr>
          <p:cNvPr id="369667" name="Rectangle 2">
            <a:extLst>
              <a:ext uri="{FF2B5EF4-FFF2-40B4-BE49-F238E27FC236}">
                <a16:creationId xmlns:a16="http://schemas.microsoft.com/office/drawing/2014/main" id="{7B80F8F9-5895-B992-77EE-9F014F236400}"/>
              </a:ext>
            </a:extLst>
          </p:cNvPr>
          <p:cNvSpPr>
            <a:spLocks noGrp="1" noChangeArrowheads="1"/>
          </p:cNvSpPr>
          <p:nvPr>
            <p:ph type="title"/>
          </p:nvPr>
        </p:nvSpPr>
        <p:spPr/>
        <p:txBody>
          <a:bodyPr/>
          <a:lstStyle/>
          <a:p>
            <a:pPr eaLnBrk="1" hangingPunct="1"/>
            <a:r>
              <a:rPr lang="en-US" altLang="en-US"/>
              <a:t>Base CRL</a:t>
            </a:r>
          </a:p>
        </p:txBody>
      </p:sp>
      <p:sp>
        <p:nvSpPr>
          <p:cNvPr id="369668" name="Rectangle 3">
            <a:extLst>
              <a:ext uri="{FF2B5EF4-FFF2-40B4-BE49-F238E27FC236}">
                <a16:creationId xmlns:a16="http://schemas.microsoft.com/office/drawing/2014/main" id="{DFE3B881-7C4F-1385-70B9-C18659D2122B}"/>
              </a:ext>
            </a:extLst>
          </p:cNvPr>
          <p:cNvSpPr>
            <a:spLocks noGrp="1" noChangeArrowheads="1"/>
          </p:cNvSpPr>
          <p:nvPr>
            <p:ph type="body" idx="1"/>
          </p:nvPr>
        </p:nvSpPr>
        <p:spPr/>
        <p:txBody>
          <a:bodyPr/>
          <a:lstStyle/>
          <a:p>
            <a:pPr eaLnBrk="1" hangingPunct="1"/>
            <a:r>
              <a:rPr lang="en-US" altLang="en-US"/>
              <a:t>Initially, a CA can send a one-time full up-to-date CRL to the users who want to use the CRL services. This is called as the </a:t>
            </a:r>
            <a:r>
              <a:rPr lang="en-US" altLang="en-US" b="1"/>
              <a:t>base CRL</a:t>
            </a:r>
            <a:r>
              <a:rPr lang="en-US" altLang="en-US"/>
              <a:t>. However, at the time of the next update, the CA need not send the entire CRL file once again. </a:t>
            </a:r>
          </a:p>
          <a:p>
            <a:pPr eaLnBrk="1" hangingPunct="1"/>
            <a:r>
              <a:rPr lang="en-US" altLang="en-US"/>
              <a:t>Instead, the CA can simply issue the changes (called a </a:t>
            </a:r>
            <a:r>
              <a:rPr lang="en-US" altLang="en-US" i="1"/>
              <a:t>delta</a:t>
            </a:r>
            <a:r>
              <a:rPr lang="en-US" altLang="en-US"/>
              <a:t>) to the CRL since the last update. </a:t>
            </a:r>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Slide Number Placeholder 5">
            <a:extLst>
              <a:ext uri="{FF2B5EF4-FFF2-40B4-BE49-F238E27FC236}">
                <a16:creationId xmlns:a16="http://schemas.microsoft.com/office/drawing/2014/main" id="{61F29E62-A88A-A8E0-C605-A8F279DB75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6890A80-73B9-493B-B18C-43BBEF47F98E}" type="slidenum">
              <a:rPr lang="en-US" altLang="en-US" sz="1400"/>
              <a:pPr>
                <a:spcBef>
                  <a:spcPct val="0"/>
                </a:spcBef>
                <a:buClrTx/>
                <a:buSzTx/>
                <a:buFontTx/>
                <a:buNone/>
              </a:pPr>
              <a:t>198</a:t>
            </a:fld>
            <a:endParaRPr lang="en-US" altLang="en-US" sz="1400"/>
          </a:p>
        </p:txBody>
      </p:sp>
      <p:sp>
        <p:nvSpPr>
          <p:cNvPr id="371715" name="Rectangle 2">
            <a:extLst>
              <a:ext uri="{FF2B5EF4-FFF2-40B4-BE49-F238E27FC236}">
                <a16:creationId xmlns:a16="http://schemas.microsoft.com/office/drawing/2014/main" id="{B7FDBDA7-A71A-0136-E144-80F8292EAEB1}"/>
              </a:ext>
            </a:extLst>
          </p:cNvPr>
          <p:cNvSpPr>
            <a:spLocks noGrp="1" noChangeArrowheads="1"/>
          </p:cNvSpPr>
          <p:nvPr>
            <p:ph type="title"/>
          </p:nvPr>
        </p:nvSpPr>
        <p:spPr/>
        <p:txBody>
          <a:bodyPr/>
          <a:lstStyle/>
          <a:p>
            <a:pPr eaLnBrk="1" hangingPunct="1"/>
            <a:r>
              <a:rPr lang="en-US" altLang="en-US"/>
              <a:t>Delta CRLs: Points to Note</a:t>
            </a:r>
          </a:p>
        </p:txBody>
      </p:sp>
      <p:sp>
        <p:nvSpPr>
          <p:cNvPr id="371716" name="Rectangle 3">
            <a:extLst>
              <a:ext uri="{FF2B5EF4-FFF2-40B4-BE49-F238E27FC236}">
                <a16:creationId xmlns:a16="http://schemas.microsoft.com/office/drawing/2014/main" id="{EF1618BF-A3B1-E743-04FA-8F35F2AB07AF}"/>
              </a:ext>
            </a:extLst>
          </p:cNvPr>
          <p:cNvSpPr>
            <a:spLocks noGrp="1" noChangeArrowheads="1"/>
          </p:cNvSpPr>
          <p:nvPr>
            <p:ph type="body" idx="1"/>
          </p:nvPr>
        </p:nvSpPr>
        <p:spPr/>
        <p:txBody>
          <a:bodyPr/>
          <a:lstStyle/>
          <a:p>
            <a:pPr eaLnBrk="1" hangingPunct="1"/>
            <a:r>
              <a:rPr lang="en-US" altLang="en-US"/>
              <a:t>Delta CRL indicator: Indicates that this is just a delta CRL</a:t>
            </a:r>
          </a:p>
          <a:p>
            <a:pPr eaLnBrk="1" hangingPunct="1"/>
            <a:r>
              <a:rPr lang="en-US" altLang="en-US"/>
              <a:t>Sequence Number: Which version?</a:t>
            </a:r>
          </a:p>
          <a:p>
            <a:pPr eaLnBrk="1" hangingPunct="1"/>
            <a:r>
              <a:rPr lang="en-US" altLang="en-US"/>
              <a:t>Delta information: Indicates that CRL = Base + Delta</a:t>
            </a:r>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Number Placeholder 5">
            <a:extLst>
              <a:ext uri="{FF2B5EF4-FFF2-40B4-BE49-F238E27FC236}">
                <a16:creationId xmlns:a16="http://schemas.microsoft.com/office/drawing/2014/main" id="{4C59162A-B551-E58F-6EE0-E6C4E5C510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19D1A29-9E96-4CAF-906E-A414C052C26E}" type="slidenum">
              <a:rPr lang="en-US" altLang="en-US" sz="1400"/>
              <a:pPr>
                <a:spcBef>
                  <a:spcPct val="0"/>
                </a:spcBef>
                <a:buClrTx/>
                <a:buSzTx/>
                <a:buFontTx/>
                <a:buNone/>
              </a:pPr>
              <a:t>199</a:t>
            </a:fld>
            <a:endParaRPr lang="en-US" altLang="en-US" sz="1400"/>
          </a:p>
        </p:txBody>
      </p:sp>
      <p:sp>
        <p:nvSpPr>
          <p:cNvPr id="373763" name="Rectangle 2">
            <a:extLst>
              <a:ext uri="{FF2B5EF4-FFF2-40B4-BE49-F238E27FC236}">
                <a16:creationId xmlns:a16="http://schemas.microsoft.com/office/drawing/2014/main" id="{0BBE3BCF-9DF3-EF22-A711-B3A49B765B64}"/>
              </a:ext>
            </a:extLst>
          </p:cNvPr>
          <p:cNvSpPr>
            <a:spLocks noGrp="1" noChangeArrowheads="1"/>
          </p:cNvSpPr>
          <p:nvPr>
            <p:ph type="title"/>
          </p:nvPr>
        </p:nvSpPr>
        <p:spPr/>
        <p:txBody>
          <a:bodyPr/>
          <a:lstStyle/>
          <a:p>
            <a:pPr eaLnBrk="1" hangingPunct="1"/>
            <a:r>
              <a:rPr lang="en-US" altLang="en-US"/>
              <a:t>Why CRLs are offline?</a:t>
            </a:r>
          </a:p>
        </p:txBody>
      </p:sp>
      <p:sp>
        <p:nvSpPr>
          <p:cNvPr id="373764" name="Rectangle 3">
            <a:extLst>
              <a:ext uri="{FF2B5EF4-FFF2-40B4-BE49-F238E27FC236}">
                <a16:creationId xmlns:a16="http://schemas.microsoft.com/office/drawing/2014/main" id="{99499929-9726-CCE1-E39E-D31BDB91DE38}"/>
              </a:ext>
            </a:extLst>
          </p:cNvPr>
          <p:cNvSpPr>
            <a:spLocks noGrp="1" noChangeArrowheads="1"/>
          </p:cNvSpPr>
          <p:nvPr>
            <p:ph type="body" idx="1"/>
          </p:nvPr>
        </p:nvSpPr>
        <p:spPr/>
        <p:txBody>
          <a:bodyPr/>
          <a:lstStyle/>
          <a:p>
            <a:pPr eaLnBrk="1" hangingPunct="1"/>
            <a:r>
              <a:rPr lang="en-US" altLang="en-US"/>
              <a:t>The period of updating the CRLs is decided by the CA</a:t>
            </a:r>
          </a:p>
          <a:p>
            <a:pPr eaLnBrk="1" hangingPunct="1"/>
            <a:r>
              <a:rPr lang="en-US" altLang="en-US"/>
              <a:t>May not happen in real time</a:t>
            </a: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Slide Number Placeholder 5">
            <a:extLst>
              <a:ext uri="{FF2B5EF4-FFF2-40B4-BE49-F238E27FC236}">
                <a16:creationId xmlns:a16="http://schemas.microsoft.com/office/drawing/2014/main" id="{31D10373-12BF-E5A5-60FF-FBA987F485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C77A90B-5E97-4689-A78C-5F9D14F87CCA}" type="slidenum">
              <a:rPr lang="en-US" altLang="en-US" sz="1400"/>
              <a:pPr>
                <a:spcBef>
                  <a:spcPct val="0"/>
                </a:spcBef>
                <a:buClrTx/>
                <a:buSzTx/>
                <a:buFontTx/>
                <a:buNone/>
              </a:pPr>
              <a:t>200</a:t>
            </a:fld>
            <a:endParaRPr lang="en-US" altLang="en-US" sz="1400"/>
          </a:p>
        </p:txBody>
      </p:sp>
      <p:sp>
        <p:nvSpPr>
          <p:cNvPr id="375811" name="Rectangle 2">
            <a:extLst>
              <a:ext uri="{FF2B5EF4-FFF2-40B4-BE49-F238E27FC236}">
                <a16:creationId xmlns:a16="http://schemas.microsoft.com/office/drawing/2014/main" id="{CFC2F82B-F662-E7F0-E2B1-E5C8D3A2EC6E}"/>
              </a:ext>
            </a:extLst>
          </p:cNvPr>
          <p:cNvSpPr>
            <a:spLocks noGrp="1" noChangeArrowheads="1"/>
          </p:cNvSpPr>
          <p:nvPr>
            <p:ph type="title"/>
          </p:nvPr>
        </p:nvSpPr>
        <p:spPr/>
        <p:txBody>
          <a:bodyPr/>
          <a:lstStyle/>
          <a:p>
            <a:pPr eaLnBrk="1" hangingPunct="1"/>
            <a:r>
              <a:rPr lang="en-US" altLang="en-US"/>
              <a:t>CRL Format</a:t>
            </a:r>
          </a:p>
        </p:txBody>
      </p:sp>
      <p:sp>
        <p:nvSpPr>
          <p:cNvPr id="375812" name="Rectangle 3">
            <a:extLst>
              <a:ext uri="{FF2B5EF4-FFF2-40B4-BE49-F238E27FC236}">
                <a16:creationId xmlns:a16="http://schemas.microsoft.com/office/drawing/2014/main" id="{0EEB730F-DB10-1622-6F06-A46198F96FAE}"/>
              </a:ext>
            </a:extLst>
          </p:cNvPr>
          <p:cNvSpPr>
            <a:spLocks noGrp="1" noChangeArrowheads="1"/>
          </p:cNvSpPr>
          <p:nvPr>
            <p:ph type="body" idx="1"/>
          </p:nvPr>
        </p:nvSpPr>
        <p:spPr/>
        <p:txBody>
          <a:bodyPr/>
          <a:lstStyle/>
          <a:p>
            <a:pPr eaLnBrk="1" hangingPunct="1"/>
            <a:endParaRPr lang="en-GB" altLang="en-US"/>
          </a:p>
        </p:txBody>
      </p:sp>
      <p:sp>
        <p:nvSpPr>
          <p:cNvPr id="375813" name="Text Box 6">
            <a:extLst>
              <a:ext uri="{FF2B5EF4-FFF2-40B4-BE49-F238E27FC236}">
                <a16:creationId xmlns:a16="http://schemas.microsoft.com/office/drawing/2014/main" id="{064BDCFB-8CE1-F462-9631-E69ECA33C01F}"/>
              </a:ext>
            </a:extLst>
          </p:cNvPr>
          <p:cNvSpPr txBox="1">
            <a:spLocks noChangeArrowheads="1"/>
          </p:cNvSpPr>
          <p:nvPr/>
        </p:nvSpPr>
        <p:spPr bwMode="auto">
          <a:xfrm>
            <a:off x="8077200" y="2208214"/>
            <a:ext cx="990600" cy="1220787"/>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Header fields</a:t>
            </a:r>
            <a:endParaRPr lang="en-US" altLang="en-US" sz="1800">
              <a:latin typeface="Arial" panose="020B0604020202020204" pitchFamily="34" charset="0"/>
            </a:endParaRPr>
          </a:p>
        </p:txBody>
      </p:sp>
      <p:sp>
        <p:nvSpPr>
          <p:cNvPr id="375814" name="Text Box 5">
            <a:extLst>
              <a:ext uri="{FF2B5EF4-FFF2-40B4-BE49-F238E27FC236}">
                <a16:creationId xmlns:a16="http://schemas.microsoft.com/office/drawing/2014/main" id="{88276C83-06CE-83A7-EDDC-9137E68DB060}"/>
              </a:ext>
            </a:extLst>
          </p:cNvPr>
          <p:cNvSpPr txBox="1">
            <a:spLocks noChangeArrowheads="1"/>
          </p:cNvSpPr>
          <p:nvPr/>
        </p:nvSpPr>
        <p:spPr bwMode="auto">
          <a:xfrm>
            <a:off x="8077200" y="3581400"/>
            <a:ext cx="1295400" cy="838200"/>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Repeating entries</a:t>
            </a:r>
            <a:endParaRPr lang="en-US" altLang="en-US" sz="1800">
              <a:latin typeface="Arial" panose="020B0604020202020204" pitchFamily="34" charset="0"/>
            </a:endParaRPr>
          </a:p>
        </p:txBody>
      </p:sp>
      <p:sp>
        <p:nvSpPr>
          <p:cNvPr id="375815" name="Text Box 4">
            <a:extLst>
              <a:ext uri="{FF2B5EF4-FFF2-40B4-BE49-F238E27FC236}">
                <a16:creationId xmlns:a16="http://schemas.microsoft.com/office/drawing/2014/main" id="{F70738E0-DF15-EC08-16AA-0F99D93BD744}"/>
              </a:ext>
            </a:extLst>
          </p:cNvPr>
          <p:cNvSpPr txBox="1">
            <a:spLocks noChangeArrowheads="1"/>
          </p:cNvSpPr>
          <p:nvPr/>
        </p:nvSpPr>
        <p:spPr bwMode="auto">
          <a:xfrm>
            <a:off x="8077201" y="4419600"/>
            <a:ext cx="1211263" cy="533400"/>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Trailer</a:t>
            </a:r>
            <a:endParaRPr lang="en-US" altLang="en-US" sz="1100">
              <a:latin typeface="Arial" panose="020B0604020202020204" pitchFamily="34" charset="0"/>
            </a:endParaRPr>
          </a:p>
          <a:p>
            <a:pPr algn="ctr">
              <a:spcBef>
                <a:spcPct val="0"/>
              </a:spcBef>
              <a:buClrTx/>
              <a:buSzTx/>
              <a:buFontTx/>
              <a:buNone/>
            </a:pPr>
            <a:r>
              <a:rPr lang="en-US" altLang="en-US" sz="1000" b="1">
                <a:latin typeface="Arial" panose="020B0604020202020204" pitchFamily="34" charset="0"/>
                <a:cs typeface="Times New Roman" panose="02020603050405020304" pitchFamily="18" charset="0"/>
              </a:rPr>
              <a:t>fields</a:t>
            </a:r>
            <a:endParaRPr lang="en-US" altLang="en-US" sz="1800">
              <a:latin typeface="Arial" panose="020B0604020202020204" pitchFamily="34" charset="0"/>
            </a:endParaRPr>
          </a:p>
        </p:txBody>
      </p:sp>
      <p:sp>
        <p:nvSpPr>
          <p:cNvPr id="375816" name="Rectangle 7">
            <a:extLst>
              <a:ext uri="{FF2B5EF4-FFF2-40B4-BE49-F238E27FC236}">
                <a16:creationId xmlns:a16="http://schemas.microsoft.com/office/drawing/2014/main" id="{A59A8F80-5B53-1D56-3319-4C8B50DF03BD}"/>
              </a:ext>
            </a:extLst>
          </p:cNvPr>
          <p:cNvSpPr>
            <a:spLocks noChangeArrowheads="1"/>
          </p:cNvSpPr>
          <p:nvPr/>
        </p:nvSpPr>
        <p:spPr bwMode="auto">
          <a:xfrm>
            <a:off x="3344864" y="22240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75817" name="Rectangle 14">
            <a:extLst>
              <a:ext uri="{FF2B5EF4-FFF2-40B4-BE49-F238E27FC236}">
                <a16:creationId xmlns:a16="http://schemas.microsoft.com/office/drawing/2014/main" id="{230F35D1-BC7D-5F6F-2122-F99EE346F13F}"/>
              </a:ext>
            </a:extLst>
          </p:cNvPr>
          <p:cNvSpPr>
            <a:spLocks noChangeArrowheads="1"/>
          </p:cNvSpPr>
          <p:nvPr/>
        </p:nvSpPr>
        <p:spPr bwMode="auto">
          <a:xfrm>
            <a:off x="3344864" y="2224088"/>
            <a:ext cx="184731" cy="36933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75818" name="Rectangle 19">
            <a:extLst>
              <a:ext uri="{FF2B5EF4-FFF2-40B4-BE49-F238E27FC236}">
                <a16:creationId xmlns:a16="http://schemas.microsoft.com/office/drawing/2014/main" id="{2D857311-9C45-6F85-BBA7-156215362368}"/>
              </a:ext>
            </a:extLst>
          </p:cNvPr>
          <p:cNvSpPr>
            <a:spLocks noChangeArrowheads="1"/>
          </p:cNvSpPr>
          <p:nvPr/>
        </p:nvSpPr>
        <p:spPr bwMode="auto">
          <a:xfrm>
            <a:off x="3344864" y="22240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aphicFrame>
        <p:nvGraphicFramePr>
          <p:cNvPr id="18502" name="Group 70">
            <a:extLst>
              <a:ext uri="{FF2B5EF4-FFF2-40B4-BE49-F238E27FC236}">
                <a16:creationId xmlns:a16="http://schemas.microsoft.com/office/drawing/2014/main" id="{4EACA040-3D77-01F2-34F0-61A81B518950}"/>
              </a:ext>
            </a:extLst>
          </p:cNvPr>
          <p:cNvGraphicFramePr>
            <a:graphicFrameLocks noGrp="1"/>
          </p:cNvGraphicFramePr>
          <p:nvPr/>
        </p:nvGraphicFramePr>
        <p:xfrm>
          <a:off x="2895601" y="2224088"/>
          <a:ext cx="5192713" cy="2743200"/>
        </p:xfrm>
        <a:graphic>
          <a:graphicData uri="http://schemas.openxmlformats.org/drawingml/2006/table">
            <a:tbl>
              <a:tblPr/>
              <a:tblGrid>
                <a:gridCol w="5192713">
                  <a:extLst>
                    <a:ext uri="{9D8B030D-6E8A-4147-A177-3AD203B41FA5}">
                      <a16:colId xmlns:a16="http://schemas.microsoft.com/office/drawing/2014/main" val="20000"/>
                    </a:ext>
                  </a:extLst>
                </a:gridCol>
              </a:tblGrid>
              <a:tr h="266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Version</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25400" cap="flat" cmpd="sng" algn="ctr">
                      <a:solidFill>
                        <a:srgbClr val="00808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Signature Algorithm Identifier</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66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Issuer Name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This Update (Date and Time)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65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Next Update (Date and Time)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9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Serial Number                     Revocation Date                 CRL Entry Extensions</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                                                                      …                                         …</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                                                                      …                                         …</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7"/>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CRL Extensions</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5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Signature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8080"/>
                      </a:solidFill>
                      <a:prstDash val="solid"/>
                      <a:round/>
                      <a:headEnd type="none" w="med" len="med"/>
                      <a:tailEnd type="none" w="med" len="med"/>
                    </a:lnL>
                    <a:lnR w="12700" cap="flat" cmpd="sng" algn="ctr">
                      <a:solidFill>
                        <a:srgbClr val="00808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8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Slide Number Placeholder 5">
            <a:extLst>
              <a:ext uri="{FF2B5EF4-FFF2-40B4-BE49-F238E27FC236}">
                <a16:creationId xmlns:a16="http://schemas.microsoft.com/office/drawing/2014/main" id="{82B10722-A2CF-BA19-03C9-0A51D02244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12C10CA-5E8B-4630-9DC4-60AF5374ABCF}" type="slidenum">
              <a:rPr lang="en-US" altLang="en-US" sz="1400"/>
              <a:pPr>
                <a:spcBef>
                  <a:spcPct val="0"/>
                </a:spcBef>
                <a:buClrTx/>
                <a:buSzTx/>
                <a:buFontTx/>
                <a:buNone/>
              </a:pPr>
              <a:t>201</a:t>
            </a:fld>
            <a:endParaRPr lang="en-US" altLang="en-US" sz="1400"/>
          </a:p>
        </p:txBody>
      </p:sp>
      <p:sp>
        <p:nvSpPr>
          <p:cNvPr id="377859" name="Rectangle 67">
            <a:extLst>
              <a:ext uri="{FF2B5EF4-FFF2-40B4-BE49-F238E27FC236}">
                <a16:creationId xmlns:a16="http://schemas.microsoft.com/office/drawing/2014/main" id="{C91BB6F2-0D8C-1A05-371C-64947F441B03}"/>
              </a:ext>
            </a:extLst>
          </p:cNvPr>
          <p:cNvSpPr>
            <a:spLocks noGrp="1" noChangeArrowheads="1"/>
          </p:cNvSpPr>
          <p:nvPr>
            <p:ph type="title"/>
          </p:nvPr>
        </p:nvSpPr>
        <p:spPr/>
        <p:txBody>
          <a:bodyPr/>
          <a:lstStyle/>
          <a:p>
            <a:pPr eaLnBrk="1" hangingPunct="1"/>
            <a:r>
              <a:rPr lang="en-US" altLang="en-US"/>
              <a:t>CRL Entry Extensions</a:t>
            </a:r>
          </a:p>
        </p:txBody>
      </p:sp>
      <p:graphicFrame>
        <p:nvGraphicFramePr>
          <p:cNvPr id="19522" name="Group 66">
            <a:extLst>
              <a:ext uri="{FF2B5EF4-FFF2-40B4-BE49-F238E27FC236}">
                <a16:creationId xmlns:a16="http://schemas.microsoft.com/office/drawing/2014/main" id="{55EA1CBD-AFCD-4FFB-3F76-B8B0C1BA00A8}"/>
              </a:ext>
            </a:extLst>
          </p:cNvPr>
          <p:cNvGraphicFramePr>
            <a:graphicFrameLocks noGrp="1"/>
          </p:cNvGraphicFramePr>
          <p:nvPr>
            <p:ph idx="1"/>
          </p:nvPr>
        </p:nvGraphicFramePr>
        <p:xfrm>
          <a:off x="2706688" y="2017713"/>
          <a:ext cx="7772400" cy="4114801"/>
        </p:xfrm>
        <a:graphic>
          <a:graphicData uri="http://schemas.openxmlformats.org/drawingml/2006/table">
            <a:tbl>
              <a:tblPr/>
              <a:tblGrid>
                <a:gridCol w="1831975">
                  <a:extLst>
                    <a:ext uri="{9D8B030D-6E8A-4147-A177-3AD203B41FA5}">
                      <a16:colId xmlns:a16="http://schemas.microsoft.com/office/drawing/2014/main" val="20000"/>
                    </a:ext>
                  </a:extLst>
                </a:gridCol>
                <a:gridCol w="5940425">
                  <a:extLst>
                    <a:ext uri="{9D8B030D-6E8A-4147-A177-3AD203B41FA5}">
                      <a16:colId xmlns:a16="http://schemas.microsoft.com/office/drawing/2014/main" val="20001"/>
                    </a:ext>
                  </a:extLst>
                </a:gridCol>
              </a:tblGrid>
              <a:tr h="3667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FFFFFF"/>
                          </a:solidFill>
                          <a:effectLst/>
                          <a:latin typeface="Times New Roman" pitchFamily="18" charset="0"/>
                          <a:cs typeface="Times New Roman" pitchFamily="18" charset="0"/>
                        </a:rPr>
                        <a:t>Field</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FFFFFF"/>
                          </a:solidFill>
                          <a:effectLst/>
                          <a:latin typeface="Times New Roman" pitchFamily="18" charset="0"/>
                          <a:cs typeface="Times New Roman" pitchFamily="18" charset="0"/>
                        </a:rPr>
                        <a:t>Description</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extLst>
                  <a:ext uri="{0D108BD9-81ED-4DB2-BD59-A6C34878D82A}">
                    <a16:rowId xmlns:a16="http://schemas.microsoft.com/office/drawing/2014/main" val="10000"/>
                  </a:ext>
                </a:extLst>
              </a:tr>
              <a:tr h="5937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Reason Code</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Specifies the reason for certificate revocation. This reason can be </a:t>
                      </a:r>
                      <a:r>
                        <a:rPr kumimoji="0" lang="en-US" sz="1400" b="0" i="1" u="none" strike="noStrike" cap="none" normalizeH="0" baseline="0">
                          <a:ln>
                            <a:noFill/>
                          </a:ln>
                          <a:solidFill>
                            <a:schemeClr val="tx1"/>
                          </a:solidFill>
                          <a:effectLst/>
                          <a:latin typeface="Times New Roman" pitchFamily="18" charset="0"/>
                          <a:cs typeface="Times New Roman" pitchFamily="18" charset="0"/>
                        </a:rPr>
                        <a:t>Unspecified</a:t>
                      </a:r>
                      <a:r>
                        <a:rPr kumimoji="0" lang="en-US" sz="1400" b="0" i="0" u="none" strike="noStrike" cap="none" normalizeH="0" baseline="0">
                          <a:ln>
                            <a:noFill/>
                          </a:ln>
                          <a:solidFill>
                            <a:schemeClr val="tx1"/>
                          </a:solidFill>
                          <a:effectLst/>
                          <a:latin typeface="Times New Roman" pitchFamily="18" charset="0"/>
                          <a:cs typeface="Times New Roman" pitchFamily="18" charset="0"/>
                        </a:rPr>
                        <a:t>, </a:t>
                      </a:r>
                      <a:r>
                        <a:rPr kumimoji="0" lang="en-US" sz="1400" b="0" i="1" u="none" strike="noStrike" cap="none" normalizeH="0" baseline="0">
                          <a:ln>
                            <a:noFill/>
                          </a:ln>
                          <a:solidFill>
                            <a:schemeClr val="tx1"/>
                          </a:solidFill>
                          <a:effectLst/>
                          <a:latin typeface="Times New Roman" pitchFamily="18" charset="0"/>
                          <a:cs typeface="Times New Roman" pitchFamily="18" charset="0"/>
                        </a:rPr>
                        <a:t>Key compromise</a:t>
                      </a:r>
                      <a:r>
                        <a:rPr kumimoji="0" lang="en-US" sz="1400" b="0" i="0" u="none" strike="noStrike" cap="none" normalizeH="0" baseline="0">
                          <a:ln>
                            <a:noFill/>
                          </a:ln>
                          <a:solidFill>
                            <a:schemeClr val="tx1"/>
                          </a:solidFill>
                          <a:effectLst/>
                          <a:latin typeface="Times New Roman" pitchFamily="18" charset="0"/>
                          <a:cs typeface="Times New Roman" pitchFamily="18" charset="0"/>
                        </a:rPr>
                        <a:t>, </a:t>
                      </a:r>
                      <a:r>
                        <a:rPr kumimoji="0" lang="en-US" sz="1400" b="0" i="1" u="none" strike="noStrike" cap="none" normalizeH="0" baseline="0">
                          <a:ln>
                            <a:noFill/>
                          </a:ln>
                          <a:solidFill>
                            <a:schemeClr val="tx1"/>
                          </a:solidFill>
                          <a:effectLst/>
                          <a:latin typeface="Times New Roman" pitchFamily="18" charset="0"/>
                          <a:cs typeface="Times New Roman" pitchFamily="18" charset="0"/>
                        </a:rPr>
                        <a:t>CA Compromise</a:t>
                      </a:r>
                      <a:r>
                        <a:rPr kumimoji="0" lang="en-US" sz="1400" b="0" i="0" u="none" strike="noStrike" cap="none" normalizeH="0" baseline="0">
                          <a:ln>
                            <a:noFill/>
                          </a:ln>
                          <a:solidFill>
                            <a:schemeClr val="tx1"/>
                          </a:solidFill>
                          <a:effectLst/>
                          <a:latin typeface="Times New Roman" pitchFamily="18" charset="0"/>
                          <a:cs typeface="Times New Roman" pitchFamily="18" charset="0"/>
                        </a:rPr>
                        <a:t>, </a:t>
                      </a:r>
                      <a:r>
                        <a:rPr kumimoji="0" lang="en-US" sz="1400" b="0" i="1" u="none" strike="noStrike" cap="none" normalizeH="0" baseline="0">
                          <a:ln>
                            <a:noFill/>
                          </a:ln>
                          <a:solidFill>
                            <a:schemeClr val="tx1"/>
                          </a:solidFill>
                          <a:effectLst/>
                          <a:latin typeface="Times New Roman" pitchFamily="18" charset="0"/>
                          <a:cs typeface="Times New Roman" pitchFamily="18" charset="0"/>
                        </a:rPr>
                        <a:t>Superseded</a:t>
                      </a:r>
                      <a:r>
                        <a:rPr kumimoji="0" lang="en-US" sz="1400" b="0" i="0" u="none" strike="noStrike" cap="none" normalizeH="0" baseline="0">
                          <a:ln>
                            <a:noFill/>
                          </a:ln>
                          <a:solidFill>
                            <a:schemeClr val="tx1"/>
                          </a:solidFill>
                          <a:effectLst/>
                          <a:latin typeface="Times New Roman" pitchFamily="18" charset="0"/>
                          <a:cs typeface="Times New Roman" pitchFamily="18" charset="0"/>
                        </a:rPr>
                        <a:t>, </a:t>
                      </a:r>
                      <a:r>
                        <a:rPr kumimoji="0" lang="en-US" sz="1400" b="0" i="1" u="none" strike="noStrike" cap="none" normalizeH="0" baseline="0">
                          <a:ln>
                            <a:noFill/>
                          </a:ln>
                          <a:solidFill>
                            <a:schemeClr val="tx1"/>
                          </a:solidFill>
                          <a:effectLst/>
                          <a:latin typeface="Times New Roman" pitchFamily="18" charset="0"/>
                          <a:cs typeface="Times New Roman" pitchFamily="18" charset="0"/>
                        </a:rPr>
                        <a:t>Certificate hold</a:t>
                      </a:r>
                      <a:r>
                        <a:rPr kumimoji="0" lang="en-US" sz="1400" b="0" i="0" u="none" strike="noStrike" cap="none" normalizeH="0" baseline="0">
                          <a:ln>
                            <a:noFill/>
                          </a:ln>
                          <a:solidFill>
                            <a:schemeClr val="tx1"/>
                          </a:solidFill>
                          <a:effectLst/>
                          <a:latin typeface="Times New Roman" pitchFamily="18" charset="0"/>
                          <a:cs typeface="Times New Roman" pitchFamily="18" charset="0"/>
                        </a:rPr>
                        <a:t>.</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81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Hold Instruction Code</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Interestingly, a certificate can be put on hold or suspended temporarily. This means that the certificate should be considered as invalid for a specified time period (may be because the user is on a long holiday, and wants to ensure that during her absence, nobody can misuse the certificate). In such cases, this field is used to specify why the certificate is on hold.</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795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Certificate Issuers</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Identifies the name of the certificate issuer along with an </a:t>
                      </a:r>
                      <a:r>
                        <a:rPr kumimoji="0" lang="en-US" sz="1400" b="1" i="0" u="none" strike="noStrike" cap="none" normalizeH="0" baseline="0">
                          <a:ln>
                            <a:noFill/>
                          </a:ln>
                          <a:solidFill>
                            <a:schemeClr val="tx1"/>
                          </a:solidFill>
                          <a:effectLst/>
                          <a:latin typeface="Times New Roman" pitchFamily="18" charset="0"/>
                          <a:cs typeface="Times New Roman" pitchFamily="18" charset="0"/>
                        </a:rPr>
                        <a:t>indirect CRL</a:t>
                      </a:r>
                      <a:r>
                        <a:rPr kumimoji="0" lang="en-US" sz="1400" b="0" i="0" u="none" strike="noStrike" cap="none" normalizeH="0" baseline="0">
                          <a:ln>
                            <a:noFill/>
                          </a:ln>
                          <a:solidFill>
                            <a:schemeClr val="tx1"/>
                          </a:solidFill>
                          <a:effectLst/>
                          <a:latin typeface="Times New Roman" pitchFamily="18" charset="0"/>
                          <a:cs typeface="Times New Roman" pitchFamily="18" charset="0"/>
                        </a:rPr>
                        <a:t>. An indirect CRL is provided by a third party, and not by the CA who initially issued the certificates. Thus, the third party can consolidate the CRLs of multiple CAs, and issue a single, combined, indirect CRL, making life easier for the requester of the CRL information. </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Invalidity Date</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Contains the date and time value when the suspected or known compromise of the private key occurred.</a:t>
                      </a: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6">
            <a:extLst>
              <a:ext uri="{FF2B5EF4-FFF2-40B4-BE49-F238E27FC236}">
                <a16:creationId xmlns:a16="http://schemas.microsoft.com/office/drawing/2014/main" id="{570E08E7-6469-1AB2-C439-6B3637D83A0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1DA7BB9-B234-4782-95BE-D12FBA4D0612}" type="slidenum">
              <a:rPr lang="en-US" altLang="en-US" sz="1400">
                <a:solidFill>
                  <a:schemeClr val="bg2"/>
                </a:solidFill>
              </a:rPr>
              <a:pPr>
                <a:spcBef>
                  <a:spcPct val="0"/>
                </a:spcBef>
                <a:buClrTx/>
                <a:buSzTx/>
                <a:buFontTx/>
                <a:buNone/>
              </a:pPr>
              <a:t>202</a:t>
            </a:fld>
            <a:endParaRPr lang="en-US" altLang="en-US" sz="1400">
              <a:solidFill>
                <a:schemeClr val="bg2"/>
              </a:solidFill>
            </a:endParaRPr>
          </a:p>
        </p:txBody>
      </p:sp>
      <p:sp>
        <p:nvSpPr>
          <p:cNvPr id="379907" name="Rectangle 4">
            <a:extLst>
              <a:ext uri="{FF2B5EF4-FFF2-40B4-BE49-F238E27FC236}">
                <a16:creationId xmlns:a16="http://schemas.microsoft.com/office/drawing/2014/main" id="{C3AF9E3E-6299-85B0-AE04-8785D4ADC89F}"/>
              </a:ext>
            </a:extLst>
          </p:cNvPr>
          <p:cNvSpPr>
            <a:spLocks noGrp="1" noChangeArrowheads="1"/>
          </p:cNvSpPr>
          <p:nvPr>
            <p:ph type="ctrTitle"/>
          </p:nvPr>
        </p:nvSpPr>
        <p:spPr/>
        <p:txBody>
          <a:bodyPr/>
          <a:lstStyle/>
          <a:p>
            <a:pPr eaLnBrk="1" hangingPunct="1"/>
            <a:r>
              <a:rPr lang="en-US" altLang="en-US"/>
              <a:t>Online Certificate Status Protocol (OCSP)</a:t>
            </a:r>
          </a:p>
        </p:txBody>
      </p:sp>
      <p:sp>
        <p:nvSpPr>
          <p:cNvPr id="379908" name="Rectangle 5">
            <a:extLst>
              <a:ext uri="{FF2B5EF4-FFF2-40B4-BE49-F238E27FC236}">
                <a16:creationId xmlns:a16="http://schemas.microsoft.com/office/drawing/2014/main" id="{D4740F42-F96E-BF9D-27EF-AC5A9C81051F}"/>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lide Number Placeholder 5">
            <a:extLst>
              <a:ext uri="{FF2B5EF4-FFF2-40B4-BE49-F238E27FC236}">
                <a16:creationId xmlns:a16="http://schemas.microsoft.com/office/drawing/2014/main" id="{511B48DE-F3F5-45F9-398D-28E564784F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C935E29-54CE-4E62-9BAF-A06D584A8F05}" type="slidenum">
              <a:rPr lang="en-US" altLang="en-US" sz="1400"/>
              <a:pPr>
                <a:spcBef>
                  <a:spcPct val="0"/>
                </a:spcBef>
                <a:buClrTx/>
                <a:buSzTx/>
                <a:buFontTx/>
                <a:buNone/>
              </a:pPr>
              <a:t>203</a:t>
            </a:fld>
            <a:endParaRPr lang="en-US" altLang="en-US" sz="1400"/>
          </a:p>
        </p:txBody>
      </p:sp>
      <p:sp>
        <p:nvSpPr>
          <p:cNvPr id="381955" name="Rectangle 6">
            <a:extLst>
              <a:ext uri="{FF2B5EF4-FFF2-40B4-BE49-F238E27FC236}">
                <a16:creationId xmlns:a16="http://schemas.microsoft.com/office/drawing/2014/main" id="{05D50AE8-4CA9-7D60-3C38-8439783A8F4E}"/>
              </a:ext>
            </a:extLst>
          </p:cNvPr>
          <p:cNvSpPr>
            <a:spLocks noGrp="1" noChangeArrowheads="1"/>
          </p:cNvSpPr>
          <p:nvPr>
            <p:ph type="title"/>
          </p:nvPr>
        </p:nvSpPr>
        <p:spPr/>
        <p:txBody>
          <a:bodyPr/>
          <a:lstStyle/>
          <a:p>
            <a:pPr eaLnBrk="1" hangingPunct="1"/>
            <a:r>
              <a:rPr lang="en-US" altLang="en-US"/>
              <a:t>OCSP Basics</a:t>
            </a:r>
          </a:p>
        </p:txBody>
      </p:sp>
      <p:sp>
        <p:nvSpPr>
          <p:cNvPr id="381956" name="Rectangle 7">
            <a:extLst>
              <a:ext uri="{FF2B5EF4-FFF2-40B4-BE49-F238E27FC236}">
                <a16:creationId xmlns:a16="http://schemas.microsoft.com/office/drawing/2014/main" id="{0D7F4580-B389-15AB-6025-7BD1ABDA3575}"/>
              </a:ext>
            </a:extLst>
          </p:cNvPr>
          <p:cNvSpPr>
            <a:spLocks noGrp="1" noChangeArrowheads="1"/>
          </p:cNvSpPr>
          <p:nvPr>
            <p:ph type="body" idx="1"/>
          </p:nvPr>
        </p:nvSpPr>
        <p:spPr/>
        <p:txBody>
          <a:bodyPr/>
          <a:lstStyle/>
          <a:p>
            <a:pPr eaLnBrk="1" hangingPunct="1"/>
            <a:r>
              <a:rPr lang="en-US" altLang="en-US"/>
              <a:t>Online, Real-time check</a:t>
            </a:r>
          </a:p>
          <a:p>
            <a:pPr eaLnBrk="1" hangingPunct="1"/>
            <a:r>
              <a:rPr lang="en-US" altLang="en-US"/>
              <a:t>CA needs to provide an OCSP responder</a:t>
            </a:r>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lide Number Placeholder 5">
            <a:extLst>
              <a:ext uri="{FF2B5EF4-FFF2-40B4-BE49-F238E27FC236}">
                <a16:creationId xmlns:a16="http://schemas.microsoft.com/office/drawing/2014/main" id="{0659925E-B2FC-2E80-5727-EEF89C5458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2356841-5EAD-4366-AEBF-56FBBA1422CE}" type="slidenum">
              <a:rPr lang="en-US" altLang="en-US" sz="1400"/>
              <a:pPr>
                <a:spcBef>
                  <a:spcPct val="0"/>
                </a:spcBef>
                <a:buClrTx/>
                <a:buSzTx/>
                <a:buFontTx/>
                <a:buNone/>
              </a:pPr>
              <a:t>204</a:t>
            </a:fld>
            <a:endParaRPr lang="en-US" altLang="en-US" sz="1400"/>
          </a:p>
        </p:txBody>
      </p:sp>
      <p:sp>
        <p:nvSpPr>
          <p:cNvPr id="384003" name="Rectangle 2">
            <a:extLst>
              <a:ext uri="{FF2B5EF4-FFF2-40B4-BE49-F238E27FC236}">
                <a16:creationId xmlns:a16="http://schemas.microsoft.com/office/drawing/2014/main" id="{75079970-B71F-3CDF-1D03-37A4E0129D9E}"/>
              </a:ext>
            </a:extLst>
          </p:cNvPr>
          <p:cNvSpPr>
            <a:spLocks noGrp="1" noChangeArrowheads="1"/>
          </p:cNvSpPr>
          <p:nvPr>
            <p:ph type="title"/>
          </p:nvPr>
        </p:nvSpPr>
        <p:spPr/>
        <p:txBody>
          <a:bodyPr/>
          <a:lstStyle/>
          <a:p>
            <a:pPr eaLnBrk="1" hangingPunct="1"/>
            <a:r>
              <a:rPr lang="en-US" altLang="en-US"/>
              <a:t>OCSP – Step 1</a:t>
            </a:r>
          </a:p>
        </p:txBody>
      </p:sp>
      <p:sp>
        <p:nvSpPr>
          <p:cNvPr id="384004" name="Rectangle 3">
            <a:extLst>
              <a:ext uri="{FF2B5EF4-FFF2-40B4-BE49-F238E27FC236}">
                <a16:creationId xmlns:a16="http://schemas.microsoft.com/office/drawing/2014/main" id="{80749273-E747-F06D-D4EE-6388D97F6EA5}"/>
              </a:ext>
            </a:extLst>
          </p:cNvPr>
          <p:cNvSpPr>
            <a:spLocks noGrp="1" noChangeArrowheads="1"/>
          </p:cNvSpPr>
          <p:nvPr>
            <p:ph type="body" idx="1"/>
          </p:nvPr>
        </p:nvSpPr>
        <p:spPr/>
        <p:txBody>
          <a:bodyPr/>
          <a:lstStyle/>
          <a:p>
            <a:pPr eaLnBrk="1" hangingPunct="1"/>
            <a:endParaRPr lang="en-GB" altLang="en-US"/>
          </a:p>
        </p:txBody>
      </p:sp>
      <p:grpSp>
        <p:nvGrpSpPr>
          <p:cNvPr id="384005" name="Group 4">
            <a:extLst>
              <a:ext uri="{FF2B5EF4-FFF2-40B4-BE49-F238E27FC236}">
                <a16:creationId xmlns:a16="http://schemas.microsoft.com/office/drawing/2014/main" id="{83A9C0A0-F910-9B19-54DB-749A53D57710}"/>
              </a:ext>
            </a:extLst>
          </p:cNvPr>
          <p:cNvGrpSpPr>
            <a:grpSpLocks/>
          </p:cNvGrpSpPr>
          <p:nvPr/>
        </p:nvGrpSpPr>
        <p:grpSpPr bwMode="auto">
          <a:xfrm>
            <a:off x="2686050" y="2667000"/>
            <a:ext cx="7448550" cy="3124200"/>
            <a:chOff x="1830" y="2820"/>
            <a:chExt cx="8565" cy="4245"/>
          </a:xfrm>
        </p:grpSpPr>
        <p:sp>
          <p:nvSpPr>
            <p:cNvPr id="384006" name="Rectangle 5">
              <a:extLst>
                <a:ext uri="{FF2B5EF4-FFF2-40B4-BE49-F238E27FC236}">
                  <a16:creationId xmlns:a16="http://schemas.microsoft.com/office/drawing/2014/main" id="{5710E322-C47E-FDBB-D8AC-AF4CC97FC854}"/>
                </a:ext>
              </a:extLst>
            </p:cNvPr>
            <p:cNvSpPr>
              <a:spLocks noChangeArrowheads="1"/>
            </p:cNvSpPr>
            <p:nvPr/>
          </p:nvSpPr>
          <p:spPr bwMode="auto">
            <a:xfrm>
              <a:off x="1830" y="2820"/>
              <a:ext cx="8565" cy="424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4007" name="computr3">
              <a:extLst>
                <a:ext uri="{FF2B5EF4-FFF2-40B4-BE49-F238E27FC236}">
                  <a16:creationId xmlns:a16="http://schemas.microsoft.com/office/drawing/2014/main" id="{A888E6E8-8ACE-C218-5F1D-879DF5CAD5B9}"/>
                </a:ext>
              </a:extLst>
            </p:cNvPr>
            <p:cNvSpPr>
              <a:spLocks noEditPoints="1" noChangeArrowheads="1"/>
            </p:cNvSpPr>
            <p:nvPr/>
          </p:nvSpPr>
          <p:spPr bwMode="auto">
            <a:xfrm>
              <a:off x="2595" y="3942"/>
              <a:ext cx="1339" cy="12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8 w 21600"/>
                <a:gd name="T13" fmla="*/ 2589 h 21600"/>
                <a:gd name="T14" fmla="*/ 16357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IN"/>
            </a:p>
          </p:txBody>
        </p:sp>
        <p:sp>
          <p:nvSpPr>
            <p:cNvPr id="384008" name="Text Box 7">
              <a:extLst>
                <a:ext uri="{FF2B5EF4-FFF2-40B4-BE49-F238E27FC236}">
                  <a16:creationId xmlns:a16="http://schemas.microsoft.com/office/drawing/2014/main" id="{1567E408-BCC0-6B3C-82E3-908ED9EE4781}"/>
                </a:ext>
              </a:extLst>
            </p:cNvPr>
            <p:cNvSpPr txBox="1">
              <a:spLocks noChangeArrowheads="1"/>
            </p:cNvSpPr>
            <p:nvPr/>
          </p:nvSpPr>
          <p:spPr bwMode="auto">
            <a:xfrm>
              <a:off x="2865" y="5301"/>
              <a:ext cx="855" cy="3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Client</a:t>
              </a:r>
              <a:endParaRPr lang="en-US" altLang="en-US" sz="1800"/>
            </a:p>
          </p:txBody>
        </p:sp>
        <p:sp>
          <p:nvSpPr>
            <p:cNvPr id="384009" name="AutoShape 8">
              <a:extLst>
                <a:ext uri="{FF2B5EF4-FFF2-40B4-BE49-F238E27FC236}">
                  <a16:creationId xmlns:a16="http://schemas.microsoft.com/office/drawing/2014/main" id="{ECAB9479-D334-3FFD-5254-A0BCA2AD9405}"/>
                </a:ext>
              </a:extLst>
            </p:cNvPr>
            <p:cNvSpPr>
              <a:spLocks noChangeArrowheads="1"/>
            </p:cNvSpPr>
            <p:nvPr/>
          </p:nvSpPr>
          <p:spPr bwMode="auto">
            <a:xfrm>
              <a:off x="8340" y="4251"/>
              <a:ext cx="1305" cy="1740"/>
            </a:xfrm>
            <a:prstGeom prst="flowChartMagneticDisk">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nvGrpSpPr>
            <p:cNvPr id="384010" name="Group 9">
              <a:extLst>
                <a:ext uri="{FF2B5EF4-FFF2-40B4-BE49-F238E27FC236}">
                  <a16:creationId xmlns:a16="http://schemas.microsoft.com/office/drawing/2014/main" id="{D606B029-C789-1F1F-FAD9-6ACBA0FDFF70}"/>
                </a:ext>
              </a:extLst>
            </p:cNvPr>
            <p:cNvGrpSpPr>
              <a:grpSpLocks/>
            </p:cNvGrpSpPr>
            <p:nvPr/>
          </p:nvGrpSpPr>
          <p:grpSpPr bwMode="auto">
            <a:xfrm>
              <a:off x="6432" y="3790"/>
              <a:ext cx="1202" cy="2102"/>
              <a:chOff x="2784" y="1204"/>
              <a:chExt cx="381" cy="669"/>
            </a:xfrm>
          </p:grpSpPr>
          <p:sp>
            <p:nvSpPr>
              <p:cNvPr id="384016" name="Freeform 10">
                <a:extLst>
                  <a:ext uri="{FF2B5EF4-FFF2-40B4-BE49-F238E27FC236}">
                    <a16:creationId xmlns:a16="http://schemas.microsoft.com/office/drawing/2014/main" id="{06BAAEE5-8626-4EEF-C9D1-036B278EEB1D}"/>
                  </a:ext>
                </a:extLst>
              </p:cNvPr>
              <p:cNvSpPr>
                <a:spLocks/>
              </p:cNvSpPr>
              <p:nvPr/>
            </p:nvSpPr>
            <p:spPr bwMode="auto">
              <a:xfrm>
                <a:off x="2784" y="1713"/>
                <a:ext cx="322" cy="160"/>
              </a:xfrm>
              <a:custGeom>
                <a:avLst/>
                <a:gdLst>
                  <a:gd name="T0" fmla="*/ 34 w 322"/>
                  <a:gd name="T1" fmla="*/ 83 h 160"/>
                  <a:gd name="T2" fmla="*/ 26 w 322"/>
                  <a:gd name="T3" fmla="*/ 92 h 160"/>
                  <a:gd name="T4" fmla="*/ 17 w 322"/>
                  <a:gd name="T5" fmla="*/ 100 h 160"/>
                  <a:gd name="T6" fmla="*/ 0 w 322"/>
                  <a:gd name="T7" fmla="*/ 109 h 160"/>
                  <a:gd name="T8" fmla="*/ 0 w 322"/>
                  <a:gd name="T9" fmla="*/ 117 h 160"/>
                  <a:gd name="T10" fmla="*/ 0 w 322"/>
                  <a:gd name="T11" fmla="*/ 125 h 160"/>
                  <a:gd name="T12" fmla="*/ 9 w 322"/>
                  <a:gd name="T13" fmla="*/ 125 h 160"/>
                  <a:gd name="T14" fmla="*/ 17 w 322"/>
                  <a:gd name="T15" fmla="*/ 133 h 160"/>
                  <a:gd name="T16" fmla="*/ 34 w 322"/>
                  <a:gd name="T17" fmla="*/ 133 h 160"/>
                  <a:gd name="T18" fmla="*/ 203 w 322"/>
                  <a:gd name="T19" fmla="*/ 159 h 160"/>
                  <a:gd name="T20" fmla="*/ 220 w 322"/>
                  <a:gd name="T21" fmla="*/ 159 h 160"/>
                  <a:gd name="T22" fmla="*/ 237 w 322"/>
                  <a:gd name="T23" fmla="*/ 159 h 160"/>
                  <a:gd name="T24" fmla="*/ 245 w 322"/>
                  <a:gd name="T25" fmla="*/ 159 h 160"/>
                  <a:gd name="T26" fmla="*/ 253 w 322"/>
                  <a:gd name="T27" fmla="*/ 159 h 160"/>
                  <a:gd name="T28" fmla="*/ 262 w 322"/>
                  <a:gd name="T29" fmla="*/ 150 h 160"/>
                  <a:gd name="T30" fmla="*/ 270 w 322"/>
                  <a:gd name="T31" fmla="*/ 142 h 160"/>
                  <a:gd name="T32" fmla="*/ 321 w 322"/>
                  <a:gd name="T33" fmla="*/ 0 h 160"/>
                  <a:gd name="T34" fmla="*/ 34 w 322"/>
                  <a:gd name="T35" fmla="*/ 83 h 1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2"/>
                  <a:gd name="T55" fmla="*/ 0 h 160"/>
                  <a:gd name="T56" fmla="*/ 322 w 322"/>
                  <a:gd name="T57" fmla="*/ 160 h 1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2" h="160">
                    <a:moveTo>
                      <a:pt x="34" y="83"/>
                    </a:moveTo>
                    <a:lnTo>
                      <a:pt x="26" y="92"/>
                    </a:lnTo>
                    <a:lnTo>
                      <a:pt x="17" y="100"/>
                    </a:lnTo>
                    <a:lnTo>
                      <a:pt x="0" y="109"/>
                    </a:lnTo>
                    <a:lnTo>
                      <a:pt x="0" y="117"/>
                    </a:lnTo>
                    <a:lnTo>
                      <a:pt x="0" y="125"/>
                    </a:lnTo>
                    <a:lnTo>
                      <a:pt x="9" y="125"/>
                    </a:lnTo>
                    <a:lnTo>
                      <a:pt x="17" y="133"/>
                    </a:lnTo>
                    <a:lnTo>
                      <a:pt x="34" y="133"/>
                    </a:lnTo>
                    <a:lnTo>
                      <a:pt x="203" y="159"/>
                    </a:lnTo>
                    <a:lnTo>
                      <a:pt x="220" y="159"/>
                    </a:lnTo>
                    <a:lnTo>
                      <a:pt x="237" y="159"/>
                    </a:lnTo>
                    <a:lnTo>
                      <a:pt x="245" y="159"/>
                    </a:lnTo>
                    <a:lnTo>
                      <a:pt x="253" y="159"/>
                    </a:lnTo>
                    <a:lnTo>
                      <a:pt x="262" y="150"/>
                    </a:lnTo>
                    <a:lnTo>
                      <a:pt x="270" y="142"/>
                    </a:lnTo>
                    <a:lnTo>
                      <a:pt x="321" y="0"/>
                    </a:lnTo>
                    <a:lnTo>
                      <a:pt x="34" y="83"/>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17" name="Freeform 11">
                <a:extLst>
                  <a:ext uri="{FF2B5EF4-FFF2-40B4-BE49-F238E27FC236}">
                    <a16:creationId xmlns:a16="http://schemas.microsoft.com/office/drawing/2014/main" id="{EFC0C5D6-3C60-BE88-BDE5-5FEE0C79131C}"/>
                  </a:ext>
                </a:extLst>
              </p:cNvPr>
              <p:cNvSpPr>
                <a:spLocks/>
              </p:cNvSpPr>
              <p:nvPr/>
            </p:nvSpPr>
            <p:spPr bwMode="auto">
              <a:xfrm>
                <a:off x="3012" y="1713"/>
                <a:ext cx="153" cy="151"/>
              </a:xfrm>
              <a:custGeom>
                <a:avLst/>
                <a:gdLst>
                  <a:gd name="T0" fmla="*/ 0 w 153"/>
                  <a:gd name="T1" fmla="*/ 100 h 151"/>
                  <a:gd name="T2" fmla="*/ 0 w 153"/>
                  <a:gd name="T3" fmla="*/ 109 h 151"/>
                  <a:gd name="T4" fmla="*/ 0 w 153"/>
                  <a:gd name="T5" fmla="*/ 116 h 151"/>
                  <a:gd name="T6" fmla="*/ 0 w 153"/>
                  <a:gd name="T7" fmla="*/ 125 h 151"/>
                  <a:gd name="T8" fmla="*/ 8 w 153"/>
                  <a:gd name="T9" fmla="*/ 125 h 151"/>
                  <a:gd name="T10" fmla="*/ 8 w 153"/>
                  <a:gd name="T11" fmla="*/ 133 h 151"/>
                  <a:gd name="T12" fmla="*/ 17 w 153"/>
                  <a:gd name="T13" fmla="*/ 142 h 151"/>
                  <a:gd name="T14" fmla="*/ 25 w 153"/>
                  <a:gd name="T15" fmla="*/ 150 h 151"/>
                  <a:gd name="T16" fmla="*/ 34 w 153"/>
                  <a:gd name="T17" fmla="*/ 150 h 151"/>
                  <a:gd name="T18" fmla="*/ 42 w 153"/>
                  <a:gd name="T19" fmla="*/ 142 h 151"/>
                  <a:gd name="T20" fmla="*/ 152 w 153"/>
                  <a:gd name="T21" fmla="*/ 25 h 151"/>
                  <a:gd name="T22" fmla="*/ 152 w 153"/>
                  <a:gd name="T23" fmla="*/ 17 h 151"/>
                  <a:gd name="T24" fmla="*/ 143 w 153"/>
                  <a:gd name="T25" fmla="*/ 17 h 151"/>
                  <a:gd name="T26" fmla="*/ 101 w 153"/>
                  <a:gd name="T27" fmla="*/ 0 h 151"/>
                  <a:gd name="T28" fmla="*/ 0 w 153"/>
                  <a:gd name="T29" fmla="*/ 10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3"/>
                  <a:gd name="T46" fmla="*/ 0 h 151"/>
                  <a:gd name="T47" fmla="*/ 153 w 153"/>
                  <a:gd name="T48" fmla="*/ 151 h 1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3" h="151">
                    <a:moveTo>
                      <a:pt x="0" y="100"/>
                    </a:moveTo>
                    <a:lnTo>
                      <a:pt x="0" y="109"/>
                    </a:lnTo>
                    <a:lnTo>
                      <a:pt x="0" y="116"/>
                    </a:lnTo>
                    <a:lnTo>
                      <a:pt x="0" y="125"/>
                    </a:lnTo>
                    <a:lnTo>
                      <a:pt x="8" y="125"/>
                    </a:lnTo>
                    <a:lnTo>
                      <a:pt x="8" y="133"/>
                    </a:lnTo>
                    <a:lnTo>
                      <a:pt x="17" y="142"/>
                    </a:lnTo>
                    <a:lnTo>
                      <a:pt x="25" y="150"/>
                    </a:lnTo>
                    <a:lnTo>
                      <a:pt x="34" y="150"/>
                    </a:lnTo>
                    <a:lnTo>
                      <a:pt x="42" y="142"/>
                    </a:lnTo>
                    <a:lnTo>
                      <a:pt x="152" y="25"/>
                    </a:lnTo>
                    <a:lnTo>
                      <a:pt x="152" y="17"/>
                    </a:lnTo>
                    <a:lnTo>
                      <a:pt x="143" y="17"/>
                    </a:lnTo>
                    <a:lnTo>
                      <a:pt x="101" y="0"/>
                    </a:lnTo>
                    <a:lnTo>
                      <a:pt x="0" y="10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18" name="Freeform 12">
                <a:extLst>
                  <a:ext uri="{FF2B5EF4-FFF2-40B4-BE49-F238E27FC236}">
                    <a16:creationId xmlns:a16="http://schemas.microsoft.com/office/drawing/2014/main" id="{7C73C0B6-4B2C-9401-E0F6-22F50688A780}"/>
                  </a:ext>
                </a:extLst>
              </p:cNvPr>
              <p:cNvSpPr>
                <a:spLocks/>
              </p:cNvSpPr>
              <p:nvPr/>
            </p:nvSpPr>
            <p:spPr bwMode="auto">
              <a:xfrm>
                <a:off x="2818" y="1721"/>
                <a:ext cx="296" cy="93"/>
              </a:xfrm>
              <a:custGeom>
                <a:avLst/>
                <a:gdLst>
                  <a:gd name="T0" fmla="*/ 295 w 296"/>
                  <a:gd name="T1" fmla="*/ 0 h 93"/>
                  <a:gd name="T2" fmla="*/ 194 w 296"/>
                  <a:gd name="T3" fmla="*/ 84 h 93"/>
                  <a:gd name="T4" fmla="*/ 194 w 296"/>
                  <a:gd name="T5" fmla="*/ 92 h 93"/>
                  <a:gd name="T6" fmla="*/ 185 w 296"/>
                  <a:gd name="T7" fmla="*/ 92 h 93"/>
                  <a:gd name="T8" fmla="*/ 168 w 296"/>
                  <a:gd name="T9" fmla="*/ 92 h 93"/>
                  <a:gd name="T10" fmla="*/ 0 w 296"/>
                  <a:gd name="T11" fmla="*/ 75 h 93"/>
                  <a:gd name="T12" fmla="*/ 0 w 296"/>
                  <a:gd name="T13" fmla="*/ 59 h 93"/>
                  <a:gd name="T14" fmla="*/ 295 w 296"/>
                  <a:gd name="T15" fmla="*/ 0 h 93"/>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93"/>
                  <a:gd name="T26" fmla="*/ 296 w 296"/>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93">
                    <a:moveTo>
                      <a:pt x="295" y="0"/>
                    </a:moveTo>
                    <a:lnTo>
                      <a:pt x="194" y="84"/>
                    </a:lnTo>
                    <a:lnTo>
                      <a:pt x="194" y="92"/>
                    </a:lnTo>
                    <a:lnTo>
                      <a:pt x="185" y="92"/>
                    </a:lnTo>
                    <a:lnTo>
                      <a:pt x="168" y="92"/>
                    </a:lnTo>
                    <a:lnTo>
                      <a:pt x="0" y="75"/>
                    </a:lnTo>
                    <a:lnTo>
                      <a:pt x="0" y="59"/>
                    </a:lnTo>
                    <a:lnTo>
                      <a:pt x="295" y="0"/>
                    </a:lnTo>
                  </a:path>
                </a:pathLst>
              </a:custGeom>
              <a:solidFill>
                <a:srgbClr val="606060"/>
              </a:solidFill>
              <a:ln w="12700" cap="rnd">
                <a:solidFill>
                  <a:srgbClr val="606060"/>
                </a:solidFill>
                <a:round/>
                <a:headEnd/>
                <a:tailEnd/>
              </a:ln>
            </p:spPr>
            <p:txBody>
              <a:bodyPr/>
              <a:lstStyle/>
              <a:p>
                <a:endParaRPr lang="en-IN"/>
              </a:p>
            </p:txBody>
          </p:sp>
          <p:sp>
            <p:nvSpPr>
              <p:cNvPr id="384019" name="Freeform 13">
                <a:extLst>
                  <a:ext uri="{FF2B5EF4-FFF2-40B4-BE49-F238E27FC236}">
                    <a16:creationId xmlns:a16="http://schemas.microsoft.com/office/drawing/2014/main" id="{1EB58EF2-B0CF-1C6E-EBEC-8E89F0C98987}"/>
                  </a:ext>
                </a:extLst>
              </p:cNvPr>
              <p:cNvSpPr>
                <a:spLocks/>
              </p:cNvSpPr>
              <p:nvPr/>
            </p:nvSpPr>
            <p:spPr bwMode="auto">
              <a:xfrm>
                <a:off x="2818" y="1212"/>
                <a:ext cx="296" cy="602"/>
              </a:xfrm>
              <a:custGeom>
                <a:avLst/>
                <a:gdLst>
                  <a:gd name="T0" fmla="*/ 295 w 296"/>
                  <a:gd name="T1" fmla="*/ 0 h 602"/>
                  <a:gd name="T2" fmla="*/ 295 w 296"/>
                  <a:gd name="T3" fmla="*/ 501 h 602"/>
                  <a:gd name="T4" fmla="*/ 194 w 296"/>
                  <a:gd name="T5" fmla="*/ 593 h 602"/>
                  <a:gd name="T6" fmla="*/ 185 w 296"/>
                  <a:gd name="T7" fmla="*/ 601 h 602"/>
                  <a:gd name="T8" fmla="*/ 168 w 296"/>
                  <a:gd name="T9" fmla="*/ 601 h 602"/>
                  <a:gd name="T10" fmla="*/ 9 w 296"/>
                  <a:gd name="T11" fmla="*/ 584 h 602"/>
                  <a:gd name="T12" fmla="*/ 0 w 296"/>
                  <a:gd name="T13" fmla="*/ 584 h 602"/>
                  <a:gd name="T14" fmla="*/ 0 w 296"/>
                  <a:gd name="T15" fmla="*/ 576 h 602"/>
                  <a:gd name="T16" fmla="*/ 0 w 296"/>
                  <a:gd name="T17" fmla="*/ 568 h 602"/>
                  <a:gd name="T18" fmla="*/ 0 w 296"/>
                  <a:gd name="T19" fmla="*/ 17 h 602"/>
                  <a:gd name="T20" fmla="*/ 177 w 296"/>
                  <a:gd name="T21" fmla="*/ 0 h 602"/>
                  <a:gd name="T22" fmla="*/ 295 w 296"/>
                  <a:gd name="T23" fmla="*/ 0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602"/>
                  <a:gd name="T38" fmla="*/ 296 w 296"/>
                  <a:gd name="T39" fmla="*/ 602 h 6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602">
                    <a:moveTo>
                      <a:pt x="295" y="0"/>
                    </a:moveTo>
                    <a:lnTo>
                      <a:pt x="295" y="501"/>
                    </a:lnTo>
                    <a:lnTo>
                      <a:pt x="194" y="593"/>
                    </a:lnTo>
                    <a:lnTo>
                      <a:pt x="185" y="601"/>
                    </a:lnTo>
                    <a:lnTo>
                      <a:pt x="168" y="601"/>
                    </a:lnTo>
                    <a:lnTo>
                      <a:pt x="9" y="584"/>
                    </a:lnTo>
                    <a:lnTo>
                      <a:pt x="0" y="584"/>
                    </a:lnTo>
                    <a:lnTo>
                      <a:pt x="0" y="576"/>
                    </a:lnTo>
                    <a:lnTo>
                      <a:pt x="0" y="568"/>
                    </a:lnTo>
                    <a:lnTo>
                      <a:pt x="0" y="17"/>
                    </a:lnTo>
                    <a:lnTo>
                      <a:pt x="177" y="0"/>
                    </a:lnTo>
                    <a:lnTo>
                      <a:pt x="295" y="0"/>
                    </a:lnTo>
                  </a:path>
                </a:pathLst>
              </a:custGeom>
              <a:solidFill>
                <a:srgbClr val="E0E0E0"/>
              </a:solidFill>
              <a:ln w="12700" cap="rnd">
                <a:solidFill>
                  <a:srgbClr val="E0E0E0"/>
                </a:solidFill>
                <a:round/>
                <a:headEnd/>
                <a:tailEnd/>
              </a:ln>
            </p:spPr>
            <p:txBody>
              <a:bodyPr/>
              <a:lstStyle/>
              <a:p>
                <a:endParaRPr lang="en-IN"/>
              </a:p>
            </p:txBody>
          </p:sp>
          <p:sp>
            <p:nvSpPr>
              <p:cNvPr id="384020" name="Freeform 14">
                <a:extLst>
                  <a:ext uri="{FF2B5EF4-FFF2-40B4-BE49-F238E27FC236}">
                    <a16:creationId xmlns:a16="http://schemas.microsoft.com/office/drawing/2014/main" id="{0FDD8F3F-96C8-D0BA-7105-F9A12403733B}"/>
                  </a:ext>
                </a:extLst>
              </p:cNvPr>
              <p:cNvSpPr>
                <a:spLocks/>
              </p:cNvSpPr>
              <p:nvPr/>
            </p:nvSpPr>
            <p:spPr bwMode="auto">
              <a:xfrm>
                <a:off x="2818" y="1204"/>
                <a:ext cx="288" cy="43"/>
              </a:xfrm>
              <a:custGeom>
                <a:avLst/>
                <a:gdLst>
                  <a:gd name="T0" fmla="*/ 0 w 288"/>
                  <a:gd name="T1" fmla="*/ 25 h 43"/>
                  <a:gd name="T2" fmla="*/ 169 w 288"/>
                  <a:gd name="T3" fmla="*/ 0 h 43"/>
                  <a:gd name="T4" fmla="*/ 287 w 288"/>
                  <a:gd name="T5" fmla="*/ 8 h 43"/>
                  <a:gd name="T6" fmla="*/ 178 w 288"/>
                  <a:gd name="T7" fmla="*/ 42 h 43"/>
                  <a:gd name="T8" fmla="*/ 0 w 288"/>
                  <a:gd name="T9" fmla="*/ 33 h 43"/>
                  <a:gd name="T10" fmla="*/ 0 w 288"/>
                  <a:gd name="T11" fmla="*/ 25 h 43"/>
                  <a:gd name="T12" fmla="*/ 0 60000 65536"/>
                  <a:gd name="T13" fmla="*/ 0 60000 65536"/>
                  <a:gd name="T14" fmla="*/ 0 60000 65536"/>
                  <a:gd name="T15" fmla="*/ 0 60000 65536"/>
                  <a:gd name="T16" fmla="*/ 0 60000 65536"/>
                  <a:gd name="T17" fmla="*/ 0 60000 65536"/>
                  <a:gd name="T18" fmla="*/ 0 w 288"/>
                  <a:gd name="T19" fmla="*/ 0 h 43"/>
                  <a:gd name="T20" fmla="*/ 288 w 288"/>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288" h="43">
                    <a:moveTo>
                      <a:pt x="0" y="25"/>
                    </a:moveTo>
                    <a:lnTo>
                      <a:pt x="169" y="0"/>
                    </a:lnTo>
                    <a:lnTo>
                      <a:pt x="287" y="8"/>
                    </a:lnTo>
                    <a:lnTo>
                      <a:pt x="178" y="42"/>
                    </a:lnTo>
                    <a:lnTo>
                      <a:pt x="0" y="33"/>
                    </a:lnTo>
                    <a:lnTo>
                      <a:pt x="0" y="25"/>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21" name="Freeform 15">
                <a:extLst>
                  <a:ext uri="{FF2B5EF4-FFF2-40B4-BE49-F238E27FC236}">
                    <a16:creationId xmlns:a16="http://schemas.microsoft.com/office/drawing/2014/main" id="{7B48B42F-BB33-E8CC-4214-2E479189E3AF}"/>
                  </a:ext>
                </a:extLst>
              </p:cNvPr>
              <p:cNvSpPr>
                <a:spLocks/>
              </p:cNvSpPr>
              <p:nvPr/>
            </p:nvSpPr>
            <p:spPr bwMode="auto">
              <a:xfrm>
                <a:off x="2810" y="1229"/>
                <a:ext cx="194" cy="560"/>
              </a:xfrm>
              <a:custGeom>
                <a:avLst/>
                <a:gdLst>
                  <a:gd name="T0" fmla="*/ 8 w 194"/>
                  <a:gd name="T1" fmla="*/ 542 h 560"/>
                  <a:gd name="T2" fmla="*/ 8 w 194"/>
                  <a:gd name="T3" fmla="*/ 551 h 560"/>
                  <a:gd name="T4" fmla="*/ 17 w 194"/>
                  <a:gd name="T5" fmla="*/ 551 h 560"/>
                  <a:gd name="T6" fmla="*/ 25 w 194"/>
                  <a:gd name="T7" fmla="*/ 551 h 560"/>
                  <a:gd name="T8" fmla="*/ 193 w 194"/>
                  <a:gd name="T9" fmla="*/ 559 h 560"/>
                  <a:gd name="T10" fmla="*/ 193 w 194"/>
                  <a:gd name="T11" fmla="*/ 17 h 560"/>
                  <a:gd name="T12" fmla="*/ 185 w 194"/>
                  <a:gd name="T13" fmla="*/ 8 h 560"/>
                  <a:gd name="T14" fmla="*/ 176 w 194"/>
                  <a:gd name="T15" fmla="*/ 8 h 560"/>
                  <a:gd name="T16" fmla="*/ 168 w 194"/>
                  <a:gd name="T17" fmla="*/ 8 h 560"/>
                  <a:gd name="T18" fmla="*/ 42 w 194"/>
                  <a:gd name="T19" fmla="*/ 0 h 560"/>
                  <a:gd name="T20" fmla="*/ 25 w 194"/>
                  <a:gd name="T21" fmla="*/ 0 h 560"/>
                  <a:gd name="T22" fmla="*/ 17 w 194"/>
                  <a:gd name="T23" fmla="*/ 0 h 560"/>
                  <a:gd name="T24" fmla="*/ 8 w 194"/>
                  <a:gd name="T25" fmla="*/ 0 h 560"/>
                  <a:gd name="T26" fmla="*/ 0 w 194"/>
                  <a:gd name="T27" fmla="*/ 8 h 560"/>
                  <a:gd name="T28" fmla="*/ 0 w 194"/>
                  <a:gd name="T29" fmla="*/ 17 h 560"/>
                  <a:gd name="T30" fmla="*/ 0 w 194"/>
                  <a:gd name="T31" fmla="*/ 309 h 560"/>
                  <a:gd name="T32" fmla="*/ 8 w 194"/>
                  <a:gd name="T33" fmla="*/ 309 h 560"/>
                  <a:gd name="T34" fmla="*/ 8 w 194"/>
                  <a:gd name="T35" fmla="*/ 542 h 5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4"/>
                  <a:gd name="T55" fmla="*/ 0 h 560"/>
                  <a:gd name="T56" fmla="*/ 194 w 194"/>
                  <a:gd name="T57" fmla="*/ 560 h 5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4" h="560">
                    <a:moveTo>
                      <a:pt x="8" y="542"/>
                    </a:moveTo>
                    <a:lnTo>
                      <a:pt x="8" y="551"/>
                    </a:lnTo>
                    <a:lnTo>
                      <a:pt x="17" y="551"/>
                    </a:lnTo>
                    <a:lnTo>
                      <a:pt x="25" y="551"/>
                    </a:lnTo>
                    <a:lnTo>
                      <a:pt x="193" y="559"/>
                    </a:lnTo>
                    <a:lnTo>
                      <a:pt x="193" y="17"/>
                    </a:lnTo>
                    <a:lnTo>
                      <a:pt x="185" y="8"/>
                    </a:lnTo>
                    <a:lnTo>
                      <a:pt x="176" y="8"/>
                    </a:lnTo>
                    <a:lnTo>
                      <a:pt x="168" y="8"/>
                    </a:lnTo>
                    <a:lnTo>
                      <a:pt x="42" y="0"/>
                    </a:lnTo>
                    <a:lnTo>
                      <a:pt x="25" y="0"/>
                    </a:lnTo>
                    <a:lnTo>
                      <a:pt x="17" y="0"/>
                    </a:lnTo>
                    <a:lnTo>
                      <a:pt x="8" y="0"/>
                    </a:lnTo>
                    <a:lnTo>
                      <a:pt x="0" y="8"/>
                    </a:lnTo>
                    <a:lnTo>
                      <a:pt x="0" y="17"/>
                    </a:lnTo>
                    <a:lnTo>
                      <a:pt x="0" y="309"/>
                    </a:lnTo>
                    <a:lnTo>
                      <a:pt x="8" y="309"/>
                    </a:lnTo>
                    <a:lnTo>
                      <a:pt x="8" y="542"/>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22" name="Line 16">
                <a:extLst>
                  <a:ext uri="{FF2B5EF4-FFF2-40B4-BE49-F238E27FC236}">
                    <a16:creationId xmlns:a16="http://schemas.microsoft.com/office/drawing/2014/main" id="{62C0F197-702D-092A-682A-468C28B0F428}"/>
                  </a:ext>
                </a:extLst>
              </p:cNvPr>
              <p:cNvSpPr>
                <a:spLocks noChangeShapeType="1"/>
              </p:cNvSpPr>
              <p:nvPr/>
            </p:nvSpPr>
            <p:spPr bwMode="auto">
              <a:xfrm>
                <a:off x="3012" y="1257"/>
                <a:ext cx="1" cy="51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3" name="Freeform 17">
                <a:extLst>
                  <a:ext uri="{FF2B5EF4-FFF2-40B4-BE49-F238E27FC236}">
                    <a16:creationId xmlns:a16="http://schemas.microsoft.com/office/drawing/2014/main" id="{103B01E0-286D-8F69-A018-4F51C761E4D2}"/>
                  </a:ext>
                </a:extLst>
              </p:cNvPr>
              <p:cNvSpPr>
                <a:spLocks/>
              </p:cNvSpPr>
              <p:nvPr/>
            </p:nvSpPr>
            <p:spPr bwMode="auto">
              <a:xfrm>
                <a:off x="2995" y="1237"/>
                <a:ext cx="18" cy="560"/>
              </a:xfrm>
              <a:custGeom>
                <a:avLst/>
                <a:gdLst>
                  <a:gd name="T0" fmla="*/ 0 w 18"/>
                  <a:gd name="T1" fmla="*/ 559 h 560"/>
                  <a:gd name="T2" fmla="*/ 17 w 18"/>
                  <a:gd name="T3" fmla="*/ 543 h 560"/>
                  <a:gd name="T4" fmla="*/ 17 w 18"/>
                  <a:gd name="T5" fmla="*/ 0 h 560"/>
                  <a:gd name="T6" fmla="*/ 0 w 18"/>
                  <a:gd name="T7" fmla="*/ 0 h 560"/>
                  <a:gd name="T8" fmla="*/ 0 w 18"/>
                  <a:gd name="T9" fmla="*/ 559 h 560"/>
                  <a:gd name="T10" fmla="*/ 0 60000 65536"/>
                  <a:gd name="T11" fmla="*/ 0 60000 65536"/>
                  <a:gd name="T12" fmla="*/ 0 60000 65536"/>
                  <a:gd name="T13" fmla="*/ 0 60000 65536"/>
                  <a:gd name="T14" fmla="*/ 0 60000 65536"/>
                  <a:gd name="T15" fmla="*/ 0 w 18"/>
                  <a:gd name="T16" fmla="*/ 0 h 560"/>
                  <a:gd name="T17" fmla="*/ 18 w 18"/>
                  <a:gd name="T18" fmla="*/ 560 h 560"/>
                </a:gdLst>
                <a:ahLst/>
                <a:cxnLst>
                  <a:cxn ang="T10">
                    <a:pos x="T0" y="T1"/>
                  </a:cxn>
                  <a:cxn ang="T11">
                    <a:pos x="T2" y="T3"/>
                  </a:cxn>
                  <a:cxn ang="T12">
                    <a:pos x="T4" y="T5"/>
                  </a:cxn>
                  <a:cxn ang="T13">
                    <a:pos x="T6" y="T7"/>
                  </a:cxn>
                  <a:cxn ang="T14">
                    <a:pos x="T8" y="T9"/>
                  </a:cxn>
                </a:cxnLst>
                <a:rect l="T15" t="T16" r="T17" b="T18"/>
                <a:pathLst>
                  <a:path w="18" h="560">
                    <a:moveTo>
                      <a:pt x="0" y="559"/>
                    </a:moveTo>
                    <a:lnTo>
                      <a:pt x="17" y="543"/>
                    </a:lnTo>
                    <a:lnTo>
                      <a:pt x="17" y="0"/>
                    </a:lnTo>
                    <a:lnTo>
                      <a:pt x="0" y="0"/>
                    </a:lnTo>
                    <a:lnTo>
                      <a:pt x="0" y="559"/>
                    </a:lnTo>
                  </a:path>
                </a:pathLst>
              </a:custGeom>
              <a:solidFill>
                <a:srgbClr val="A0A0A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24" name="Line 18">
                <a:extLst>
                  <a:ext uri="{FF2B5EF4-FFF2-40B4-BE49-F238E27FC236}">
                    <a16:creationId xmlns:a16="http://schemas.microsoft.com/office/drawing/2014/main" id="{688F6C7C-46C1-B9A0-8994-989B2FB4C018}"/>
                  </a:ext>
                </a:extLst>
              </p:cNvPr>
              <p:cNvSpPr>
                <a:spLocks noChangeShapeType="1"/>
              </p:cNvSpPr>
              <p:nvPr/>
            </p:nvSpPr>
            <p:spPr bwMode="auto">
              <a:xfrm>
                <a:off x="2838" y="1504"/>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5" name="Line 19">
                <a:extLst>
                  <a:ext uri="{FF2B5EF4-FFF2-40B4-BE49-F238E27FC236}">
                    <a16:creationId xmlns:a16="http://schemas.microsoft.com/office/drawing/2014/main" id="{B21E034B-6CCC-7B61-FAC2-285947239570}"/>
                  </a:ext>
                </a:extLst>
              </p:cNvPr>
              <p:cNvSpPr>
                <a:spLocks noChangeShapeType="1"/>
              </p:cNvSpPr>
              <p:nvPr/>
            </p:nvSpPr>
            <p:spPr bwMode="auto">
              <a:xfrm>
                <a:off x="2838" y="1543"/>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6" name="Line 20">
                <a:extLst>
                  <a:ext uri="{FF2B5EF4-FFF2-40B4-BE49-F238E27FC236}">
                    <a16:creationId xmlns:a16="http://schemas.microsoft.com/office/drawing/2014/main" id="{4BA5C54A-BDBA-9E6C-79D2-6CADF2D3F1CA}"/>
                  </a:ext>
                </a:extLst>
              </p:cNvPr>
              <p:cNvSpPr>
                <a:spLocks noChangeShapeType="1"/>
              </p:cNvSpPr>
              <p:nvPr/>
            </p:nvSpPr>
            <p:spPr bwMode="auto">
              <a:xfrm>
                <a:off x="2847" y="1784"/>
                <a:ext cx="14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7" name="Line 21">
                <a:extLst>
                  <a:ext uri="{FF2B5EF4-FFF2-40B4-BE49-F238E27FC236}">
                    <a16:creationId xmlns:a16="http://schemas.microsoft.com/office/drawing/2014/main" id="{4721CFE7-A7B1-C161-E900-F688799FB4C0}"/>
                  </a:ext>
                </a:extLst>
              </p:cNvPr>
              <p:cNvSpPr>
                <a:spLocks noChangeShapeType="1"/>
              </p:cNvSpPr>
              <p:nvPr/>
            </p:nvSpPr>
            <p:spPr bwMode="auto">
              <a:xfrm flipV="1">
                <a:off x="2978" y="1540"/>
                <a:ext cx="0"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8" name="Line 22">
                <a:extLst>
                  <a:ext uri="{FF2B5EF4-FFF2-40B4-BE49-F238E27FC236}">
                    <a16:creationId xmlns:a16="http://schemas.microsoft.com/office/drawing/2014/main" id="{528CAF70-37AF-8FBC-5226-643A357B5EF5}"/>
                  </a:ext>
                </a:extLst>
              </p:cNvPr>
              <p:cNvSpPr>
                <a:spLocks noChangeShapeType="1"/>
              </p:cNvSpPr>
              <p:nvPr/>
            </p:nvSpPr>
            <p:spPr bwMode="auto">
              <a:xfrm>
                <a:off x="2827"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29" name="Line 23">
                <a:extLst>
                  <a:ext uri="{FF2B5EF4-FFF2-40B4-BE49-F238E27FC236}">
                    <a16:creationId xmlns:a16="http://schemas.microsoft.com/office/drawing/2014/main" id="{4787CFB1-FBB1-1709-AD8B-8CF964CF081D}"/>
                  </a:ext>
                </a:extLst>
              </p:cNvPr>
              <p:cNvSpPr>
                <a:spLocks noChangeShapeType="1"/>
              </p:cNvSpPr>
              <p:nvPr/>
            </p:nvSpPr>
            <p:spPr bwMode="auto">
              <a:xfrm>
                <a:off x="2835"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0" name="Line 24">
                <a:extLst>
                  <a:ext uri="{FF2B5EF4-FFF2-40B4-BE49-F238E27FC236}">
                    <a16:creationId xmlns:a16="http://schemas.microsoft.com/office/drawing/2014/main" id="{35196AD2-0F5B-2769-5D74-AAF19B6C8B37}"/>
                  </a:ext>
                </a:extLst>
              </p:cNvPr>
              <p:cNvSpPr>
                <a:spLocks noChangeShapeType="1"/>
              </p:cNvSpPr>
              <p:nvPr/>
            </p:nvSpPr>
            <p:spPr bwMode="auto">
              <a:xfrm>
                <a:off x="2843"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1" name="Line 25">
                <a:extLst>
                  <a:ext uri="{FF2B5EF4-FFF2-40B4-BE49-F238E27FC236}">
                    <a16:creationId xmlns:a16="http://schemas.microsoft.com/office/drawing/2014/main" id="{51AA9807-FAB5-54D2-9FAB-C8F5C2D4B16F}"/>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2" name="Line 26">
                <a:extLst>
                  <a:ext uri="{FF2B5EF4-FFF2-40B4-BE49-F238E27FC236}">
                    <a16:creationId xmlns:a16="http://schemas.microsoft.com/office/drawing/2014/main" id="{FF0BA0B6-3930-6771-177D-AA179B9ED845}"/>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3" name="Line 27">
                <a:extLst>
                  <a:ext uri="{FF2B5EF4-FFF2-40B4-BE49-F238E27FC236}">
                    <a16:creationId xmlns:a16="http://schemas.microsoft.com/office/drawing/2014/main" id="{D97CD617-E0C7-3D56-A982-D16D8211B170}"/>
                  </a:ext>
                </a:extLst>
              </p:cNvPr>
              <p:cNvSpPr>
                <a:spLocks noChangeShapeType="1"/>
              </p:cNvSpPr>
              <p:nvPr/>
            </p:nvSpPr>
            <p:spPr bwMode="auto">
              <a:xfrm>
                <a:off x="2877"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4" name="Line 28">
                <a:extLst>
                  <a:ext uri="{FF2B5EF4-FFF2-40B4-BE49-F238E27FC236}">
                    <a16:creationId xmlns:a16="http://schemas.microsoft.com/office/drawing/2014/main" id="{6D512F68-8736-EAD2-19BE-DFC45E637A5A}"/>
                  </a:ext>
                </a:extLst>
              </p:cNvPr>
              <p:cNvSpPr>
                <a:spLocks noChangeShapeType="1"/>
              </p:cNvSpPr>
              <p:nvPr/>
            </p:nvSpPr>
            <p:spPr bwMode="auto">
              <a:xfrm>
                <a:off x="2860"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5" name="Line 29">
                <a:extLst>
                  <a:ext uri="{FF2B5EF4-FFF2-40B4-BE49-F238E27FC236}">
                    <a16:creationId xmlns:a16="http://schemas.microsoft.com/office/drawing/2014/main" id="{74DC0972-73BC-2E20-B8D1-D9F300F6D07B}"/>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6" name="Line 30">
                <a:extLst>
                  <a:ext uri="{FF2B5EF4-FFF2-40B4-BE49-F238E27FC236}">
                    <a16:creationId xmlns:a16="http://schemas.microsoft.com/office/drawing/2014/main" id="{AC15DD35-7245-642B-2BEB-67F112FF2E81}"/>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7" name="Line 31">
                <a:extLst>
                  <a:ext uri="{FF2B5EF4-FFF2-40B4-BE49-F238E27FC236}">
                    <a16:creationId xmlns:a16="http://schemas.microsoft.com/office/drawing/2014/main" id="{C7E237DC-9A84-363C-022B-DB86B125507B}"/>
                  </a:ext>
                </a:extLst>
              </p:cNvPr>
              <p:cNvSpPr>
                <a:spLocks noChangeShapeType="1"/>
              </p:cNvSpPr>
              <p:nvPr/>
            </p:nvSpPr>
            <p:spPr bwMode="auto">
              <a:xfrm>
                <a:off x="2885"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8" name="Line 32">
                <a:extLst>
                  <a:ext uri="{FF2B5EF4-FFF2-40B4-BE49-F238E27FC236}">
                    <a16:creationId xmlns:a16="http://schemas.microsoft.com/office/drawing/2014/main" id="{44FEBA61-F544-6A73-E90C-02B902C43BC1}"/>
                  </a:ext>
                </a:extLst>
              </p:cNvPr>
              <p:cNvSpPr>
                <a:spLocks noChangeShapeType="1"/>
              </p:cNvSpPr>
              <p:nvPr/>
            </p:nvSpPr>
            <p:spPr bwMode="auto">
              <a:xfrm>
                <a:off x="2894" y="1566"/>
                <a:ext cx="1"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39" name="Line 33">
                <a:extLst>
                  <a:ext uri="{FF2B5EF4-FFF2-40B4-BE49-F238E27FC236}">
                    <a16:creationId xmlns:a16="http://schemas.microsoft.com/office/drawing/2014/main" id="{360FAB54-C41B-220A-F2B8-330A43D65687}"/>
                  </a:ext>
                </a:extLst>
              </p:cNvPr>
              <p:cNvSpPr>
                <a:spLocks noChangeShapeType="1"/>
              </p:cNvSpPr>
              <p:nvPr/>
            </p:nvSpPr>
            <p:spPr bwMode="auto">
              <a:xfrm>
                <a:off x="2894"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0" name="Line 34">
                <a:extLst>
                  <a:ext uri="{FF2B5EF4-FFF2-40B4-BE49-F238E27FC236}">
                    <a16:creationId xmlns:a16="http://schemas.microsoft.com/office/drawing/2014/main" id="{2A8A121B-A975-EFDA-D9F3-031D364F67FE}"/>
                  </a:ext>
                </a:extLst>
              </p:cNvPr>
              <p:cNvSpPr>
                <a:spLocks noChangeShapeType="1"/>
              </p:cNvSpPr>
              <p:nvPr/>
            </p:nvSpPr>
            <p:spPr bwMode="auto">
              <a:xfrm>
                <a:off x="2902"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1" name="Line 35">
                <a:extLst>
                  <a:ext uri="{FF2B5EF4-FFF2-40B4-BE49-F238E27FC236}">
                    <a16:creationId xmlns:a16="http://schemas.microsoft.com/office/drawing/2014/main" id="{2D3BE125-F5B4-7EB2-7990-434DA2F40460}"/>
                  </a:ext>
                </a:extLst>
              </p:cNvPr>
              <p:cNvSpPr>
                <a:spLocks noChangeShapeType="1"/>
              </p:cNvSpPr>
              <p:nvPr/>
            </p:nvSpPr>
            <p:spPr bwMode="auto">
              <a:xfrm>
                <a:off x="2911"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2" name="Line 36">
                <a:extLst>
                  <a:ext uri="{FF2B5EF4-FFF2-40B4-BE49-F238E27FC236}">
                    <a16:creationId xmlns:a16="http://schemas.microsoft.com/office/drawing/2014/main" id="{4A964196-55E4-1B84-730D-02CBB0636DB0}"/>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3" name="Line 37">
                <a:extLst>
                  <a:ext uri="{FF2B5EF4-FFF2-40B4-BE49-F238E27FC236}">
                    <a16:creationId xmlns:a16="http://schemas.microsoft.com/office/drawing/2014/main" id="{EF8C9650-B5AE-8512-2DA6-4FEE3ABBEE04}"/>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4" name="Line 38">
                <a:extLst>
                  <a:ext uri="{FF2B5EF4-FFF2-40B4-BE49-F238E27FC236}">
                    <a16:creationId xmlns:a16="http://schemas.microsoft.com/office/drawing/2014/main" id="{73F9179F-6724-2383-DF2A-AF2A833F7899}"/>
                  </a:ext>
                </a:extLst>
              </p:cNvPr>
              <p:cNvSpPr>
                <a:spLocks noChangeShapeType="1"/>
              </p:cNvSpPr>
              <p:nvPr/>
            </p:nvSpPr>
            <p:spPr bwMode="auto">
              <a:xfrm>
                <a:off x="2928"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5" name="Line 39">
                <a:extLst>
                  <a:ext uri="{FF2B5EF4-FFF2-40B4-BE49-F238E27FC236}">
                    <a16:creationId xmlns:a16="http://schemas.microsoft.com/office/drawing/2014/main" id="{652FCCEB-6BBB-AA76-6B87-D985FFB1627B}"/>
                  </a:ext>
                </a:extLst>
              </p:cNvPr>
              <p:cNvSpPr>
                <a:spLocks noChangeShapeType="1"/>
              </p:cNvSpPr>
              <p:nvPr/>
            </p:nvSpPr>
            <p:spPr bwMode="auto">
              <a:xfrm flipV="1">
                <a:off x="2936"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6" name="Line 40">
                <a:extLst>
                  <a:ext uri="{FF2B5EF4-FFF2-40B4-BE49-F238E27FC236}">
                    <a16:creationId xmlns:a16="http://schemas.microsoft.com/office/drawing/2014/main" id="{A5DF6D97-BD56-06E5-6A09-970B1D742057}"/>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7" name="Line 41">
                <a:extLst>
                  <a:ext uri="{FF2B5EF4-FFF2-40B4-BE49-F238E27FC236}">
                    <a16:creationId xmlns:a16="http://schemas.microsoft.com/office/drawing/2014/main" id="{DE567F87-1BC1-D6C9-D1DC-211C55911591}"/>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8" name="Line 42">
                <a:extLst>
                  <a:ext uri="{FF2B5EF4-FFF2-40B4-BE49-F238E27FC236}">
                    <a16:creationId xmlns:a16="http://schemas.microsoft.com/office/drawing/2014/main" id="{045CA414-E751-ED91-63D8-E915E900550E}"/>
                  </a:ext>
                </a:extLst>
              </p:cNvPr>
              <p:cNvSpPr>
                <a:spLocks noChangeShapeType="1"/>
              </p:cNvSpPr>
              <p:nvPr/>
            </p:nvSpPr>
            <p:spPr bwMode="auto">
              <a:xfrm>
                <a:off x="2953"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49" name="Line 43">
                <a:extLst>
                  <a:ext uri="{FF2B5EF4-FFF2-40B4-BE49-F238E27FC236}">
                    <a16:creationId xmlns:a16="http://schemas.microsoft.com/office/drawing/2014/main" id="{3B59E2EF-7490-251C-6091-57F4D55E01E4}"/>
                  </a:ext>
                </a:extLst>
              </p:cNvPr>
              <p:cNvSpPr>
                <a:spLocks noChangeShapeType="1"/>
              </p:cNvSpPr>
              <p:nvPr/>
            </p:nvSpPr>
            <p:spPr bwMode="auto">
              <a:xfrm>
                <a:off x="2962"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0" name="Line 44">
                <a:extLst>
                  <a:ext uri="{FF2B5EF4-FFF2-40B4-BE49-F238E27FC236}">
                    <a16:creationId xmlns:a16="http://schemas.microsoft.com/office/drawing/2014/main" id="{61E76E4F-6D5A-1C7F-7B5A-00FF063BA97E}"/>
                  </a:ext>
                </a:extLst>
              </p:cNvPr>
              <p:cNvSpPr>
                <a:spLocks noChangeShapeType="1"/>
              </p:cNvSpPr>
              <p:nvPr/>
            </p:nvSpPr>
            <p:spPr bwMode="auto">
              <a:xfrm flipV="1">
                <a:off x="2970"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1" name="Line 45">
                <a:extLst>
                  <a:ext uri="{FF2B5EF4-FFF2-40B4-BE49-F238E27FC236}">
                    <a16:creationId xmlns:a16="http://schemas.microsoft.com/office/drawing/2014/main" id="{09D703E2-A39F-85BD-26C2-E6786A6F1C4A}"/>
                  </a:ext>
                </a:extLst>
              </p:cNvPr>
              <p:cNvSpPr>
                <a:spLocks noChangeShapeType="1"/>
              </p:cNvSpPr>
              <p:nvPr/>
            </p:nvSpPr>
            <p:spPr bwMode="auto">
              <a:xfrm>
                <a:off x="2970" y="1574"/>
                <a:ext cx="0"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2" name="Line 46">
                <a:extLst>
                  <a:ext uri="{FF2B5EF4-FFF2-40B4-BE49-F238E27FC236}">
                    <a16:creationId xmlns:a16="http://schemas.microsoft.com/office/drawing/2014/main" id="{87275238-028E-E6F6-98C6-8CD3A7BDC305}"/>
                  </a:ext>
                </a:extLst>
              </p:cNvPr>
              <p:cNvSpPr>
                <a:spLocks noChangeShapeType="1"/>
              </p:cNvSpPr>
              <p:nvPr/>
            </p:nvSpPr>
            <p:spPr bwMode="auto">
              <a:xfrm>
                <a:off x="2830" y="1288"/>
                <a:ext cx="157"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3" name="Line 47">
                <a:extLst>
                  <a:ext uri="{FF2B5EF4-FFF2-40B4-BE49-F238E27FC236}">
                    <a16:creationId xmlns:a16="http://schemas.microsoft.com/office/drawing/2014/main" id="{BAAC753A-1C04-F335-0A0D-05B5A2D35A7D}"/>
                  </a:ext>
                </a:extLst>
              </p:cNvPr>
              <p:cNvSpPr>
                <a:spLocks noChangeShapeType="1"/>
              </p:cNvSpPr>
              <p:nvPr/>
            </p:nvSpPr>
            <p:spPr bwMode="auto">
              <a:xfrm>
                <a:off x="2838" y="1551"/>
                <a:ext cx="14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4" name="Oval 48">
                <a:extLst>
                  <a:ext uri="{FF2B5EF4-FFF2-40B4-BE49-F238E27FC236}">
                    <a16:creationId xmlns:a16="http://schemas.microsoft.com/office/drawing/2014/main" id="{D2F71D3B-E250-6D0A-9341-8E8481D0127F}"/>
                  </a:ext>
                </a:extLst>
              </p:cNvPr>
              <p:cNvSpPr>
                <a:spLocks noChangeArrowheads="1"/>
              </p:cNvSpPr>
              <p:nvPr/>
            </p:nvSpPr>
            <p:spPr bwMode="auto">
              <a:xfrm>
                <a:off x="2831" y="1250"/>
                <a:ext cx="8" cy="8"/>
              </a:xfrm>
              <a:prstGeom prst="ellipse">
                <a:avLst/>
              </a:prstGeom>
              <a:solidFill>
                <a:srgbClr val="000000"/>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4055" name="Oval 49">
                <a:extLst>
                  <a:ext uri="{FF2B5EF4-FFF2-40B4-BE49-F238E27FC236}">
                    <a16:creationId xmlns:a16="http://schemas.microsoft.com/office/drawing/2014/main" id="{B9B482B4-40D3-219B-481B-3E2DB1D09B79}"/>
                  </a:ext>
                </a:extLst>
              </p:cNvPr>
              <p:cNvSpPr>
                <a:spLocks noChangeArrowheads="1"/>
              </p:cNvSpPr>
              <p:nvPr/>
            </p:nvSpPr>
            <p:spPr bwMode="auto">
              <a:xfrm>
                <a:off x="2864"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4056" name="Oval 50">
                <a:extLst>
                  <a:ext uri="{FF2B5EF4-FFF2-40B4-BE49-F238E27FC236}">
                    <a16:creationId xmlns:a16="http://schemas.microsoft.com/office/drawing/2014/main" id="{A73A1D68-7E12-A62F-AE2B-7134B68FE88F}"/>
                  </a:ext>
                </a:extLst>
              </p:cNvPr>
              <p:cNvSpPr>
                <a:spLocks noChangeArrowheads="1"/>
              </p:cNvSpPr>
              <p:nvPr/>
            </p:nvSpPr>
            <p:spPr bwMode="auto">
              <a:xfrm>
                <a:off x="2898"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4057" name="Rectangle 51">
                <a:extLst>
                  <a:ext uri="{FF2B5EF4-FFF2-40B4-BE49-F238E27FC236}">
                    <a16:creationId xmlns:a16="http://schemas.microsoft.com/office/drawing/2014/main" id="{BB665EDB-0875-80D4-7480-5D82FA3C5682}"/>
                  </a:ext>
                </a:extLst>
              </p:cNvPr>
              <p:cNvSpPr>
                <a:spLocks noChangeArrowheads="1"/>
              </p:cNvSpPr>
              <p:nvPr/>
            </p:nvSpPr>
            <p:spPr bwMode="auto">
              <a:xfrm>
                <a:off x="2974" y="1258"/>
                <a:ext cx="8" cy="17"/>
              </a:xfrm>
              <a:prstGeom prst="rect">
                <a:avLst/>
              </a:prstGeom>
              <a:solidFill>
                <a:srgbClr val="A0A0A0"/>
              </a:solidFill>
              <a:ln w="12700">
                <a:solidFill>
                  <a:srgbClr val="808080"/>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4058" name="Line 52">
                <a:extLst>
                  <a:ext uri="{FF2B5EF4-FFF2-40B4-BE49-F238E27FC236}">
                    <a16:creationId xmlns:a16="http://schemas.microsoft.com/office/drawing/2014/main" id="{AEAB2A83-F53B-CA5D-DFC1-A7D61CC26AA1}"/>
                  </a:ext>
                </a:extLst>
              </p:cNvPr>
              <p:cNvSpPr>
                <a:spLocks noChangeShapeType="1"/>
              </p:cNvSpPr>
              <p:nvPr/>
            </p:nvSpPr>
            <p:spPr bwMode="auto">
              <a:xfrm>
                <a:off x="2838" y="1325"/>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59" name="Line 53">
                <a:extLst>
                  <a:ext uri="{FF2B5EF4-FFF2-40B4-BE49-F238E27FC236}">
                    <a16:creationId xmlns:a16="http://schemas.microsoft.com/office/drawing/2014/main" id="{2DDC4A51-E635-D44C-2006-9950FC277F45}"/>
                  </a:ext>
                </a:extLst>
              </p:cNvPr>
              <p:cNvSpPr>
                <a:spLocks noChangeShapeType="1"/>
              </p:cNvSpPr>
              <p:nvPr/>
            </p:nvSpPr>
            <p:spPr bwMode="auto">
              <a:xfrm>
                <a:off x="2838" y="1362"/>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60" name="Line 54">
                <a:extLst>
                  <a:ext uri="{FF2B5EF4-FFF2-40B4-BE49-F238E27FC236}">
                    <a16:creationId xmlns:a16="http://schemas.microsoft.com/office/drawing/2014/main" id="{F6A5F672-FD18-998F-AC3E-500DC336C9C0}"/>
                  </a:ext>
                </a:extLst>
              </p:cNvPr>
              <p:cNvSpPr>
                <a:spLocks noChangeShapeType="1"/>
              </p:cNvSpPr>
              <p:nvPr/>
            </p:nvSpPr>
            <p:spPr bwMode="auto">
              <a:xfrm>
                <a:off x="2838" y="1434"/>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61" name="Line 55">
                <a:extLst>
                  <a:ext uri="{FF2B5EF4-FFF2-40B4-BE49-F238E27FC236}">
                    <a16:creationId xmlns:a16="http://schemas.microsoft.com/office/drawing/2014/main" id="{0EE1FA39-C429-F1C3-9450-ED9EC4D3DEBD}"/>
                  </a:ext>
                </a:extLst>
              </p:cNvPr>
              <p:cNvSpPr>
                <a:spLocks noChangeShapeType="1"/>
              </p:cNvSpPr>
              <p:nvPr/>
            </p:nvSpPr>
            <p:spPr bwMode="auto">
              <a:xfrm>
                <a:off x="2830" y="1467"/>
                <a:ext cx="157"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62" name="Line 56">
                <a:extLst>
                  <a:ext uri="{FF2B5EF4-FFF2-40B4-BE49-F238E27FC236}">
                    <a16:creationId xmlns:a16="http://schemas.microsoft.com/office/drawing/2014/main" id="{1CE2601D-9AEE-DF84-7244-9F9064DBAFC4}"/>
                  </a:ext>
                </a:extLst>
              </p:cNvPr>
              <p:cNvSpPr>
                <a:spLocks noChangeShapeType="1"/>
              </p:cNvSpPr>
              <p:nvPr/>
            </p:nvSpPr>
            <p:spPr bwMode="auto">
              <a:xfrm>
                <a:off x="2838" y="1396"/>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4063" name="Freeform 57">
                <a:extLst>
                  <a:ext uri="{FF2B5EF4-FFF2-40B4-BE49-F238E27FC236}">
                    <a16:creationId xmlns:a16="http://schemas.microsoft.com/office/drawing/2014/main" id="{77BDB8E9-7B43-BEAC-D45A-A758A793279D}"/>
                  </a:ext>
                </a:extLst>
              </p:cNvPr>
              <p:cNvSpPr>
                <a:spLocks/>
              </p:cNvSpPr>
              <p:nvPr/>
            </p:nvSpPr>
            <p:spPr bwMode="auto">
              <a:xfrm>
                <a:off x="2827" y="1321"/>
                <a:ext cx="152" cy="51"/>
              </a:xfrm>
              <a:custGeom>
                <a:avLst/>
                <a:gdLst>
                  <a:gd name="T0" fmla="*/ 0 w 152"/>
                  <a:gd name="T1" fmla="*/ 0 h 51"/>
                  <a:gd name="T2" fmla="*/ 0 w 152"/>
                  <a:gd name="T3" fmla="*/ 33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33"/>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4064" name="Freeform 58">
                <a:extLst>
                  <a:ext uri="{FF2B5EF4-FFF2-40B4-BE49-F238E27FC236}">
                    <a16:creationId xmlns:a16="http://schemas.microsoft.com/office/drawing/2014/main" id="{3D23CBA0-31B0-C306-77DA-CAD0B6A5CBBF}"/>
                  </a:ext>
                </a:extLst>
              </p:cNvPr>
              <p:cNvSpPr>
                <a:spLocks/>
              </p:cNvSpPr>
              <p:nvPr/>
            </p:nvSpPr>
            <p:spPr bwMode="auto">
              <a:xfrm>
                <a:off x="2827" y="1354"/>
                <a:ext cx="152" cy="51"/>
              </a:xfrm>
              <a:custGeom>
                <a:avLst/>
                <a:gdLst>
                  <a:gd name="T0" fmla="*/ 0 w 152"/>
                  <a:gd name="T1" fmla="*/ 0 h 51"/>
                  <a:gd name="T2" fmla="*/ 0 w 152"/>
                  <a:gd name="T3" fmla="*/ 42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4065" name="Freeform 59">
                <a:extLst>
                  <a:ext uri="{FF2B5EF4-FFF2-40B4-BE49-F238E27FC236}">
                    <a16:creationId xmlns:a16="http://schemas.microsoft.com/office/drawing/2014/main" id="{0C48B82C-50A2-9CC9-9C21-0AA3A1DCCA73}"/>
                  </a:ext>
                </a:extLst>
              </p:cNvPr>
              <p:cNvSpPr>
                <a:spLocks/>
              </p:cNvSpPr>
              <p:nvPr/>
            </p:nvSpPr>
            <p:spPr bwMode="auto">
              <a:xfrm>
                <a:off x="2827" y="1387"/>
                <a:ext cx="152" cy="51"/>
              </a:xfrm>
              <a:custGeom>
                <a:avLst/>
                <a:gdLst>
                  <a:gd name="T0" fmla="*/ 0 w 152"/>
                  <a:gd name="T1" fmla="*/ 0 h 51"/>
                  <a:gd name="T2" fmla="*/ 0 w 152"/>
                  <a:gd name="T3" fmla="*/ 42 h 51"/>
                  <a:gd name="T4" fmla="*/ 151 w 152"/>
                  <a:gd name="T5" fmla="*/ 50 h 51"/>
                  <a:gd name="T6" fmla="*/ 151 w 152"/>
                  <a:gd name="T7" fmla="*/ 17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17"/>
                    </a:lnTo>
                    <a:lnTo>
                      <a:pt x="0" y="0"/>
                    </a:lnTo>
                  </a:path>
                </a:pathLst>
              </a:custGeom>
              <a:solidFill>
                <a:srgbClr val="E0E0E0"/>
              </a:solidFill>
              <a:ln w="12700" cap="rnd">
                <a:solidFill>
                  <a:srgbClr val="404040"/>
                </a:solidFill>
                <a:round/>
                <a:headEnd/>
                <a:tailEnd/>
              </a:ln>
            </p:spPr>
            <p:txBody>
              <a:bodyPr/>
              <a:lstStyle/>
              <a:p>
                <a:endParaRPr lang="en-IN"/>
              </a:p>
            </p:txBody>
          </p:sp>
          <p:sp>
            <p:nvSpPr>
              <p:cNvPr id="384066" name="Freeform 60">
                <a:extLst>
                  <a:ext uri="{FF2B5EF4-FFF2-40B4-BE49-F238E27FC236}">
                    <a16:creationId xmlns:a16="http://schemas.microsoft.com/office/drawing/2014/main" id="{9B4CEC92-3CFD-D2AE-51F5-839E9D0E0060}"/>
                  </a:ext>
                </a:extLst>
              </p:cNvPr>
              <p:cNvSpPr>
                <a:spLocks/>
              </p:cNvSpPr>
              <p:nvPr/>
            </p:nvSpPr>
            <p:spPr bwMode="auto">
              <a:xfrm>
                <a:off x="2827" y="1429"/>
                <a:ext cx="160" cy="43"/>
              </a:xfrm>
              <a:custGeom>
                <a:avLst/>
                <a:gdLst>
                  <a:gd name="T0" fmla="*/ 0 w 160"/>
                  <a:gd name="T1" fmla="*/ 0 h 43"/>
                  <a:gd name="T2" fmla="*/ 0 w 160"/>
                  <a:gd name="T3" fmla="*/ 33 h 43"/>
                  <a:gd name="T4" fmla="*/ 159 w 160"/>
                  <a:gd name="T5" fmla="*/ 42 h 43"/>
                  <a:gd name="T6" fmla="*/ 159 w 160"/>
                  <a:gd name="T7" fmla="*/ 8 h 43"/>
                  <a:gd name="T8" fmla="*/ 0 w 160"/>
                  <a:gd name="T9" fmla="*/ 0 h 43"/>
                  <a:gd name="T10" fmla="*/ 0 60000 65536"/>
                  <a:gd name="T11" fmla="*/ 0 60000 65536"/>
                  <a:gd name="T12" fmla="*/ 0 60000 65536"/>
                  <a:gd name="T13" fmla="*/ 0 60000 65536"/>
                  <a:gd name="T14" fmla="*/ 0 60000 65536"/>
                  <a:gd name="T15" fmla="*/ 0 w 160"/>
                  <a:gd name="T16" fmla="*/ 0 h 43"/>
                  <a:gd name="T17" fmla="*/ 160 w 160"/>
                  <a:gd name="T18" fmla="*/ 43 h 43"/>
                </a:gdLst>
                <a:ahLst/>
                <a:cxnLst>
                  <a:cxn ang="T10">
                    <a:pos x="T0" y="T1"/>
                  </a:cxn>
                  <a:cxn ang="T11">
                    <a:pos x="T2" y="T3"/>
                  </a:cxn>
                  <a:cxn ang="T12">
                    <a:pos x="T4" y="T5"/>
                  </a:cxn>
                  <a:cxn ang="T13">
                    <a:pos x="T6" y="T7"/>
                  </a:cxn>
                  <a:cxn ang="T14">
                    <a:pos x="T8" y="T9"/>
                  </a:cxn>
                </a:cxnLst>
                <a:rect l="T15" t="T16" r="T17" b="T18"/>
                <a:pathLst>
                  <a:path w="160" h="43">
                    <a:moveTo>
                      <a:pt x="0" y="0"/>
                    </a:moveTo>
                    <a:lnTo>
                      <a:pt x="0" y="33"/>
                    </a:lnTo>
                    <a:lnTo>
                      <a:pt x="159" y="42"/>
                    </a:lnTo>
                    <a:lnTo>
                      <a:pt x="159"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4067" name="Freeform 61">
                <a:extLst>
                  <a:ext uri="{FF2B5EF4-FFF2-40B4-BE49-F238E27FC236}">
                    <a16:creationId xmlns:a16="http://schemas.microsoft.com/office/drawing/2014/main" id="{57933BD1-B3B3-DE2F-5786-41091081DD01}"/>
                  </a:ext>
                </a:extLst>
              </p:cNvPr>
              <p:cNvSpPr>
                <a:spLocks/>
              </p:cNvSpPr>
              <p:nvPr/>
            </p:nvSpPr>
            <p:spPr bwMode="auto">
              <a:xfrm>
                <a:off x="2860" y="1362"/>
                <a:ext cx="94" cy="26"/>
              </a:xfrm>
              <a:custGeom>
                <a:avLst/>
                <a:gdLst>
                  <a:gd name="T0" fmla="*/ 0 w 94"/>
                  <a:gd name="T1" fmla="*/ 25 h 26"/>
                  <a:gd name="T2" fmla="*/ 0 w 94"/>
                  <a:gd name="T3" fmla="*/ 0 h 26"/>
                  <a:gd name="T4" fmla="*/ 93 w 94"/>
                  <a:gd name="T5" fmla="*/ 9 h 26"/>
                  <a:gd name="T6" fmla="*/ 0 60000 65536"/>
                  <a:gd name="T7" fmla="*/ 0 60000 65536"/>
                  <a:gd name="T8" fmla="*/ 0 60000 65536"/>
                  <a:gd name="T9" fmla="*/ 0 w 94"/>
                  <a:gd name="T10" fmla="*/ 0 h 26"/>
                  <a:gd name="T11" fmla="*/ 94 w 94"/>
                  <a:gd name="T12" fmla="*/ 26 h 26"/>
                </a:gdLst>
                <a:ahLst/>
                <a:cxnLst>
                  <a:cxn ang="T6">
                    <a:pos x="T0" y="T1"/>
                  </a:cxn>
                  <a:cxn ang="T7">
                    <a:pos x="T2" y="T3"/>
                  </a:cxn>
                  <a:cxn ang="T8">
                    <a:pos x="T4" y="T5"/>
                  </a:cxn>
                </a:cxnLst>
                <a:rect l="T9" t="T10" r="T11" b="T12"/>
                <a:pathLst>
                  <a:path w="94" h="26">
                    <a:moveTo>
                      <a:pt x="0" y="25"/>
                    </a:moveTo>
                    <a:lnTo>
                      <a:pt x="0" y="0"/>
                    </a:lnTo>
                    <a:lnTo>
                      <a:pt x="93" y="9"/>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84068" name="Freeform 62">
                <a:extLst>
                  <a:ext uri="{FF2B5EF4-FFF2-40B4-BE49-F238E27FC236}">
                    <a16:creationId xmlns:a16="http://schemas.microsoft.com/office/drawing/2014/main" id="{68AF5280-6066-223E-CC49-AB91423B7525}"/>
                  </a:ext>
                </a:extLst>
              </p:cNvPr>
              <p:cNvSpPr>
                <a:spLocks/>
              </p:cNvSpPr>
              <p:nvPr/>
            </p:nvSpPr>
            <p:spPr bwMode="auto">
              <a:xfrm>
                <a:off x="2860" y="1371"/>
                <a:ext cx="86" cy="17"/>
              </a:xfrm>
              <a:custGeom>
                <a:avLst/>
                <a:gdLst>
                  <a:gd name="T0" fmla="*/ 0 w 86"/>
                  <a:gd name="T1" fmla="*/ 0 h 17"/>
                  <a:gd name="T2" fmla="*/ 0 w 86"/>
                  <a:gd name="T3" fmla="*/ 8 h 17"/>
                  <a:gd name="T4" fmla="*/ 85 w 86"/>
                  <a:gd name="T5" fmla="*/ 16 h 17"/>
                  <a:gd name="T6" fmla="*/ 85 w 86"/>
                  <a:gd name="T7" fmla="*/ 8 h 17"/>
                  <a:gd name="T8" fmla="*/ 0 w 86"/>
                  <a:gd name="T9" fmla="*/ 0 h 17"/>
                  <a:gd name="T10" fmla="*/ 0 60000 65536"/>
                  <a:gd name="T11" fmla="*/ 0 60000 65536"/>
                  <a:gd name="T12" fmla="*/ 0 60000 65536"/>
                  <a:gd name="T13" fmla="*/ 0 60000 65536"/>
                  <a:gd name="T14" fmla="*/ 0 60000 65536"/>
                  <a:gd name="T15" fmla="*/ 0 w 86"/>
                  <a:gd name="T16" fmla="*/ 0 h 17"/>
                  <a:gd name="T17" fmla="*/ 86 w 86"/>
                  <a:gd name="T18" fmla="*/ 17 h 17"/>
                </a:gdLst>
                <a:ahLst/>
                <a:cxnLst>
                  <a:cxn ang="T10">
                    <a:pos x="T0" y="T1"/>
                  </a:cxn>
                  <a:cxn ang="T11">
                    <a:pos x="T2" y="T3"/>
                  </a:cxn>
                  <a:cxn ang="T12">
                    <a:pos x="T4" y="T5"/>
                  </a:cxn>
                  <a:cxn ang="T13">
                    <a:pos x="T6" y="T7"/>
                  </a:cxn>
                  <a:cxn ang="T14">
                    <a:pos x="T8" y="T9"/>
                  </a:cxn>
                </a:cxnLst>
                <a:rect l="T15" t="T16" r="T17" b="T18"/>
                <a:pathLst>
                  <a:path w="86" h="17">
                    <a:moveTo>
                      <a:pt x="0" y="0"/>
                    </a:moveTo>
                    <a:lnTo>
                      <a:pt x="0" y="8"/>
                    </a:lnTo>
                    <a:lnTo>
                      <a:pt x="85" y="16"/>
                    </a:lnTo>
                    <a:lnTo>
                      <a:pt x="85" y="8"/>
                    </a:lnTo>
                    <a:lnTo>
                      <a:pt x="0" y="0"/>
                    </a:lnTo>
                  </a:path>
                </a:pathLst>
              </a:custGeom>
              <a:solidFill>
                <a:srgbClr val="A0A0A0"/>
              </a:solidFill>
              <a:ln w="12700" cap="rnd">
                <a:solidFill>
                  <a:srgbClr val="A0A0A0"/>
                </a:solidFill>
                <a:round/>
                <a:headEnd/>
                <a:tailEnd/>
              </a:ln>
            </p:spPr>
            <p:txBody>
              <a:bodyPr/>
              <a:lstStyle/>
              <a:p>
                <a:endParaRPr lang="en-IN"/>
              </a:p>
            </p:txBody>
          </p:sp>
          <p:sp>
            <p:nvSpPr>
              <p:cNvPr id="384069" name="Freeform 63">
                <a:extLst>
                  <a:ext uri="{FF2B5EF4-FFF2-40B4-BE49-F238E27FC236}">
                    <a16:creationId xmlns:a16="http://schemas.microsoft.com/office/drawing/2014/main" id="{34CD6836-9CE3-E894-F952-A8FCEB9BAD7E}"/>
                  </a:ext>
                </a:extLst>
              </p:cNvPr>
              <p:cNvSpPr>
                <a:spLocks/>
              </p:cNvSpPr>
              <p:nvPr/>
            </p:nvSpPr>
            <p:spPr bwMode="auto">
              <a:xfrm>
                <a:off x="2919" y="1387"/>
                <a:ext cx="27" cy="10"/>
              </a:xfrm>
              <a:custGeom>
                <a:avLst/>
                <a:gdLst>
                  <a:gd name="T0" fmla="*/ 0 w 27"/>
                  <a:gd name="T1" fmla="*/ 0 h 10"/>
                  <a:gd name="T2" fmla="*/ 26 w 27"/>
                  <a:gd name="T3" fmla="*/ 0 h 10"/>
                  <a:gd name="T4" fmla="*/ 26 w 27"/>
                  <a:gd name="T5" fmla="*/ 9 h 10"/>
                  <a:gd name="T6" fmla="*/ 0 w 27"/>
                  <a:gd name="T7" fmla="*/ 0 h 10"/>
                  <a:gd name="T8" fmla="*/ 0 60000 65536"/>
                  <a:gd name="T9" fmla="*/ 0 60000 65536"/>
                  <a:gd name="T10" fmla="*/ 0 60000 65536"/>
                  <a:gd name="T11" fmla="*/ 0 60000 65536"/>
                  <a:gd name="T12" fmla="*/ 0 w 27"/>
                  <a:gd name="T13" fmla="*/ 0 h 10"/>
                  <a:gd name="T14" fmla="*/ 27 w 27"/>
                  <a:gd name="T15" fmla="*/ 10 h 10"/>
                </a:gdLst>
                <a:ahLst/>
                <a:cxnLst>
                  <a:cxn ang="T8">
                    <a:pos x="T0" y="T1"/>
                  </a:cxn>
                  <a:cxn ang="T9">
                    <a:pos x="T2" y="T3"/>
                  </a:cxn>
                  <a:cxn ang="T10">
                    <a:pos x="T4" y="T5"/>
                  </a:cxn>
                  <a:cxn ang="T11">
                    <a:pos x="T6" y="T7"/>
                  </a:cxn>
                </a:cxnLst>
                <a:rect l="T12" t="T13" r="T14" b="T15"/>
                <a:pathLst>
                  <a:path w="27" h="10">
                    <a:moveTo>
                      <a:pt x="0" y="0"/>
                    </a:moveTo>
                    <a:lnTo>
                      <a:pt x="26" y="0"/>
                    </a:lnTo>
                    <a:lnTo>
                      <a:pt x="26" y="9"/>
                    </a:lnTo>
                    <a:lnTo>
                      <a:pt x="0" y="0"/>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70" name="Freeform 64">
                <a:extLst>
                  <a:ext uri="{FF2B5EF4-FFF2-40B4-BE49-F238E27FC236}">
                    <a16:creationId xmlns:a16="http://schemas.microsoft.com/office/drawing/2014/main" id="{DD1E9BD1-8F7E-EF93-9484-8FB0E9F5B01E}"/>
                  </a:ext>
                </a:extLst>
              </p:cNvPr>
              <p:cNvSpPr>
                <a:spLocks/>
              </p:cNvSpPr>
              <p:nvPr/>
            </p:nvSpPr>
            <p:spPr bwMode="auto">
              <a:xfrm>
                <a:off x="2868" y="1329"/>
                <a:ext cx="61" cy="26"/>
              </a:xfrm>
              <a:custGeom>
                <a:avLst/>
                <a:gdLst>
                  <a:gd name="T0" fmla="*/ 0 w 61"/>
                  <a:gd name="T1" fmla="*/ 0 h 26"/>
                  <a:gd name="T2" fmla="*/ 0 w 61"/>
                  <a:gd name="T3" fmla="*/ 25 h 26"/>
                  <a:gd name="T4" fmla="*/ 60 w 61"/>
                  <a:gd name="T5" fmla="*/ 25 h 26"/>
                  <a:gd name="T6" fmla="*/ 60 w 61"/>
                  <a:gd name="T7" fmla="*/ 0 h 26"/>
                  <a:gd name="T8" fmla="*/ 34 w 61"/>
                  <a:gd name="T9" fmla="*/ 0 h 26"/>
                  <a:gd name="T10" fmla="*/ 26 w 61"/>
                  <a:gd name="T11" fmla="*/ 9 h 26"/>
                  <a:gd name="T12" fmla="*/ 0 w 61"/>
                  <a:gd name="T13" fmla="*/ 0 h 26"/>
                  <a:gd name="T14" fmla="*/ 0 60000 65536"/>
                  <a:gd name="T15" fmla="*/ 0 60000 65536"/>
                  <a:gd name="T16" fmla="*/ 0 60000 65536"/>
                  <a:gd name="T17" fmla="*/ 0 60000 65536"/>
                  <a:gd name="T18" fmla="*/ 0 60000 65536"/>
                  <a:gd name="T19" fmla="*/ 0 60000 65536"/>
                  <a:gd name="T20" fmla="*/ 0 60000 65536"/>
                  <a:gd name="T21" fmla="*/ 0 w 61"/>
                  <a:gd name="T22" fmla="*/ 0 h 26"/>
                  <a:gd name="T23" fmla="*/ 61 w 6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26">
                    <a:moveTo>
                      <a:pt x="0" y="0"/>
                    </a:moveTo>
                    <a:lnTo>
                      <a:pt x="0" y="25"/>
                    </a:lnTo>
                    <a:lnTo>
                      <a:pt x="60" y="25"/>
                    </a:lnTo>
                    <a:lnTo>
                      <a:pt x="60" y="0"/>
                    </a:lnTo>
                    <a:lnTo>
                      <a:pt x="34" y="0"/>
                    </a:lnTo>
                    <a:lnTo>
                      <a:pt x="26" y="9"/>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4071" name="Freeform 65">
                <a:extLst>
                  <a:ext uri="{FF2B5EF4-FFF2-40B4-BE49-F238E27FC236}">
                    <a16:creationId xmlns:a16="http://schemas.microsoft.com/office/drawing/2014/main" id="{FC0D1CDE-0CC9-5614-B505-AA7B33654119}"/>
                  </a:ext>
                </a:extLst>
              </p:cNvPr>
              <p:cNvSpPr>
                <a:spLocks/>
              </p:cNvSpPr>
              <p:nvPr/>
            </p:nvSpPr>
            <p:spPr bwMode="auto">
              <a:xfrm>
                <a:off x="2843" y="1337"/>
                <a:ext cx="120" cy="9"/>
              </a:xfrm>
              <a:custGeom>
                <a:avLst/>
                <a:gdLst>
                  <a:gd name="T0" fmla="*/ 0 w 120"/>
                  <a:gd name="T1" fmla="*/ 0 h 9"/>
                  <a:gd name="T2" fmla="*/ 119 w 120"/>
                  <a:gd name="T3" fmla="*/ 8 h 9"/>
                  <a:gd name="T4" fmla="*/ 0 w 120"/>
                  <a:gd name="T5" fmla="*/ 0 h 9"/>
                  <a:gd name="T6" fmla="*/ 0 60000 65536"/>
                  <a:gd name="T7" fmla="*/ 0 60000 65536"/>
                  <a:gd name="T8" fmla="*/ 0 60000 65536"/>
                  <a:gd name="T9" fmla="*/ 0 w 120"/>
                  <a:gd name="T10" fmla="*/ 0 h 9"/>
                  <a:gd name="T11" fmla="*/ 120 w 120"/>
                  <a:gd name="T12" fmla="*/ 9 h 9"/>
                </a:gdLst>
                <a:ahLst/>
                <a:cxnLst>
                  <a:cxn ang="T6">
                    <a:pos x="T0" y="T1"/>
                  </a:cxn>
                  <a:cxn ang="T7">
                    <a:pos x="T2" y="T3"/>
                  </a:cxn>
                  <a:cxn ang="T8">
                    <a:pos x="T4" y="T5"/>
                  </a:cxn>
                </a:cxnLst>
                <a:rect l="T9" t="T10" r="T11" b="T12"/>
                <a:pathLst>
                  <a:path w="120" h="9">
                    <a:moveTo>
                      <a:pt x="0" y="0"/>
                    </a:moveTo>
                    <a:lnTo>
                      <a:pt x="119" y="8"/>
                    </a:lnTo>
                    <a:lnTo>
                      <a:pt x="0" y="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grpSp>
        <p:sp>
          <p:nvSpPr>
            <p:cNvPr id="384011" name="Text Box 66">
              <a:extLst>
                <a:ext uri="{FF2B5EF4-FFF2-40B4-BE49-F238E27FC236}">
                  <a16:creationId xmlns:a16="http://schemas.microsoft.com/office/drawing/2014/main" id="{C4B556F7-32A1-3874-48BA-31F00D42D455}"/>
                </a:ext>
              </a:extLst>
            </p:cNvPr>
            <p:cNvSpPr txBox="1">
              <a:spLocks noChangeArrowheads="1"/>
            </p:cNvSpPr>
            <p:nvPr/>
          </p:nvSpPr>
          <p:spPr bwMode="auto">
            <a:xfrm>
              <a:off x="8445" y="4965"/>
              <a:ext cx="1110"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X.500 directory</a:t>
              </a:r>
              <a:endParaRPr lang="en-US" altLang="en-US" sz="1800"/>
            </a:p>
          </p:txBody>
        </p:sp>
        <p:sp>
          <p:nvSpPr>
            <p:cNvPr id="384012" name="AutoShape 67">
              <a:extLst>
                <a:ext uri="{FF2B5EF4-FFF2-40B4-BE49-F238E27FC236}">
                  <a16:creationId xmlns:a16="http://schemas.microsoft.com/office/drawing/2014/main" id="{340792E3-FD9C-0275-1448-C9853ECA26AA}"/>
                </a:ext>
              </a:extLst>
            </p:cNvPr>
            <p:cNvSpPr>
              <a:spLocks noChangeArrowheads="1"/>
            </p:cNvSpPr>
            <p:nvPr/>
          </p:nvSpPr>
          <p:spPr bwMode="auto">
            <a:xfrm>
              <a:off x="3930" y="4425"/>
              <a:ext cx="2325" cy="675"/>
            </a:xfrm>
            <a:prstGeom prst="rightArrow">
              <a:avLst>
                <a:gd name="adj1" fmla="val 50000"/>
                <a:gd name="adj2" fmla="val 86111"/>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request</a:t>
              </a:r>
              <a:endParaRPr lang="en-US" altLang="en-US" sz="1800"/>
            </a:p>
          </p:txBody>
        </p:sp>
        <p:sp>
          <p:nvSpPr>
            <p:cNvPr id="384013" name="AutoShape 68">
              <a:extLst>
                <a:ext uri="{FF2B5EF4-FFF2-40B4-BE49-F238E27FC236}">
                  <a16:creationId xmlns:a16="http://schemas.microsoft.com/office/drawing/2014/main" id="{386DB2C6-4EE1-9D6F-7F37-6243306710B5}"/>
                </a:ext>
              </a:extLst>
            </p:cNvPr>
            <p:cNvSpPr>
              <a:spLocks noChangeArrowheads="1"/>
            </p:cNvSpPr>
            <p:nvPr/>
          </p:nvSpPr>
          <p:spPr bwMode="auto">
            <a:xfrm>
              <a:off x="4290" y="3210"/>
              <a:ext cx="1275" cy="121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Digital Certificate</a:t>
              </a:r>
            </a:p>
            <a:p>
              <a:pPr algn="ctr">
                <a:spcBef>
                  <a:spcPct val="0"/>
                </a:spcBef>
                <a:buClrTx/>
                <a:buSzTx/>
                <a:buFontTx/>
                <a:buNone/>
              </a:pPr>
              <a:endParaRPr lang="en-US" altLang="en-US" sz="1200" b="1"/>
            </a:p>
            <a:p>
              <a:pPr algn="ctr">
                <a:spcBef>
                  <a:spcPct val="0"/>
                </a:spcBef>
                <a:buClrTx/>
                <a:buSzTx/>
                <a:buFontTx/>
                <a:buNone/>
              </a:pPr>
              <a:r>
                <a:rPr lang="en-US" altLang="en-US" sz="1200" b="1"/>
                <a:t>…</a:t>
              </a:r>
              <a:endParaRPr lang="en-US" altLang="en-US" sz="1800"/>
            </a:p>
          </p:txBody>
        </p:sp>
        <p:sp>
          <p:nvSpPr>
            <p:cNvPr id="384014" name="Text Box 69">
              <a:extLst>
                <a:ext uri="{FF2B5EF4-FFF2-40B4-BE49-F238E27FC236}">
                  <a16:creationId xmlns:a16="http://schemas.microsoft.com/office/drawing/2014/main" id="{83DE010C-065F-7501-91B5-4D1B1B0928FF}"/>
                </a:ext>
              </a:extLst>
            </p:cNvPr>
            <p:cNvSpPr txBox="1">
              <a:spLocks noChangeArrowheads="1"/>
            </p:cNvSpPr>
            <p:nvPr/>
          </p:nvSpPr>
          <p:spPr bwMode="auto">
            <a:xfrm>
              <a:off x="4035" y="5145"/>
              <a:ext cx="19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Is this certificate valid or not?</a:t>
              </a:r>
              <a:endParaRPr lang="en-US" altLang="en-US" sz="1800"/>
            </a:p>
          </p:txBody>
        </p:sp>
        <p:sp>
          <p:nvSpPr>
            <p:cNvPr id="384015" name="Text Box 70">
              <a:extLst>
                <a:ext uri="{FF2B5EF4-FFF2-40B4-BE49-F238E27FC236}">
                  <a16:creationId xmlns:a16="http://schemas.microsoft.com/office/drawing/2014/main" id="{C62B8885-1322-CEBD-2E88-CD3408325A7E}"/>
                </a:ext>
              </a:extLst>
            </p:cNvPr>
            <p:cNvSpPr txBox="1">
              <a:spLocks noChangeArrowheads="1"/>
            </p:cNvSpPr>
            <p:nvPr/>
          </p:nvSpPr>
          <p:spPr bwMode="auto">
            <a:xfrm>
              <a:off x="6270" y="6120"/>
              <a:ext cx="1245" cy="6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responder</a:t>
              </a:r>
              <a:endParaRPr lang="en-US" altLang="en-US" sz="1800"/>
            </a:p>
          </p:txBody>
        </p:sp>
      </p:gr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lide Number Placeholder 5">
            <a:extLst>
              <a:ext uri="{FF2B5EF4-FFF2-40B4-BE49-F238E27FC236}">
                <a16:creationId xmlns:a16="http://schemas.microsoft.com/office/drawing/2014/main" id="{2788C501-98D4-7CBE-99CD-E4F19B3972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6BF7A68-7FC4-4078-A55A-2864573550EC}" type="slidenum">
              <a:rPr lang="en-US" altLang="en-US" sz="1400"/>
              <a:pPr>
                <a:spcBef>
                  <a:spcPct val="0"/>
                </a:spcBef>
                <a:buClrTx/>
                <a:buSzTx/>
                <a:buFontTx/>
                <a:buNone/>
              </a:pPr>
              <a:t>205</a:t>
            </a:fld>
            <a:endParaRPr lang="en-US" altLang="en-US" sz="1400"/>
          </a:p>
        </p:txBody>
      </p:sp>
      <p:sp>
        <p:nvSpPr>
          <p:cNvPr id="386051" name="Rectangle 2">
            <a:extLst>
              <a:ext uri="{FF2B5EF4-FFF2-40B4-BE49-F238E27FC236}">
                <a16:creationId xmlns:a16="http://schemas.microsoft.com/office/drawing/2014/main" id="{3990B5F9-145F-58A7-4A5D-E92FE8EDA918}"/>
              </a:ext>
            </a:extLst>
          </p:cNvPr>
          <p:cNvSpPr>
            <a:spLocks noGrp="1" noChangeArrowheads="1"/>
          </p:cNvSpPr>
          <p:nvPr>
            <p:ph type="title"/>
          </p:nvPr>
        </p:nvSpPr>
        <p:spPr/>
        <p:txBody>
          <a:bodyPr/>
          <a:lstStyle/>
          <a:p>
            <a:pPr eaLnBrk="1" hangingPunct="1"/>
            <a:r>
              <a:rPr lang="en-US" altLang="en-US"/>
              <a:t>OCSP – Step 2</a:t>
            </a:r>
          </a:p>
        </p:txBody>
      </p:sp>
      <p:sp>
        <p:nvSpPr>
          <p:cNvPr id="386052" name="Rectangle 3">
            <a:extLst>
              <a:ext uri="{FF2B5EF4-FFF2-40B4-BE49-F238E27FC236}">
                <a16:creationId xmlns:a16="http://schemas.microsoft.com/office/drawing/2014/main" id="{E1CBE617-CE4C-06BE-F5A2-20D8FB0BB6A2}"/>
              </a:ext>
            </a:extLst>
          </p:cNvPr>
          <p:cNvSpPr>
            <a:spLocks noGrp="1" noChangeArrowheads="1"/>
          </p:cNvSpPr>
          <p:nvPr>
            <p:ph type="body" idx="1"/>
          </p:nvPr>
        </p:nvSpPr>
        <p:spPr/>
        <p:txBody>
          <a:bodyPr/>
          <a:lstStyle/>
          <a:p>
            <a:pPr eaLnBrk="1" hangingPunct="1"/>
            <a:endParaRPr lang="en-GB" altLang="en-US"/>
          </a:p>
        </p:txBody>
      </p:sp>
      <p:grpSp>
        <p:nvGrpSpPr>
          <p:cNvPr id="386053" name="Group 4">
            <a:extLst>
              <a:ext uri="{FF2B5EF4-FFF2-40B4-BE49-F238E27FC236}">
                <a16:creationId xmlns:a16="http://schemas.microsoft.com/office/drawing/2014/main" id="{7AE51ECF-B407-A23F-1ED5-133E9F2BF22F}"/>
              </a:ext>
            </a:extLst>
          </p:cNvPr>
          <p:cNvGrpSpPr>
            <a:grpSpLocks/>
          </p:cNvGrpSpPr>
          <p:nvPr/>
        </p:nvGrpSpPr>
        <p:grpSpPr bwMode="auto">
          <a:xfrm>
            <a:off x="2743200" y="2438400"/>
            <a:ext cx="7467600" cy="3200400"/>
            <a:chOff x="1830" y="9105"/>
            <a:chExt cx="8565" cy="4245"/>
          </a:xfrm>
        </p:grpSpPr>
        <p:sp>
          <p:nvSpPr>
            <p:cNvPr id="386054" name="Rectangle 5">
              <a:extLst>
                <a:ext uri="{FF2B5EF4-FFF2-40B4-BE49-F238E27FC236}">
                  <a16:creationId xmlns:a16="http://schemas.microsoft.com/office/drawing/2014/main" id="{9A82B499-5B51-FE2E-56A1-DB49BAE8E621}"/>
                </a:ext>
              </a:extLst>
            </p:cNvPr>
            <p:cNvSpPr>
              <a:spLocks noChangeArrowheads="1"/>
            </p:cNvSpPr>
            <p:nvPr/>
          </p:nvSpPr>
          <p:spPr bwMode="auto">
            <a:xfrm>
              <a:off x="1830" y="9105"/>
              <a:ext cx="8565" cy="424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055" name="computr3">
              <a:extLst>
                <a:ext uri="{FF2B5EF4-FFF2-40B4-BE49-F238E27FC236}">
                  <a16:creationId xmlns:a16="http://schemas.microsoft.com/office/drawing/2014/main" id="{0F9CBC27-87F3-0775-5F02-8E851C056106}"/>
                </a:ext>
              </a:extLst>
            </p:cNvPr>
            <p:cNvSpPr>
              <a:spLocks noEditPoints="1" noChangeArrowheads="1"/>
            </p:cNvSpPr>
            <p:nvPr/>
          </p:nvSpPr>
          <p:spPr bwMode="auto">
            <a:xfrm>
              <a:off x="2595" y="10227"/>
              <a:ext cx="1339" cy="12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8 w 21600"/>
                <a:gd name="T13" fmla="*/ 2589 h 21600"/>
                <a:gd name="T14" fmla="*/ 16357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IN"/>
            </a:p>
          </p:txBody>
        </p:sp>
        <p:sp>
          <p:nvSpPr>
            <p:cNvPr id="386056" name="Text Box 7">
              <a:extLst>
                <a:ext uri="{FF2B5EF4-FFF2-40B4-BE49-F238E27FC236}">
                  <a16:creationId xmlns:a16="http://schemas.microsoft.com/office/drawing/2014/main" id="{591AF294-88C3-6E0F-764C-0150467FE494}"/>
                </a:ext>
              </a:extLst>
            </p:cNvPr>
            <p:cNvSpPr txBox="1">
              <a:spLocks noChangeArrowheads="1"/>
            </p:cNvSpPr>
            <p:nvPr/>
          </p:nvSpPr>
          <p:spPr bwMode="auto">
            <a:xfrm>
              <a:off x="2865" y="11586"/>
              <a:ext cx="855" cy="3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Client</a:t>
              </a:r>
              <a:endParaRPr lang="en-US" altLang="en-US" sz="1800"/>
            </a:p>
          </p:txBody>
        </p:sp>
        <p:sp>
          <p:nvSpPr>
            <p:cNvPr id="386057" name="AutoShape 8">
              <a:extLst>
                <a:ext uri="{FF2B5EF4-FFF2-40B4-BE49-F238E27FC236}">
                  <a16:creationId xmlns:a16="http://schemas.microsoft.com/office/drawing/2014/main" id="{CCFE638D-3378-D2E4-0583-29333DFA0C5E}"/>
                </a:ext>
              </a:extLst>
            </p:cNvPr>
            <p:cNvSpPr>
              <a:spLocks noChangeArrowheads="1"/>
            </p:cNvSpPr>
            <p:nvPr/>
          </p:nvSpPr>
          <p:spPr bwMode="auto">
            <a:xfrm>
              <a:off x="8340" y="10536"/>
              <a:ext cx="1305" cy="1740"/>
            </a:xfrm>
            <a:prstGeom prst="flowChartMagneticDisk">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nvGrpSpPr>
            <p:cNvPr id="386058" name="Group 9">
              <a:extLst>
                <a:ext uri="{FF2B5EF4-FFF2-40B4-BE49-F238E27FC236}">
                  <a16:creationId xmlns:a16="http://schemas.microsoft.com/office/drawing/2014/main" id="{6E23DA8C-D820-86B3-07EF-55A476177A3A}"/>
                </a:ext>
              </a:extLst>
            </p:cNvPr>
            <p:cNvGrpSpPr>
              <a:grpSpLocks/>
            </p:cNvGrpSpPr>
            <p:nvPr/>
          </p:nvGrpSpPr>
          <p:grpSpPr bwMode="auto">
            <a:xfrm>
              <a:off x="6432" y="10075"/>
              <a:ext cx="1202" cy="2102"/>
              <a:chOff x="2784" y="1204"/>
              <a:chExt cx="381" cy="669"/>
            </a:xfrm>
          </p:grpSpPr>
          <p:sp>
            <p:nvSpPr>
              <p:cNvPr id="386066" name="Freeform 10">
                <a:extLst>
                  <a:ext uri="{FF2B5EF4-FFF2-40B4-BE49-F238E27FC236}">
                    <a16:creationId xmlns:a16="http://schemas.microsoft.com/office/drawing/2014/main" id="{7CAD1A52-2A3F-8D94-114E-2EF77E972D53}"/>
                  </a:ext>
                </a:extLst>
              </p:cNvPr>
              <p:cNvSpPr>
                <a:spLocks/>
              </p:cNvSpPr>
              <p:nvPr/>
            </p:nvSpPr>
            <p:spPr bwMode="auto">
              <a:xfrm>
                <a:off x="2784" y="1713"/>
                <a:ext cx="322" cy="160"/>
              </a:xfrm>
              <a:custGeom>
                <a:avLst/>
                <a:gdLst>
                  <a:gd name="T0" fmla="*/ 34 w 322"/>
                  <a:gd name="T1" fmla="*/ 83 h 160"/>
                  <a:gd name="T2" fmla="*/ 26 w 322"/>
                  <a:gd name="T3" fmla="*/ 92 h 160"/>
                  <a:gd name="T4" fmla="*/ 17 w 322"/>
                  <a:gd name="T5" fmla="*/ 100 h 160"/>
                  <a:gd name="T6" fmla="*/ 0 w 322"/>
                  <a:gd name="T7" fmla="*/ 109 h 160"/>
                  <a:gd name="T8" fmla="*/ 0 w 322"/>
                  <a:gd name="T9" fmla="*/ 117 h 160"/>
                  <a:gd name="T10" fmla="*/ 0 w 322"/>
                  <a:gd name="T11" fmla="*/ 125 h 160"/>
                  <a:gd name="T12" fmla="*/ 9 w 322"/>
                  <a:gd name="T13" fmla="*/ 125 h 160"/>
                  <a:gd name="T14" fmla="*/ 17 w 322"/>
                  <a:gd name="T15" fmla="*/ 133 h 160"/>
                  <a:gd name="T16" fmla="*/ 34 w 322"/>
                  <a:gd name="T17" fmla="*/ 133 h 160"/>
                  <a:gd name="T18" fmla="*/ 203 w 322"/>
                  <a:gd name="T19" fmla="*/ 159 h 160"/>
                  <a:gd name="T20" fmla="*/ 220 w 322"/>
                  <a:gd name="T21" fmla="*/ 159 h 160"/>
                  <a:gd name="T22" fmla="*/ 237 w 322"/>
                  <a:gd name="T23" fmla="*/ 159 h 160"/>
                  <a:gd name="T24" fmla="*/ 245 w 322"/>
                  <a:gd name="T25" fmla="*/ 159 h 160"/>
                  <a:gd name="T26" fmla="*/ 253 w 322"/>
                  <a:gd name="T27" fmla="*/ 159 h 160"/>
                  <a:gd name="T28" fmla="*/ 262 w 322"/>
                  <a:gd name="T29" fmla="*/ 150 h 160"/>
                  <a:gd name="T30" fmla="*/ 270 w 322"/>
                  <a:gd name="T31" fmla="*/ 142 h 160"/>
                  <a:gd name="T32" fmla="*/ 321 w 322"/>
                  <a:gd name="T33" fmla="*/ 0 h 160"/>
                  <a:gd name="T34" fmla="*/ 34 w 322"/>
                  <a:gd name="T35" fmla="*/ 83 h 1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2"/>
                  <a:gd name="T55" fmla="*/ 0 h 160"/>
                  <a:gd name="T56" fmla="*/ 322 w 322"/>
                  <a:gd name="T57" fmla="*/ 160 h 1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2" h="160">
                    <a:moveTo>
                      <a:pt x="34" y="83"/>
                    </a:moveTo>
                    <a:lnTo>
                      <a:pt x="26" y="92"/>
                    </a:lnTo>
                    <a:lnTo>
                      <a:pt x="17" y="100"/>
                    </a:lnTo>
                    <a:lnTo>
                      <a:pt x="0" y="109"/>
                    </a:lnTo>
                    <a:lnTo>
                      <a:pt x="0" y="117"/>
                    </a:lnTo>
                    <a:lnTo>
                      <a:pt x="0" y="125"/>
                    </a:lnTo>
                    <a:lnTo>
                      <a:pt x="9" y="125"/>
                    </a:lnTo>
                    <a:lnTo>
                      <a:pt x="17" y="133"/>
                    </a:lnTo>
                    <a:lnTo>
                      <a:pt x="34" y="133"/>
                    </a:lnTo>
                    <a:lnTo>
                      <a:pt x="203" y="159"/>
                    </a:lnTo>
                    <a:lnTo>
                      <a:pt x="220" y="159"/>
                    </a:lnTo>
                    <a:lnTo>
                      <a:pt x="237" y="159"/>
                    </a:lnTo>
                    <a:lnTo>
                      <a:pt x="245" y="159"/>
                    </a:lnTo>
                    <a:lnTo>
                      <a:pt x="253" y="159"/>
                    </a:lnTo>
                    <a:lnTo>
                      <a:pt x="262" y="150"/>
                    </a:lnTo>
                    <a:lnTo>
                      <a:pt x="270" y="142"/>
                    </a:lnTo>
                    <a:lnTo>
                      <a:pt x="321" y="0"/>
                    </a:lnTo>
                    <a:lnTo>
                      <a:pt x="34" y="83"/>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067" name="Freeform 11">
                <a:extLst>
                  <a:ext uri="{FF2B5EF4-FFF2-40B4-BE49-F238E27FC236}">
                    <a16:creationId xmlns:a16="http://schemas.microsoft.com/office/drawing/2014/main" id="{342832B2-6FD2-6D36-5D84-88373836DE64}"/>
                  </a:ext>
                </a:extLst>
              </p:cNvPr>
              <p:cNvSpPr>
                <a:spLocks/>
              </p:cNvSpPr>
              <p:nvPr/>
            </p:nvSpPr>
            <p:spPr bwMode="auto">
              <a:xfrm>
                <a:off x="3012" y="1713"/>
                <a:ext cx="153" cy="151"/>
              </a:xfrm>
              <a:custGeom>
                <a:avLst/>
                <a:gdLst>
                  <a:gd name="T0" fmla="*/ 0 w 153"/>
                  <a:gd name="T1" fmla="*/ 100 h 151"/>
                  <a:gd name="T2" fmla="*/ 0 w 153"/>
                  <a:gd name="T3" fmla="*/ 109 h 151"/>
                  <a:gd name="T4" fmla="*/ 0 w 153"/>
                  <a:gd name="T5" fmla="*/ 116 h 151"/>
                  <a:gd name="T6" fmla="*/ 0 w 153"/>
                  <a:gd name="T7" fmla="*/ 125 h 151"/>
                  <a:gd name="T8" fmla="*/ 8 w 153"/>
                  <a:gd name="T9" fmla="*/ 125 h 151"/>
                  <a:gd name="T10" fmla="*/ 8 w 153"/>
                  <a:gd name="T11" fmla="*/ 133 h 151"/>
                  <a:gd name="T12" fmla="*/ 17 w 153"/>
                  <a:gd name="T13" fmla="*/ 142 h 151"/>
                  <a:gd name="T14" fmla="*/ 25 w 153"/>
                  <a:gd name="T15" fmla="*/ 150 h 151"/>
                  <a:gd name="T16" fmla="*/ 34 w 153"/>
                  <a:gd name="T17" fmla="*/ 150 h 151"/>
                  <a:gd name="T18" fmla="*/ 42 w 153"/>
                  <a:gd name="T19" fmla="*/ 142 h 151"/>
                  <a:gd name="T20" fmla="*/ 152 w 153"/>
                  <a:gd name="T21" fmla="*/ 25 h 151"/>
                  <a:gd name="T22" fmla="*/ 152 w 153"/>
                  <a:gd name="T23" fmla="*/ 17 h 151"/>
                  <a:gd name="T24" fmla="*/ 143 w 153"/>
                  <a:gd name="T25" fmla="*/ 17 h 151"/>
                  <a:gd name="T26" fmla="*/ 101 w 153"/>
                  <a:gd name="T27" fmla="*/ 0 h 151"/>
                  <a:gd name="T28" fmla="*/ 0 w 153"/>
                  <a:gd name="T29" fmla="*/ 10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3"/>
                  <a:gd name="T46" fmla="*/ 0 h 151"/>
                  <a:gd name="T47" fmla="*/ 153 w 153"/>
                  <a:gd name="T48" fmla="*/ 151 h 1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3" h="151">
                    <a:moveTo>
                      <a:pt x="0" y="100"/>
                    </a:moveTo>
                    <a:lnTo>
                      <a:pt x="0" y="109"/>
                    </a:lnTo>
                    <a:lnTo>
                      <a:pt x="0" y="116"/>
                    </a:lnTo>
                    <a:lnTo>
                      <a:pt x="0" y="125"/>
                    </a:lnTo>
                    <a:lnTo>
                      <a:pt x="8" y="125"/>
                    </a:lnTo>
                    <a:lnTo>
                      <a:pt x="8" y="133"/>
                    </a:lnTo>
                    <a:lnTo>
                      <a:pt x="17" y="142"/>
                    </a:lnTo>
                    <a:lnTo>
                      <a:pt x="25" y="150"/>
                    </a:lnTo>
                    <a:lnTo>
                      <a:pt x="34" y="150"/>
                    </a:lnTo>
                    <a:lnTo>
                      <a:pt x="42" y="142"/>
                    </a:lnTo>
                    <a:lnTo>
                      <a:pt x="152" y="25"/>
                    </a:lnTo>
                    <a:lnTo>
                      <a:pt x="152" y="17"/>
                    </a:lnTo>
                    <a:lnTo>
                      <a:pt x="143" y="17"/>
                    </a:lnTo>
                    <a:lnTo>
                      <a:pt x="101" y="0"/>
                    </a:lnTo>
                    <a:lnTo>
                      <a:pt x="0" y="10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068" name="Freeform 12">
                <a:extLst>
                  <a:ext uri="{FF2B5EF4-FFF2-40B4-BE49-F238E27FC236}">
                    <a16:creationId xmlns:a16="http://schemas.microsoft.com/office/drawing/2014/main" id="{B3807E33-C2DC-1DF4-CC84-F577EEABCD83}"/>
                  </a:ext>
                </a:extLst>
              </p:cNvPr>
              <p:cNvSpPr>
                <a:spLocks/>
              </p:cNvSpPr>
              <p:nvPr/>
            </p:nvSpPr>
            <p:spPr bwMode="auto">
              <a:xfrm>
                <a:off x="2818" y="1721"/>
                <a:ext cx="296" cy="93"/>
              </a:xfrm>
              <a:custGeom>
                <a:avLst/>
                <a:gdLst>
                  <a:gd name="T0" fmla="*/ 295 w 296"/>
                  <a:gd name="T1" fmla="*/ 0 h 93"/>
                  <a:gd name="T2" fmla="*/ 194 w 296"/>
                  <a:gd name="T3" fmla="*/ 84 h 93"/>
                  <a:gd name="T4" fmla="*/ 194 w 296"/>
                  <a:gd name="T5" fmla="*/ 92 h 93"/>
                  <a:gd name="T6" fmla="*/ 185 w 296"/>
                  <a:gd name="T7" fmla="*/ 92 h 93"/>
                  <a:gd name="T8" fmla="*/ 168 w 296"/>
                  <a:gd name="T9" fmla="*/ 92 h 93"/>
                  <a:gd name="T10" fmla="*/ 0 w 296"/>
                  <a:gd name="T11" fmla="*/ 75 h 93"/>
                  <a:gd name="T12" fmla="*/ 0 w 296"/>
                  <a:gd name="T13" fmla="*/ 59 h 93"/>
                  <a:gd name="T14" fmla="*/ 295 w 296"/>
                  <a:gd name="T15" fmla="*/ 0 h 93"/>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93"/>
                  <a:gd name="T26" fmla="*/ 296 w 296"/>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93">
                    <a:moveTo>
                      <a:pt x="295" y="0"/>
                    </a:moveTo>
                    <a:lnTo>
                      <a:pt x="194" y="84"/>
                    </a:lnTo>
                    <a:lnTo>
                      <a:pt x="194" y="92"/>
                    </a:lnTo>
                    <a:lnTo>
                      <a:pt x="185" y="92"/>
                    </a:lnTo>
                    <a:lnTo>
                      <a:pt x="168" y="92"/>
                    </a:lnTo>
                    <a:lnTo>
                      <a:pt x="0" y="75"/>
                    </a:lnTo>
                    <a:lnTo>
                      <a:pt x="0" y="59"/>
                    </a:lnTo>
                    <a:lnTo>
                      <a:pt x="295" y="0"/>
                    </a:lnTo>
                  </a:path>
                </a:pathLst>
              </a:custGeom>
              <a:solidFill>
                <a:srgbClr val="606060"/>
              </a:solidFill>
              <a:ln w="12700" cap="rnd">
                <a:solidFill>
                  <a:srgbClr val="606060"/>
                </a:solidFill>
                <a:round/>
                <a:headEnd/>
                <a:tailEnd/>
              </a:ln>
            </p:spPr>
            <p:txBody>
              <a:bodyPr/>
              <a:lstStyle/>
              <a:p>
                <a:endParaRPr lang="en-IN"/>
              </a:p>
            </p:txBody>
          </p:sp>
          <p:sp>
            <p:nvSpPr>
              <p:cNvPr id="386069" name="Freeform 13">
                <a:extLst>
                  <a:ext uri="{FF2B5EF4-FFF2-40B4-BE49-F238E27FC236}">
                    <a16:creationId xmlns:a16="http://schemas.microsoft.com/office/drawing/2014/main" id="{816DF61A-4951-556A-3927-D9F1FC0ED886}"/>
                  </a:ext>
                </a:extLst>
              </p:cNvPr>
              <p:cNvSpPr>
                <a:spLocks/>
              </p:cNvSpPr>
              <p:nvPr/>
            </p:nvSpPr>
            <p:spPr bwMode="auto">
              <a:xfrm>
                <a:off x="2818" y="1212"/>
                <a:ext cx="296" cy="602"/>
              </a:xfrm>
              <a:custGeom>
                <a:avLst/>
                <a:gdLst>
                  <a:gd name="T0" fmla="*/ 295 w 296"/>
                  <a:gd name="T1" fmla="*/ 0 h 602"/>
                  <a:gd name="T2" fmla="*/ 295 w 296"/>
                  <a:gd name="T3" fmla="*/ 501 h 602"/>
                  <a:gd name="T4" fmla="*/ 194 w 296"/>
                  <a:gd name="T5" fmla="*/ 593 h 602"/>
                  <a:gd name="T6" fmla="*/ 185 w 296"/>
                  <a:gd name="T7" fmla="*/ 601 h 602"/>
                  <a:gd name="T8" fmla="*/ 168 w 296"/>
                  <a:gd name="T9" fmla="*/ 601 h 602"/>
                  <a:gd name="T10" fmla="*/ 9 w 296"/>
                  <a:gd name="T11" fmla="*/ 584 h 602"/>
                  <a:gd name="T12" fmla="*/ 0 w 296"/>
                  <a:gd name="T13" fmla="*/ 584 h 602"/>
                  <a:gd name="T14" fmla="*/ 0 w 296"/>
                  <a:gd name="T15" fmla="*/ 576 h 602"/>
                  <a:gd name="T16" fmla="*/ 0 w 296"/>
                  <a:gd name="T17" fmla="*/ 568 h 602"/>
                  <a:gd name="T18" fmla="*/ 0 w 296"/>
                  <a:gd name="T19" fmla="*/ 17 h 602"/>
                  <a:gd name="T20" fmla="*/ 177 w 296"/>
                  <a:gd name="T21" fmla="*/ 0 h 602"/>
                  <a:gd name="T22" fmla="*/ 295 w 296"/>
                  <a:gd name="T23" fmla="*/ 0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602"/>
                  <a:gd name="T38" fmla="*/ 296 w 296"/>
                  <a:gd name="T39" fmla="*/ 602 h 6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602">
                    <a:moveTo>
                      <a:pt x="295" y="0"/>
                    </a:moveTo>
                    <a:lnTo>
                      <a:pt x="295" y="501"/>
                    </a:lnTo>
                    <a:lnTo>
                      <a:pt x="194" y="593"/>
                    </a:lnTo>
                    <a:lnTo>
                      <a:pt x="185" y="601"/>
                    </a:lnTo>
                    <a:lnTo>
                      <a:pt x="168" y="601"/>
                    </a:lnTo>
                    <a:lnTo>
                      <a:pt x="9" y="584"/>
                    </a:lnTo>
                    <a:lnTo>
                      <a:pt x="0" y="584"/>
                    </a:lnTo>
                    <a:lnTo>
                      <a:pt x="0" y="576"/>
                    </a:lnTo>
                    <a:lnTo>
                      <a:pt x="0" y="568"/>
                    </a:lnTo>
                    <a:lnTo>
                      <a:pt x="0" y="17"/>
                    </a:lnTo>
                    <a:lnTo>
                      <a:pt x="177" y="0"/>
                    </a:lnTo>
                    <a:lnTo>
                      <a:pt x="295" y="0"/>
                    </a:lnTo>
                  </a:path>
                </a:pathLst>
              </a:custGeom>
              <a:solidFill>
                <a:srgbClr val="E0E0E0"/>
              </a:solidFill>
              <a:ln w="12700" cap="rnd">
                <a:solidFill>
                  <a:srgbClr val="E0E0E0"/>
                </a:solidFill>
                <a:round/>
                <a:headEnd/>
                <a:tailEnd/>
              </a:ln>
            </p:spPr>
            <p:txBody>
              <a:bodyPr/>
              <a:lstStyle/>
              <a:p>
                <a:endParaRPr lang="en-IN"/>
              </a:p>
            </p:txBody>
          </p:sp>
          <p:sp>
            <p:nvSpPr>
              <p:cNvPr id="386070" name="Freeform 14">
                <a:extLst>
                  <a:ext uri="{FF2B5EF4-FFF2-40B4-BE49-F238E27FC236}">
                    <a16:creationId xmlns:a16="http://schemas.microsoft.com/office/drawing/2014/main" id="{C4B05D01-E740-99A6-56DC-635979557FA1}"/>
                  </a:ext>
                </a:extLst>
              </p:cNvPr>
              <p:cNvSpPr>
                <a:spLocks/>
              </p:cNvSpPr>
              <p:nvPr/>
            </p:nvSpPr>
            <p:spPr bwMode="auto">
              <a:xfrm>
                <a:off x="2818" y="1204"/>
                <a:ext cx="288" cy="43"/>
              </a:xfrm>
              <a:custGeom>
                <a:avLst/>
                <a:gdLst>
                  <a:gd name="T0" fmla="*/ 0 w 288"/>
                  <a:gd name="T1" fmla="*/ 25 h 43"/>
                  <a:gd name="T2" fmla="*/ 169 w 288"/>
                  <a:gd name="T3" fmla="*/ 0 h 43"/>
                  <a:gd name="T4" fmla="*/ 287 w 288"/>
                  <a:gd name="T5" fmla="*/ 8 h 43"/>
                  <a:gd name="T6" fmla="*/ 178 w 288"/>
                  <a:gd name="T7" fmla="*/ 42 h 43"/>
                  <a:gd name="T8" fmla="*/ 0 w 288"/>
                  <a:gd name="T9" fmla="*/ 33 h 43"/>
                  <a:gd name="T10" fmla="*/ 0 w 288"/>
                  <a:gd name="T11" fmla="*/ 25 h 43"/>
                  <a:gd name="T12" fmla="*/ 0 60000 65536"/>
                  <a:gd name="T13" fmla="*/ 0 60000 65536"/>
                  <a:gd name="T14" fmla="*/ 0 60000 65536"/>
                  <a:gd name="T15" fmla="*/ 0 60000 65536"/>
                  <a:gd name="T16" fmla="*/ 0 60000 65536"/>
                  <a:gd name="T17" fmla="*/ 0 60000 65536"/>
                  <a:gd name="T18" fmla="*/ 0 w 288"/>
                  <a:gd name="T19" fmla="*/ 0 h 43"/>
                  <a:gd name="T20" fmla="*/ 288 w 288"/>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288" h="43">
                    <a:moveTo>
                      <a:pt x="0" y="25"/>
                    </a:moveTo>
                    <a:lnTo>
                      <a:pt x="169" y="0"/>
                    </a:lnTo>
                    <a:lnTo>
                      <a:pt x="287" y="8"/>
                    </a:lnTo>
                    <a:lnTo>
                      <a:pt x="178" y="42"/>
                    </a:lnTo>
                    <a:lnTo>
                      <a:pt x="0" y="33"/>
                    </a:lnTo>
                    <a:lnTo>
                      <a:pt x="0" y="25"/>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071" name="Freeform 15">
                <a:extLst>
                  <a:ext uri="{FF2B5EF4-FFF2-40B4-BE49-F238E27FC236}">
                    <a16:creationId xmlns:a16="http://schemas.microsoft.com/office/drawing/2014/main" id="{A9AB5E1B-EE93-1BC3-0E77-FE0E67631E26}"/>
                  </a:ext>
                </a:extLst>
              </p:cNvPr>
              <p:cNvSpPr>
                <a:spLocks/>
              </p:cNvSpPr>
              <p:nvPr/>
            </p:nvSpPr>
            <p:spPr bwMode="auto">
              <a:xfrm>
                <a:off x="2810" y="1229"/>
                <a:ext cx="194" cy="560"/>
              </a:xfrm>
              <a:custGeom>
                <a:avLst/>
                <a:gdLst>
                  <a:gd name="T0" fmla="*/ 8 w 194"/>
                  <a:gd name="T1" fmla="*/ 542 h 560"/>
                  <a:gd name="T2" fmla="*/ 8 w 194"/>
                  <a:gd name="T3" fmla="*/ 551 h 560"/>
                  <a:gd name="T4" fmla="*/ 17 w 194"/>
                  <a:gd name="T5" fmla="*/ 551 h 560"/>
                  <a:gd name="T6" fmla="*/ 25 w 194"/>
                  <a:gd name="T7" fmla="*/ 551 h 560"/>
                  <a:gd name="T8" fmla="*/ 193 w 194"/>
                  <a:gd name="T9" fmla="*/ 559 h 560"/>
                  <a:gd name="T10" fmla="*/ 193 w 194"/>
                  <a:gd name="T11" fmla="*/ 17 h 560"/>
                  <a:gd name="T12" fmla="*/ 185 w 194"/>
                  <a:gd name="T13" fmla="*/ 8 h 560"/>
                  <a:gd name="T14" fmla="*/ 176 w 194"/>
                  <a:gd name="T15" fmla="*/ 8 h 560"/>
                  <a:gd name="T16" fmla="*/ 168 w 194"/>
                  <a:gd name="T17" fmla="*/ 8 h 560"/>
                  <a:gd name="T18" fmla="*/ 42 w 194"/>
                  <a:gd name="T19" fmla="*/ 0 h 560"/>
                  <a:gd name="T20" fmla="*/ 25 w 194"/>
                  <a:gd name="T21" fmla="*/ 0 h 560"/>
                  <a:gd name="T22" fmla="*/ 17 w 194"/>
                  <a:gd name="T23" fmla="*/ 0 h 560"/>
                  <a:gd name="T24" fmla="*/ 8 w 194"/>
                  <a:gd name="T25" fmla="*/ 0 h 560"/>
                  <a:gd name="T26" fmla="*/ 0 w 194"/>
                  <a:gd name="T27" fmla="*/ 8 h 560"/>
                  <a:gd name="T28" fmla="*/ 0 w 194"/>
                  <a:gd name="T29" fmla="*/ 17 h 560"/>
                  <a:gd name="T30" fmla="*/ 0 w 194"/>
                  <a:gd name="T31" fmla="*/ 309 h 560"/>
                  <a:gd name="T32" fmla="*/ 8 w 194"/>
                  <a:gd name="T33" fmla="*/ 309 h 560"/>
                  <a:gd name="T34" fmla="*/ 8 w 194"/>
                  <a:gd name="T35" fmla="*/ 542 h 5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4"/>
                  <a:gd name="T55" fmla="*/ 0 h 560"/>
                  <a:gd name="T56" fmla="*/ 194 w 194"/>
                  <a:gd name="T57" fmla="*/ 560 h 5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4" h="560">
                    <a:moveTo>
                      <a:pt x="8" y="542"/>
                    </a:moveTo>
                    <a:lnTo>
                      <a:pt x="8" y="551"/>
                    </a:lnTo>
                    <a:lnTo>
                      <a:pt x="17" y="551"/>
                    </a:lnTo>
                    <a:lnTo>
                      <a:pt x="25" y="551"/>
                    </a:lnTo>
                    <a:lnTo>
                      <a:pt x="193" y="559"/>
                    </a:lnTo>
                    <a:lnTo>
                      <a:pt x="193" y="17"/>
                    </a:lnTo>
                    <a:lnTo>
                      <a:pt x="185" y="8"/>
                    </a:lnTo>
                    <a:lnTo>
                      <a:pt x="176" y="8"/>
                    </a:lnTo>
                    <a:lnTo>
                      <a:pt x="168" y="8"/>
                    </a:lnTo>
                    <a:lnTo>
                      <a:pt x="42" y="0"/>
                    </a:lnTo>
                    <a:lnTo>
                      <a:pt x="25" y="0"/>
                    </a:lnTo>
                    <a:lnTo>
                      <a:pt x="17" y="0"/>
                    </a:lnTo>
                    <a:lnTo>
                      <a:pt x="8" y="0"/>
                    </a:lnTo>
                    <a:lnTo>
                      <a:pt x="0" y="8"/>
                    </a:lnTo>
                    <a:lnTo>
                      <a:pt x="0" y="17"/>
                    </a:lnTo>
                    <a:lnTo>
                      <a:pt x="0" y="309"/>
                    </a:lnTo>
                    <a:lnTo>
                      <a:pt x="8" y="309"/>
                    </a:lnTo>
                    <a:lnTo>
                      <a:pt x="8" y="542"/>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072" name="Line 16">
                <a:extLst>
                  <a:ext uri="{FF2B5EF4-FFF2-40B4-BE49-F238E27FC236}">
                    <a16:creationId xmlns:a16="http://schemas.microsoft.com/office/drawing/2014/main" id="{A69A0F16-813E-0530-2D3B-BDC5DD827901}"/>
                  </a:ext>
                </a:extLst>
              </p:cNvPr>
              <p:cNvSpPr>
                <a:spLocks noChangeShapeType="1"/>
              </p:cNvSpPr>
              <p:nvPr/>
            </p:nvSpPr>
            <p:spPr bwMode="auto">
              <a:xfrm>
                <a:off x="3012" y="1257"/>
                <a:ext cx="1" cy="51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3" name="Freeform 17">
                <a:extLst>
                  <a:ext uri="{FF2B5EF4-FFF2-40B4-BE49-F238E27FC236}">
                    <a16:creationId xmlns:a16="http://schemas.microsoft.com/office/drawing/2014/main" id="{5400E2E6-FB09-12D8-7CCC-D2B0537C4A32}"/>
                  </a:ext>
                </a:extLst>
              </p:cNvPr>
              <p:cNvSpPr>
                <a:spLocks/>
              </p:cNvSpPr>
              <p:nvPr/>
            </p:nvSpPr>
            <p:spPr bwMode="auto">
              <a:xfrm>
                <a:off x="2995" y="1237"/>
                <a:ext cx="18" cy="560"/>
              </a:xfrm>
              <a:custGeom>
                <a:avLst/>
                <a:gdLst>
                  <a:gd name="T0" fmla="*/ 0 w 18"/>
                  <a:gd name="T1" fmla="*/ 559 h 560"/>
                  <a:gd name="T2" fmla="*/ 17 w 18"/>
                  <a:gd name="T3" fmla="*/ 543 h 560"/>
                  <a:gd name="T4" fmla="*/ 17 w 18"/>
                  <a:gd name="T5" fmla="*/ 0 h 560"/>
                  <a:gd name="T6" fmla="*/ 0 w 18"/>
                  <a:gd name="T7" fmla="*/ 0 h 560"/>
                  <a:gd name="T8" fmla="*/ 0 w 18"/>
                  <a:gd name="T9" fmla="*/ 559 h 560"/>
                  <a:gd name="T10" fmla="*/ 0 60000 65536"/>
                  <a:gd name="T11" fmla="*/ 0 60000 65536"/>
                  <a:gd name="T12" fmla="*/ 0 60000 65536"/>
                  <a:gd name="T13" fmla="*/ 0 60000 65536"/>
                  <a:gd name="T14" fmla="*/ 0 60000 65536"/>
                  <a:gd name="T15" fmla="*/ 0 w 18"/>
                  <a:gd name="T16" fmla="*/ 0 h 560"/>
                  <a:gd name="T17" fmla="*/ 18 w 18"/>
                  <a:gd name="T18" fmla="*/ 560 h 560"/>
                </a:gdLst>
                <a:ahLst/>
                <a:cxnLst>
                  <a:cxn ang="T10">
                    <a:pos x="T0" y="T1"/>
                  </a:cxn>
                  <a:cxn ang="T11">
                    <a:pos x="T2" y="T3"/>
                  </a:cxn>
                  <a:cxn ang="T12">
                    <a:pos x="T4" y="T5"/>
                  </a:cxn>
                  <a:cxn ang="T13">
                    <a:pos x="T6" y="T7"/>
                  </a:cxn>
                  <a:cxn ang="T14">
                    <a:pos x="T8" y="T9"/>
                  </a:cxn>
                </a:cxnLst>
                <a:rect l="T15" t="T16" r="T17" b="T18"/>
                <a:pathLst>
                  <a:path w="18" h="560">
                    <a:moveTo>
                      <a:pt x="0" y="559"/>
                    </a:moveTo>
                    <a:lnTo>
                      <a:pt x="17" y="543"/>
                    </a:lnTo>
                    <a:lnTo>
                      <a:pt x="17" y="0"/>
                    </a:lnTo>
                    <a:lnTo>
                      <a:pt x="0" y="0"/>
                    </a:lnTo>
                    <a:lnTo>
                      <a:pt x="0" y="559"/>
                    </a:lnTo>
                  </a:path>
                </a:pathLst>
              </a:custGeom>
              <a:solidFill>
                <a:srgbClr val="A0A0A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074" name="Line 18">
                <a:extLst>
                  <a:ext uri="{FF2B5EF4-FFF2-40B4-BE49-F238E27FC236}">
                    <a16:creationId xmlns:a16="http://schemas.microsoft.com/office/drawing/2014/main" id="{BF168373-159D-9F3D-95FB-C35AF2DB66FB}"/>
                  </a:ext>
                </a:extLst>
              </p:cNvPr>
              <p:cNvSpPr>
                <a:spLocks noChangeShapeType="1"/>
              </p:cNvSpPr>
              <p:nvPr/>
            </p:nvSpPr>
            <p:spPr bwMode="auto">
              <a:xfrm>
                <a:off x="2838" y="1504"/>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5" name="Line 19">
                <a:extLst>
                  <a:ext uri="{FF2B5EF4-FFF2-40B4-BE49-F238E27FC236}">
                    <a16:creationId xmlns:a16="http://schemas.microsoft.com/office/drawing/2014/main" id="{52155A44-839D-D46F-7A78-2C72DBD79E53}"/>
                  </a:ext>
                </a:extLst>
              </p:cNvPr>
              <p:cNvSpPr>
                <a:spLocks noChangeShapeType="1"/>
              </p:cNvSpPr>
              <p:nvPr/>
            </p:nvSpPr>
            <p:spPr bwMode="auto">
              <a:xfrm>
                <a:off x="2838" y="1543"/>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6" name="Line 20">
                <a:extLst>
                  <a:ext uri="{FF2B5EF4-FFF2-40B4-BE49-F238E27FC236}">
                    <a16:creationId xmlns:a16="http://schemas.microsoft.com/office/drawing/2014/main" id="{E91FEFF7-72E5-0BD1-6EE4-B30A9E9EC97C}"/>
                  </a:ext>
                </a:extLst>
              </p:cNvPr>
              <p:cNvSpPr>
                <a:spLocks noChangeShapeType="1"/>
              </p:cNvSpPr>
              <p:nvPr/>
            </p:nvSpPr>
            <p:spPr bwMode="auto">
              <a:xfrm>
                <a:off x="2847" y="1784"/>
                <a:ext cx="14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7" name="Line 21">
                <a:extLst>
                  <a:ext uri="{FF2B5EF4-FFF2-40B4-BE49-F238E27FC236}">
                    <a16:creationId xmlns:a16="http://schemas.microsoft.com/office/drawing/2014/main" id="{D7186663-7B5F-3630-ECC5-CE3AEB4AC625}"/>
                  </a:ext>
                </a:extLst>
              </p:cNvPr>
              <p:cNvSpPr>
                <a:spLocks noChangeShapeType="1"/>
              </p:cNvSpPr>
              <p:nvPr/>
            </p:nvSpPr>
            <p:spPr bwMode="auto">
              <a:xfrm flipV="1">
                <a:off x="2978" y="1540"/>
                <a:ext cx="0"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8" name="Line 22">
                <a:extLst>
                  <a:ext uri="{FF2B5EF4-FFF2-40B4-BE49-F238E27FC236}">
                    <a16:creationId xmlns:a16="http://schemas.microsoft.com/office/drawing/2014/main" id="{3D8D77DE-187D-C9B2-3F58-B0ACBF5A773B}"/>
                  </a:ext>
                </a:extLst>
              </p:cNvPr>
              <p:cNvSpPr>
                <a:spLocks noChangeShapeType="1"/>
              </p:cNvSpPr>
              <p:nvPr/>
            </p:nvSpPr>
            <p:spPr bwMode="auto">
              <a:xfrm>
                <a:off x="2827"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79" name="Line 23">
                <a:extLst>
                  <a:ext uri="{FF2B5EF4-FFF2-40B4-BE49-F238E27FC236}">
                    <a16:creationId xmlns:a16="http://schemas.microsoft.com/office/drawing/2014/main" id="{DE656CDF-7223-98A1-B501-FE7925A2BB9F}"/>
                  </a:ext>
                </a:extLst>
              </p:cNvPr>
              <p:cNvSpPr>
                <a:spLocks noChangeShapeType="1"/>
              </p:cNvSpPr>
              <p:nvPr/>
            </p:nvSpPr>
            <p:spPr bwMode="auto">
              <a:xfrm>
                <a:off x="2835"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0" name="Line 24">
                <a:extLst>
                  <a:ext uri="{FF2B5EF4-FFF2-40B4-BE49-F238E27FC236}">
                    <a16:creationId xmlns:a16="http://schemas.microsoft.com/office/drawing/2014/main" id="{A843C8E3-68AD-3A7D-E241-EBA7C428ACAD}"/>
                  </a:ext>
                </a:extLst>
              </p:cNvPr>
              <p:cNvSpPr>
                <a:spLocks noChangeShapeType="1"/>
              </p:cNvSpPr>
              <p:nvPr/>
            </p:nvSpPr>
            <p:spPr bwMode="auto">
              <a:xfrm>
                <a:off x="2843"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1" name="Line 25">
                <a:extLst>
                  <a:ext uri="{FF2B5EF4-FFF2-40B4-BE49-F238E27FC236}">
                    <a16:creationId xmlns:a16="http://schemas.microsoft.com/office/drawing/2014/main" id="{11D7790E-6C6E-BC03-16AA-27B196C1D3B2}"/>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2" name="Line 26">
                <a:extLst>
                  <a:ext uri="{FF2B5EF4-FFF2-40B4-BE49-F238E27FC236}">
                    <a16:creationId xmlns:a16="http://schemas.microsoft.com/office/drawing/2014/main" id="{2BE2AF6A-0548-9F8E-9C6C-BD749B17F05D}"/>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3" name="Line 27">
                <a:extLst>
                  <a:ext uri="{FF2B5EF4-FFF2-40B4-BE49-F238E27FC236}">
                    <a16:creationId xmlns:a16="http://schemas.microsoft.com/office/drawing/2014/main" id="{4D262316-556B-1979-5CF4-712EF8C7EAE3}"/>
                  </a:ext>
                </a:extLst>
              </p:cNvPr>
              <p:cNvSpPr>
                <a:spLocks noChangeShapeType="1"/>
              </p:cNvSpPr>
              <p:nvPr/>
            </p:nvSpPr>
            <p:spPr bwMode="auto">
              <a:xfrm>
                <a:off x="2877"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4" name="Line 28">
                <a:extLst>
                  <a:ext uri="{FF2B5EF4-FFF2-40B4-BE49-F238E27FC236}">
                    <a16:creationId xmlns:a16="http://schemas.microsoft.com/office/drawing/2014/main" id="{533D5F5A-2FAD-611A-D98D-FC5C0AF5259A}"/>
                  </a:ext>
                </a:extLst>
              </p:cNvPr>
              <p:cNvSpPr>
                <a:spLocks noChangeShapeType="1"/>
              </p:cNvSpPr>
              <p:nvPr/>
            </p:nvSpPr>
            <p:spPr bwMode="auto">
              <a:xfrm>
                <a:off x="2860"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5" name="Line 29">
                <a:extLst>
                  <a:ext uri="{FF2B5EF4-FFF2-40B4-BE49-F238E27FC236}">
                    <a16:creationId xmlns:a16="http://schemas.microsoft.com/office/drawing/2014/main" id="{BF90A886-E920-9360-2470-86CEA0AF7772}"/>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6" name="Line 30">
                <a:extLst>
                  <a:ext uri="{FF2B5EF4-FFF2-40B4-BE49-F238E27FC236}">
                    <a16:creationId xmlns:a16="http://schemas.microsoft.com/office/drawing/2014/main" id="{B1FDD480-7D05-D21D-D310-66EDD0AA7C3F}"/>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7" name="Line 31">
                <a:extLst>
                  <a:ext uri="{FF2B5EF4-FFF2-40B4-BE49-F238E27FC236}">
                    <a16:creationId xmlns:a16="http://schemas.microsoft.com/office/drawing/2014/main" id="{C37AE070-3618-B911-475C-CE240CE7A78C}"/>
                  </a:ext>
                </a:extLst>
              </p:cNvPr>
              <p:cNvSpPr>
                <a:spLocks noChangeShapeType="1"/>
              </p:cNvSpPr>
              <p:nvPr/>
            </p:nvSpPr>
            <p:spPr bwMode="auto">
              <a:xfrm>
                <a:off x="2885"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8" name="Line 32">
                <a:extLst>
                  <a:ext uri="{FF2B5EF4-FFF2-40B4-BE49-F238E27FC236}">
                    <a16:creationId xmlns:a16="http://schemas.microsoft.com/office/drawing/2014/main" id="{A6ED4A64-122B-5C0B-6B38-944B32ECEC72}"/>
                  </a:ext>
                </a:extLst>
              </p:cNvPr>
              <p:cNvSpPr>
                <a:spLocks noChangeShapeType="1"/>
              </p:cNvSpPr>
              <p:nvPr/>
            </p:nvSpPr>
            <p:spPr bwMode="auto">
              <a:xfrm>
                <a:off x="2894" y="1566"/>
                <a:ext cx="1"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89" name="Line 33">
                <a:extLst>
                  <a:ext uri="{FF2B5EF4-FFF2-40B4-BE49-F238E27FC236}">
                    <a16:creationId xmlns:a16="http://schemas.microsoft.com/office/drawing/2014/main" id="{9F67EB76-9425-2E10-2396-E07CAA583B37}"/>
                  </a:ext>
                </a:extLst>
              </p:cNvPr>
              <p:cNvSpPr>
                <a:spLocks noChangeShapeType="1"/>
              </p:cNvSpPr>
              <p:nvPr/>
            </p:nvSpPr>
            <p:spPr bwMode="auto">
              <a:xfrm>
                <a:off x="2894"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0" name="Line 34">
                <a:extLst>
                  <a:ext uri="{FF2B5EF4-FFF2-40B4-BE49-F238E27FC236}">
                    <a16:creationId xmlns:a16="http://schemas.microsoft.com/office/drawing/2014/main" id="{40146428-2AEC-FFF3-CB5B-9D62D23149D7}"/>
                  </a:ext>
                </a:extLst>
              </p:cNvPr>
              <p:cNvSpPr>
                <a:spLocks noChangeShapeType="1"/>
              </p:cNvSpPr>
              <p:nvPr/>
            </p:nvSpPr>
            <p:spPr bwMode="auto">
              <a:xfrm>
                <a:off x="2902"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1" name="Line 35">
                <a:extLst>
                  <a:ext uri="{FF2B5EF4-FFF2-40B4-BE49-F238E27FC236}">
                    <a16:creationId xmlns:a16="http://schemas.microsoft.com/office/drawing/2014/main" id="{3E757A1B-38EE-E335-8A9B-52831D458E71}"/>
                  </a:ext>
                </a:extLst>
              </p:cNvPr>
              <p:cNvSpPr>
                <a:spLocks noChangeShapeType="1"/>
              </p:cNvSpPr>
              <p:nvPr/>
            </p:nvSpPr>
            <p:spPr bwMode="auto">
              <a:xfrm>
                <a:off x="2911"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2" name="Line 36">
                <a:extLst>
                  <a:ext uri="{FF2B5EF4-FFF2-40B4-BE49-F238E27FC236}">
                    <a16:creationId xmlns:a16="http://schemas.microsoft.com/office/drawing/2014/main" id="{C82376A7-E340-0003-9A78-2484E58DBC38}"/>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3" name="Line 37">
                <a:extLst>
                  <a:ext uri="{FF2B5EF4-FFF2-40B4-BE49-F238E27FC236}">
                    <a16:creationId xmlns:a16="http://schemas.microsoft.com/office/drawing/2014/main" id="{959669E9-EEDE-F93D-1399-FEA3DE9C7DA7}"/>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4" name="Line 38">
                <a:extLst>
                  <a:ext uri="{FF2B5EF4-FFF2-40B4-BE49-F238E27FC236}">
                    <a16:creationId xmlns:a16="http://schemas.microsoft.com/office/drawing/2014/main" id="{F12BDD1A-AAAB-5870-E069-F4338F51A82A}"/>
                  </a:ext>
                </a:extLst>
              </p:cNvPr>
              <p:cNvSpPr>
                <a:spLocks noChangeShapeType="1"/>
              </p:cNvSpPr>
              <p:nvPr/>
            </p:nvSpPr>
            <p:spPr bwMode="auto">
              <a:xfrm>
                <a:off x="2928"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5" name="Line 39">
                <a:extLst>
                  <a:ext uri="{FF2B5EF4-FFF2-40B4-BE49-F238E27FC236}">
                    <a16:creationId xmlns:a16="http://schemas.microsoft.com/office/drawing/2014/main" id="{8C080F11-974F-830E-C492-A50DF94C2BBF}"/>
                  </a:ext>
                </a:extLst>
              </p:cNvPr>
              <p:cNvSpPr>
                <a:spLocks noChangeShapeType="1"/>
              </p:cNvSpPr>
              <p:nvPr/>
            </p:nvSpPr>
            <p:spPr bwMode="auto">
              <a:xfrm flipV="1">
                <a:off x="2936"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6" name="Line 40">
                <a:extLst>
                  <a:ext uri="{FF2B5EF4-FFF2-40B4-BE49-F238E27FC236}">
                    <a16:creationId xmlns:a16="http://schemas.microsoft.com/office/drawing/2014/main" id="{128356E4-466F-DFCA-A4F3-A62E794BD4D0}"/>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7" name="Line 41">
                <a:extLst>
                  <a:ext uri="{FF2B5EF4-FFF2-40B4-BE49-F238E27FC236}">
                    <a16:creationId xmlns:a16="http://schemas.microsoft.com/office/drawing/2014/main" id="{4854C932-DDC1-8531-8D18-60A5B1E24664}"/>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8" name="Line 42">
                <a:extLst>
                  <a:ext uri="{FF2B5EF4-FFF2-40B4-BE49-F238E27FC236}">
                    <a16:creationId xmlns:a16="http://schemas.microsoft.com/office/drawing/2014/main" id="{FBF7DE2C-7A45-9ABA-FA2A-B19436C5A7B6}"/>
                  </a:ext>
                </a:extLst>
              </p:cNvPr>
              <p:cNvSpPr>
                <a:spLocks noChangeShapeType="1"/>
              </p:cNvSpPr>
              <p:nvPr/>
            </p:nvSpPr>
            <p:spPr bwMode="auto">
              <a:xfrm>
                <a:off x="2953"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099" name="Line 43">
                <a:extLst>
                  <a:ext uri="{FF2B5EF4-FFF2-40B4-BE49-F238E27FC236}">
                    <a16:creationId xmlns:a16="http://schemas.microsoft.com/office/drawing/2014/main" id="{00D15CC5-7673-3296-6D99-24AF1CDA157D}"/>
                  </a:ext>
                </a:extLst>
              </p:cNvPr>
              <p:cNvSpPr>
                <a:spLocks noChangeShapeType="1"/>
              </p:cNvSpPr>
              <p:nvPr/>
            </p:nvSpPr>
            <p:spPr bwMode="auto">
              <a:xfrm>
                <a:off x="2962"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0" name="Line 44">
                <a:extLst>
                  <a:ext uri="{FF2B5EF4-FFF2-40B4-BE49-F238E27FC236}">
                    <a16:creationId xmlns:a16="http://schemas.microsoft.com/office/drawing/2014/main" id="{A259C23A-502F-31FF-5DEC-1EF7CBD577C5}"/>
                  </a:ext>
                </a:extLst>
              </p:cNvPr>
              <p:cNvSpPr>
                <a:spLocks noChangeShapeType="1"/>
              </p:cNvSpPr>
              <p:nvPr/>
            </p:nvSpPr>
            <p:spPr bwMode="auto">
              <a:xfrm flipV="1">
                <a:off x="2970"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1" name="Line 45">
                <a:extLst>
                  <a:ext uri="{FF2B5EF4-FFF2-40B4-BE49-F238E27FC236}">
                    <a16:creationId xmlns:a16="http://schemas.microsoft.com/office/drawing/2014/main" id="{9A56B051-1EF4-5A40-A7DC-516442CA65D5}"/>
                  </a:ext>
                </a:extLst>
              </p:cNvPr>
              <p:cNvSpPr>
                <a:spLocks noChangeShapeType="1"/>
              </p:cNvSpPr>
              <p:nvPr/>
            </p:nvSpPr>
            <p:spPr bwMode="auto">
              <a:xfrm>
                <a:off x="2970" y="1574"/>
                <a:ext cx="0"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2" name="Line 46">
                <a:extLst>
                  <a:ext uri="{FF2B5EF4-FFF2-40B4-BE49-F238E27FC236}">
                    <a16:creationId xmlns:a16="http://schemas.microsoft.com/office/drawing/2014/main" id="{C9E204E2-C1AA-DC1D-20A3-F7B13FA64D12}"/>
                  </a:ext>
                </a:extLst>
              </p:cNvPr>
              <p:cNvSpPr>
                <a:spLocks noChangeShapeType="1"/>
              </p:cNvSpPr>
              <p:nvPr/>
            </p:nvSpPr>
            <p:spPr bwMode="auto">
              <a:xfrm>
                <a:off x="2830" y="1288"/>
                <a:ext cx="157"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3" name="Line 47">
                <a:extLst>
                  <a:ext uri="{FF2B5EF4-FFF2-40B4-BE49-F238E27FC236}">
                    <a16:creationId xmlns:a16="http://schemas.microsoft.com/office/drawing/2014/main" id="{6BAF7FF8-80A3-4568-DAC1-72A83A51BCD9}"/>
                  </a:ext>
                </a:extLst>
              </p:cNvPr>
              <p:cNvSpPr>
                <a:spLocks noChangeShapeType="1"/>
              </p:cNvSpPr>
              <p:nvPr/>
            </p:nvSpPr>
            <p:spPr bwMode="auto">
              <a:xfrm>
                <a:off x="2838" y="1551"/>
                <a:ext cx="14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4" name="Oval 48">
                <a:extLst>
                  <a:ext uri="{FF2B5EF4-FFF2-40B4-BE49-F238E27FC236}">
                    <a16:creationId xmlns:a16="http://schemas.microsoft.com/office/drawing/2014/main" id="{AECE54EC-5A8F-0A0A-6ADF-815099265C02}"/>
                  </a:ext>
                </a:extLst>
              </p:cNvPr>
              <p:cNvSpPr>
                <a:spLocks noChangeArrowheads="1"/>
              </p:cNvSpPr>
              <p:nvPr/>
            </p:nvSpPr>
            <p:spPr bwMode="auto">
              <a:xfrm>
                <a:off x="2831" y="1250"/>
                <a:ext cx="8" cy="8"/>
              </a:xfrm>
              <a:prstGeom prst="ellipse">
                <a:avLst/>
              </a:prstGeom>
              <a:solidFill>
                <a:srgbClr val="000000"/>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105" name="Oval 49">
                <a:extLst>
                  <a:ext uri="{FF2B5EF4-FFF2-40B4-BE49-F238E27FC236}">
                    <a16:creationId xmlns:a16="http://schemas.microsoft.com/office/drawing/2014/main" id="{B7C1B15A-869C-A9C9-7031-59AD97AE6BF5}"/>
                  </a:ext>
                </a:extLst>
              </p:cNvPr>
              <p:cNvSpPr>
                <a:spLocks noChangeArrowheads="1"/>
              </p:cNvSpPr>
              <p:nvPr/>
            </p:nvSpPr>
            <p:spPr bwMode="auto">
              <a:xfrm>
                <a:off x="2864"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106" name="Oval 50">
                <a:extLst>
                  <a:ext uri="{FF2B5EF4-FFF2-40B4-BE49-F238E27FC236}">
                    <a16:creationId xmlns:a16="http://schemas.microsoft.com/office/drawing/2014/main" id="{6EDB914E-E2FF-1144-3C12-E279BD6C11E4}"/>
                  </a:ext>
                </a:extLst>
              </p:cNvPr>
              <p:cNvSpPr>
                <a:spLocks noChangeArrowheads="1"/>
              </p:cNvSpPr>
              <p:nvPr/>
            </p:nvSpPr>
            <p:spPr bwMode="auto">
              <a:xfrm>
                <a:off x="2898"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107" name="Rectangle 51">
                <a:extLst>
                  <a:ext uri="{FF2B5EF4-FFF2-40B4-BE49-F238E27FC236}">
                    <a16:creationId xmlns:a16="http://schemas.microsoft.com/office/drawing/2014/main" id="{5956F66A-B860-1263-5523-1C5838055CC3}"/>
                  </a:ext>
                </a:extLst>
              </p:cNvPr>
              <p:cNvSpPr>
                <a:spLocks noChangeArrowheads="1"/>
              </p:cNvSpPr>
              <p:nvPr/>
            </p:nvSpPr>
            <p:spPr bwMode="auto">
              <a:xfrm>
                <a:off x="2974" y="1258"/>
                <a:ext cx="8" cy="17"/>
              </a:xfrm>
              <a:prstGeom prst="rect">
                <a:avLst/>
              </a:prstGeom>
              <a:solidFill>
                <a:srgbClr val="A0A0A0"/>
              </a:solidFill>
              <a:ln w="12700">
                <a:solidFill>
                  <a:srgbClr val="808080"/>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108" name="Line 52">
                <a:extLst>
                  <a:ext uri="{FF2B5EF4-FFF2-40B4-BE49-F238E27FC236}">
                    <a16:creationId xmlns:a16="http://schemas.microsoft.com/office/drawing/2014/main" id="{5377A4BD-1E8D-ECC5-59FA-183CB3D87B74}"/>
                  </a:ext>
                </a:extLst>
              </p:cNvPr>
              <p:cNvSpPr>
                <a:spLocks noChangeShapeType="1"/>
              </p:cNvSpPr>
              <p:nvPr/>
            </p:nvSpPr>
            <p:spPr bwMode="auto">
              <a:xfrm>
                <a:off x="2838" y="1325"/>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09" name="Line 53">
                <a:extLst>
                  <a:ext uri="{FF2B5EF4-FFF2-40B4-BE49-F238E27FC236}">
                    <a16:creationId xmlns:a16="http://schemas.microsoft.com/office/drawing/2014/main" id="{1FF5ECB8-5813-9EDB-866B-9E12F558959E}"/>
                  </a:ext>
                </a:extLst>
              </p:cNvPr>
              <p:cNvSpPr>
                <a:spLocks noChangeShapeType="1"/>
              </p:cNvSpPr>
              <p:nvPr/>
            </p:nvSpPr>
            <p:spPr bwMode="auto">
              <a:xfrm>
                <a:off x="2838" y="1362"/>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10" name="Line 54">
                <a:extLst>
                  <a:ext uri="{FF2B5EF4-FFF2-40B4-BE49-F238E27FC236}">
                    <a16:creationId xmlns:a16="http://schemas.microsoft.com/office/drawing/2014/main" id="{E94D7E96-4E3D-7D7F-CD54-CEE2E0ACECAE}"/>
                  </a:ext>
                </a:extLst>
              </p:cNvPr>
              <p:cNvSpPr>
                <a:spLocks noChangeShapeType="1"/>
              </p:cNvSpPr>
              <p:nvPr/>
            </p:nvSpPr>
            <p:spPr bwMode="auto">
              <a:xfrm>
                <a:off x="2838" y="1434"/>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11" name="Line 55">
                <a:extLst>
                  <a:ext uri="{FF2B5EF4-FFF2-40B4-BE49-F238E27FC236}">
                    <a16:creationId xmlns:a16="http://schemas.microsoft.com/office/drawing/2014/main" id="{30E5FDC9-8F46-1929-8E55-29BCF6F855CF}"/>
                  </a:ext>
                </a:extLst>
              </p:cNvPr>
              <p:cNvSpPr>
                <a:spLocks noChangeShapeType="1"/>
              </p:cNvSpPr>
              <p:nvPr/>
            </p:nvSpPr>
            <p:spPr bwMode="auto">
              <a:xfrm>
                <a:off x="2830" y="1467"/>
                <a:ext cx="157"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12" name="Line 56">
                <a:extLst>
                  <a:ext uri="{FF2B5EF4-FFF2-40B4-BE49-F238E27FC236}">
                    <a16:creationId xmlns:a16="http://schemas.microsoft.com/office/drawing/2014/main" id="{EF956B34-4A32-3876-1941-018463A7DA2F}"/>
                  </a:ext>
                </a:extLst>
              </p:cNvPr>
              <p:cNvSpPr>
                <a:spLocks noChangeShapeType="1"/>
              </p:cNvSpPr>
              <p:nvPr/>
            </p:nvSpPr>
            <p:spPr bwMode="auto">
              <a:xfrm>
                <a:off x="2838" y="1396"/>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6113" name="Freeform 57">
                <a:extLst>
                  <a:ext uri="{FF2B5EF4-FFF2-40B4-BE49-F238E27FC236}">
                    <a16:creationId xmlns:a16="http://schemas.microsoft.com/office/drawing/2014/main" id="{18828F97-7348-0F12-242A-0772322B46BE}"/>
                  </a:ext>
                </a:extLst>
              </p:cNvPr>
              <p:cNvSpPr>
                <a:spLocks/>
              </p:cNvSpPr>
              <p:nvPr/>
            </p:nvSpPr>
            <p:spPr bwMode="auto">
              <a:xfrm>
                <a:off x="2827" y="1321"/>
                <a:ext cx="152" cy="51"/>
              </a:xfrm>
              <a:custGeom>
                <a:avLst/>
                <a:gdLst>
                  <a:gd name="T0" fmla="*/ 0 w 152"/>
                  <a:gd name="T1" fmla="*/ 0 h 51"/>
                  <a:gd name="T2" fmla="*/ 0 w 152"/>
                  <a:gd name="T3" fmla="*/ 33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33"/>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6114" name="Freeform 58">
                <a:extLst>
                  <a:ext uri="{FF2B5EF4-FFF2-40B4-BE49-F238E27FC236}">
                    <a16:creationId xmlns:a16="http://schemas.microsoft.com/office/drawing/2014/main" id="{A1AB886B-C103-D267-CBE4-80F33594F797}"/>
                  </a:ext>
                </a:extLst>
              </p:cNvPr>
              <p:cNvSpPr>
                <a:spLocks/>
              </p:cNvSpPr>
              <p:nvPr/>
            </p:nvSpPr>
            <p:spPr bwMode="auto">
              <a:xfrm>
                <a:off x="2827" y="1354"/>
                <a:ext cx="152" cy="51"/>
              </a:xfrm>
              <a:custGeom>
                <a:avLst/>
                <a:gdLst>
                  <a:gd name="T0" fmla="*/ 0 w 152"/>
                  <a:gd name="T1" fmla="*/ 0 h 51"/>
                  <a:gd name="T2" fmla="*/ 0 w 152"/>
                  <a:gd name="T3" fmla="*/ 42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6115" name="Freeform 59">
                <a:extLst>
                  <a:ext uri="{FF2B5EF4-FFF2-40B4-BE49-F238E27FC236}">
                    <a16:creationId xmlns:a16="http://schemas.microsoft.com/office/drawing/2014/main" id="{587FA279-6546-3752-0691-1E326030D3BC}"/>
                  </a:ext>
                </a:extLst>
              </p:cNvPr>
              <p:cNvSpPr>
                <a:spLocks/>
              </p:cNvSpPr>
              <p:nvPr/>
            </p:nvSpPr>
            <p:spPr bwMode="auto">
              <a:xfrm>
                <a:off x="2827" y="1387"/>
                <a:ext cx="152" cy="51"/>
              </a:xfrm>
              <a:custGeom>
                <a:avLst/>
                <a:gdLst>
                  <a:gd name="T0" fmla="*/ 0 w 152"/>
                  <a:gd name="T1" fmla="*/ 0 h 51"/>
                  <a:gd name="T2" fmla="*/ 0 w 152"/>
                  <a:gd name="T3" fmla="*/ 42 h 51"/>
                  <a:gd name="T4" fmla="*/ 151 w 152"/>
                  <a:gd name="T5" fmla="*/ 50 h 51"/>
                  <a:gd name="T6" fmla="*/ 151 w 152"/>
                  <a:gd name="T7" fmla="*/ 17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17"/>
                    </a:lnTo>
                    <a:lnTo>
                      <a:pt x="0" y="0"/>
                    </a:lnTo>
                  </a:path>
                </a:pathLst>
              </a:custGeom>
              <a:solidFill>
                <a:srgbClr val="E0E0E0"/>
              </a:solidFill>
              <a:ln w="12700" cap="rnd">
                <a:solidFill>
                  <a:srgbClr val="404040"/>
                </a:solidFill>
                <a:round/>
                <a:headEnd/>
                <a:tailEnd/>
              </a:ln>
            </p:spPr>
            <p:txBody>
              <a:bodyPr/>
              <a:lstStyle/>
              <a:p>
                <a:endParaRPr lang="en-IN"/>
              </a:p>
            </p:txBody>
          </p:sp>
          <p:sp>
            <p:nvSpPr>
              <p:cNvPr id="386116" name="Freeform 60">
                <a:extLst>
                  <a:ext uri="{FF2B5EF4-FFF2-40B4-BE49-F238E27FC236}">
                    <a16:creationId xmlns:a16="http://schemas.microsoft.com/office/drawing/2014/main" id="{61ABF18C-A04B-C448-FA1A-D14E5B834636}"/>
                  </a:ext>
                </a:extLst>
              </p:cNvPr>
              <p:cNvSpPr>
                <a:spLocks/>
              </p:cNvSpPr>
              <p:nvPr/>
            </p:nvSpPr>
            <p:spPr bwMode="auto">
              <a:xfrm>
                <a:off x="2827" y="1429"/>
                <a:ext cx="160" cy="43"/>
              </a:xfrm>
              <a:custGeom>
                <a:avLst/>
                <a:gdLst>
                  <a:gd name="T0" fmla="*/ 0 w 160"/>
                  <a:gd name="T1" fmla="*/ 0 h 43"/>
                  <a:gd name="T2" fmla="*/ 0 w 160"/>
                  <a:gd name="T3" fmla="*/ 33 h 43"/>
                  <a:gd name="T4" fmla="*/ 159 w 160"/>
                  <a:gd name="T5" fmla="*/ 42 h 43"/>
                  <a:gd name="T6" fmla="*/ 159 w 160"/>
                  <a:gd name="T7" fmla="*/ 8 h 43"/>
                  <a:gd name="T8" fmla="*/ 0 w 160"/>
                  <a:gd name="T9" fmla="*/ 0 h 43"/>
                  <a:gd name="T10" fmla="*/ 0 60000 65536"/>
                  <a:gd name="T11" fmla="*/ 0 60000 65536"/>
                  <a:gd name="T12" fmla="*/ 0 60000 65536"/>
                  <a:gd name="T13" fmla="*/ 0 60000 65536"/>
                  <a:gd name="T14" fmla="*/ 0 60000 65536"/>
                  <a:gd name="T15" fmla="*/ 0 w 160"/>
                  <a:gd name="T16" fmla="*/ 0 h 43"/>
                  <a:gd name="T17" fmla="*/ 160 w 160"/>
                  <a:gd name="T18" fmla="*/ 43 h 43"/>
                </a:gdLst>
                <a:ahLst/>
                <a:cxnLst>
                  <a:cxn ang="T10">
                    <a:pos x="T0" y="T1"/>
                  </a:cxn>
                  <a:cxn ang="T11">
                    <a:pos x="T2" y="T3"/>
                  </a:cxn>
                  <a:cxn ang="T12">
                    <a:pos x="T4" y="T5"/>
                  </a:cxn>
                  <a:cxn ang="T13">
                    <a:pos x="T6" y="T7"/>
                  </a:cxn>
                  <a:cxn ang="T14">
                    <a:pos x="T8" y="T9"/>
                  </a:cxn>
                </a:cxnLst>
                <a:rect l="T15" t="T16" r="T17" b="T18"/>
                <a:pathLst>
                  <a:path w="160" h="43">
                    <a:moveTo>
                      <a:pt x="0" y="0"/>
                    </a:moveTo>
                    <a:lnTo>
                      <a:pt x="0" y="33"/>
                    </a:lnTo>
                    <a:lnTo>
                      <a:pt x="159" y="42"/>
                    </a:lnTo>
                    <a:lnTo>
                      <a:pt x="159"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6117" name="Freeform 61">
                <a:extLst>
                  <a:ext uri="{FF2B5EF4-FFF2-40B4-BE49-F238E27FC236}">
                    <a16:creationId xmlns:a16="http://schemas.microsoft.com/office/drawing/2014/main" id="{D1AC938F-099B-769B-2718-F9FE6EF2B4E1}"/>
                  </a:ext>
                </a:extLst>
              </p:cNvPr>
              <p:cNvSpPr>
                <a:spLocks/>
              </p:cNvSpPr>
              <p:nvPr/>
            </p:nvSpPr>
            <p:spPr bwMode="auto">
              <a:xfrm>
                <a:off x="2860" y="1362"/>
                <a:ext cx="94" cy="26"/>
              </a:xfrm>
              <a:custGeom>
                <a:avLst/>
                <a:gdLst>
                  <a:gd name="T0" fmla="*/ 0 w 94"/>
                  <a:gd name="T1" fmla="*/ 25 h 26"/>
                  <a:gd name="T2" fmla="*/ 0 w 94"/>
                  <a:gd name="T3" fmla="*/ 0 h 26"/>
                  <a:gd name="T4" fmla="*/ 93 w 94"/>
                  <a:gd name="T5" fmla="*/ 9 h 26"/>
                  <a:gd name="T6" fmla="*/ 0 60000 65536"/>
                  <a:gd name="T7" fmla="*/ 0 60000 65536"/>
                  <a:gd name="T8" fmla="*/ 0 60000 65536"/>
                  <a:gd name="T9" fmla="*/ 0 w 94"/>
                  <a:gd name="T10" fmla="*/ 0 h 26"/>
                  <a:gd name="T11" fmla="*/ 94 w 94"/>
                  <a:gd name="T12" fmla="*/ 26 h 26"/>
                </a:gdLst>
                <a:ahLst/>
                <a:cxnLst>
                  <a:cxn ang="T6">
                    <a:pos x="T0" y="T1"/>
                  </a:cxn>
                  <a:cxn ang="T7">
                    <a:pos x="T2" y="T3"/>
                  </a:cxn>
                  <a:cxn ang="T8">
                    <a:pos x="T4" y="T5"/>
                  </a:cxn>
                </a:cxnLst>
                <a:rect l="T9" t="T10" r="T11" b="T12"/>
                <a:pathLst>
                  <a:path w="94" h="26">
                    <a:moveTo>
                      <a:pt x="0" y="25"/>
                    </a:moveTo>
                    <a:lnTo>
                      <a:pt x="0" y="0"/>
                    </a:lnTo>
                    <a:lnTo>
                      <a:pt x="93" y="9"/>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86118" name="Freeform 62">
                <a:extLst>
                  <a:ext uri="{FF2B5EF4-FFF2-40B4-BE49-F238E27FC236}">
                    <a16:creationId xmlns:a16="http://schemas.microsoft.com/office/drawing/2014/main" id="{7353267B-2188-88C2-C4C7-D5A96CC72CBA}"/>
                  </a:ext>
                </a:extLst>
              </p:cNvPr>
              <p:cNvSpPr>
                <a:spLocks/>
              </p:cNvSpPr>
              <p:nvPr/>
            </p:nvSpPr>
            <p:spPr bwMode="auto">
              <a:xfrm>
                <a:off x="2860" y="1371"/>
                <a:ext cx="86" cy="17"/>
              </a:xfrm>
              <a:custGeom>
                <a:avLst/>
                <a:gdLst>
                  <a:gd name="T0" fmla="*/ 0 w 86"/>
                  <a:gd name="T1" fmla="*/ 0 h 17"/>
                  <a:gd name="T2" fmla="*/ 0 w 86"/>
                  <a:gd name="T3" fmla="*/ 8 h 17"/>
                  <a:gd name="T4" fmla="*/ 85 w 86"/>
                  <a:gd name="T5" fmla="*/ 16 h 17"/>
                  <a:gd name="T6" fmla="*/ 85 w 86"/>
                  <a:gd name="T7" fmla="*/ 8 h 17"/>
                  <a:gd name="T8" fmla="*/ 0 w 86"/>
                  <a:gd name="T9" fmla="*/ 0 h 17"/>
                  <a:gd name="T10" fmla="*/ 0 60000 65536"/>
                  <a:gd name="T11" fmla="*/ 0 60000 65536"/>
                  <a:gd name="T12" fmla="*/ 0 60000 65536"/>
                  <a:gd name="T13" fmla="*/ 0 60000 65536"/>
                  <a:gd name="T14" fmla="*/ 0 60000 65536"/>
                  <a:gd name="T15" fmla="*/ 0 w 86"/>
                  <a:gd name="T16" fmla="*/ 0 h 17"/>
                  <a:gd name="T17" fmla="*/ 86 w 86"/>
                  <a:gd name="T18" fmla="*/ 17 h 17"/>
                </a:gdLst>
                <a:ahLst/>
                <a:cxnLst>
                  <a:cxn ang="T10">
                    <a:pos x="T0" y="T1"/>
                  </a:cxn>
                  <a:cxn ang="T11">
                    <a:pos x="T2" y="T3"/>
                  </a:cxn>
                  <a:cxn ang="T12">
                    <a:pos x="T4" y="T5"/>
                  </a:cxn>
                  <a:cxn ang="T13">
                    <a:pos x="T6" y="T7"/>
                  </a:cxn>
                  <a:cxn ang="T14">
                    <a:pos x="T8" y="T9"/>
                  </a:cxn>
                </a:cxnLst>
                <a:rect l="T15" t="T16" r="T17" b="T18"/>
                <a:pathLst>
                  <a:path w="86" h="17">
                    <a:moveTo>
                      <a:pt x="0" y="0"/>
                    </a:moveTo>
                    <a:lnTo>
                      <a:pt x="0" y="8"/>
                    </a:lnTo>
                    <a:lnTo>
                      <a:pt x="85" y="16"/>
                    </a:lnTo>
                    <a:lnTo>
                      <a:pt x="85" y="8"/>
                    </a:lnTo>
                    <a:lnTo>
                      <a:pt x="0" y="0"/>
                    </a:lnTo>
                  </a:path>
                </a:pathLst>
              </a:custGeom>
              <a:solidFill>
                <a:srgbClr val="A0A0A0"/>
              </a:solidFill>
              <a:ln w="12700" cap="rnd">
                <a:solidFill>
                  <a:srgbClr val="A0A0A0"/>
                </a:solidFill>
                <a:round/>
                <a:headEnd/>
                <a:tailEnd/>
              </a:ln>
            </p:spPr>
            <p:txBody>
              <a:bodyPr/>
              <a:lstStyle/>
              <a:p>
                <a:endParaRPr lang="en-IN"/>
              </a:p>
            </p:txBody>
          </p:sp>
          <p:sp>
            <p:nvSpPr>
              <p:cNvPr id="386119" name="Freeform 63">
                <a:extLst>
                  <a:ext uri="{FF2B5EF4-FFF2-40B4-BE49-F238E27FC236}">
                    <a16:creationId xmlns:a16="http://schemas.microsoft.com/office/drawing/2014/main" id="{6750A756-37E1-A56F-DDE6-D7F9F6BFAF98}"/>
                  </a:ext>
                </a:extLst>
              </p:cNvPr>
              <p:cNvSpPr>
                <a:spLocks/>
              </p:cNvSpPr>
              <p:nvPr/>
            </p:nvSpPr>
            <p:spPr bwMode="auto">
              <a:xfrm>
                <a:off x="2919" y="1387"/>
                <a:ext cx="27" cy="10"/>
              </a:xfrm>
              <a:custGeom>
                <a:avLst/>
                <a:gdLst>
                  <a:gd name="T0" fmla="*/ 0 w 27"/>
                  <a:gd name="T1" fmla="*/ 0 h 10"/>
                  <a:gd name="T2" fmla="*/ 26 w 27"/>
                  <a:gd name="T3" fmla="*/ 0 h 10"/>
                  <a:gd name="T4" fmla="*/ 26 w 27"/>
                  <a:gd name="T5" fmla="*/ 9 h 10"/>
                  <a:gd name="T6" fmla="*/ 0 w 27"/>
                  <a:gd name="T7" fmla="*/ 0 h 10"/>
                  <a:gd name="T8" fmla="*/ 0 60000 65536"/>
                  <a:gd name="T9" fmla="*/ 0 60000 65536"/>
                  <a:gd name="T10" fmla="*/ 0 60000 65536"/>
                  <a:gd name="T11" fmla="*/ 0 60000 65536"/>
                  <a:gd name="T12" fmla="*/ 0 w 27"/>
                  <a:gd name="T13" fmla="*/ 0 h 10"/>
                  <a:gd name="T14" fmla="*/ 27 w 27"/>
                  <a:gd name="T15" fmla="*/ 10 h 10"/>
                </a:gdLst>
                <a:ahLst/>
                <a:cxnLst>
                  <a:cxn ang="T8">
                    <a:pos x="T0" y="T1"/>
                  </a:cxn>
                  <a:cxn ang="T9">
                    <a:pos x="T2" y="T3"/>
                  </a:cxn>
                  <a:cxn ang="T10">
                    <a:pos x="T4" y="T5"/>
                  </a:cxn>
                  <a:cxn ang="T11">
                    <a:pos x="T6" y="T7"/>
                  </a:cxn>
                </a:cxnLst>
                <a:rect l="T12" t="T13" r="T14" b="T15"/>
                <a:pathLst>
                  <a:path w="27" h="10">
                    <a:moveTo>
                      <a:pt x="0" y="0"/>
                    </a:moveTo>
                    <a:lnTo>
                      <a:pt x="26" y="0"/>
                    </a:lnTo>
                    <a:lnTo>
                      <a:pt x="26" y="9"/>
                    </a:lnTo>
                    <a:lnTo>
                      <a:pt x="0" y="0"/>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120" name="Freeform 64">
                <a:extLst>
                  <a:ext uri="{FF2B5EF4-FFF2-40B4-BE49-F238E27FC236}">
                    <a16:creationId xmlns:a16="http://schemas.microsoft.com/office/drawing/2014/main" id="{ED1AE2F8-A1BC-B1EA-28C6-086BAE9518B3}"/>
                  </a:ext>
                </a:extLst>
              </p:cNvPr>
              <p:cNvSpPr>
                <a:spLocks/>
              </p:cNvSpPr>
              <p:nvPr/>
            </p:nvSpPr>
            <p:spPr bwMode="auto">
              <a:xfrm>
                <a:off x="2868" y="1329"/>
                <a:ext cx="61" cy="26"/>
              </a:xfrm>
              <a:custGeom>
                <a:avLst/>
                <a:gdLst>
                  <a:gd name="T0" fmla="*/ 0 w 61"/>
                  <a:gd name="T1" fmla="*/ 0 h 26"/>
                  <a:gd name="T2" fmla="*/ 0 w 61"/>
                  <a:gd name="T3" fmla="*/ 25 h 26"/>
                  <a:gd name="T4" fmla="*/ 60 w 61"/>
                  <a:gd name="T5" fmla="*/ 25 h 26"/>
                  <a:gd name="T6" fmla="*/ 60 w 61"/>
                  <a:gd name="T7" fmla="*/ 0 h 26"/>
                  <a:gd name="T8" fmla="*/ 34 w 61"/>
                  <a:gd name="T9" fmla="*/ 0 h 26"/>
                  <a:gd name="T10" fmla="*/ 26 w 61"/>
                  <a:gd name="T11" fmla="*/ 9 h 26"/>
                  <a:gd name="T12" fmla="*/ 0 w 61"/>
                  <a:gd name="T13" fmla="*/ 0 h 26"/>
                  <a:gd name="T14" fmla="*/ 0 60000 65536"/>
                  <a:gd name="T15" fmla="*/ 0 60000 65536"/>
                  <a:gd name="T16" fmla="*/ 0 60000 65536"/>
                  <a:gd name="T17" fmla="*/ 0 60000 65536"/>
                  <a:gd name="T18" fmla="*/ 0 60000 65536"/>
                  <a:gd name="T19" fmla="*/ 0 60000 65536"/>
                  <a:gd name="T20" fmla="*/ 0 60000 65536"/>
                  <a:gd name="T21" fmla="*/ 0 w 61"/>
                  <a:gd name="T22" fmla="*/ 0 h 26"/>
                  <a:gd name="T23" fmla="*/ 61 w 6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26">
                    <a:moveTo>
                      <a:pt x="0" y="0"/>
                    </a:moveTo>
                    <a:lnTo>
                      <a:pt x="0" y="25"/>
                    </a:lnTo>
                    <a:lnTo>
                      <a:pt x="60" y="25"/>
                    </a:lnTo>
                    <a:lnTo>
                      <a:pt x="60" y="0"/>
                    </a:lnTo>
                    <a:lnTo>
                      <a:pt x="34" y="0"/>
                    </a:lnTo>
                    <a:lnTo>
                      <a:pt x="26" y="9"/>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6121" name="Freeform 65">
                <a:extLst>
                  <a:ext uri="{FF2B5EF4-FFF2-40B4-BE49-F238E27FC236}">
                    <a16:creationId xmlns:a16="http://schemas.microsoft.com/office/drawing/2014/main" id="{47F29131-3563-DF43-05A2-95B557844CF2}"/>
                  </a:ext>
                </a:extLst>
              </p:cNvPr>
              <p:cNvSpPr>
                <a:spLocks/>
              </p:cNvSpPr>
              <p:nvPr/>
            </p:nvSpPr>
            <p:spPr bwMode="auto">
              <a:xfrm>
                <a:off x="2843" y="1337"/>
                <a:ext cx="120" cy="9"/>
              </a:xfrm>
              <a:custGeom>
                <a:avLst/>
                <a:gdLst>
                  <a:gd name="T0" fmla="*/ 0 w 120"/>
                  <a:gd name="T1" fmla="*/ 0 h 9"/>
                  <a:gd name="T2" fmla="*/ 119 w 120"/>
                  <a:gd name="T3" fmla="*/ 8 h 9"/>
                  <a:gd name="T4" fmla="*/ 0 w 120"/>
                  <a:gd name="T5" fmla="*/ 0 h 9"/>
                  <a:gd name="T6" fmla="*/ 0 60000 65536"/>
                  <a:gd name="T7" fmla="*/ 0 60000 65536"/>
                  <a:gd name="T8" fmla="*/ 0 60000 65536"/>
                  <a:gd name="T9" fmla="*/ 0 w 120"/>
                  <a:gd name="T10" fmla="*/ 0 h 9"/>
                  <a:gd name="T11" fmla="*/ 120 w 120"/>
                  <a:gd name="T12" fmla="*/ 9 h 9"/>
                </a:gdLst>
                <a:ahLst/>
                <a:cxnLst>
                  <a:cxn ang="T6">
                    <a:pos x="T0" y="T1"/>
                  </a:cxn>
                  <a:cxn ang="T7">
                    <a:pos x="T2" y="T3"/>
                  </a:cxn>
                  <a:cxn ang="T8">
                    <a:pos x="T4" y="T5"/>
                  </a:cxn>
                </a:cxnLst>
                <a:rect l="T9" t="T10" r="T11" b="T12"/>
                <a:pathLst>
                  <a:path w="120" h="9">
                    <a:moveTo>
                      <a:pt x="0" y="0"/>
                    </a:moveTo>
                    <a:lnTo>
                      <a:pt x="119" y="8"/>
                    </a:lnTo>
                    <a:lnTo>
                      <a:pt x="0" y="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grpSp>
        <p:sp>
          <p:nvSpPr>
            <p:cNvPr id="386059" name="Text Box 66">
              <a:extLst>
                <a:ext uri="{FF2B5EF4-FFF2-40B4-BE49-F238E27FC236}">
                  <a16:creationId xmlns:a16="http://schemas.microsoft.com/office/drawing/2014/main" id="{477354C1-D127-212D-0385-F96408473543}"/>
                </a:ext>
              </a:extLst>
            </p:cNvPr>
            <p:cNvSpPr txBox="1">
              <a:spLocks noChangeArrowheads="1"/>
            </p:cNvSpPr>
            <p:nvPr/>
          </p:nvSpPr>
          <p:spPr bwMode="auto">
            <a:xfrm>
              <a:off x="8445" y="11250"/>
              <a:ext cx="1110"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X.500 directory</a:t>
              </a:r>
              <a:endParaRPr lang="en-US" altLang="en-US" sz="1800"/>
            </a:p>
          </p:txBody>
        </p:sp>
        <p:sp>
          <p:nvSpPr>
            <p:cNvPr id="386060" name="AutoShape 67">
              <a:extLst>
                <a:ext uri="{FF2B5EF4-FFF2-40B4-BE49-F238E27FC236}">
                  <a16:creationId xmlns:a16="http://schemas.microsoft.com/office/drawing/2014/main" id="{9160EC19-A659-91CD-BA3D-2C73C3D8623A}"/>
                </a:ext>
              </a:extLst>
            </p:cNvPr>
            <p:cNvSpPr>
              <a:spLocks noChangeArrowheads="1"/>
            </p:cNvSpPr>
            <p:nvPr/>
          </p:nvSpPr>
          <p:spPr bwMode="auto">
            <a:xfrm>
              <a:off x="3930" y="10710"/>
              <a:ext cx="2325" cy="675"/>
            </a:xfrm>
            <a:prstGeom prst="rightArrow">
              <a:avLst>
                <a:gd name="adj1" fmla="val 50000"/>
                <a:gd name="adj2" fmla="val 86111"/>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request</a:t>
              </a:r>
              <a:endParaRPr lang="en-US" altLang="en-US" sz="1800"/>
            </a:p>
          </p:txBody>
        </p:sp>
        <p:sp>
          <p:nvSpPr>
            <p:cNvPr id="386061" name="AutoShape 68">
              <a:extLst>
                <a:ext uri="{FF2B5EF4-FFF2-40B4-BE49-F238E27FC236}">
                  <a16:creationId xmlns:a16="http://schemas.microsoft.com/office/drawing/2014/main" id="{B38835A3-9104-885B-5EB1-86AACECE70E0}"/>
                </a:ext>
              </a:extLst>
            </p:cNvPr>
            <p:cNvSpPr>
              <a:spLocks noChangeArrowheads="1"/>
            </p:cNvSpPr>
            <p:nvPr/>
          </p:nvSpPr>
          <p:spPr bwMode="auto">
            <a:xfrm>
              <a:off x="4290" y="9495"/>
              <a:ext cx="1275" cy="121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Digital Certificate</a:t>
              </a:r>
            </a:p>
            <a:p>
              <a:pPr algn="ctr">
                <a:spcBef>
                  <a:spcPct val="0"/>
                </a:spcBef>
                <a:buClrTx/>
                <a:buSzTx/>
                <a:buFontTx/>
                <a:buNone/>
              </a:pPr>
              <a:endParaRPr lang="en-US" altLang="en-US" sz="1200" b="1"/>
            </a:p>
            <a:p>
              <a:pPr algn="ctr">
                <a:spcBef>
                  <a:spcPct val="0"/>
                </a:spcBef>
                <a:buClrTx/>
                <a:buSzTx/>
                <a:buFontTx/>
                <a:buNone/>
              </a:pPr>
              <a:r>
                <a:rPr lang="en-US" altLang="en-US" sz="1200" b="1"/>
                <a:t>…</a:t>
              </a:r>
              <a:endParaRPr lang="en-US" altLang="en-US" sz="1800"/>
            </a:p>
          </p:txBody>
        </p:sp>
        <p:sp>
          <p:nvSpPr>
            <p:cNvPr id="386062" name="Text Box 69">
              <a:extLst>
                <a:ext uri="{FF2B5EF4-FFF2-40B4-BE49-F238E27FC236}">
                  <a16:creationId xmlns:a16="http://schemas.microsoft.com/office/drawing/2014/main" id="{71F75F94-A11E-C3D8-9BD3-58BF4516191E}"/>
                </a:ext>
              </a:extLst>
            </p:cNvPr>
            <p:cNvSpPr txBox="1">
              <a:spLocks noChangeArrowheads="1"/>
            </p:cNvSpPr>
            <p:nvPr/>
          </p:nvSpPr>
          <p:spPr bwMode="auto">
            <a:xfrm>
              <a:off x="4035" y="11430"/>
              <a:ext cx="19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Is this certificate valid or not?</a:t>
              </a:r>
              <a:endParaRPr lang="en-US" altLang="en-US" sz="1800"/>
            </a:p>
          </p:txBody>
        </p:sp>
        <p:sp>
          <p:nvSpPr>
            <p:cNvPr id="386063" name="Text Box 70">
              <a:extLst>
                <a:ext uri="{FF2B5EF4-FFF2-40B4-BE49-F238E27FC236}">
                  <a16:creationId xmlns:a16="http://schemas.microsoft.com/office/drawing/2014/main" id="{651313B4-6CA4-16D1-EF1C-F510AF71249E}"/>
                </a:ext>
              </a:extLst>
            </p:cNvPr>
            <p:cNvSpPr txBox="1">
              <a:spLocks noChangeArrowheads="1"/>
            </p:cNvSpPr>
            <p:nvPr/>
          </p:nvSpPr>
          <p:spPr bwMode="auto">
            <a:xfrm>
              <a:off x="6270" y="12405"/>
              <a:ext cx="1245" cy="6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responder</a:t>
              </a:r>
              <a:endParaRPr lang="en-US" altLang="en-US" sz="1800"/>
            </a:p>
          </p:txBody>
        </p:sp>
        <p:sp>
          <p:nvSpPr>
            <p:cNvPr id="386064" name="AutoShape 71">
              <a:extLst>
                <a:ext uri="{FF2B5EF4-FFF2-40B4-BE49-F238E27FC236}">
                  <a16:creationId xmlns:a16="http://schemas.microsoft.com/office/drawing/2014/main" id="{1E226B32-8C09-BBA0-C906-EB04699A7F59}"/>
                </a:ext>
              </a:extLst>
            </p:cNvPr>
            <p:cNvSpPr>
              <a:spLocks noChangeArrowheads="1"/>
            </p:cNvSpPr>
            <p:nvPr/>
          </p:nvSpPr>
          <p:spPr bwMode="auto">
            <a:xfrm>
              <a:off x="7485" y="11055"/>
              <a:ext cx="855" cy="510"/>
            </a:xfrm>
            <a:prstGeom prst="leftRightArrow">
              <a:avLst>
                <a:gd name="adj1" fmla="val 50000"/>
                <a:gd name="adj2" fmla="val 335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6065" name="AutoShape 72">
              <a:extLst>
                <a:ext uri="{FF2B5EF4-FFF2-40B4-BE49-F238E27FC236}">
                  <a16:creationId xmlns:a16="http://schemas.microsoft.com/office/drawing/2014/main" id="{84D523CB-7B8B-486F-1605-56449987EFBA}"/>
                </a:ext>
              </a:extLst>
            </p:cNvPr>
            <p:cNvSpPr>
              <a:spLocks noChangeArrowheads="1"/>
            </p:cNvSpPr>
            <p:nvPr/>
          </p:nvSpPr>
          <p:spPr bwMode="auto">
            <a:xfrm>
              <a:off x="7890" y="9390"/>
              <a:ext cx="2235" cy="900"/>
            </a:xfrm>
            <a:prstGeom prst="wedgeRectCallout">
              <a:avLst>
                <a:gd name="adj1" fmla="val -50315"/>
                <a:gd name="adj2" fmla="val 15566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The OCSP responder consults the CA’s X.500 directory</a:t>
              </a:r>
              <a:endParaRPr lang="en-US" altLang="en-US" sz="1800"/>
            </a:p>
          </p:txBody>
        </p:sp>
      </p:gr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Slide Number Placeholder 5">
            <a:extLst>
              <a:ext uri="{FF2B5EF4-FFF2-40B4-BE49-F238E27FC236}">
                <a16:creationId xmlns:a16="http://schemas.microsoft.com/office/drawing/2014/main" id="{BFA16FD0-A823-F73B-887A-A71AB77D80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2341E5C-2153-47ED-B57D-C74206BE37F1}" type="slidenum">
              <a:rPr lang="en-US" altLang="en-US" sz="1400"/>
              <a:pPr>
                <a:spcBef>
                  <a:spcPct val="0"/>
                </a:spcBef>
                <a:buClrTx/>
                <a:buSzTx/>
                <a:buFontTx/>
                <a:buNone/>
              </a:pPr>
              <a:t>206</a:t>
            </a:fld>
            <a:endParaRPr lang="en-US" altLang="en-US" sz="1400"/>
          </a:p>
        </p:txBody>
      </p:sp>
      <p:sp>
        <p:nvSpPr>
          <p:cNvPr id="388099" name="Rectangle 2">
            <a:extLst>
              <a:ext uri="{FF2B5EF4-FFF2-40B4-BE49-F238E27FC236}">
                <a16:creationId xmlns:a16="http://schemas.microsoft.com/office/drawing/2014/main" id="{DFA39865-7E6C-4293-F94A-5DCAEC55F6EA}"/>
              </a:ext>
            </a:extLst>
          </p:cNvPr>
          <p:cNvSpPr>
            <a:spLocks noGrp="1" noChangeArrowheads="1"/>
          </p:cNvSpPr>
          <p:nvPr>
            <p:ph type="title"/>
          </p:nvPr>
        </p:nvSpPr>
        <p:spPr/>
        <p:txBody>
          <a:bodyPr/>
          <a:lstStyle/>
          <a:p>
            <a:pPr eaLnBrk="1" hangingPunct="1"/>
            <a:r>
              <a:rPr lang="en-US" altLang="en-US"/>
              <a:t>OCSP – Step 3</a:t>
            </a:r>
          </a:p>
        </p:txBody>
      </p:sp>
      <p:sp>
        <p:nvSpPr>
          <p:cNvPr id="388100" name="Rectangle 3">
            <a:extLst>
              <a:ext uri="{FF2B5EF4-FFF2-40B4-BE49-F238E27FC236}">
                <a16:creationId xmlns:a16="http://schemas.microsoft.com/office/drawing/2014/main" id="{082953E9-78CB-8C31-B904-4DE3F7FD1C4B}"/>
              </a:ext>
            </a:extLst>
          </p:cNvPr>
          <p:cNvSpPr>
            <a:spLocks noGrp="1" noChangeArrowheads="1"/>
          </p:cNvSpPr>
          <p:nvPr>
            <p:ph type="body" idx="1"/>
          </p:nvPr>
        </p:nvSpPr>
        <p:spPr/>
        <p:txBody>
          <a:bodyPr/>
          <a:lstStyle/>
          <a:p>
            <a:pPr eaLnBrk="1" hangingPunct="1"/>
            <a:endParaRPr lang="en-GB" altLang="en-US"/>
          </a:p>
        </p:txBody>
      </p:sp>
      <p:grpSp>
        <p:nvGrpSpPr>
          <p:cNvPr id="388101" name="Group 4">
            <a:extLst>
              <a:ext uri="{FF2B5EF4-FFF2-40B4-BE49-F238E27FC236}">
                <a16:creationId xmlns:a16="http://schemas.microsoft.com/office/drawing/2014/main" id="{1DDA4110-DF09-ECAE-B10F-43937ED150F1}"/>
              </a:ext>
            </a:extLst>
          </p:cNvPr>
          <p:cNvGrpSpPr>
            <a:grpSpLocks/>
          </p:cNvGrpSpPr>
          <p:nvPr/>
        </p:nvGrpSpPr>
        <p:grpSpPr bwMode="auto">
          <a:xfrm>
            <a:off x="2819400" y="2362200"/>
            <a:ext cx="7391400" cy="3429000"/>
            <a:chOff x="1665" y="2490"/>
            <a:chExt cx="8565" cy="4320"/>
          </a:xfrm>
        </p:grpSpPr>
        <p:sp>
          <p:nvSpPr>
            <p:cNvPr id="388102" name="Rectangle 5">
              <a:extLst>
                <a:ext uri="{FF2B5EF4-FFF2-40B4-BE49-F238E27FC236}">
                  <a16:creationId xmlns:a16="http://schemas.microsoft.com/office/drawing/2014/main" id="{B0FB248A-7876-4593-1457-C1E66F01A72D}"/>
                </a:ext>
              </a:extLst>
            </p:cNvPr>
            <p:cNvSpPr>
              <a:spLocks noChangeArrowheads="1"/>
            </p:cNvSpPr>
            <p:nvPr/>
          </p:nvSpPr>
          <p:spPr bwMode="auto">
            <a:xfrm>
              <a:off x="1665" y="2490"/>
              <a:ext cx="8565" cy="43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03" name="computr3">
              <a:extLst>
                <a:ext uri="{FF2B5EF4-FFF2-40B4-BE49-F238E27FC236}">
                  <a16:creationId xmlns:a16="http://schemas.microsoft.com/office/drawing/2014/main" id="{D03464E4-9EE6-B525-9753-3E16D4CEF34B}"/>
                </a:ext>
              </a:extLst>
            </p:cNvPr>
            <p:cNvSpPr>
              <a:spLocks noEditPoints="1" noChangeArrowheads="1"/>
            </p:cNvSpPr>
            <p:nvPr/>
          </p:nvSpPr>
          <p:spPr bwMode="auto">
            <a:xfrm>
              <a:off x="2430" y="3612"/>
              <a:ext cx="1339" cy="12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8 w 21600"/>
                <a:gd name="T13" fmla="*/ 2589 h 21600"/>
                <a:gd name="T14" fmla="*/ 16357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IN"/>
            </a:p>
          </p:txBody>
        </p:sp>
        <p:sp>
          <p:nvSpPr>
            <p:cNvPr id="388104" name="Text Box 7">
              <a:extLst>
                <a:ext uri="{FF2B5EF4-FFF2-40B4-BE49-F238E27FC236}">
                  <a16:creationId xmlns:a16="http://schemas.microsoft.com/office/drawing/2014/main" id="{28BDA258-C6AC-F910-ABC1-77F2C241CEBD}"/>
                </a:ext>
              </a:extLst>
            </p:cNvPr>
            <p:cNvSpPr txBox="1">
              <a:spLocks noChangeArrowheads="1"/>
            </p:cNvSpPr>
            <p:nvPr/>
          </p:nvSpPr>
          <p:spPr bwMode="auto">
            <a:xfrm>
              <a:off x="2700" y="4971"/>
              <a:ext cx="855" cy="3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Client</a:t>
              </a:r>
              <a:endParaRPr lang="en-US" altLang="en-US" sz="1800"/>
            </a:p>
          </p:txBody>
        </p:sp>
        <p:sp>
          <p:nvSpPr>
            <p:cNvPr id="388105" name="AutoShape 8">
              <a:extLst>
                <a:ext uri="{FF2B5EF4-FFF2-40B4-BE49-F238E27FC236}">
                  <a16:creationId xmlns:a16="http://schemas.microsoft.com/office/drawing/2014/main" id="{C72669EE-40AA-7E58-AA44-8272EB8F0777}"/>
                </a:ext>
              </a:extLst>
            </p:cNvPr>
            <p:cNvSpPr>
              <a:spLocks noChangeArrowheads="1"/>
            </p:cNvSpPr>
            <p:nvPr/>
          </p:nvSpPr>
          <p:spPr bwMode="auto">
            <a:xfrm>
              <a:off x="8175" y="3921"/>
              <a:ext cx="1305" cy="1740"/>
            </a:xfrm>
            <a:prstGeom prst="flowChartMagneticDisk">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800"/>
            </a:p>
          </p:txBody>
        </p:sp>
        <p:grpSp>
          <p:nvGrpSpPr>
            <p:cNvPr id="388106" name="Group 9">
              <a:extLst>
                <a:ext uri="{FF2B5EF4-FFF2-40B4-BE49-F238E27FC236}">
                  <a16:creationId xmlns:a16="http://schemas.microsoft.com/office/drawing/2014/main" id="{1E4BDC4F-93FE-C482-53AC-9884F38C3A5D}"/>
                </a:ext>
              </a:extLst>
            </p:cNvPr>
            <p:cNvGrpSpPr>
              <a:grpSpLocks/>
            </p:cNvGrpSpPr>
            <p:nvPr/>
          </p:nvGrpSpPr>
          <p:grpSpPr bwMode="auto">
            <a:xfrm>
              <a:off x="6267" y="3460"/>
              <a:ext cx="1202" cy="2102"/>
              <a:chOff x="2784" y="1204"/>
              <a:chExt cx="381" cy="669"/>
            </a:xfrm>
          </p:grpSpPr>
          <p:sp>
            <p:nvSpPr>
              <p:cNvPr id="388116" name="Freeform 10">
                <a:extLst>
                  <a:ext uri="{FF2B5EF4-FFF2-40B4-BE49-F238E27FC236}">
                    <a16:creationId xmlns:a16="http://schemas.microsoft.com/office/drawing/2014/main" id="{FAA34519-AD73-DA5A-570B-ABF749E8BBE2}"/>
                  </a:ext>
                </a:extLst>
              </p:cNvPr>
              <p:cNvSpPr>
                <a:spLocks/>
              </p:cNvSpPr>
              <p:nvPr/>
            </p:nvSpPr>
            <p:spPr bwMode="auto">
              <a:xfrm>
                <a:off x="2784" y="1713"/>
                <a:ext cx="322" cy="160"/>
              </a:xfrm>
              <a:custGeom>
                <a:avLst/>
                <a:gdLst>
                  <a:gd name="T0" fmla="*/ 34 w 322"/>
                  <a:gd name="T1" fmla="*/ 83 h 160"/>
                  <a:gd name="T2" fmla="*/ 26 w 322"/>
                  <a:gd name="T3" fmla="*/ 92 h 160"/>
                  <a:gd name="T4" fmla="*/ 17 w 322"/>
                  <a:gd name="T5" fmla="*/ 100 h 160"/>
                  <a:gd name="T6" fmla="*/ 0 w 322"/>
                  <a:gd name="T7" fmla="*/ 109 h 160"/>
                  <a:gd name="T8" fmla="*/ 0 w 322"/>
                  <a:gd name="T9" fmla="*/ 117 h 160"/>
                  <a:gd name="T10" fmla="*/ 0 w 322"/>
                  <a:gd name="T11" fmla="*/ 125 h 160"/>
                  <a:gd name="T12" fmla="*/ 9 w 322"/>
                  <a:gd name="T13" fmla="*/ 125 h 160"/>
                  <a:gd name="T14" fmla="*/ 17 w 322"/>
                  <a:gd name="T15" fmla="*/ 133 h 160"/>
                  <a:gd name="T16" fmla="*/ 34 w 322"/>
                  <a:gd name="T17" fmla="*/ 133 h 160"/>
                  <a:gd name="T18" fmla="*/ 203 w 322"/>
                  <a:gd name="T19" fmla="*/ 159 h 160"/>
                  <a:gd name="T20" fmla="*/ 220 w 322"/>
                  <a:gd name="T21" fmla="*/ 159 h 160"/>
                  <a:gd name="T22" fmla="*/ 237 w 322"/>
                  <a:gd name="T23" fmla="*/ 159 h 160"/>
                  <a:gd name="T24" fmla="*/ 245 w 322"/>
                  <a:gd name="T25" fmla="*/ 159 h 160"/>
                  <a:gd name="T26" fmla="*/ 253 w 322"/>
                  <a:gd name="T27" fmla="*/ 159 h 160"/>
                  <a:gd name="T28" fmla="*/ 262 w 322"/>
                  <a:gd name="T29" fmla="*/ 150 h 160"/>
                  <a:gd name="T30" fmla="*/ 270 w 322"/>
                  <a:gd name="T31" fmla="*/ 142 h 160"/>
                  <a:gd name="T32" fmla="*/ 321 w 322"/>
                  <a:gd name="T33" fmla="*/ 0 h 160"/>
                  <a:gd name="T34" fmla="*/ 34 w 322"/>
                  <a:gd name="T35" fmla="*/ 83 h 1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2"/>
                  <a:gd name="T55" fmla="*/ 0 h 160"/>
                  <a:gd name="T56" fmla="*/ 322 w 322"/>
                  <a:gd name="T57" fmla="*/ 160 h 1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2" h="160">
                    <a:moveTo>
                      <a:pt x="34" y="83"/>
                    </a:moveTo>
                    <a:lnTo>
                      <a:pt x="26" y="92"/>
                    </a:lnTo>
                    <a:lnTo>
                      <a:pt x="17" y="100"/>
                    </a:lnTo>
                    <a:lnTo>
                      <a:pt x="0" y="109"/>
                    </a:lnTo>
                    <a:lnTo>
                      <a:pt x="0" y="117"/>
                    </a:lnTo>
                    <a:lnTo>
                      <a:pt x="0" y="125"/>
                    </a:lnTo>
                    <a:lnTo>
                      <a:pt x="9" y="125"/>
                    </a:lnTo>
                    <a:lnTo>
                      <a:pt x="17" y="133"/>
                    </a:lnTo>
                    <a:lnTo>
                      <a:pt x="34" y="133"/>
                    </a:lnTo>
                    <a:lnTo>
                      <a:pt x="203" y="159"/>
                    </a:lnTo>
                    <a:lnTo>
                      <a:pt x="220" y="159"/>
                    </a:lnTo>
                    <a:lnTo>
                      <a:pt x="237" y="159"/>
                    </a:lnTo>
                    <a:lnTo>
                      <a:pt x="245" y="159"/>
                    </a:lnTo>
                    <a:lnTo>
                      <a:pt x="253" y="159"/>
                    </a:lnTo>
                    <a:lnTo>
                      <a:pt x="262" y="150"/>
                    </a:lnTo>
                    <a:lnTo>
                      <a:pt x="270" y="142"/>
                    </a:lnTo>
                    <a:lnTo>
                      <a:pt x="321" y="0"/>
                    </a:lnTo>
                    <a:lnTo>
                      <a:pt x="34" y="83"/>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17" name="Freeform 11">
                <a:extLst>
                  <a:ext uri="{FF2B5EF4-FFF2-40B4-BE49-F238E27FC236}">
                    <a16:creationId xmlns:a16="http://schemas.microsoft.com/office/drawing/2014/main" id="{801D25C5-BC59-FAD3-E845-0ED104E55F5D}"/>
                  </a:ext>
                </a:extLst>
              </p:cNvPr>
              <p:cNvSpPr>
                <a:spLocks/>
              </p:cNvSpPr>
              <p:nvPr/>
            </p:nvSpPr>
            <p:spPr bwMode="auto">
              <a:xfrm>
                <a:off x="3012" y="1713"/>
                <a:ext cx="153" cy="151"/>
              </a:xfrm>
              <a:custGeom>
                <a:avLst/>
                <a:gdLst>
                  <a:gd name="T0" fmla="*/ 0 w 153"/>
                  <a:gd name="T1" fmla="*/ 100 h 151"/>
                  <a:gd name="T2" fmla="*/ 0 w 153"/>
                  <a:gd name="T3" fmla="*/ 109 h 151"/>
                  <a:gd name="T4" fmla="*/ 0 w 153"/>
                  <a:gd name="T5" fmla="*/ 116 h 151"/>
                  <a:gd name="T6" fmla="*/ 0 w 153"/>
                  <a:gd name="T7" fmla="*/ 125 h 151"/>
                  <a:gd name="T8" fmla="*/ 8 w 153"/>
                  <a:gd name="T9" fmla="*/ 125 h 151"/>
                  <a:gd name="T10" fmla="*/ 8 w 153"/>
                  <a:gd name="T11" fmla="*/ 133 h 151"/>
                  <a:gd name="T12" fmla="*/ 17 w 153"/>
                  <a:gd name="T13" fmla="*/ 142 h 151"/>
                  <a:gd name="T14" fmla="*/ 25 w 153"/>
                  <a:gd name="T15" fmla="*/ 150 h 151"/>
                  <a:gd name="T16" fmla="*/ 34 w 153"/>
                  <a:gd name="T17" fmla="*/ 150 h 151"/>
                  <a:gd name="T18" fmla="*/ 42 w 153"/>
                  <a:gd name="T19" fmla="*/ 142 h 151"/>
                  <a:gd name="T20" fmla="*/ 152 w 153"/>
                  <a:gd name="T21" fmla="*/ 25 h 151"/>
                  <a:gd name="T22" fmla="*/ 152 w 153"/>
                  <a:gd name="T23" fmla="*/ 17 h 151"/>
                  <a:gd name="T24" fmla="*/ 143 w 153"/>
                  <a:gd name="T25" fmla="*/ 17 h 151"/>
                  <a:gd name="T26" fmla="*/ 101 w 153"/>
                  <a:gd name="T27" fmla="*/ 0 h 151"/>
                  <a:gd name="T28" fmla="*/ 0 w 153"/>
                  <a:gd name="T29" fmla="*/ 10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3"/>
                  <a:gd name="T46" fmla="*/ 0 h 151"/>
                  <a:gd name="T47" fmla="*/ 153 w 153"/>
                  <a:gd name="T48" fmla="*/ 151 h 1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3" h="151">
                    <a:moveTo>
                      <a:pt x="0" y="100"/>
                    </a:moveTo>
                    <a:lnTo>
                      <a:pt x="0" y="109"/>
                    </a:lnTo>
                    <a:lnTo>
                      <a:pt x="0" y="116"/>
                    </a:lnTo>
                    <a:lnTo>
                      <a:pt x="0" y="125"/>
                    </a:lnTo>
                    <a:lnTo>
                      <a:pt x="8" y="125"/>
                    </a:lnTo>
                    <a:lnTo>
                      <a:pt x="8" y="133"/>
                    </a:lnTo>
                    <a:lnTo>
                      <a:pt x="17" y="142"/>
                    </a:lnTo>
                    <a:lnTo>
                      <a:pt x="25" y="150"/>
                    </a:lnTo>
                    <a:lnTo>
                      <a:pt x="34" y="150"/>
                    </a:lnTo>
                    <a:lnTo>
                      <a:pt x="42" y="142"/>
                    </a:lnTo>
                    <a:lnTo>
                      <a:pt x="152" y="25"/>
                    </a:lnTo>
                    <a:lnTo>
                      <a:pt x="152" y="17"/>
                    </a:lnTo>
                    <a:lnTo>
                      <a:pt x="143" y="17"/>
                    </a:lnTo>
                    <a:lnTo>
                      <a:pt x="101" y="0"/>
                    </a:lnTo>
                    <a:lnTo>
                      <a:pt x="0" y="10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18" name="Freeform 12">
                <a:extLst>
                  <a:ext uri="{FF2B5EF4-FFF2-40B4-BE49-F238E27FC236}">
                    <a16:creationId xmlns:a16="http://schemas.microsoft.com/office/drawing/2014/main" id="{FFF4C5DE-C255-C4DD-C702-9456D9B5B12E}"/>
                  </a:ext>
                </a:extLst>
              </p:cNvPr>
              <p:cNvSpPr>
                <a:spLocks/>
              </p:cNvSpPr>
              <p:nvPr/>
            </p:nvSpPr>
            <p:spPr bwMode="auto">
              <a:xfrm>
                <a:off x="2818" y="1721"/>
                <a:ext cx="296" cy="93"/>
              </a:xfrm>
              <a:custGeom>
                <a:avLst/>
                <a:gdLst>
                  <a:gd name="T0" fmla="*/ 295 w 296"/>
                  <a:gd name="T1" fmla="*/ 0 h 93"/>
                  <a:gd name="T2" fmla="*/ 194 w 296"/>
                  <a:gd name="T3" fmla="*/ 84 h 93"/>
                  <a:gd name="T4" fmla="*/ 194 w 296"/>
                  <a:gd name="T5" fmla="*/ 92 h 93"/>
                  <a:gd name="T6" fmla="*/ 185 w 296"/>
                  <a:gd name="T7" fmla="*/ 92 h 93"/>
                  <a:gd name="T8" fmla="*/ 168 w 296"/>
                  <a:gd name="T9" fmla="*/ 92 h 93"/>
                  <a:gd name="T10" fmla="*/ 0 w 296"/>
                  <a:gd name="T11" fmla="*/ 75 h 93"/>
                  <a:gd name="T12" fmla="*/ 0 w 296"/>
                  <a:gd name="T13" fmla="*/ 59 h 93"/>
                  <a:gd name="T14" fmla="*/ 295 w 296"/>
                  <a:gd name="T15" fmla="*/ 0 h 93"/>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93"/>
                  <a:gd name="T26" fmla="*/ 296 w 296"/>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93">
                    <a:moveTo>
                      <a:pt x="295" y="0"/>
                    </a:moveTo>
                    <a:lnTo>
                      <a:pt x="194" y="84"/>
                    </a:lnTo>
                    <a:lnTo>
                      <a:pt x="194" y="92"/>
                    </a:lnTo>
                    <a:lnTo>
                      <a:pt x="185" y="92"/>
                    </a:lnTo>
                    <a:lnTo>
                      <a:pt x="168" y="92"/>
                    </a:lnTo>
                    <a:lnTo>
                      <a:pt x="0" y="75"/>
                    </a:lnTo>
                    <a:lnTo>
                      <a:pt x="0" y="59"/>
                    </a:lnTo>
                    <a:lnTo>
                      <a:pt x="295" y="0"/>
                    </a:lnTo>
                  </a:path>
                </a:pathLst>
              </a:custGeom>
              <a:solidFill>
                <a:srgbClr val="606060"/>
              </a:solidFill>
              <a:ln w="12700" cap="rnd">
                <a:solidFill>
                  <a:srgbClr val="606060"/>
                </a:solidFill>
                <a:round/>
                <a:headEnd/>
                <a:tailEnd/>
              </a:ln>
            </p:spPr>
            <p:txBody>
              <a:bodyPr/>
              <a:lstStyle/>
              <a:p>
                <a:endParaRPr lang="en-IN"/>
              </a:p>
            </p:txBody>
          </p:sp>
          <p:sp>
            <p:nvSpPr>
              <p:cNvPr id="388119" name="Freeform 13">
                <a:extLst>
                  <a:ext uri="{FF2B5EF4-FFF2-40B4-BE49-F238E27FC236}">
                    <a16:creationId xmlns:a16="http://schemas.microsoft.com/office/drawing/2014/main" id="{C70DFCB4-2EB5-D3A7-F863-2659021FDC70}"/>
                  </a:ext>
                </a:extLst>
              </p:cNvPr>
              <p:cNvSpPr>
                <a:spLocks/>
              </p:cNvSpPr>
              <p:nvPr/>
            </p:nvSpPr>
            <p:spPr bwMode="auto">
              <a:xfrm>
                <a:off x="2818" y="1212"/>
                <a:ext cx="296" cy="602"/>
              </a:xfrm>
              <a:custGeom>
                <a:avLst/>
                <a:gdLst>
                  <a:gd name="T0" fmla="*/ 295 w 296"/>
                  <a:gd name="T1" fmla="*/ 0 h 602"/>
                  <a:gd name="T2" fmla="*/ 295 w 296"/>
                  <a:gd name="T3" fmla="*/ 501 h 602"/>
                  <a:gd name="T4" fmla="*/ 194 w 296"/>
                  <a:gd name="T5" fmla="*/ 593 h 602"/>
                  <a:gd name="T6" fmla="*/ 185 w 296"/>
                  <a:gd name="T7" fmla="*/ 601 h 602"/>
                  <a:gd name="T8" fmla="*/ 168 w 296"/>
                  <a:gd name="T9" fmla="*/ 601 h 602"/>
                  <a:gd name="T10" fmla="*/ 9 w 296"/>
                  <a:gd name="T11" fmla="*/ 584 h 602"/>
                  <a:gd name="T12" fmla="*/ 0 w 296"/>
                  <a:gd name="T13" fmla="*/ 584 h 602"/>
                  <a:gd name="T14" fmla="*/ 0 w 296"/>
                  <a:gd name="T15" fmla="*/ 576 h 602"/>
                  <a:gd name="T16" fmla="*/ 0 w 296"/>
                  <a:gd name="T17" fmla="*/ 568 h 602"/>
                  <a:gd name="T18" fmla="*/ 0 w 296"/>
                  <a:gd name="T19" fmla="*/ 17 h 602"/>
                  <a:gd name="T20" fmla="*/ 177 w 296"/>
                  <a:gd name="T21" fmla="*/ 0 h 602"/>
                  <a:gd name="T22" fmla="*/ 295 w 296"/>
                  <a:gd name="T23" fmla="*/ 0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602"/>
                  <a:gd name="T38" fmla="*/ 296 w 296"/>
                  <a:gd name="T39" fmla="*/ 602 h 6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602">
                    <a:moveTo>
                      <a:pt x="295" y="0"/>
                    </a:moveTo>
                    <a:lnTo>
                      <a:pt x="295" y="501"/>
                    </a:lnTo>
                    <a:lnTo>
                      <a:pt x="194" y="593"/>
                    </a:lnTo>
                    <a:lnTo>
                      <a:pt x="185" y="601"/>
                    </a:lnTo>
                    <a:lnTo>
                      <a:pt x="168" y="601"/>
                    </a:lnTo>
                    <a:lnTo>
                      <a:pt x="9" y="584"/>
                    </a:lnTo>
                    <a:lnTo>
                      <a:pt x="0" y="584"/>
                    </a:lnTo>
                    <a:lnTo>
                      <a:pt x="0" y="576"/>
                    </a:lnTo>
                    <a:lnTo>
                      <a:pt x="0" y="568"/>
                    </a:lnTo>
                    <a:lnTo>
                      <a:pt x="0" y="17"/>
                    </a:lnTo>
                    <a:lnTo>
                      <a:pt x="177" y="0"/>
                    </a:lnTo>
                    <a:lnTo>
                      <a:pt x="295" y="0"/>
                    </a:lnTo>
                  </a:path>
                </a:pathLst>
              </a:custGeom>
              <a:solidFill>
                <a:srgbClr val="E0E0E0"/>
              </a:solidFill>
              <a:ln w="12700" cap="rnd">
                <a:solidFill>
                  <a:srgbClr val="E0E0E0"/>
                </a:solidFill>
                <a:round/>
                <a:headEnd/>
                <a:tailEnd/>
              </a:ln>
            </p:spPr>
            <p:txBody>
              <a:bodyPr/>
              <a:lstStyle/>
              <a:p>
                <a:endParaRPr lang="en-IN"/>
              </a:p>
            </p:txBody>
          </p:sp>
          <p:sp>
            <p:nvSpPr>
              <p:cNvPr id="388120" name="Freeform 14">
                <a:extLst>
                  <a:ext uri="{FF2B5EF4-FFF2-40B4-BE49-F238E27FC236}">
                    <a16:creationId xmlns:a16="http://schemas.microsoft.com/office/drawing/2014/main" id="{1B197B52-89EF-07E5-92B2-2015953A680A}"/>
                  </a:ext>
                </a:extLst>
              </p:cNvPr>
              <p:cNvSpPr>
                <a:spLocks/>
              </p:cNvSpPr>
              <p:nvPr/>
            </p:nvSpPr>
            <p:spPr bwMode="auto">
              <a:xfrm>
                <a:off x="2818" y="1204"/>
                <a:ext cx="288" cy="43"/>
              </a:xfrm>
              <a:custGeom>
                <a:avLst/>
                <a:gdLst>
                  <a:gd name="T0" fmla="*/ 0 w 288"/>
                  <a:gd name="T1" fmla="*/ 25 h 43"/>
                  <a:gd name="T2" fmla="*/ 169 w 288"/>
                  <a:gd name="T3" fmla="*/ 0 h 43"/>
                  <a:gd name="T4" fmla="*/ 287 w 288"/>
                  <a:gd name="T5" fmla="*/ 8 h 43"/>
                  <a:gd name="T6" fmla="*/ 178 w 288"/>
                  <a:gd name="T7" fmla="*/ 42 h 43"/>
                  <a:gd name="T8" fmla="*/ 0 w 288"/>
                  <a:gd name="T9" fmla="*/ 33 h 43"/>
                  <a:gd name="T10" fmla="*/ 0 w 288"/>
                  <a:gd name="T11" fmla="*/ 25 h 43"/>
                  <a:gd name="T12" fmla="*/ 0 60000 65536"/>
                  <a:gd name="T13" fmla="*/ 0 60000 65536"/>
                  <a:gd name="T14" fmla="*/ 0 60000 65536"/>
                  <a:gd name="T15" fmla="*/ 0 60000 65536"/>
                  <a:gd name="T16" fmla="*/ 0 60000 65536"/>
                  <a:gd name="T17" fmla="*/ 0 60000 65536"/>
                  <a:gd name="T18" fmla="*/ 0 w 288"/>
                  <a:gd name="T19" fmla="*/ 0 h 43"/>
                  <a:gd name="T20" fmla="*/ 288 w 288"/>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288" h="43">
                    <a:moveTo>
                      <a:pt x="0" y="25"/>
                    </a:moveTo>
                    <a:lnTo>
                      <a:pt x="169" y="0"/>
                    </a:lnTo>
                    <a:lnTo>
                      <a:pt x="287" y="8"/>
                    </a:lnTo>
                    <a:lnTo>
                      <a:pt x="178" y="42"/>
                    </a:lnTo>
                    <a:lnTo>
                      <a:pt x="0" y="33"/>
                    </a:lnTo>
                    <a:lnTo>
                      <a:pt x="0" y="25"/>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21" name="Freeform 15">
                <a:extLst>
                  <a:ext uri="{FF2B5EF4-FFF2-40B4-BE49-F238E27FC236}">
                    <a16:creationId xmlns:a16="http://schemas.microsoft.com/office/drawing/2014/main" id="{3FC0BAAC-4298-8118-0743-535C9A8B0647}"/>
                  </a:ext>
                </a:extLst>
              </p:cNvPr>
              <p:cNvSpPr>
                <a:spLocks/>
              </p:cNvSpPr>
              <p:nvPr/>
            </p:nvSpPr>
            <p:spPr bwMode="auto">
              <a:xfrm>
                <a:off x="2810" y="1229"/>
                <a:ext cx="194" cy="560"/>
              </a:xfrm>
              <a:custGeom>
                <a:avLst/>
                <a:gdLst>
                  <a:gd name="T0" fmla="*/ 8 w 194"/>
                  <a:gd name="T1" fmla="*/ 542 h 560"/>
                  <a:gd name="T2" fmla="*/ 8 w 194"/>
                  <a:gd name="T3" fmla="*/ 551 h 560"/>
                  <a:gd name="T4" fmla="*/ 17 w 194"/>
                  <a:gd name="T5" fmla="*/ 551 h 560"/>
                  <a:gd name="T6" fmla="*/ 25 w 194"/>
                  <a:gd name="T7" fmla="*/ 551 h 560"/>
                  <a:gd name="T8" fmla="*/ 193 w 194"/>
                  <a:gd name="T9" fmla="*/ 559 h 560"/>
                  <a:gd name="T10" fmla="*/ 193 w 194"/>
                  <a:gd name="T11" fmla="*/ 17 h 560"/>
                  <a:gd name="T12" fmla="*/ 185 w 194"/>
                  <a:gd name="T13" fmla="*/ 8 h 560"/>
                  <a:gd name="T14" fmla="*/ 176 w 194"/>
                  <a:gd name="T15" fmla="*/ 8 h 560"/>
                  <a:gd name="T16" fmla="*/ 168 w 194"/>
                  <a:gd name="T17" fmla="*/ 8 h 560"/>
                  <a:gd name="T18" fmla="*/ 42 w 194"/>
                  <a:gd name="T19" fmla="*/ 0 h 560"/>
                  <a:gd name="T20" fmla="*/ 25 w 194"/>
                  <a:gd name="T21" fmla="*/ 0 h 560"/>
                  <a:gd name="T22" fmla="*/ 17 w 194"/>
                  <a:gd name="T23" fmla="*/ 0 h 560"/>
                  <a:gd name="T24" fmla="*/ 8 w 194"/>
                  <a:gd name="T25" fmla="*/ 0 h 560"/>
                  <a:gd name="T26" fmla="*/ 0 w 194"/>
                  <a:gd name="T27" fmla="*/ 8 h 560"/>
                  <a:gd name="T28" fmla="*/ 0 w 194"/>
                  <a:gd name="T29" fmla="*/ 17 h 560"/>
                  <a:gd name="T30" fmla="*/ 0 w 194"/>
                  <a:gd name="T31" fmla="*/ 309 h 560"/>
                  <a:gd name="T32" fmla="*/ 8 w 194"/>
                  <a:gd name="T33" fmla="*/ 309 h 560"/>
                  <a:gd name="T34" fmla="*/ 8 w 194"/>
                  <a:gd name="T35" fmla="*/ 542 h 5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4"/>
                  <a:gd name="T55" fmla="*/ 0 h 560"/>
                  <a:gd name="T56" fmla="*/ 194 w 194"/>
                  <a:gd name="T57" fmla="*/ 560 h 5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4" h="560">
                    <a:moveTo>
                      <a:pt x="8" y="542"/>
                    </a:moveTo>
                    <a:lnTo>
                      <a:pt x="8" y="551"/>
                    </a:lnTo>
                    <a:lnTo>
                      <a:pt x="17" y="551"/>
                    </a:lnTo>
                    <a:lnTo>
                      <a:pt x="25" y="551"/>
                    </a:lnTo>
                    <a:lnTo>
                      <a:pt x="193" y="559"/>
                    </a:lnTo>
                    <a:lnTo>
                      <a:pt x="193" y="17"/>
                    </a:lnTo>
                    <a:lnTo>
                      <a:pt x="185" y="8"/>
                    </a:lnTo>
                    <a:lnTo>
                      <a:pt x="176" y="8"/>
                    </a:lnTo>
                    <a:lnTo>
                      <a:pt x="168" y="8"/>
                    </a:lnTo>
                    <a:lnTo>
                      <a:pt x="42" y="0"/>
                    </a:lnTo>
                    <a:lnTo>
                      <a:pt x="25" y="0"/>
                    </a:lnTo>
                    <a:lnTo>
                      <a:pt x="17" y="0"/>
                    </a:lnTo>
                    <a:lnTo>
                      <a:pt x="8" y="0"/>
                    </a:lnTo>
                    <a:lnTo>
                      <a:pt x="0" y="8"/>
                    </a:lnTo>
                    <a:lnTo>
                      <a:pt x="0" y="17"/>
                    </a:lnTo>
                    <a:lnTo>
                      <a:pt x="0" y="309"/>
                    </a:lnTo>
                    <a:lnTo>
                      <a:pt x="8" y="309"/>
                    </a:lnTo>
                    <a:lnTo>
                      <a:pt x="8" y="542"/>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22" name="Line 16">
                <a:extLst>
                  <a:ext uri="{FF2B5EF4-FFF2-40B4-BE49-F238E27FC236}">
                    <a16:creationId xmlns:a16="http://schemas.microsoft.com/office/drawing/2014/main" id="{F8FC6CDE-1CCD-8BA5-9638-FFF46B1023B7}"/>
                  </a:ext>
                </a:extLst>
              </p:cNvPr>
              <p:cNvSpPr>
                <a:spLocks noChangeShapeType="1"/>
              </p:cNvSpPr>
              <p:nvPr/>
            </p:nvSpPr>
            <p:spPr bwMode="auto">
              <a:xfrm>
                <a:off x="3012" y="1257"/>
                <a:ext cx="1" cy="51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3" name="Freeform 17">
                <a:extLst>
                  <a:ext uri="{FF2B5EF4-FFF2-40B4-BE49-F238E27FC236}">
                    <a16:creationId xmlns:a16="http://schemas.microsoft.com/office/drawing/2014/main" id="{60106576-1AD9-23CB-617B-DDEFEE074F0B}"/>
                  </a:ext>
                </a:extLst>
              </p:cNvPr>
              <p:cNvSpPr>
                <a:spLocks/>
              </p:cNvSpPr>
              <p:nvPr/>
            </p:nvSpPr>
            <p:spPr bwMode="auto">
              <a:xfrm>
                <a:off x="2995" y="1237"/>
                <a:ext cx="18" cy="560"/>
              </a:xfrm>
              <a:custGeom>
                <a:avLst/>
                <a:gdLst>
                  <a:gd name="T0" fmla="*/ 0 w 18"/>
                  <a:gd name="T1" fmla="*/ 559 h 560"/>
                  <a:gd name="T2" fmla="*/ 17 w 18"/>
                  <a:gd name="T3" fmla="*/ 543 h 560"/>
                  <a:gd name="T4" fmla="*/ 17 w 18"/>
                  <a:gd name="T5" fmla="*/ 0 h 560"/>
                  <a:gd name="T6" fmla="*/ 0 w 18"/>
                  <a:gd name="T7" fmla="*/ 0 h 560"/>
                  <a:gd name="T8" fmla="*/ 0 w 18"/>
                  <a:gd name="T9" fmla="*/ 559 h 560"/>
                  <a:gd name="T10" fmla="*/ 0 60000 65536"/>
                  <a:gd name="T11" fmla="*/ 0 60000 65536"/>
                  <a:gd name="T12" fmla="*/ 0 60000 65536"/>
                  <a:gd name="T13" fmla="*/ 0 60000 65536"/>
                  <a:gd name="T14" fmla="*/ 0 60000 65536"/>
                  <a:gd name="T15" fmla="*/ 0 w 18"/>
                  <a:gd name="T16" fmla="*/ 0 h 560"/>
                  <a:gd name="T17" fmla="*/ 18 w 18"/>
                  <a:gd name="T18" fmla="*/ 560 h 560"/>
                </a:gdLst>
                <a:ahLst/>
                <a:cxnLst>
                  <a:cxn ang="T10">
                    <a:pos x="T0" y="T1"/>
                  </a:cxn>
                  <a:cxn ang="T11">
                    <a:pos x="T2" y="T3"/>
                  </a:cxn>
                  <a:cxn ang="T12">
                    <a:pos x="T4" y="T5"/>
                  </a:cxn>
                  <a:cxn ang="T13">
                    <a:pos x="T6" y="T7"/>
                  </a:cxn>
                  <a:cxn ang="T14">
                    <a:pos x="T8" y="T9"/>
                  </a:cxn>
                </a:cxnLst>
                <a:rect l="T15" t="T16" r="T17" b="T18"/>
                <a:pathLst>
                  <a:path w="18" h="560">
                    <a:moveTo>
                      <a:pt x="0" y="559"/>
                    </a:moveTo>
                    <a:lnTo>
                      <a:pt x="17" y="543"/>
                    </a:lnTo>
                    <a:lnTo>
                      <a:pt x="17" y="0"/>
                    </a:lnTo>
                    <a:lnTo>
                      <a:pt x="0" y="0"/>
                    </a:lnTo>
                    <a:lnTo>
                      <a:pt x="0" y="559"/>
                    </a:lnTo>
                  </a:path>
                </a:pathLst>
              </a:custGeom>
              <a:solidFill>
                <a:srgbClr val="A0A0A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24" name="Line 18">
                <a:extLst>
                  <a:ext uri="{FF2B5EF4-FFF2-40B4-BE49-F238E27FC236}">
                    <a16:creationId xmlns:a16="http://schemas.microsoft.com/office/drawing/2014/main" id="{E30B613D-1172-9D69-46EF-44A2D67F2A7D}"/>
                  </a:ext>
                </a:extLst>
              </p:cNvPr>
              <p:cNvSpPr>
                <a:spLocks noChangeShapeType="1"/>
              </p:cNvSpPr>
              <p:nvPr/>
            </p:nvSpPr>
            <p:spPr bwMode="auto">
              <a:xfrm>
                <a:off x="2838" y="1504"/>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5" name="Line 19">
                <a:extLst>
                  <a:ext uri="{FF2B5EF4-FFF2-40B4-BE49-F238E27FC236}">
                    <a16:creationId xmlns:a16="http://schemas.microsoft.com/office/drawing/2014/main" id="{193E3665-0E18-A3E7-7926-881B13955D6A}"/>
                  </a:ext>
                </a:extLst>
              </p:cNvPr>
              <p:cNvSpPr>
                <a:spLocks noChangeShapeType="1"/>
              </p:cNvSpPr>
              <p:nvPr/>
            </p:nvSpPr>
            <p:spPr bwMode="auto">
              <a:xfrm>
                <a:off x="2838" y="1543"/>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6" name="Line 20">
                <a:extLst>
                  <a:ext uri="{FF2B5EF4-FFF2-40B4-BE49-F238E27FC236}">
                    <a16:creationId xmlns:a16="http://schemas.microsoft.com/office/drawing/2014/main" id="{EA839B4F-96C6-1154-CA57-BCE88418E170}"/>
                  </a:ext>
                </a:extLst>
              </p:cNvPr>
              <p:cNvSpPr>
                <a:spLocks noChangeShapeType="1"/>
              </p:cNvSpPr>
              <p:nvPr/>
            </p:nvSpPr>
            <p:spPr bwMode="auto">
              <a:xfrm>
                <a:off x="2847" y="1784"/>
                <a:ext cx="14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7" name="Line 21">
                <a:extLst>
                  <a:ext uri="{FF2B5EF4-FFF2-40B4-BE49-F238E27FC236}">
                    <a16:creationId xmlns:a16="http://schemas.microsoft.com/office/drawing/2014/main" id="{4F6E7F15-A1A1-189E-B746-971CC75EFAE9}"/>
                  </a:ext>
                </a:extLst>
              </p:cNvPr>
              <p:cNvSpPr>
                <a:spLocks noChangeShapeType="1"/>
              </p:cNvSpPr>
              <p:nvPr/>
            </p:nvSpPr>
            <p:spPr bwMode="auto">
              <a:xfrm flipV="1">
                <a:off x="2978" y="1540"/>
                <a:ext cx="0"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8" name="Line 22">
                <a:extLst>
                  <a:ext uri="{FF2B5EF4-FFF2-40B4-BE49-F238E27FC236}">
                    <a16:creationId xmlns:a16="http://schemas.microsoft.com/office/drawing/2014/main" id="{D5847B98-6A29-AEF6-8F4B-726AD0F6633F}"/>
                  </a:ext>
                </a:extLst>
              </p:cNvPr>
              <p:cNvSpPr>
                <a:spLocks noChangeShapeType="1"/>
              </p:cNvSpPr>
              <p:nvPr/>
            </p:nvSpPr>
            <p:spPr bwMode="auto">
              <a:xfrm>
                <a:off x="2827"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29" name="Line 23">
                <a:extLst>
                  <a:ext uri="{FF2B5EF4-FFF2-40B4-BE49-F238E27FC236}">
                    <a16:creationId xmlns:a16="http://schemas.microsoft.com/office/drawing/2014/main" id="{9657A630-24A9-A887-C3FA-829760F261F6}"/>
                  </a:ext>
                </a:extLst>
              </p:cNvPr>
              <p:cNvSpPr>
                <a:spLocks noChangeShapeType="1"/>
              </p:cNvSpPr>
              <p:nvPr/>
            </p:nvSpPr>
            <p:spPr bwMode="auto">
              <a:xfrm>
                <a:off x="2835" y="1566"/>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0" name="Line 24">
                <a:extLst>
                  <a:ext uri="{FF2B5EF4-FFF2-40B4-BE49-F238E27FC236}">
                    <a16:creationId xmlns:a16="http://schemas.microsoft.com/office/drawing/2014/main" id="{1758F743-4C91-AF67-D8ED-BAA25BAC3889}"/>
                  </a:ext>
                </a:extLst>
              </p:cNvPr>
              <p:cNvSpPr>
                <a:spLocks noChangeShapeType="1"/>
              </p:cNvSpPr>
              <p:nvPr/>
            </p:nvSpPr>
            <p:spPr bwMode="auto">
              <a:xfrm>
                <a:off x="2843"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1" name="Line 25">
                <a:extLst>
                  <a:ext uri="{FF2B5EF4-FFF2-40B4-BE49-F238E27FC236}">
                    <a16:creationId xmlns:a16="http://schemas.microsoft.com/office/drawing/2014/main" id="{F861C9FC-114C-DE9E-13F6-3583FAB4D3C9}"/>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2" name="Line 26">
                <a:extLst>
                  <a:ext uri="{FF2B5EF4-FFF2-40B4-BE49-F238E27FC236}">
                    <a16:creationId xmlns:a16="http://schemas.microsoft.com/office/drawing/2014/main" id="{622E9803-66F2-C740-64B3-501D1572200B}"/>
                  </a:ext>
                </a:extLst>
              </p:cNvPr>
              <p:cNvSpPr>
                <a:spLocks noChangeShapeType="1"/>
              </p:cNvSpPr>
              <p:nvPr/>
            </p:nvSpPr>
            <p:spPr bwMode="auto">
              <a:xfrm>
                <a:off x="2851"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3" name="Line 27">
                <a:extLst>
                  <a:ext uri="{FF2B5EF4-FFF2-40B4-BE49-F238E27FC236}">
                    <a16:creationId xmlns:a16="http://schemas.microsoft.com/office/drawing/2014/main" id="{BB996E77-5F0C-09D4-C70C-F48D31825FDD}"/>
                  </a:ext>
                </a:extLst>
              </p:cNvPr>
              <p:cNvSpPr>
                <a:spLocks noChangeShapeType="1"/>
              </p:cNvSpPr>
              <p:nvPr/>
            </p:nvSpPr>
            <p:spPr bwMode="auto">
              <a:xfrm>
                <a:off x="2877"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4" name="Line 28">
                <a:extLst>
                  <a:ext uri="{FF2B5EF4-FFF2-40B4-BE49-F238E27FC236}">
                    <a16:creationId xmlns:a16="http://schemas.microsoft.com/office/drawing/2014/main" id="{6E4A6148-9819-383C-4927-671E590539AB}"/>
                  </a:ext>
                </a:extLst>
              </p:cNvPr>
              <p:cNvSpPr>
                <a:spLocks noChangeShapeType="1"/>
              </p:cNvSpPr>
              <p:nvPr/>
            </p:nvSpPr>
            <p:spPr bwMode="auto">
              <a:xfrm>
                <a:off x="2860"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5" name="Line 29">
                <a:extLst>
                  <a:ext uri="{FF2B5EF4-FFF2-40B4-BE49-F238E27FC236}">
                    <a16:creationId xmlns:a16="http://schemas.microsoft.com/office/drawing/2014/main" id="{560EFC14-06C1-CDE4-86AA-587992A8CD16}"/>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6" name="Line 30">
                <a:extLst>
                  <a:ext uri="{FF2B5EF4-FFF2-40B4-BE49-F238E27FC236}">
                    <a16:creationId xmlns:a16="http://schemas.microsoft.com/office/drawing/2014/main" id="{CC01E3D5-A958-6BE9-26C2-30F6D350EE79}"/>
                  </a:ext>
                </a:extLst>
              </p:cNvPr>
              <p:cNvSpPr>
                <a:spLocks noChangeShapeType="1"/>
              </p:cNvSpPr>
              <p:nvPr/>
            </p:nvSpPr>
            <p:spPr bwMode="auto">
              <a:xfrm>
                <a:off x="2868"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7" name="Line 31">
                <a:extLst>
                  <a:ext uri="{FF2B5EF4-FFF2-40B4-BE49-F238E27FC236}">
                    <a16:creationId xmlns:a16="http://schemas.microsoft.com/office/drawing/2014/main" id="{6F4F3D91-B51C-EEB2-EAED-D2D3ADC85D7F}"/>
                  </a:ext>
                </a:extLst>
              </p:cNvPr>
              <p:cNvSpPr>
                <a:spLocks noChangeShapeType="1"/>
              </p:cNvSpPr>
              <p:nvPr/>
            </p:nvSpPr>
            <p:spPr bwMode="auto">
              <a:xfrm>
                <a:off x="2885" y="1566"/>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8" name="Line 32">
                <a:extLst>
                  <a:ext uri="{FF2B5EF4-FFF2-40B4-BE49-F238E27FC236}">
                    <a16:creationId xmlns:a16="http://schemas.microsoft.com/office/drawing/2014/main" id="{F80C3C49-B532-EE45-66AE-E2DE1A53A9D8}"/>
                  </a:ext>
                </a:extLst>
              </p:cNvPr>
              <p:cNvSpPr>
                <a:spLocks noChangeShapeType="1"/>
              </p:cNvSpPr>
              <p:nvPr/>
            </p:nvSpPr>
            <p:spPr bwMode="auto">
              <a:xfrm>
                <a:off x="2894" y="1566"/>
                <a:ext cx="1"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39" name="Line 33">
                <a:extLst>
                  <a:ext uri="{FF2B5EF4-FFF2-40B4-BE49-F238E27FC236}">
                    <a16:creationId xmlns:a16="http://schemas.microsoft.com/office/drawing/2014/main" id="{D979B66D-B913-DE6A-3346-4C923ED5008C}"/>
                  </a:ext>
                </a:extLst>
              </p:cNvPr>
              <p:cNvSpPr>
                <a:spLocks noChangeShapeType="1"/>
              </p:cNvSpPr>
              <p:nvPr/>
            </p:nvSpPr>
            <p:spPr bwMode="auto">
              <a:xfrm>
                <a:off x="2894"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0" name="Line 34">
                <a:extLst>
                  <a:ext uri="{FF2B5EF4-FFF2-40B4-BE49-F238E27FC236}">
                    <a16:creationId xmlns:a16="http://schemas.microsoft.com/office/drawing/2014/main" id="{25C3CDB2-6642-94EF-61FC-E1D189F9164D}"/>
                  </a:ext>
                </a:extLst>
              </p:cNvPr>
              <p:cNvSpPr>
                <a:spLocks noChangeShapeType="1"/>
              </p:cNvSpPr>
              <p:nvPr/>
            </p:nvSpPr>
            <p:spPr bwMode="auto">
              <a:xfrm>
                <a:off x="2902"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1" name="Line 35">
                <a:extLst>
                  <a:ext uri="{FF2B5EF4-FFF2-40B4-BE49-F238E27FC236}">
                    <a16:creationId xmlns:a16="http://schemas.microsoft.com/office/drawing/2014/main" id="{AFB96374-F166-5AF8-8FE3-DB6EB58324DB}"/>
                  </a:ext>
                </a:extLst>
              </p:cNvPr>
              <p:cNvSpPr>
                <a:spLocks noChangeShapeType="1"/>
              </p:cNvSpPr>
              <p:nvPr/>
            </p:nvSpPr>
            <p:spPr bwMode="auto">
              <a:xfrm>
                <a:off x="2911"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2" name="Line 36">
                <a:extLst>
                  <a:ext uri="{FF2B5EF4-FFF2-40B4-BE49-F238E27FC236}">
                    <a16:creationId xmlns:a16="http://schemas.microsoft.com/office/drawing/2014/main" id="{7E116071-0C0C-AEB1-2D08-A73F0D2547E3}"/>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3" name="Line 37">
                <a:extLst>
                  <a:ext uri="{FF2B5EF4-FFF2-40B4-BE49-F238E27FC236}">
                    <a16:creationId xmlns:a16="http://schemas.microsoft.com/office/drawing/2014/main" id="{19333AB3-ABF6-ABA9-8535-BDC2BF68DEDD}"/>
                  </a:ext>
                </a:extLst>
              </p:cNvPr>
              <p:cNvSpPr>
                <a:spLocks noChangeShapeType="1"/>
              </p:cNvSpPr>
              <p:nvPr/>
            </p:nvSpPr>
            <p:spPr bwMode="auto">
              <a:xfrm>
                <a:off x="2919"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4" name="Line 38">
                <a:extLst>
                  <a:ext uri="{FF2B5EF4-FFF2-40B4-BE49-F238E27FC236}">
                    <a16:creationId xmlns:a16="http://schemas.microsoft.com/office/drawing/2014/main" id="{2ADB74E4-FD29-8470-9B40-8CA033284548}"/>
                  </a:ext>
                </a:extLst>
              </p:cNvPr>
              <p:cNvSpPr>
                <a:spLocks noChangeShapeType="1"/>
              </p:cNvSpPr>
              <p:nvPr/>
            </p:nvSpPr>
            <p:spPr bwMode="auto">
              <a:xfrm>
                <a:off x="2928"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5" name="Line 39">
                <a:extLst>
                  <a:ext uri="{FF2B5EF4-FFF2-40B4-BE49-F238E27FC236}">
                    <a16:creationId xmlns:a16="http://schemas.microsoft.com/office/drawing/2014/main" id="{4EDEB8B8-A241-B8E8-71E5-3B99FF3E1AC0}"/>
                  </a:ext>
                </a:extLst>
              </p:cNvPr>
              <p:cNvSpPr>
                <a:spLocks noChangeShapeType="1"/>
              </p:cNvSpPr>
              <p:nvPr/>
            </p:nvSpPr>
            <p:spPr bwMode="auto">
              <a:xfrm flipV="1">
                <a:off x="2936"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6" name="Line 40">
                <a:extLst>
                  <a:ext uri="{FF2B5EF4-FFF2-40B4-BE49-F238E27FC236}">
                    <a16:creationId xmlns:a16="http://schemas.microsoft.com/office/drawing/2014/main" id="{A60D06FE-AF11-BB61-A94C-76F0C78A95AF}"/>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7" name="Line 41">
                <a:extLst>
                  <a:ext uri="{FF2B5EF4-FFF2-40B4-BE49-F238E27FC236}">
                    <a16:creationId xmlns:a16="http://schemas.microsoft.com/office/drawing/2014/main" id="{4E705385-7E34-6CC0-6F72-50AD8C4F87A0}"/>
                  </a:ext>
                </a:extLst>
              </p:cNvPr>
              <p:cNvSpPr>
                <a:spLocks noChangeShapeType="1"/>
              </p:cNvSpPr>
              <p:nvPr/>
            </p:nvSpPr>
            <p:spPr bwMode="auto">
              <a:xfrm>
                <a:off x="2945"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8" name="Line 42">
                <a:extLst>
                  <a:ext uri="{FF2B5EF4-FFF2-40B4-BE49-F238E27FC236}">
                    <a16:creationId xmlns:a16="http://schemas.microsoft.com/office/drawing/2014/main" id="{94936708-3B4D-3FE3-EC94-9E9C9AC6603A}"/>
                  </a:ext>
                </a:extLst>
              </p:cNvPr>
              <p:cNvSpPr>
                <a:spLocks noChangeShapeType="1"/>
              </p:cNvSpPr>
              <p:nvPr/>
            </p:nvSpPr>
            <p:spPr bwMode="auto">
              <a:xfrm>
                <a:off x="2953" y="1574"/>
                <a:ext cx="1"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49" name="Line 43">
                <a:extLst>
                  <a:ext uri="{FF2B5EF4-FFF2-40B4-BE49-F238E27FC236}">
                    <a16:creationId xmlns:a16="http://schemas.microsoft.com/office/drawing/2014/main" id="{43B48FD6-1B02-CE49-7326-07464FD82037}"/>
                  </a:ext>
                </a:extLst>
              </p:cNvPr>
              <p:cNvSpPr>
                <a:spLocks noChangeShapeType="1"/>
              </p:cNvSpPr>
              <p:nvPr/>
            </p:nvSpPr>
            <p:spPr bwMode="auto">
              <a:xfrm>
                <a:off x="2962" y="1574"/>
                <a:ext cx="0" cy="19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0" name="Line 44">
                <a:extLst>
                  <a:ext uri="{FF2B5EF4-FFF2-40B4-BE49-F238E27FC236}">
                    <a16:creationId xmlns:a16="http://schemas.microsoft.com/office/drawing/2014/main" id="{ACE52017-53BD-34CF-116C-B736DFD928D7}"/>
                  </a:ext>
                </a:extLst>
              </p:cNvPr>
              <p:cNvSpPr>
                <a:spLocks noChangeShapeType="1"/>
              </p:cNvSpPr>
              <p:nvPr/>
            </p:nvSpPr>
            <p:spPr bwMode="auto">
              <a:xfrm flipV="1">
                <a:off x="2970" y="1540"/>
                <a:ext cx="0" cy="2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1" name="Line 45">
                <a:extLst>
                  <a:ext uri="{FF2B5EF4-FFF2-40B4-BE49-F238E27FC236}">
                    <a16:creationId xmlns:a16="http://schemas.microsoft.com/office/drawing/2014/main" id="{7C216C47-FFAE-D760-524C-65C90FDB40F8}"/>
                  </a:ext>
                </a:extLst>
              </p:cNvPr>
              <p:cNvSpPr>
                <a:spLocks noChangeShapeType="1"/>
              </p:cNvSpPr>
              <p:nvPr/>
            </p:nvSpPr>
            <p:spPr bwMode="auto">
              <a:xfrm>
                <a:off x="2970" y="1574"/>
                <a:ext cx="0" cy="2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2" name="Line 46">
                <a:extLst>
                  <a:ext uri="{FF2B5EF4-FFF2-40B4-BE49-F238E27FC236}">
                    <a16:creationId xmlns:a16="http://schemas.microsoft.com/office/drawing/2014/main" id="{13584D2F-24E8-E4BE-2782-A51DA7A7EEC1}"/>
                  </a:ext>
                </a:extLst>
              </p:cNvPr>
              <p:cNvSpPr>
                <a:spLocks noChangeShapeType="1"/>
              </p:cNvSpPr>
              <p:nvPr/>
            </p:nvSpPr>
            <p:spPr bwMode="auto">
              <a:xfrm>
                <a:off x="2830" y="1288"/>
                <a:ext cx="157"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3" name="Line 47">
                <a:extLst>
                  <a:ext uri="{FF2B5EF4-FFF2-40B4-BE49-F238E27FC236}">
                    <a16:creationId xmlns:a16="http://schemas.microsoft.com/office/drawing/2014/main" id="{C56F4A58-0999-0CE2-52A3-B99F5AC96AA5}"/>
                  </a:ext>
                </a:extLst>
              </p:cNvPr>
              <p:cNvSpPr>
                <a:spLocks noChangeShapeType="1"/>
              </p:cNvSpPr>
              <p:nvPr/>
            </p:nvSpPr>
            <p:spPr bwMode="auto">
              <a:xfrm>
                <a:off x="2838" y="1551"/>
                <a:ext cx="14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4" name="Oval 48">
                <a:extLst>
                  <a:ext uri="{FF2B5EF4-FFF2-40B4-BE49-F238E27FC236}">
                    <a16:creationId xmlns:a16="http://schemas.microsoft.com/office/drawing/2014/main" id="{499C0C75-9A7F-D72B-F13F-F9845F528B73}"/>
                  </a:ext>
                </a:extLst>
              </p:cNvPr>
              <p:cNvSpPr>
                <a:spLocks noChangeArrowheads="1"/>
              </p:cNvSpPr>
              <p:nvPr/>
            </p:nvSpPr>
            <p:spPr bwMode="auto">
              <a:xfrm>
                <a:off x="2831" y="1250"/>
                <a:ext cx="8" cy="8"/>
              </a:xfrm>
              <a:prstGeom prst="ellipse">
                <a:avLst/>
              </a:prstGeom>
              <a:solidFill>
                <a:srgbClr val="000000"/>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55" name="Oval 49">
                <a:extLst>
                  <a:ext uri="{FF2B5EF4-FFF2-40B4-BE49-F238E27FC236}">
                    <a16:creationId xmlns:a16="http://schemas.microsoft.com/office/drawing/2014/main" id="{D7868D27-3E27-8AF8-2CAA-87F6B571815E}"/>
                  </a:ext>
                </a:extLst>
              </p:cNvPr>
              <p:cNvSpPr>
                <a:spLocks noChangeArrowheads="1"/>
              </p:cNvSpPr>
              <p:nvPr/>
            </p:nvSpPr>
            <p:spPr bwMode="auto">
              <a:xfrm>
                <a:off x="2864"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56" name="Oval 50">
                <a:extLst>
                  <a:ext uri="{FF2B5EF4-FFF2-40B4-BE49-F238E27FC236}">
                    <a16:creationId xmlns:a16="http://schemas.microsoft.com/office/drawing/2014/main" id="{366FB11D-6D4F-65F9-B27B-3A7569E2C92E}"/>
                  </a:ext>
                </a:extLst>
              </p:cNvPr>
              <p:cNvSpPr>
                <a:spLocks noChangeArrowheads="1"/>
              </p:cNvSpPr>
              <p:nvPr/>
            </p:nvSpPr>
            <p:spPr bwMode="auto">
              <a:xfrm>
                <a:off x="2898" y="1250"/>
                <a:ext cx="17" cy="16"/>
              </a:xfrm>
              <a:prstGeom prst="ellipse">
                <a:avLst/>
              </a:prstGeom>
              <a:solidFill>
                <a:srgbClr val="FFFFFF"/>
              </a:solidFill>
              <a:ln w="12700">
                <a:solidFill>
                  <a:srgbClr val="0000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57" name="Rectangle 51">
                <a:extLst>
                  <a:ext uri="{FF2B5EF4-FFF2-40B4-BE49-F238E27FC236}">
                    <a16:creationId xmlns:a16="http://schemas.microsoft.com/office/drawing/2014/main" id="{DE396DCE-7326-BDC1-0D13-66FBDB74A08B}"/>
                  </a:ext>
                </a:extLst>
              </p:cNvPr>
              <p:cNvSpPr>
                <a:spLocks noChangeArrowheads="1"/>
              </p:cNvSpPr>
              <p:nvPr/>
            </p:nvSpPr>
            <p:spPr bwMode="auto">
              <a:xfrm>
                <a:off x="2974" y="1258"/>
                <a:ext cx="8" cy="17"/>
              </a:xfrm>
              <a:prstGeom prst="rect">
                <a:avLst/>
              </a:prstGeom>
              <a:solidFill>
                <a:srgbClr val="A0A0A0"/>
              </a:solidFill>
              <a:ln w="12700">
                <a:solidFill>
                  <a:srgbClr val="808080"/>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58" name="Line 52">
                <a:extLst>
                  <a:ext uri="{FF2B5EF4-FFF2-40B4-BE49-F238E27FC236}">
                    <a16:creationId xmlns:a16="http://schemas.microsoft.com/office/drawing/2014/main" id="{8A251581-5F1E-9F27-753F-E78B64A4C266}"/>
                  </a:ext>
                </a:extLst>
              </p:cNvPr>
              <p:cNvSpPr>
                <a:spLocks noChangeShapeType="1"/>
              </p:cNvSpPr>
              <p:nvPr/>
            </p:nvSpPr>
            <p:spPr bwMode="auto">
              <a:xfrm>
                <a:off x="2838" y="1325"/>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59" name="Line 53">
                <a:extLst>
                  <a:ext uri="{FF2B5EF4-FFF2-40B4-BE49-F238E27FC236}">
                    <a16:creationId xmlns:a16="http://schemas.microsoft.com/office/drawing/2014/main" id="{48D2D900-A02A-2ADF-CF49-D672F76708BD}"/>
                  </a:ext>
                </a:extLst>
              </p:cNvPr>
              <p:cNvSpPr>
                <a:spLocks noChangeShapeType="1"/>
              </p:cNvSpPr>
              <p:nvPr/>
            </p:nvSpPr>
            <p:spPr bwMode="auto">
              <a:xfrm>
                <a:off x="2838" y="1362"/>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60" name="Line 54">
                <a:extLst>
                  <a:ext uri="{FF2B5EF4-FFF2-40B4-BE49-F238E27FC236}">
                    <a16:creationId xmlns:a16="http://schemas.microsoft.com/office/drawing/2014/main" id="{BABF7DD7-08B0-632C-C010-B5A8211686B3}"/>
                  </a:ext>
                </a:extLst>
              </p:cNvPr>
              <p:cNvSpPr>
                <a:spLocks noChangeShapeType="1"/>
              </p:cNvSpPr>
              <p:nvPr/>
            </p:nvSpPr>
            <p:spPr bwMode="auto">
              <a:xfrm>
                <a:off x="2838" y="1434"/>
                <a:ext cx="149"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61" name="Line 55">
                <a:extLst>
                  <a:ext uri="{FF2B5EF4-FFF2-40B4-BE49-F238E27FC236}">
                    <a16:creationId xmlns:a16="http://schemas.microsoft.com/office/drawing/2014/main" id="{D32B71EC-5255-830A-5013-AD969CE7EFFF}"/>
                  </a:ext>
                </a:extLst>
              </p:cNvPr>
              <p:cNvSpPr>
                <a:spLocks noChangeShapeType="1"/>
              </p:cNvSpPr>
              <p:nvPr/>
            </p:nvSpPr>
            <p:spPr bwMode="auto">
              <a:xfrm>
                <a:off x="2830" y="1467"/>
                <a:ext cx="157" cy="2"/>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62" name="Line 56">
                <a:extLst>
                  <a:ext uri="{FF2B5EF4-FFF2-40B4-BE49-F238E27FC236}">
                    <a16:creationId xmlns:a16="http://schemas.microsoft.com/office/drawing/2014/main" id="{B08A7F4A-0022-55F2-6F74-7B8993A42970}"/>
                  </a:ext>
                </a:extLst>
              </p:cNvPr>
              <p:cNvSpPr>
                <a:spLocks noChangeShapeType="1"/>
              </p:cNvSpPr>
              <p:nvPr/>
            </p:nvSpPr>
            <p:spPr bwMode="auto">
              <a:xfrm>
                <a:off x="2838" y="1396"/>
                <a:ext cx="149" cy="1"/>
              </a:xfrm>
              <a:prstGeom prst="line">
                <a:avLst/>
              </a:prstGeom>
              <a:noFill/>
              <a:ln w="12700">
                <a:solidFill>
                  <a:srgbClr val="606060"/>
                </a:solidFill>
                <a:round/>
                <a:headEnd/>
                <a:tailEnd/>
              </a:ln>
              <a:extLst>
                <a:ext uri="{909E8E84-426E-40DD-AFC4-6F175D3DCCD1}">
                  <a14:hiddenFill xmlns:a14="http://schemas.microsoft.com/office/drawing/2010/main">
                    <a:noFill/>
                  </a14:hiddenFill>
                </a:ext>
              </a:extLst>
            </p:spPr>
            <p:txBody>
              <a:bodyPr anchor="ctr"/>
              <a:lstStyle/>
              <a:p>
                <a:endParaRPr lang="en-IN"/>
              </a:p>
            </p:txBody>
          </p:sp>
          <p:sp>
            <p:nvSpPr>
              <p:cNvPr id="388163" name="Freeform 57">
                <a:extLst>
                  <a:ext uri="{FF2B5EF4-FFF2-40B4-BE49-F238E27FC236}">
                    <a16:creationId xmlns:a16="http://schemas.microsoft.com/office/drawing/2014/main" id="{F913B3B7-0790-DF35-46DA-EC589044EF09}"/>
                  </a:ext>
                </a:extLst>
              </p:cNvPr>
              <p:cNvSpPr>
                <a:spLocks/>
              </p:cNvSpPr>
              <p:nvPr/>
            </p:nvSpPr>
            <p:spPr bwMode="auto">
              <a:xfrm>
                <a:off x="2827" y="1321"/>
                <a:ext cx="152" cy="51"/>
              </a:xfrm>
              <a:custGeom>
                <a:avLst/>
                <a:gdLst>
                  <a:gd name="T0" fmla="*/ 0 w 152"/>
                  <a:gd name="T1" fmla="*/ 0 h 51"/>
                  <a:gd name="T2" fmla="*/ 0 w 152"/>
                  <a:gd name="T3" fmla="*/ 33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33"/>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8164" name="Freeform 58">
                <a:extLst>
                  <a:ext uri="{FF2B5EF4-FFF2-40B4-BE49-F238E27FC236}">
                    <a16:creationId xmlns:a16="http://schemas.microsoft.com/office/drawing/2014/main" id="{6E373F00-26FE-18B8-EE5D-FB45033A04EB}"/>
                  </a:ext>
                </a:extLst>
              </p:cNvPr>
              <p:cNvSpPr>
                <a:spLocks/>
              </p:cNvSpPr>
              <p:nvPr/>
            </p:nvSpPr>
            <p:spPr bwMode="auto">
              <a:xfrm>
                <a:off x="2827" y="1354"/>
                <a:ext cx="152" cy="51"/>
              </a:xfrm>
              <a:custGeom>
                <a:avLst/>
                <a:gdLst>
                  <a:gd name="T0" fmla="*/ 0 w 152"/>
                  <a:gd name="T1" fmla="*/ 0 h 51"/>
                  <a:gd name="T2" fmla="*/ 0 w 152"/>
                  <a:gd name="T3" fmla="*/ 42 h 51"/>
                  <a:gd name="T4" fmla="*/ 151 w 152"/>
                  <a:gd name="T5" fmla="*/ 50 h 51"/>
                  <a:gd name="T6" fmla="*/ 151 w 152"/>
                  <a:gd name="T7" fmla="*/ 8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8165" name="Freeform 59">
                <a:extLst>
                  <a:ext uri="{FF2B5EF4-FFF2-40B4-BE49-F238E27FC236}">
                    <a16:creationId xmlns:a16="http://schemas.microsoft.com/office/drawing/2014/main" id="{30926196-3FE8-44B2-F72B-68748DDC6B71}"/>
                  </a:ext>
                </a:extLst>
              </p:cNvPr>
              <p:cNvSpPr>
                <a:spLocks/>
              </p:cNvSpPr>
              <p:nvPr/>
            </p:nvSpPr>
            <p:spPr bwMode="auto">
              <a:xfrm>
                <a:off x="2827" y="1387"/>
                <a:ext cx="152" cy="51"/>
              </a:xfrm>
              <a:custGeom>
                <a:avLst/>
                <a:gdLst>
                  <a:gd name="T0" fmla="*/ 0 w 152"/>
                  <a:gd name="T1" fmla="*/ 0 h 51"/>
                  <a:gd name="T2" fmla="*/ 0 w 152"/>
                  <a:gd name="T3" fmla="*/ 42 h 51"/>
                  <a:gd name="T4" fmla="*/ 151 w 152"/>
                  <a:gd name="T5" fmla="*/ 50 h 51"/>
                  <a:gd name="T6" fmla="*/ 151 w 152"/>
                  <a:gd name="T7" fmla="*/ 17 h 51"/>
                  <a:gd name="T8" fmla="*/ 0 w 152"/>
                  <a:gd name="T9" fmla="*/ 0 h 51"/>
                  <a:gd name="T10" fmla="*/ 0 60000 65536"/>
                  <a:gd name="T11" fmla="*/ 0 60000 65536"/>
                  <a:gd name="T12" fmla="*/ 0 60000 65536"/>
                  <a:gd name="T13" fmla="*/ 0 60000 65536"/>
                  <a:gd name="T14" fmla="*/ 0 60000 65536"/>
                  <a:gd name="T15" fmla="*/ 0 w 152"/>
                  <a:gd name="T16" fmla="*/ 0 h 51"/>
                  <a:gd name="T17" fmla="*/ 152 w 152"/>
                  <a:gd name="T18" fmla="*/ 51 h 51"/>
                </a:gdLst>
                <a:ahLst/>
                <a:cxnLst>
                  <a:cxn ang="T10">
                    <a:pos x="T0" y="T1"/>
                  </a:cxn>
                  <a:cxn ang="T11">
                    <a:pos x="T2" y="T3"/>
                  </a:cxn>
                  <a:cxn ang="T12">
                    <a:pos x="T4" y="T5"/>
                  </a:cxn>
                  <a:cxn ang="T13">
                    <a:pos x="T6" y="T7"/>
                  </a:cxn>
                  <a:cxn ang="T14">
                    <a:pos x="T8" y="T9"/>
                  </a:cxn>
                </a:cxnLst>
                <a:rect l="T15" t="T16" r="T17" b="T18"/>
                <a:pathLst>
                  <a:path w="152" h="51">
                    <a:moveTo>
                      <a:pt x="0" y="0"/>
                    </a:moveTo>
                    <a:lnTo>
                      <a:pt x="0" y="42"/>
                    </a:lnTo>
                    <a:lnTo>
                      <a:pt x="151" y="50"/>
                    </a:lnTo>
                    <a:lnTo>
                      <a:pt x="151" y="17"/>
                    </a:lnTo>
                    <a:lnTo>
                      <a:pt x="0" y="0"/>
                    </a:lnTo>
                  </a:path>
                </a:pathLst>
              </a:custGeom>
              <a:solidFill>
                <a:srgbClr val="E0E0E0"/>
              </a:solidFill>
              <a:ln w="12700" cap="rnd">
                <a:solidFill>
                  <a:srgbClr val="404040"/>
                </a:solidFill>
                <a:round/>
                <a:headEnd/>
                <a:tailEnd/>
              </a:ln>
            </p:spPr>
            <p:txBody>
              <a:bodyPr/>
              <a:lstStyle/>
              <a:p>
                <a:endParaRPr lang="en-IN"/>
              </a:p>
            </p:txBody>
          </p:sp>
          <p:sp>
            <p:nvSpPr>
              <p:cNvPr id="388166" name="Freeform 60">
                <a:extLst>
                  <a:ext uri="{FF2B5EF4-FFF2-40B4-BE49-F238E27FC236}">
                    <a16:creationId xmlns:a16="http://schemas.microsoft.com/office/drawing/2014/main" id="{78004556-A52E-9E30-345F-4DE2CB7362CB}"/>
                  </a:ext>
                </a:extLst>
              </p:cNvPr>
              <p:cNvSpPr>
                <a:spLocks/>
              </p:cNvSpPr>
              <p:nvPr/>
            </p:nvSpPr>
            <p:spPr bwMode="auto">
              <a:xfrm>
                <a:off x="2827" y="1429"/>
                <a:ext cx="160" cy="43"/>
              </a:xfrm>
              <a:custGeom>
                <a:avLst/>
                <a:gdLst>
                  <a:gd name="T0" fmla="*/ 0 w 160"/>
                  <a:gd name="T1" fmla="*/ 0 h 43"/>
                  <a:gd name="T2" fmla="*/ 0 w 160"/>
                  <a:gd name="T3" fmla="*/ 33 h 43"/>
                  <a:gd name="T4" fmla="*/ 159 w 160"/>
                  <a:gd name="T5" fmla="*/ 42 h 43"/>
                  <a:gd name="T6" fmla="*/ 159 w 160"/>
                  <a:gd name="T7" fmla="*/ 8 h 43"/>
                  <a:gd name="T8" fmla="*/ 0 w 160"/>
                  <a:gd name="T9" fmla="*/ 0 h 43"/>
                  <a:gd name="T10" fmla="*/ 0 60000 65536"/>
                  <a:gd name="T11" fmla="*/ 0 60000 65536"/>
                  <a:gd name="T12" fmla="*/ 0 60000 65536"/>
                  <a:gd name="T13" fmla="*/ 0 60000 65536"/>
                  <a:gd name="T14" fmla="*/ 0 60000 65536"/>
                  <a:gd name="T15" fmla="*/ 0 w 160"/>
                  <a:gd name="T16" fmla="*/ 0 h 43"/>
                  <a:gd name="T17" fmla="*/ 160 w 160"/>
                  <a:gd name="T18" fmla="*/ 43 h 43"/>
                </a:gdLst>
                <a:ahLst/>
                <a:cxnLst>
                  <a:cxn ang="T10">
                    <a:pos x="T0" y="T1"/>
                  </a:cxn>
                  <a:cxn ang="T11">
                    <a:pos x="T2" y="T3"/>
                  </a:cxn>
                  <a:cxn ang="T12">
                    <a:pos x="T4" y="T5"/>
                  </a:cxn>
                  <a:cxn ang="T13">
                    <a:pos x="T6" y="T7"/>
                  </a:cxn>
                  <a:cxn ang="T14">
                    <a:pos x="T8" y="T9"/>
                  </a:cxn>
                </a:cxnLst>
                <a:rect l="T15" t="T16" r="T17" b="T18"/>
                <a:pathLst>
                  <a:path w="160" h="43">
                    <a:moveTo>
                      <a:pt x="0" y="0"/>
                    </a:moveTo>
                    <a:lnTo>
                      <a:pt x="0" y="33"/>
                    </a:lnTo>
                    <a:lnTo>
                      <a:pt x="159" y="42"/>
                    </a:lnTo>
                    <a:lnTo>
                      <a:pt x="159" y="8"/>
                    </a:lnTo>
                    <a:lnTo>
                      <a:pt x="0" y="0"/>
                    </a:lnTo>
                  </a:path>
                </a:pathLst>
              </a:custGeom>
              <a:solidFill>
                <a:srgbClr val="E0E0E0"/>
              </a:solidFill>
              <a:ln w="12700" cap="rnd">
                <a:solidFill>
                  <a:srgbClr val="404040"/>
                </a:solidFill>
                <a:round/>
                <a:headEnd/>
                <a:tailEnd/>
              </a:ln>
            </p:spPr>
            <p:txBody>
              <a:bodyPr/>
              <a:lstStyle/>
              <a:p>
                <a:endParaRPr lang="en-IN"/>
              </a:p>
            </p:txBody>
          </p:sp>
          <p:sp>
            <p:nvSpPr>
              <p:cNvPr id="388167" name="Freeform 61">
                <a:extLst>
                  <a:ext uri="{FF2B5EF4-FFF2-40B4-BE49-F238E27FC236}">
                    <a16:creationId xmlns:a16="http://schemas.microsoft.com/office/drawing/2014/main" id="{EA4D00A0-8562-E973-5169-FA6E7AEA24CB}"/>
                  </a:ext>
                </a:extLst>
              </p:cNvPr>
              <p:cNvSpPr>
                <a:spLocks/>
              </p:cNvSpPr>
              <p:nvPr/>
            </p:nvSpPr>
            <p:spPr bwMode="auto">
              <a:xfrm>
                <a:off x="2860" y="1362"/>
                <a:ext cx="94" cy="26"/>
              </a:xfrm>
              <a:custGeom>
                <a:avLst/>
                <a:gdLst>
                  <a:gd name="T0" fmla="*/ 0 w 94"/>
                  <a:gd name="T1" fmla="*/ 25 h 26"/>
                  <a:gd name="T2" fmla="*/ 0 w 94"/>
                  <a:gd name="T3" fmla="*/ 0 h 26"/>
                  <a:gd name="T4" fmla="*/ 93 w 94"/>
                  <a:gd name="T5" fmla="*/ 9 h 26"/>
                  <a:gd name="T6" fmla="*/ 0 60000 65536"/>
                  <a:gd name="T7" fmla="*/ 0 60000 65536"/>
                  <a:gd name="T8" fmla="*/ 0 60000 65536"/>
                  <a:gd name="T9" fmla="*/ 0 w 94"/>
                  <a:gd name="T10" fmla="*/ 0 h 26"/>
                  <a:gd name="T11" fmla="*/ 94 w 94"/>
                  <a:gd name="T12" fmla="*/ 26 h 26"/>
                </a:gdLst>
                <a:ahLst/>
                <a:cxnLst>
                  <a:cxn ang="T6">
                    <a:pos x="T0" y="T1"/>
                  </a:cxn>
                  <a:cxn ang="T7">
                    <a:pos x="T2" y="T3"/>
                  </a:cxn>
                  <a:cxn ang="T8">
                    <a:pos x="T4" y="T5"/>
                  </a:cxn>
                </a:cxnLst>
                <a:rect l="T9" t="T10" r="T11" b="T12"/>
                <a:pathLst>
                  <a:path w="94" h="26">
                    <a:moveTo>
                      <a:pt x="0" y="25"/>
                    </a:moveTo>
                    <a:lnTo>
                      <a:pt x="0" y="0"/>
                    </a:lnTo>
                    <a:lnTo>
                      <a:pt x="93" y="9"/>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88168" name="Freeform 62">
                <a:extLst>
                  <a:ext uri="{FF2B5EF4-FFF2-40B4-BE49-F238E27FC236}">
                    <a16:creationId xmlns:a16="http://schemas.microsoft.com/office/drawing/2014/main" id="{F73EBED9-6CAE-F460-8ABA-F27FBB6DF122}"/>
                  </a:ext>
                </a:extLst>
              </p:cNvPr>
              <p:cNvSpPr>
                <a:spLocks/>
              </p:cNvSpPr>
              <p:nvPr/>
            </p:nvSpPr>
            <p:spPr bwMode="auto">
              <a:xfrm>
                <a:off x="2860" y="1371"/>
                <a:ext cx="86" cy="17"/>
              </a:xfrm>
              <a:custGeom>
                <a:avLst/>
                <a:gdLst>
                  <a:gd name="T0" fmla="*/ 0 w 86"/>
                  <a:gd name="T1" fmla="*/ 0 h 17"/>
                  <a:gd name="T2" fmla="*/ 0 w 86"/>
                  <a:gd name="T3" fmla="*/ 8 h 17"/>
                  <a:gd name="T4" fmla="*/ 85 w 86"/>
                  <a:gd name="T5" fmla="*/ 16 h 17"/>
                  <a:gd name="T6" fmla="*/ 85 w 86"/>
                  <a:gd name="T7" fmla="*/ 8 h 17"/>
                  <a:gd name="T8" fmla="*/ 0 w 86"/>
                  <a:gd name="T9" fmla="*/ 0 h 17"/>
                  <a:gd name="T10" fmla="*/ 0 60000 65536"/>
                  <a:gd name="T11" fmla="*/ 0 60000 65536"/>
                  <a:gd name="T12" fmla="*/ 0 60000 65536"/>
                  <a:gd name="T13" fmla="*/ 0 60000 65536"/>
                  <a:gd name="T14" fmla="*/ 0 60000 65536"/>
                  <a:gd name="T15" fmla="*/ 0 w 86"/>
                  <a:gd name="T16" fmla="*/ 0 h 17"/>
                  <a:gd name="T17" fmla="*/ 86 w 86"/>
                  <a:gd name="T18" fmla="*/ 17 h 17"/>
                </a:gdLst>
                <a:ahLst/>
                <a:cxnLst>
                  <a:cxn ang="T10">
                    <a:pos x="T0" y="T1"/>
                  </a:cxn>
                  <a:cxn ang="T11">
                    <a:pos x="T2" y="T3"/>
                  </a:cxn>
                  <a:cxn ang="T12">
                    <a:pos x="T4" y="T5"/>
                  </a:cxn>
                  <a:cxn ang="T13">
                    <a:pos x="T6" y="T7"/>
                  </a:cxn>
                  <a:cxn ang="T14">
                    <a:pos x="T8" y="T9"/>
                  </a:cxn>
                </a:cxnLst>
                <a:rect l="T15" t="T16" r="T17" b="T18"/>
                <a:pathLst>
                  <a:path w="86" h="17">
                    <a:moveTo>
                      <a:pt x="0" y="0"/>
                    </a:moveTo>
                    <a:lnTo>
                      <a:pt x="0" y="8"/>
                    </a:lnTo>
                    <a:lnTo>
                      <a:pt x="85" y="16"/>
                    </a:lnTo>
                    <a:lnTo>
                      <a:pt x="85" y="8"/>
                    </a:lnTo>
                    <a:lnTo>
                      <a:pt x="0" y="0"/>
                    </a:lnTo>
                  </a:path>
                </a:pathLst>
              </a:custGeom>
              <a:solidFill>
                <a:srgbClr val="A0A0A0"/>
              </a:solidFill>
              <a:ln w="12700" cap="rnd">
                <a:solidFill>
                  <a:srgbClr val="A0A0A0"/>
                </a:solidFill>
                <a:round/>
                <a:headEnd/>
                <a:tailEnd/>
              </a:ln>
            </p:spPr>
            <p:txBody>
              <a:bodyPr/>
              <a:lstStyle/>
              <a:p>
                <a:endParaRPr lang="en-IN"/>
              </a:p>
            </p:txBody>
          </p:sp>
          <p:sp>
            <p:nvSpPr>
              <p:cNvPr id="388169" name="Freeform 63">
                <a:extLst>
                  <a:ext uri="{FF2B5EF4-FFF2-40B4-BE49-F238E27FC236}">
                    <a16:creationId xmlns:a16="http://schemas.microsoft.com/office/drawing/2014/main" id="{9E9BBEAD-5ACF-5844-174B-57B6EC845162}"/>
                  </a:ext>
                </a:extLst>
              </p:cNvPr>
              <p:cNvSpPr>
                <a:spLocks/>
              </p:cNvSpPr>
              <p:nvPr/>
            </p:nvSpPr>
            <p:spPr bwMode="auto">
              <a:xfrm>
                <a:off x="2919" y="1387"/>
                <a:ext cx="27" cy="10"/>
              </a:xfrm>
              <a:custGeom>
                <a:avLst/>
                <a:gdLst>
                  <a:gd name="T0" fmla="*/ 0 w 27"/>
                  <a:gd name="T1" fmla="*/ 0 h 10"/>
                  <a:gd name="T2" fmla="*/ 26 w 27"/>
                  <a:gd name="T3" fmla="*/ 0 h 10"/>
                  <a:gd name="T4" fmla="*/ 26 w 27"/>
                  <a:gd name="T5" fmla="*/ 9 h 10"/>
                  <a:gd name="T6" fmla="*/ 0 w 27"/>
                  <a:gd name="T7" fmla="*/ 0 h 10"/>
                  <a:gd name="T8" fmla="*/ 0 60000 65536"/>
                  <a:gd name="T9" fmla="*/ 0 60000 65536"/>
                  <a:gd name="T10" fmla="*/ 0 60000 65536"/>
                  <a:gd name="T11" fmla="*/ 0 60000 65536"/>
                  <a:gd name="T12" fmla="*/ 0 w 27"/>
                  <a:gd name="T13" fmla="*/ 0 h 10"/>
                  <a:gd name="T14" fmla="*/ 27 w 27"/>
                  <a:gd name="T15" fmla="*/ 10 h 10"/>
                </a:gdLst>
                <a:ahLst/>
                <a:cxnLst>
                  <a:cxn ang="T8">
                    <a:pos x="T0" y="T1"/>
                  </a:cxn>
                  <a:cxn ang="T9">
                    <a:pos x="T2" y="T3"/>
                  </a:cxn>
                  <a:cxn ang="T10">
                    <a:pos x="T4" y="T5"/>
                  </a:cxn>
                  <a:cxn ang="T11">
                    <a:pos x="T6" y="T7"/>
                  </a:cxn>
                </a:cxnLst>
                <a:rect l="T12" t="T13" r="T14" b="T15"/>
                <a:pathLst>
                  <a:path w="27" h="10">
                    <a:moveTo>
                      <a:pt x="0" y="0"/>
                    </a:moveTo>
                    <a:lnTo>
                      <a:pt x="26" y="0"/>
                    </a:lnTo>
                    <a:lnTo>
                      <a:pt x="26" y="9"/>
                    </a:lnTo>
                    <a:lnTo>
                      <a:pt x="0" y="0"/>
                    </a:lnTo>
                  </a:path>
                </a:pathLst>
              </a:custGeom>
              <a:solidFill>
                <a:srgbClr val="E0E0E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70" name="Freeform 64">
                <a:extLst>
                  <a:ext uri="{FF2B5EF4-FFF2-40B4-BE49-F238E27FC236}">
                    <a16:creationId xmlns:a16="http://schemas.microsoft.com/office/drawing/2014/main" id="{D7D9FA48-CD5A-4033-7E27-3D5370AE858E}"/>
                  </a:ext>
                </a:extLst>
              </p:cNvPr>
              <p:cNvSpPr>
                <a:spLocks/>
              </p:cNvSpPr>
              <p:nvPr/>
            </p:nvSpPr>
            <p:spPr bwMode="auto">
              <a:xfrm>
                <a:off x="2868" y="1329"/>
                <a:ext cx="61" cy="26"/>
              </a:xfrm>
              <a:custGeom>
                <a:avLst/>
                <a:gdLst>
                  <a:gd name="T0" fmla="*/ 0 w 61"/>
                  <a:gd name="T1" fmla="*/ 0 h 26"/>
                  <a:gd name="T2" fmla="*/ 0 w 61"/>
                  <a:gd name="T3" fmla="*/ 25 h 26"/>
                  <a:gd name="T4" fmla="*/ 60 w 61"/>
                  <a:gd name="T5" fmla="*/ 25 h 26"/>
                  <a:gd name="T6" fmla="*/ 60 w 61"/>
                  <a:gd name="T7" fmla="*/ 0 h 26"/>
                  <a:gd name="T8" fmla="*/ 34 w 61"/>
                  <a:gd name="T9" fmla="*/ 0 h 26"/>
                  <a:gd name="T10" fmla="*/ 26 w 61"/>
                  <a:gd name="T11" fmla="*/ 9 h 26"/>
                  <a:gd name="T12" fmla="*/ 0 w 61"/>
                  <a:gd name="T13" fmla="*/ 0 h 26"/>
                  <a:gd name="T14" fmla="*/ 0 60000 65536"/>
                  <a:gd name="T15" fmla="*/ 0 60000 65536"/>
                  <a:gd name="T16" fmla="*/ 0 60000 65536"/>
                  <a:gd name="T17" fmla="*/ 0 60000 65536"/>
                  <a:gd name="T18" fmla="*/ 0 60000 65536"/>
                  <a:gd name="T19" fmla="*/ 0 60000 65536"/>
                  <a:gd name="T20" fmla="*/ 0 60000 65536"/>
                  <a:gd name="T21" fmla="*/ 0 w 61"/>
                  <a:gd name="T22" fmla="*/ 0 h 26"/>
                  <a:gd name="T23" fmla="*/ 61 w 6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26">
                    <a:moveTo>
                      <a:pt x="0" y="0"/>
                    </a:moveTo>
                    <a:lnTo>
                      <a:pt x="0" y="25"/>
                    </a:lnTo>
                    <a:lnTo>
                      <a:pt x="60" y="25"/>
                    </a:lnTo>
                    <a:lnTo>
                      <a:pt x="60" y="0"/>
                    </a:lnTo>
                    <a:lnTo>
                      <a:pt x="34" y="0"/>
                    </a:lnTo>
                    <a:lnTo>
                      <a:pt x="26" y="9"/>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sp>
            <p:nvSpPr>
              <p:cNvPr id="388171" name="Freeform 65">
                <a:extLst>
                  <a:ext uri="{FF2B5EF4-FFF2-40B4-BE49-F238E27FC236}">
                    <a16:creationId xmlns:a16="http://schemas.microsoft.com/office/drawing/2014/main" id="{76347048-A578-9A11-4950-4A415B09813A}"/>
                  </a:ext>
                </a:extLst>
              </p:cNvPr>
              <p:cNvSpPr>
                <a:spLocks/>
              </p:cNvSpPr>
              <p:nvPr/>
            </p:nvSpPr>
            <p:spPr bwMode="auto">
              <a:xfrm>
                <a:off x="2843" y="1337"/>
                <a:ext cx="120" cy="9"/>
              </a:xfrm>
              <a:custGeom>
                <a:avLst/>
                <a:gdLst>
                  <a:gd name="T0" fmla="*/ 0 w 120"/>
                  <a:gd name="T1" fmla="*/ 0 h 9"/>
                  <a:gd name="T2" fmla="*/ 119 w 120"/>
                  <a:gd name="T3" fmla="*/ 8 h 9"/>
                  <a:gd name="T4" fmla="*/ 0 w 120"/>
                  <a:gd name="T5" fmla="*/ 0 h 9"/>
                  <a:gd name="T6" fmla="*/ 0 60000 65536"/>
                  <a:gd name="T7" fmla="*/ 0 60000 65536"/>
                  <a:gd name="T8" fmla="*/ 0 60000 65536"/>
                  <a:gd name="T9" fmla="*/ 0 w 120"/>
                  <a:gd name="T10" fmla="*/ 0 h 9"/>
                  <a:gd name="T11" fmla="*/ 120 w 120"/>
                  <a:gd name="T12" fmla="*/ 9 h 9"/>
                </a:gdLst>
                <a:ahLst/>
                <a:cxnLst>
                  <a:cxn ang="T6">
                    <a:pos x="T0" y="T1"/>
                  </a:cxn>
                  <a:cxn ang="T7">
                    <a:pos x="T2" y="T3"/>
                  </a:cxn>
                  <a:cxn ang="T8">
                    <a:pos x="T4" y="T5"/>
                  </a:cxn>
                </a:cxnLst>
                <a:rect l="T9" t="T10" r="T11" b="T12"/>
                <a:pathLst>
                  <a:path w="120" h="9">
                    <a:moveTo>
                      <a:pt x="0" y="0"/>
                    </a:moveTo>
                    <a:lnTo>
                      <a:pt x="119" y="8"/>
                    </a:lnTo>
                    <a:lnTo>
                      <a:pt x="0" y="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IN"/>
              </a:p>
            </p:txBody>
          </p:sp>
        </p:grpSp>
        <p:sp>
          <p:nvSpPr>
            <p:cNvPr id="388107" name="Text Box 66">
              <a:extLst>
                <a:ext uri="{FF2B5EF4-FFF2-40B4-BE49-F238E27FC236}">
                  <a16:creationId xmlns:a16="http://schemas.microsoft.com/office/drawing/2014/main" id="{4274DD5C-DB62-80FE-267F-91042756E1F6}"/>
                </a:ext>
              </a:extLst>
            </p:cNvPr>
            <p:cNvSpPr txBox="1">
              <a:spLocks noChangeArrowheads="1"/>
            </p:cNvSpPr>
            <p:nvPr/>
          </p:nvSpPr>
          <p:spPr bwMode="auto">
            <a:xfrm>
              <a:off x="8280" y="4635"/>
              <a:ext cx="1110" cy="66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X.500 directory</a:t>
              </a:r>
              <a:endParaRPr lang="en-US" altLang="en-US" sz="1800"/>
            </a:p>
          </p:txBody>
        </p:sp>
        <p:sp>
          <p:nvSpPr>
            <p:cNvPr id="388108" name="AutoShape 67">
              <a:extLst>
                <a:ext uri="{FF2B5EF4-FFF2-40B4-BE49-F238E27FC236}">
                  <a16:creationId xmlns:a16="http://schemas.microsoft.com/office/drawing/2014/main" id="{033DD4F2-728E-AE18-09B9-1B3E93109C5F}"/>
                </a:ext>
              </a:extLst>
            </p:cNvPr>
            <p:cNvSpPr>
              <a:spLocks noChangeArrowheads="1"/>
            </p:cNvSpPr>
            <p:nvPr/>
          </p:nvSpPr>
          <p:spPr bwMode="auto">
            <a:xfrm>
              <a:off x="3765" y="4095"/>
              <a:ext cx="2325" cy="675"/>
            </a:xfrm>
            <a:prstGeom prst="rightArrow">
              <a:avLst>
                <a:gd name="adj1" fmla="val 50000"/>
                <a:gd name="adj2" fmla="val 86111"/>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request</a:t>
              </a:r>
              <a:endParaRPr lang="en-US" altLang="en-US" sz="1800"/>
            </a:p>
          </p:txBody>
        </p:sp>
        <p:sp>
          <p:nvSpPr>
            <p:cNvPr id="388109" name="AutoShape 68">
              <a:extLst>
                <a:ext uri="{FF2B5EF4-FFF2-40B4-BE49-F238E27FC236}">
                  <a16:creationId xmlns:a16="http://schemas.microsoft.com/office/drawing/2014/main" id="{8F02BEE7-FCFA-89A6-7910-3314056D56D3}"/>
                </a:ext>
              </a:extLst>
            </p:cNvPr>
            <p:cNvSpPr>
              <a:spLocks noChangeArrowheads="1"/>
            </p:cNvSpPr>
            <p:nvPr/>
          </p:nvSpPr>
          <p:spPr bwMode="auto">
            <a:xfrm>
              <a:off x="4125" y="2880"/>
              <a:ext cx="1275" cy="121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Digital Certificate</a:t>
              </a:r>
            </a:p>
            <a:p>
              <a:pPr algn="ctr">
                <a:spcBef>
                  <a:spcPct val="0"/>
                </a:spcBef>
                <a:buClrTx/>
                <a:buSzTx/>
                <a:buFontTx/>
                <a:buNone/>
              </a:pPr>
              <a:endParaRPr lang="en-US" altLang="en-US" sz="1200" b="1"/>
            </a:p>
            <a:p>
              <a:pPr algn="ctr">
                <a:spcBef>
                  <a:spcPct val="0"/>
                </a:spcBef>
                <a:buClrTx/>
                <a:buSzTx/>
                <a:buFontTx/>
                <a:buNone/>
              </a:pPr>
              <a:r>
                <a:rPr lang="en-US" altLang="en-US" sz="1200" b="1"/>
                <a:t>…</a:t>
              </a:r>
              <a:endParaRPr lang="en-US" altLang="en-US" sz="1800"/>
            </a:p>
          </p:txBody>
        </p:sp>
        <p:sp>
          <p:nvSpPr>
            <p:cNvPr id="388110" name="Text Box 69">
              <a:extLst>
                <a:ext uri="{FF2B5EF4-FFF2-40B4-BE49-F238E27FC236}">
                  <a16:creationId xmlns:a16="http://schemas.microsoft.com/office/drawing/2014/main" id="{C797CAC2-9271-78FD-7723-674956968DA9}"/>
                </a:ext>
              </a:extLst>
            </p:cNvPr>
            <p:cNvSpPr txBox="1">
              <a:spLocks noChangeArrowheads="1"/>
            </p:cNvSpPr>
            <p:nvPr/>
          </p:nvSpPr>
          <p:spPr bwMode="auto">
            <a:xfrm>
              <a:off x="3870" y="4815"/>
              <a:ext cx="198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Is this certificate valid or not?</a:t>
              </a:r>
              <a:endParaRPr lang="en-US" altLang="en-US" sz="1800"/>
            </a:p>
          </p:txBody>
        </p:sp>
        <p:sp>
          <p:nvSpPr>
            <p:cNvPr id="388111" name="Text Box 70">
              <a:extLst>
                <a:ext uri="{FF2B5EF4-FFF2-40B4-BE49-F238E27FC236}">
                  <a16:creationId xmlns:a16="http://schemas.microsoft.com/office/drawing/2014/main" id="{50DA1B3A-385E-486E-3E13-765DEA676041}"/>
                </a:ext>
              </a:extLst>
            </p:cNvPr>
            <p:cNvSpPr txBox="1">
              <a:spLocks noChangeArrowheads="1"/>
            </p:cNvSpPr>
            <p:nvPr/>
          </p:nvSpPr>
          <p:spPr bwMode="auto">
            <a:xfrm>
              <a:off x="6105" y="5790"/>
              <a:ext cx="1245" cy="6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responder</a:t>
              </a:r>
              <a:endParaRPr lang="en-US" altLang="en-US" sz="1800"/>
            </a:p>
          </p:txBody>
        </p:sp>
        <p:sp>
          <p:nvSpPr>
            <p:cNvPr id="388112" name="AutoShape 71">
              <a:extLst>
                <a:ext uri="{FF2B5EF4-FFF2-40B4-BE49-F238E27FC236}">
                  <a16:creationId xmlns:a16="http://schemas.microsoft.com/office/drawing/2014/main" id="{40E711A4-2175-4476-A303-3A8BAF130DDD}"/>
                </a:ext>
              </a:extLst>
            </p:cNvPr>
            <p:cNvSpPr>
              <a:spLocks noChangeArrowheads="1"/>
            </p:cNvSpPr>
            <p:nvPr/>
          </p:nvSpPr>
          <p:spPr bwMode="auto">
            <a:xfrm>
              <a:off x="7320" y="4440"/>
              <a:ext cx="855" cy="510"/>
            </a:xfrm>
            <a:prstGeom prst="leftRightArrow">
              <a:avLst>
                <a:gd name="adj1" fmla="val 50000"/>
                <a:gd name="adj2" fmla="val 335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388113" name="AutoShape 72">
              <a:extLst>
                <a:ext uri="{FF2B5EF4-FFF2-40B4-BE49-F238E27FC236}">
                  <a16:creationId xmlns:a16="http://schemas.microsoft.com/office/drawing/2014/main" id="{E2EEE96F-33BC-3285-F907-69524145DFC9}"/>
                </a:ext>
              </a:extLst>
            </p:cNvPr>
            <p:cNvSpPr>
              <a:spLocks noChangeArrowheads="1"/>
            </p:cNvSpPr>
            <p:nvPr/>
          </p:nvSpPr>
          <p:spPr bwMode="auto">
            <a:xfrm>
              <a:off x="7725" y="2775"/>
              <a:ext cx="2235" cy="900"/>
            </a:xfrm>
            <a:prstGeom prst="wedgeRectCallout">
              <a:avLst>
                <a:gd name="adj1" fmla="val -50315"/>
                <a:gd name="adj2" fmla="val 15566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The OCSP responder consults the CA’s X.500 directory</a:t>
              </a:r>
              <a:endParaRPr lang="en-US" altLang="en-US" sz="1800"/>
            </a:p>
          </p:txBody>
        </p:sp>
        <p:sp>
          <p:nvSpPr>
            <p:cNvPr id="388114" name="AutoShape 73">
              <a:extLst>
                <a:ext uri="{FF2B5EF4-FFF2-40B4-BE49-F238E27FC236}">
                  <a16:creationId xmlns:a16="http://schemas.microsoft.com/office/drawing/2014/main" id="{A2BBDBE1-E3AD-7F1C-5C92-01A686889D41}"/>
                </a:ext>
              </a:extLst>
            </p:cNvPr>
            <p:cNvSpPr>
              <a:spLocks noChangeArrowheads="1"/>
            </p:cNvSpPr>
            <p:nvPr/>
          </p:nvSpPr>
          <p:spPr bwMode="auto">
            <a:xfrm>
              <a:off x="3555" y="5400"/>
              <a:ext cx="2070" cy="690"/>
            </a:xfrm>
            <a:prstGeom prst="leftArrow">
              <a:avLst>
                <a:gd name="adj1" fmla="val 50000"/>
                <a:gd name="adj2" fmla="val 75000"/>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t>OCSP response</a:t>
              </a:r>
              <a:endParaRPr lang="en-US" altLang="en-US" sz="1800"/>
            </a:p>
          </p:txBody>
        </p:sp>
        <p:sp>
          <p:nvSpPr>
            <p:cNvPr id="388115" name="Text Box 74">
              <a:extLst>
                <a:ext uri="{FF2B5EF4-FFF2-40B4-BE49-F238E27FC236}">
                  <a16:creationId xmlns:a16="http://schemas.microsoft.com/office/drawing/2014/main" id="{CC231557-E5A5-1A23-DF68-7338BDCAA2FC}"/>
                </a:ext>
              </a:extLst>
            </p:cNvPr>
            <p:cNvSpPr txBox="1">
              <a:spLocks noChangeArrowheads="1"/>
            </p:cNvSpPr>
            <p:nvPr/>
          </p:nvSpPr>
          <p:spPr bwMode="auto">
            <a:xfrm>
              <a:off x="4080" y="6060"/>
              <a:ext cx="1620" cy="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b="1" i="1"/>
                <a:t>Good, Revoked or Unknown</a:t>
              </a:r>
              <a:endParaRPr lang="en-US" altLang="en-US" sz="1800"/>
            </a:p>
          </p:txBody>
        </p:sp>
      </p:grpSp>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Slide Number Placeholder 5">
            <a:extLst>
              <a:ext uri="{FF2B5EF4-FFF2-40B4-BE49-F238E27FC236}">
                <a16:creationId xmlns:a16="http://schemas.microsoft.com/office/drawing/2014/main" id="{400F3C71-1726-E8F5-4BAA-5E0D162B1E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DBF6BFE-A062-47C6-918C-7344E6AE65B8}" type="slidenum">
              <a:rPr lang="en-US" altLang="en-US" sz="1400"/>
              <a:pPr>
                <a:spcBef>
                  <a:spcPct val="0"/>
                </a:spcBef>
                <a:buClrTx/>
                <a:buSzTx/>
                <a:buFontTx/>
                <a:buNone/>
              </a:pPr>
              <a:t>207</a:t>
            </a:fld>
            <a:endParaRPr lang="en-US" altLang="en-US" sz="1400"/>
          </a:p>
        </p:txBody>
      </p:sp>
      <p:sp>
        <p:nvSpPr>
          <p:cNvPr id="390147" name="Rectangle 2">
            <a:extLst>
              <a:ext uri="{FF2B5EF4-FFF2-40B4-BE49-F238E27FC236}">
                <a16:creationId xmlns:a16="http://schemas.microsoft.com/office/drawing/2014/main" id="{51D3D372-E973-8C38-7813-290D3B84EF47}"/>
              </a:ext>
            </a:extLst>
          </p:cNvPr>
          <p:cNvSpPr>
            <a:spLocks noGrp="1" noChangeArrowheads="1"/>
          </p:cNvSpPr>
          <p:nvPr>
            <p:ph type="title"/>
          </p:nvPr>
        </p:nvSpPr>
        <p:spPr/>
        <p:txBody>
          <a:bodyPr/>
          <a:lstStyle/>
          <a:p>
            <a:pPr eaLnBrk="1" hangingPunct="1"/>
            <a:r>
              <a:rPr lang="en-US" altLang="en-US"/>
              <a:t>OCSP – Note!</a:t>
            </a:r>
          </a:p>
        </p:txBody>
      </p:sp>
      <p:sp>
        <p:nvSpPr>
          <p:cNvPr id="390148" name="Rectangle 3">
            <a:extLst>
              <a:ext uri="{FF2B5EF4-FFF2-40B4-BE49-F238E27FC236}">
                <a16:creationId xmlns:a16="http://schemas.microsoft.com/office/drawing/2014/main" id="{A9A0432A-7E1D-3015-9ED5-254217CB290B}"/>
              </a:ext>
            </a:extLst>
          </p:cNvPr>
          <p:cNvSpPr>
            <a:spLocks noGrp="1" noChangeArrowheads="1"/>
          </p:cNvSpPr>
          <p:nvPr>
            <p:ph type="body" idx="1"/>
          </p:nvPr>
        </p:nvSpPr>
        <p:spPr/>
        <p:txBody>
          <a:bodyPr/>
          <a:lstStyle/>
          <a:p>
            <a:pPr eaLnBrk="1" hangingPunct="1"/>
            <a:r>
              <a:rPr lang="en-US" altLang="en-US"/>
              <a:t>Interestingly, an OCSP responder may be programmed to interact with a CRL, instead of a X.500 directory certificate store. This means that even the use of OCSP in this case would lead to stale information! </a:t>
            </a:r>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16">
            <a:extLst>
              <a:ext uri="{FF2B5EF4-FFF2-40B4-BE49-F238E27FC236}">
                <a16:creationId xmlns:a16="http://schemas.microsoft.com/office/drawing/2014/main" id="{DD25E94C-0F5D-48D0-9EC1-312F66097DD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7EF49F9-D65E-49AE-8D01-34455D0B126B}" type="slidenum">
              <a:rPr lang="en-US" altLang="en-US" sz="1400">
                <a:solidFill>
                  <a:schemeClr val="bg2"/>
                </a:solidFill>
              </a:rPr>
              <a:pPr>
                <a:spcBef>
                  <a:spcPct val="0"/>
                </a:spcBef>
                <a:buClrTx/>
                <a:buSzTx/>
                <a:buFontTx/>
                <a:buNone/>
              </a:pPr>
              <a:t>208</a:t>
            </a:fld>
            <a:endParaRPr lang="en-US" altLang="en-US" sz="1400">
              <a:solidFill>
                <a:schemeClr val="bg2"/>
              </a:solidFill>
            </a:endParaRPr>
          </a:p>
        </p:txBody>
      </p:sp>
      <p:sp>
        <p:nvSpPr>
          <p:cNvPr id="392195" name="Rectangle 4">
            <a:extLst>
              <a:ext uri="{FF2B5EF4-FFF2-40B4-BE49-F238E27FC236}">
                <a16:creationId xmlns:a16="http://schemas.microsoft.com/office/drawing/2014/main" id="{CCCB4EFC-7C46-FE02-80B8-EB020605AECA}"/>
              </a:ext>
            </a:extLst>
          </p:cNvPr>
          <p:cNvSpPr>
            <a:spLocks noGrp="1" noChangeArrowheads="1"/>
          </p:cNvSpPr>
          <p:nvPr>
            <p:ph type="ctrTitle"/>
          </p:nvPr>
        </p:nvSpPr>
        <p:spPr/>
        <p:txBody>
          <a:bodyPr/>
          <a:lstStyle/>
          <a:p>
            <a:pPr eaLnBrk="1" hangingPunct="1"/>
            <a:r>
              <a:rPr lang="en-US" altLang="en-US" sz="4000" b="1"/>
              <a:t/>
            </a:r>
            <a:br>
              <a:rPr lang="en-US" altLang="en-US" sz="4000" b="1"/>
            </a:br>
            <a:r>
              <a:rPr lang="en-US" altLang="en-US" sz="4000"/>
              <a:t>Simple Certificate Validation Protocol (SCVP)</a:t>
            </a:r>
          </a:p>
        </p:txBody>
      </p:sp>
      <p:sp>
        <p:nvSpPr>
          <p:cNvPr id="392196" name="Rectangle 5">
            <a:extLst>
              <a:ext uri="{FF2B5EF4-FFF2-40B4-BE49-F238E27FC236}">
                <a16:creationId xmlns:a16="http://schemas.microsoft.com/office/drawing/2014/main" id="{206D3F5D-C051-2D39-2161-F19AE78D5788}"/>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Slide Number Placeholder 5">
            <a:extLst>
              <a:ext uri="{FF2B5EF4-FFF2-40B4-BE49-F238E27FC236}">
                <a16:creationId xmlns:a16="http://schemas.microsoft.com/office/drawing/2014/main" id="{3F55A44E-DEE2-A849-84CF-9293C34760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7A52EA1-D146-42EC-967B-3BC28946B012}" type="slidenum">
              <a:rPr lang="en-US" altLang="en-US" sz="1400"/>
              <a:pPr>
                <a:spcBef>
                  <a:spcPct val="0"/>
                </a:spcBef>
                <a:buClrTx/>
                <a:buSzTx/>
                <a:buFontTx/>
                <a:buNone/>
              </a:pPr>
              <a:t>209</a:t>
            </a:fld>
            <a:endParaRPr lang="en-US" altLang="en-US" sz="1400"/>
          </a:p>
        </p:txBody>
      </p:sp>
      <p:sp>
        <p:nvSpPr>
          <p:cNvPr id="394243" name="Rectangle 119">
            <a:extLst>
              <a:ext uri="{FF2B5EF4-FFF2-40B4-BE49-F238E27FC236}">
                <a16:creationId xmlns:a16="http://schemas.microsoft.com/office/drawing/2014/main" id="{14AE447C-3CC4-D88D-04A2-ABAE79557108}"/>
              </a:ext>
            </a:extLst>
          </p:cNvPr>
          <p:cNvSpPr>
            <a:spLocks noGrp="1" noChangeArrowheads="1"/>
          </p:cNvSpPr>
          <p:nvPr>
            <p:ph type="title"/>
          </p:nvPr>
        </p:nvSpPr>
        <p:spPr/>
        <p:txBody>
          <a:bodyPr/>
          <a:lstStyle/>
          <a:p>
            <a:pPr eaLnBrk="1" hangingPunct="1"/>
            <a:r>
              <a:rPr lang="en-US" altLang="en-US"/>
              <a:t>OCSP versus SCVP</a:t>
            </a:r>
          </a:p>
        </p:txBody>
      </p:sp>
      <p:graphicFrame>
        <p:nvGraphicFramePr>
          <p:cNvPr id="32890" name="Group 122">
            <a:extLst>
              <a:ext uri="{FF2B5EF4-FFF2-40B4-BE49-F238E27FC236}">
                <a16:creationId xmlns:a16="http://schemas.microsoft.com/office/drawing/2014/main" id="{DE634191-4686-CBC4-9D87-346F9BB6F407}"/>
              </a:ext>
            </a:extLst>
          </p:cNvPr>
          <p:cNvGraphicFramePr>
            <a:graphicFrameLocks noGrp="1"/>
          </p:cNvGraphicFramePr>
          <p:nvPr>
            <p:ph idx="1"/>
          </p:nvPr>
        </p:nvGraphicFramePr>
        <p:xfrm>
          <a:off x="2706688" y="2017714"/>
          <a:ext cx="7772400" cy="4649788"/>
        </p:xfrm>
        <a:graphic>
          <a:graphicData uri="http://schemas.openxmlformats.org/drawingml/2006/table">
            <a:tbl>
              <a:tblPr/>
              <a:tblGrid>
                <a:gridCol w="1423987">
                  <a:extLst>
                    <a:ext uri="{9D8B030D-6E8A-4147-A177-3AD203B41FA5}">
                      <a16:colId xmlns:a16="http://schemas.microsoft.com/office/drawing/2014/main" val="20000"/>
                    </a:ext>
                  </a:extLst>
                </a:gridCol>
                <a:gridCol w="2462213">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27432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FFFFFF"/>
                          </a:solidFill>
                          <a:effectLst/>
                          <a:latin typeface="Times New Roman" pitchFamily="18" charset="0"/>
                          <a:cs typeface="Times New Roman" pitchFamily="18" charset="0"/>
                        </a:rPr>
                        <a:t>Point</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FFFFFF"/>
                          </a:solidFill>
                          <a:effectLst/>
                          <a:latin typeface="Times New Roman" pitchFamily="18" charset="0"/>
                          <a:cs typeface="Times New Roman" pitchFamily="18" charset="0"/>
                        </a:rPr>
                        <a:t>OCSP</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FFFFFF"/>
                          </a:solidFill>
                          <a:effectLst/>
                          <a:latin typeface="Times New Roman" pitchFamily="18" charset="0"/>
                          <a:cs typeface="Times New Roman" pitchFamily="18" charset="0"/>
                        </a:rPr>
                        <a:t>SCVP</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extLst>
                  <a:ext uri="{0D108BD9-81ED-4DB2-BD59-A6C34878D82A}">
                    <a16:rowId xmlns:a16="http://schemas.microsoft.com/office/drawing/2014/main" val="10000"/>
                  </a:ext>
                </a:extLst>
              </a:tr>
              <a:tr h="64008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Client request</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sends just the certificate serial number to the server.</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sends the entire certificate to the server. Consequently, the server can perform many more checks.</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Chain of trust</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Only the given certificate is checked.</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can provide a collection of the intermediate certificates, which the server can check.</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584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Checks</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only check is whether the certificate is revoked or not.</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can request for additional checks (e.g. </a:t>
                      </a:r>
                      <a:r>
                        <a:rPr kumimoji="0" lang="en-US" sz="1200" b="0" i="1" u="none" strike="noStrike" cap="none" normalizeH="0" baseline="0">
                          <a:ln>
                            <a:noFill/>
                          </a:ln>
                          <a:solidFill>
                            <a:schemeClr val="tx1"/>
                          </a:solidFill>
                          <a:effectLst/>
                          <a:latin typeface="Times New Roman" pitchFamily="18" charset="0"/>
                          <a:cs typeface="Times New Roman" pitchFamily="18" charset="0"/>
                        </a:rPr>
                        <a:t>please check the full chain of trust</a:t>
                      </a:r>
                      <a:r>
                        <a:rPr kumimoji="0" lang="en-US" sz="1200" b="0" i="0" u="none" strike="noStrike" cap="none" normalizeH="0" baseline="0">
                          <a:ln>
                            <a:noFill/>
                          </a:ln>
                          <a:solidFill>
                            <a:schemeClr val="tx1"/>
                          </a:solidFill>
                          <a:effectLst/>
                          <a:latin typeface="Times New Roman" pitchFamily="18" charset="0"/>
                          <a:cs typeface="Times New Roman" pitchFamily="18" charset="0"/>
                        </a:rPr>
                        <a:t>), type of revocation information to be considered (i.e. whether the server should, in turn, use CRL or OCSP for revocation checks), etc.</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584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Returned information</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Only the status of the certificate is returned by the server. </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can specify what additional information it is interested in (e.g. proof of the revocation status should be returned by the server, or the chain of certificates used for chain of trust validation should be returned by the server, etc.).</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18872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Additional features</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None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The client can request for a certificate to be checked for a backdated event. For instance, suppose Bob has sent Alice a signed document along with his certificate. Then, Alice can use SCVP to check if Bob’s certificate was valid at the time of </a:t>
                      </a:r>
                      <a:r>
                        <a:rPr kumimoji="0" lang="en-US" sz="1200" b="0" i="1" u="none" strike="noStrike" cap="none" normalizeH="0" baseline="0">
                          <a:ln>
                            <a:noFill/>
                          </a:ln>
                          <a:solidFill>
                            <a:schemeClr val="tx1"/>
                          </a:solidFill>
                          <a:effectLst/>
                          <a:latin typeface="Times New Roman" pitchFamily="18" charset="0"/>
                          <a:cs typeface="Times New Roman" pitchFamily="18" charset="0"/>
                        </a:rPr>
                        <a:t>signing </a:t>
                      </a:r>
                      <a:r>
                        <a:rPr kumimoji="0" lang="en-US" sz="1200" b="0" i="0" u="none" strike="noStrike" cap="none" normalizeH="0" baseline="0">
                          <a:ln>
                            <a:noFill/>
                          </a:ln>
                          <a:solidFill>
                            <a:schemeClr val="tx1"/>
                          </a:solidFill>
                          <a:effectLst/>
                          <a:latin typeface="Times New Roman" pitchFamily="18" charset="0"/>
                          <a:cs typeface="Times New Roman" pitchFamily="18" charset="0"/>
                        </a:rPr>
                        <a:t>(and not at the time of verification of the signature).</a:t>
                      </a: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2C1F4-5385-F0AE-DA01-1FA5BE2885C3}"/>
              </a:ext>
            </a:extLst>
          </p:cNvPr>
          <p:cNvSpPr>
            <a:spLocks noGrp="1"/>
          </p:cNvSpPr>
          <p:nvPr>
            <p:ph type="title"/>
          </p:nvPr>
        </p:nvSpPr>
        <p:spPr/>
        <p:txBody>
          <a:bodyPr/>
          <a:lstStyle/>
          <a:p>
            <a:r>
              <a:rPr lang="en-IN" dirty="0"/>
              <a:t>Cryptography Standards</a:t>
            </a:r>
          </a:p>
        </p:txBody>
      </p:sp>
      <p:sp>
        <p:nvSpPr>
          <p:cNvPr id="5" name="Text Placeholder 4">
            <a:extLst>
              <a:ext uri="{FF2B5EF4-FFF2-40B4-BE49-F238E27FC236}">
                <a16:creationId xmlns:a16="http://schemas.microsoft.com/office/drawing/2014/main" id="{FC34C521-7535-75CF-F37A-B9C4C343CC8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22859460"/>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2" name="Rectangle 2">
            <a:extLst>
              <a:ext uri="{FF2B5EF4-FFF2-40B4-BE49-F238E27FC236}">
                <a16:creationId xmlns:a16="http://schemas.microsoft.com/office/drawing/2014/main" id="{D36EFCF9-ED19-2F6A-C87D-E28521EF2C53}"/>
              </a:ext>
            </a:extLst>
          </p:cNvPr>
          <p:cNvSpPr>
            <a:spLocks noGrp="1" noChangeArrowheads="1"/>
          </p:cNvSpPr>
          <p:nvPr>
            <p:ph type="title"/>
          </p:nvPr>
        </p:nvSpPr>
        <p:spPr/>
        <p:txBody>
          <a:bodyPr/>
          <a:lstStyle/>
          <a:p>
            <a:pPr eaLnBrk="1" hangingPunct="1"/>
            <a:r>
              <a:rPr lang="en-US" altLang="en-US" dirty="0"/>
              <a:t>Public Key Cryptography Standards (PKCS)</a:t>
            </a:r>
          </a:p>
        </p:txBody>
      </p:sp>
      <p:graphicFrame>
        <p:nvGraphicFramePr>
          <p:cNvPr id="40246" name="Group 310">
            <a:extLst>
              <a:ext uri="{FF2B5EF4-FFF2-40B4-BE49-F238E27FC236}">
                <a16:creationId xmlns:a16="http://schemas.microsoft.com/office/drawing/2014/main" id="{153EDA5F-0F86-B238-A2EA-F6CBD877DB42}"/>
              </a:ext>
            </a:extLst>
          </p:cNvPr>
          <p:cNvGraphicFramePr>
            <a:graphicFrameLocks noGrp="1"/>
          </p:cNvGraphicFramePr>
          <p:nvPr>
            <p:ph idx="1"/>
            <p:extLst>
              <p:ext uri="{D42A27DB-BD31-4B8C-83A1-F6EECF244321}">
                <p14:modId xmlns:p14="http://schemas.microsoft.com/office/powerpoint/2010/main" val="2460417600"/>
              </p:ext>
            </p:extLst>
          </p:nvPr>
        </p:nvGraphicFramePr>
        <p:xfrm>
          <a:off x="266699" y="1236877"/>
          <a:ext cx="11404744" cy="7651038"/>
        </p:xfrm>
        <a:graphic>
          <a:graphicData uri="http://schemas.openxmlformats.org/drawingml/2006/table">
            <a:tbl>
              <a:tblPr/>
              <a:tblGrid>
                <a:gridCol w="1439570">
                  <a:extLst>
                    <a:ext uri="{9D8B030D-6E8A-4147-A177-3AD203B41FA5}">
                      <a16:colId xmlns:a16="http://schemas.microsoft.com/office/drawing/2014/main" val="20000"/>
                    </a:ext>
                  </a:extLst>
                </a:gridCol>
                <a:gridCol w="2571658">
                  <a:extLst>
                    <a:ext uri="{9D8B030D-6E8A-4147-A177-3AD203B41FA5}">
                      <a16:colId xmlns:a16="http://schemas.microsoft.com/office/drawing/2014/main" val="20001"/>
                    </a:ext>
                  </a:extLst>
                </a:gridCol>
                <a:gridCol w="7393516">
                  <a:extLst>
                    <a:ext uri="{9D8B030D-6E8A-4147-A177-3AD203B41FA5}">
                      <a16:colId xmlns:a16="http://schemas.microsoft.com/office/drawing/2014/main" val="20002"/>
                    </a:ext>
                  </a:extLst>
                </a:gridCol>
              </a:tblGrid>
              <a:tr h="24386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rgbClr val="FFFFFF"/>
                          </a:solidFill>
                          <a:effectLst/>
                          <a:latin typeface="Times New Roman" pitchFamily="18" charset="0"/>
                          <a:cs typeface="Times New Roman" pitchFamily="18" charset="0"/>
                        </a:rPr>
                        <a:t>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rgbClr val="FFFFFF"/>
                          </a:solidFill>
                          <a:effectLst/>
                          <a:latin typeface="Times New Roman" pitchFamily="18" charset="0"/>
                          <a:cs typeface="Times New Roman" pitchFamily="18" charset="0"/>
                        </a:rPr>
                        <a:t>Purpose</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rgbClr val="FFFFFF"/>
                          </a:solidFill>
                          <a:effectLst/>
                          <a:latin typeface="Times New Roman" pitchFamily="18" charset="0"/>
                          <a:cs typeface="Times New Roman" pitchFamily="18" charset="0"/>
                        </a:rPr>
                        <a:t>Details</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extLst>
                  <a:ext uri="{0D108BD9-81ED-4DB2-BD59-A6C34878D82A}">
                    <a16:rowId xmlns:a16="http://schemas.microsoft.com/office/drawing/2014/main" val="10000"/>
                  </a:ext>
                </a:extLst>
              </a:tr>
              <a:tr h="701099">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RSA Encryption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Times New Roman" pitchFamily="18" charset="0"/>
                          <a:cs typeface="Times New Roman" pitchFamily="18" charset="0"/>
                        </a:rPr>
                        <a:t>Defines the basic formatting rules for RSA public key functions, more specifically the digital signature. It defines how digital signatures should be calculated, including the structure of the data to be signed as well as the format of the signature. The standard also defines the syntax for RSA private and public keys.</a:t>
                      </a:r>
                      <a:endParaRPr kumimoji="0" lang="en-US" sz="2400" b="0" i="0" u="none" strike="noStrike" cap="none" normalizeH="0" baseline="0" dirty="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PKCS#2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RSA Encryption Standard for Message Digests</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This standard outlined the message digest calculation. However, this is now merged with PKCS#1, and does not have an independent existence.</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PKCS#3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Diffie-Hellman Key Agreement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Defines a mechanism to implement Diffie-Hellman Key Agreement protocol.</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386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PKCS#4</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NA</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Merged with PKCS#1.</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PKCS#5</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Password Based Encryption (PBE)</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Describes a method for encrypting an octet string with a symmetric key. The symmetric key is derived from a password.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PKCS#6</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Extended Certificate Syntax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Defines syntax for extending the basic attributes of an X.509 digital certificate.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01099">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PKCS#7</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Cryptographic Message Syntax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Specifies a format/syntax for data that is the result of a cryptographic operation. Examples of this are digital signatures and digital envelopes. This standard provides many formatting options, such as messages that are only signed, only enveloped, signed and enveloped, etc.</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PKCS#8</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Private Key Information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Describes the syntax for private key information (i.e. the algorithm and attributes used to generate the private key).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PKCS#9</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Selected Attribute Types</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Defines selected attribute types for use in PKCS#6 extended certificates (e.g. email address, unstructured name and address).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7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PKCS#10</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Certificate Request Syntax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Defines syntax for requesting for digital certificates. A certificate request contains a Distinguished Name (DN) and public key.</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701099">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PKCS#11</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Cryptographic Token Interface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Times New Roman" pitchFamily="18" charset="0"/>
                          <a:cs typeface="Times New Roman" pitchFamily="18" charset="0"/>
                        </a:rPr>
                        <a:t>This standard, also called as </a:t>
                      </a:r>
                      <a:r>
                        <a:rPr kumimoji="0" lang="en-US" sz="1100" b="1" i="0" u="none" strike="noStrike" cap="none" normalizeH="0" baseline="0" dirty="0" err="1">
                          <a:ln>
                            <a:noFill/>
                          </a:ln>
                          <a:solidFill>
                            <a:schemeClr val="tx1"/>
                          </a:solidFill>
                          <a:effectLst/>
                          <a:latin typeface="Times New Roman" pitchFamily="18" charset="0"/>
                          <a:cs typeface="Times New Roman" pitchFamily="18" charset="0"/>
                        </a:rPr>
                        <a:t>Cryptoki</a:t>
                      </a:r>
                      <a:r>
                        <a:rPr kumimoji="0" lang="en-US" sz="1100" b="0" i="0" u="none" strike="noStrike" cap="none" normalizeH="0" baseline="0" dirty="0">
                          <a:ln>
                            <a:noFill/>
                          </a:ln>
                          <a:solidFill>
                            <a:schemeClr val="tx1"/>
                          </a:solidFill>
                          <a:effectLst/>
                          <a:latin typeface="Times New Roman" pitchFamily="18" charset="0"/>
                          <a:cs typeface="Times New Roman" pitchFamily="18" charset="0"/>
                        </a:rPr>
                        <a:t>, specifies an API for the single-user devices that contain cryptographic information, such as private keys and digital certificates. These devices are also capable of performing cryptographic functions. Smart cards are examples of such devices.</a:t>
                      </a:r>
                      <a:endParaRPr kumimoji="0" lang="en-US" sz="2400" b="0" i="0" u="none" strike="noStrike" cap="none" normalizeH="0" baseline="0" dirty="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486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PKCS#12 </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fr-FR" sz="1100" b="1" i="0" u="none" strike="noStrike" cap="none" normalizeH="0" baseline="0">
                          <a:ln>
                            <a:noFill/>
                          </a:ln>
                          <a:solidFill>
                            <a:schemeClr val="tx1"/>
                          </a:solidFill>
                          <a:effectLst/>
                          <a:latin typeface="Times New Roman" pitchFamily="18" charset="0"/>
                          <a:cs typeface="Times New Roman" pitchFamily="18" charset="0"/>
                        </a:rPr>
                        <a:t>Personal Information Exchange Syntax Standard</a:t>
                      </a:r>
                      <a:endParaRPr kumimoji="0" lang="fr-FR"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Defines syntax for personal identity information, such as private keys, digital certificates, etc. This allows the users to transfer their certificates and other personal identity information from one device to another, using a standard mechanism.</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5486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PKCS#13</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Elliptic Curve Cryptography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Currently under development, this standard deals with a new cryptographic mechanism called as </a:t>
                      </a:r>
                      <a:r>
                        <a:rPr kumimoji="0" lang="en-US" sz="1100" b="0" i="1" u="none" strike="noStrike" cap="none" normalizeH="0" baseline="0">
                          <a:ln>
                            <a:noFill/>
                          </a:ln>
                          <a:solidFill>
                            <a:schemeClr val="tx1"/>
                          </a:solidFill>
                          <a:effectLst/>
                          <a:latin typeface="Times New Roman" pitchFamily="18" charset="0"/>
                          <a:cs typeface="Times New Roman" pitchFamily="18" charset="0"/>
                        </a:rPr>
                        <a:t>Elliptic Curve Cryptography</a:t>
                      </a:r>
                      <a:r>
                        <a:rPr kumimoji="0" lang="en-US" sz="11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5486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PKCS#14</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Pseudo-Random Number Generation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Times New Roman" pitchFamily="18" charset="0"/>
                        </a:rPr>
                        <a:t>Currently under development, this standard will specify the requirements and process of random number generation. Since random numbers are extensively used in cryptography, standardizing their generation is important.</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548686">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PKCS#15</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Times New Roman" pitchFamily="18" charset="0"/>
                          <a:cs typeface="Times New Roman" pitchFamily="18" charset="0"/>
                        </a:rPr>
                        <a:t>Cryptographic Token Information Syntax Standard</a:t>
                      </a:r>
                      <a:endParaRPr kumimoji="0" lang="en-US" sz="2400" b="0" i="0" u="none" strike="noStrike" cap="none" normalizeH="0" baseline="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Times New Roman" pitchFamily="18" charset="0"/>
                          <a:cs typeface="Times New Roman" pitchFamily="18" charset="0"/>
                        </a:rPr>
                        <a:t>Defines a standard for cryptographic tokens, so that they can interoperate.</a:t>
                      </a:r>
                      <a:endParaRPr kumimoji="0" lang="en-US" sz="2400" b="0" i="0" u="none" strike="noStrike" cap="none" normalizeH="0" baseline="0" dirty="0">
                        <a:ln>
                          <a:noFill/>
                        </a:ln>
                        <a:solidFill>
                          <a:schemeClr val="tx1"/>
                        </a:solidFill>
                        <a:effectLst/>
                        <a:latin typeface="Arial" charset="0"/>
                      </a:endParaRPr>
                    </a:p>
                  </a:txBody>
                  <a:tcPr marT="45724" marB="45724"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Number Placeholder 5">
            <a:extLst>
              <a:ext uri="{FF2B5EF4-FFF2-40B4-BE49-F238E27FC236}">
                <a16:creationId xmlns:a16="http://schemas.microsoft.com/office/drawing/2014/main" id="{D9D53791-FFBC-2189-FC3C-F566687187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DF65EA4-7FC6-4DAF-8983-C24A700576B2}" type="slidenum">
              <a:rPr lang="en-US" altLang="en-US" sz="1400"/>
              <a:pPr>
                <a:spcBef>
                  <a:spcPct val="0"/>
                </a:spcBef>
                <a:buClrTx/>
                <a:buSzTx/>
                <a:buFontTx/>
                <a:buNone/>
              </a:pPr>
              <a:t>212</a:t>
            </a:fld>
            <a:endParaRPr lang="en-US" altLang="en-US" sz="1400"/>
          </a:p>
        </p:txBody>
      </p:sp>
      <p:sp>
        <p:nvSpPr>
          <p:cNvPr id="336899" name="Rectangle 2">
            <a:extLst>
              <a:ext uri="{FF2B5EF4-FFF2-40B4-BE49-F238E27FC236}">
                <a16:creationId xmlns:a16="http://schemas.microsoft.com/office/drawing/2014/main" id="{5E99D1E8-1162-2869-C8E7-F5383DBE5DE7}"/>
              </a:ext>
            </a:extLst>
          </p:cNvPr>
          <p:cNvSpPr>
            <a:spLocks noGrp="1" noChangeArrowheads="1"/>
          </p:cNvSpPr>
          <p:nvPr>
            <p:ph type="title"/>
          </p:nvPr>
        </p:nvSpPr>
        <p:spPr/>
        <p:txBody>
          <a:bodyPr/>
          <a:lstStyle/>
          <a:p>
            <a:pPr eaLnBrk="1" hangingPunct="1"/>
            <a:r>
              <a:rPr lang="en-US" altLang="en-US" dirty="0"/>
              <a:t>FIPS</a:t>
            </a:r>
          </a:p>
        </p:txBody>
      </p:sp>
      <p:sp>
        <p:nvSpPr>
          <p:cNvPr id="336900" name="Rectangle 3">
            <a:extLst>
              <a:ext uri="{FF2B5EF4-FFF2-40B4-BE49-F238E27FC236}">
                <a16:creationId xmlns:a16="http://schemas.microsoft.com/office/drawing/2014/main" id="{107EA658-551A-9042-9017-9810648B0654}"/>
              </a:ext>
            </a:extLst>
          </p:cNvPr>
          <p:cNvSpPr>
            <a:spLocks noGrp="1" noChangeArrowheads="1"/>
          </p:cNvSpPr>
          <p:nvPr>
            <p:ph type="body" idx="1"/>
          </p:nvPr>
        </p:nvSpPr>
        <p:spPr/>
        <p:txBody>
          <a:bodyPr>
            <a:normAutofit/>
          </a:bodyPr>
          <a:lstStyle/>
          <a:p>
            <a:pPr eaLnBrk="1" hangingPunct="1"/>
            <a:r>
              <a:rPr lang="en-US" altLang="en-US" sz="3600" dirty="0"/>
              <a:t>The </a:t>
            </a:r>
            <a:r>
              <a:rPr lang="en-US" altLang="en-US" sz="3600" b="1" dirty="0"/>
              <a:t>Federal Information Processing Standards (FIPS)</a:t>
            </a:r>
            <a:r>
              <a:rPr lang="en-US" altLang="en-US" sz="3600" dirty="0"/>
              <a:t> of the United States are a set of publicly announced standards that the National Institute of Standards and Technology (NIST) has developed for use in computer systems of non-military, American government agencies and contractors.</a:t>
            </a:r>
          </a:p>
          <a:p>
            <a:pPr eaLnBrk="1" hangingPunct="1"/>
            <a:r>
              <a:rPr lang="en-US" altLang="en-US" sz="3600" dirty="0"/>
              <a:t>FIPS 140-2 or 140-3</a:t>
            </a:r>
            <a:r>
              <a:rPr lang="en-US" altLang="en-US" sz="3600"/>
              <a:t>: https://en.wikipedia.org/wiki/FIPS_140-3</a:t>
            </a:r>
            <a:endParaRPr lang="en-US" altLang="en-US" sz="3600" dirty="0"/>
          </a:p>
          <a:p>
            <a:pPr eaLnBrk="1" hangingPunct="1"/>
            <a:endParaRPr lang="en-US" altLang="en-US" sz="3600" dirty="0"/>
          </a:p>
        </p:txBody>
      </p:sp>
    </p:spTree>
    <p:extLst>
      <p:ext uri="{BB962C8B-B14F-4D97-AF65-F5344CB8AC3E}">
        <p14:creationId xmlns:p14="http://schemas.microsoft.com/office/powerpoint/2010/main" val="1756592707"/>
      </p:ext>
    </p:extLst>
  </p:cSld>
  <p:clrMapOvr>
    <a:masterClrMapping/>
  </p:clrMapOvr>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Number Placeholder 5">
            <a:extLst>
              <a:ext uri="{FF2B5EF4-FFF2-40B4-BE49-F238E27FC236}">
                <a16:creationId xmlns:a16="http://schemas.microsoft.com/office/drawing/2014/main" id="{D9D53791-FFBC-2189-FC3C-F566687187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DF65EA4-7FC6-4DAF-8983-C24A700576B2}" type="slidenum">
              <a:rPr lang="en-US" altLang="en-US" sz="1400"/>
              <a:pPr>
                <a:spcBef>
                  <a:spcPct val="0"/>
                </a:spcBef>
                <a:buClrTx/>
                <a:buSzTx/>
                <a:buFontTx/>
                <a:buNone/>
              </a:pPr>
              <a:t>213</a:t>
            </a:fld>
            <a:endParaRPr lang="en-US" altLang="en-US" sz="1400"/>
          </a:p>
        </p:txBody>
      </p:sp>
      <p:sp>
        <p:nvSpPr>
          <p:cNvPr id="336899" name="Rectangle 2">
            <a:extLst>
              <a:ext uri="{FF2B5EF4-FFF2-40B4-BE49-F238E27FC236}">
                <a16:creationId xmlns:a16="http://schemas.microsoft.com/office/drawing/2014/main" id="{5E99D1E8-1162-2869-C8E7-F5383DBE5DE7}"/>
              </a:ext>
            </a:extLst>
          </p:cNvPr>
          <p:cNvSpPr>
            <a:spLocks noGrp="1" noChangeArrowheads="1"/>
          </p:cNvSpPr>
          <p:nvPr>
            <p:ph type="title"/>
          </p:nvPr>
        </p:nvSpPr>
        <p:spPr/>
        <p:txBody>
          <a:bodyPr/>
          <a:lstStyle/>
          <a:p>
            <a:pPr eaLnBrk="1" hangingPunct="1"/>
            <a:r>
              <a:rPr lang="en-US" altLang="en-US"/>
              <a:t>Authentication Mechanisms</a:t>
            </a:r>
          </a:p>
        </p:txBody>
      </p:sp>
      <p:sp>
        <p:nvSpPr>
          <p:cNvPr id="336900" name="Rectangle 3">
            <a:extLst>
              <a:ext uri="{FF2B5EF4-FFF2-40B4-BE49-F238E27FC236}">
                <a16:creationId xmlns:a16="http://schemas.microsoft.com/office/drawing/2014/main" id="{107EA658-551A-9042-9017-9810648B0654}"/>
              </a:ext>
            </a:extLst>
          </p:cNvPr>
          <p:cNvSpPr>
            <a:spLocks noGrp="1" noChangeArrowheads="1"/>
          </p:cNvSpPr>
          <p:nvPr>
            <p:ph type="body" idx="1"/>
          </p:nvPr>
        </p:nvSpPr>
        <p:spPr/>
        <p:txBody>
          <a:bodyPr/>
          <a:lstStyle/>
          <a:p>
            <a:pPr eaLnBrk="1" hangingPunct="1"/>
            <a:r>
              <a:rPr lang="en-US" altLang="en-US" sz="3600" dirty="0"/>
              <a:t>Static Id-Password Based</a:t>
            </a:r>
          </a:p>
          <a:p>
            <a:pPr eaLnBrk="1" hangingPunct="1"/>
            <a:r>
              <a:rPr lang="en-US" altLang="en-US" sz="3600" dirty="0"/>
              <a:t>Dynamic Passwords</a:t>
            </a:r>
          </a:p>
          <a:p>
            <a:pPr eaLnBrk="1" hangingPunct="1"/>
            <a:r>
              <a:rPr lang="en-US" altLang="en-US" sz="3600" dirty="0"/>
              <a:t>Biometric</a:t>
            </a:r>
          </a:p>
          <a:p>
            <a:pPr eaLnBrk="1" hangingPunct="1"/>
            <a:r>
              <a:rPr lang="en-US" altLang="en-US" sz="3600" dirty="0"/>
              <a:t>Single/Multi-factor</a:t>
            </a:r>
          </a:p>
          <a:p>
            <a:pPr eaLnBrk="1" hangingPunct="1"/>
            <a:r>
              <a:rPr lang="en-US" altLang="en-US" sz="3600" dirty="0"/>
              <a:t>Modern: FIDO, </a:t>
            </a:r>
            <a:r>
              <a:rPr lang="en-US" altLang="en-US" sz="3600" dirty="0" err="1"/>
              <a:t>Oauth</a:t>
            </a:r>
            <a:endParaRPr lang="en-US" altLang="en-US" sz="3600" dirty="0"/>
          </a:p>
          <a:p>
            <a:pPr eaLnBrk="1" hangingPunct="1"/>
            <a:r>
              <a:rPr lang="en-US" altLang="en-US" sz="3600" dirty="0"/>
              <a:t>Cloud-based</a:t>
            </a:r>
          </a:p>
        </p:txBody>
      </p:sp>
    </p:spTree>
    <p:extLst>
      <p:ext uri="{BB962C8B-B14F-4D97-AF65-F5344CB8AC3E}">
        <p14:creationId xmlns:p14="http://schemas.microsoft.com/office/powerpoint/2010/main" val="4141829845"/>
      </p:ext>
    </p:extLst>
  </p:cSld>
  <p:clrMapOvr>
    <a:masterClrMapping/>
  </p:clrMapOvr>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677E-CA1A-F1A8-CE03-CBA2DE34590F}"/>
              </a:ext>
            </a:extLst>
          </p:cNvPr>
          <p:cNvSpPr>
            <a:spLocks noGrp="1"/>
          </p:cNvSpPr>
          <p:nvPr>
            <p:ph type="title"/>
          </p:nvPr>
        </p:nvSpPr>
        <p:spPr/>
        <p:txBody>
          <a:bodyPr/>
          <a:lstStyle/>
          <a:p>
            <a:r>
              <a:rPr lang="en-IN" dirty="0"/>
              <a:t>Fast Identity Online (FIDO)</a:t>
            </a:r>
          </a:p>
        </p:txBody>
      </p:sp>
      <p:sp>
        <p:nvSpPr>
          <p:cNvPr id="3" name="Content Placeholder 2">
            <a:extLst>
              <a:ext uri="{FF2B5EF4-FFF2-40B4-BE49-F238E27FC236}">
                <a16:creationId xmlns:a16="http://schemas.microsoft.com/office/drawing/2014/main" id="{FD99195B-145F-A546-95EB-5051F569C548}"/>
              </a:ext>
            </a:extLst>
          </p:cNvPr>
          <p:cNvSpPr>
            <a:spLocks noGrp="1"/>
          </p:cNvSpPr>
          <p:nvPr>
            <p:ph idx="1"/>
          </p:nvPr>
        </p:nvSpPr>
        <p:spPr/>
        <p:txBody>
          <a:bodyPr>
            <a:normAutofit fontScale="92500" lnSpcReduction="10000"/>
          </a:bodyPr>
          <a:lstStyle/>
          <a:p>
            <a:r>
              <a:rPr lang="en-US" dirty="0"/>
              <a:t>During registration with an online service, the user’s client device creates a new key pair. </a:t>
            </a:r>
          </a:p>
          <a:p>
            <a:r>
              <a:rPr lang="en-US" dirty="0"/>
              <a:t>It retains the private key and registers the public key with the online service. </a:t>
            </a:r>
          </a:p>
          <a:p>
            <a:r>
              <a:rPr lang="en-US" dirty="0"/>
              <a:t>Authentication is done by the client device proving possession of the private key to the service by signing a challenge. </a:t>
            </a:r>
          </a:p>
          <a:p>
            <a:r>
              <a:rPr lang="en-US" dirty="0"/>
              <a:t>The client’s private keys can be used only after they are unlocked locally on the device by the user. </a:t>
            </a:r>
          </a:p>
          <a:p>
            <a:r>
              <a:rPr lang="en-US" dirty="0"/>
              <a:t>The local unlock is accomplished by a user–friendly and secure action such as swiping a finger, entering a PIN, speaking into a microphone, inserting a second–factor device or pressing a button.</a:t>
            </a:r>
            <a:endParaRPr lang="en-IN" dirty="0"/>
          </a:p>
        </p:txBody>
      </p:sp>
    </p:spTree>
    <p:extLst>
      <p:ext uri="{BB962C8B-B14F-4D97-AF65-F5344CB8AC3E}">
        <p14:creationId xmlns:p14="http://schemas.microsoft.com/office/powerpoint/2010/main" val="75277118"/>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E1480-EA5E-2B31-9743-E09F1E8FDB1D}"/>
              </a:ext>
            </a:extLst>
          </p:cNvPr>
          <p:cNvSpPr>
            <a:spLocks noGrp="1"/>
          </p:cNvSpPr>
          <p:nvPr>
            <p:ph type="title"/>
          </p:nvPr>
        </p:nvSpPr>
        <p:spPr/>
        <p:txBody>
          <a:bodyPr/>
          <a:lstStyle/>
          <a:p>
            <a:r>
              <a:rPr lang="en-IN" dirty="0"/>
              <a:t>FIDO Registration</a:t>
            </a:r>
          </a:p>
        </p:txBody>
      </p:sp>
      <p:sp>
        <p:nvSpPr>
          <p:cNvPr id="3" name="Content Placeholder 2">
            <a:extLst>
              <a:ext uri="{FF2B5EF4-FFF2-40B4-BE49-F238E27FC236}">
                <a16:creationId xmlns:a16="http://schemas.microsoft.com/office/drawing/2014/main" id="{7BC1E1F9-24C8-2833-DC9B-A583A9696AB7}"/>
              </a:ext>
            </a:extLst>
          </p:cNvPr>
          <p:cNvSpPr>
            <a:spLocks noGrp="1"/>
          </p:cNvSpPr>
          <p:nvPr>
            <p:ph idx="1"/>
          </p:nvPr>
        </p:nvSpPr>
        <p:spPr/>
        <p:txBody>
          <a:bodyPr/>
          <a:lstStyle/>
          <a:p>
            <a:endParaRPr lang="en-IN"/>
          </a:p>
        </p:txBody>
      </p:sp>
      <p:pic>
        <p:nvPicPr>
          <p:cNvPr id="6146" name="Picture 2" descr="graphic_Registration">
            <a:extLst>
              <a:ext uri="{FF2B5EF4-FFF2-40B4-BE49-F238E27FC236}">
                <a16:creationId xmlns:a16="http://schemas.microsoft.com/office/drawing/2014/main" id="{BEFDF4B4-363D-730D-17FA-CC37F112D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7604" y="0"/>
            <a:ext cx="5724525" cy="622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500749"/>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E1480-EA5E-2B31-9743-E09F1E8FDB1D}"/>
              </a:ext>
            </a:extLst>
          </p:cNvPr>
          <p:cNvSpPr>
            <a:spLocks noGrp="1"/>
          </p:cNvSpPr>
          <p:nvPr>
            <p:ph type="title"/>
          </p:nvPr>
        </p:nvSpPr>
        <p:spPr/>
        <p:txBody>
          <a:bodyPr/>
          <a:lstStyle/>
          <a:p>
            <a:r>
              <a:rPr lang="en-IN" dirty="0"/>
              <a:t>FIDO Login</a:t>
            </a:r>
          </a:p>
        </p:txBody>
      </p:sp>
      <p:sp>
        <p:nvSpPr>
          <p:cNvPr id="3" name="Content Placeholder 2">
            <a:extLst>
              <a:ext uri="{FF2B5EF4-FFF2-40B4-BE49-F238E27FC236}">
                <a16:creationId xmlns:a16="http://schemas.microsoft.com/office/drawing/2014/main" id="{7BC1E1F9-24C8-2833-DC9B-A583A9696AB7}"/>
              </a:ext>
            </a:extLst>
          </p:cNvPr>
          <p:cNvSpPr>
            <a:spLocks noGrp="1"/>
          </p:cNvSpPr>
          <p:nvPr>
            <p:ph idx="1"/>
          </p:nvPr>
        </p:nvSpPr>
        <p:spPr/>
        <p:txBody>
          <a:bodyPr/>
          <a:lstStyle/>
          <a:p>
            <a:endParaRPr lang="en-IN"/>
          </a:p>
        </p:txBody>
      </p:sp>
      <p:pic>
        <p:nvPicPr>
          <p:cNvPr id="7170" name="Picture 2" descr="graphic_Login">
            <a:extLst>
              <a:ext uri="{FF2B5EF4-FFF2-40B4-BE49-F238E27FC236}">
                <a16:creationId xmlns:a16="http://schemas.microsoft.com/office/drawing/2014/main" id="{526E0686-77DB-E30D-A753-67E34D40B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2524" y="180280"/>
            <a:ext cx="5724525" cy="608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18016"/>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E07A1-51B3-4CAC-8E2F-6C9203D2A24A}"/>
              </a:ext>
            </a:extLst>
          </p:cNvPr>
          <p:cNvSpPr>
            <a:spLocks noGrp="1"/>
          </p:cNvSpPr>
          <p:nvPr>
            <p:ph type="title"/>
          </p:nvPr>
        </p:nvSpPr>
        <p:spPr/>
        <p:txBody>
          <a:bodyPr/>
          <a:lstStyle/>
          <a:p>
            <a:r>
              <a:rPr lang="en-IN" dirty="0"/>
              <a:t>OAuth Process</a:t>
            </a:r>
          </a:p>
        </p:txBody>
      </p:sp>
      <p:sp>
        <p:nvSpPr>
          <p:cNvPr id="3" name="Content Placeholder 2">
            <a:extLst>
              <a:ext uri="{FF2B5EF4-FFF2-40B4-BE49-F238E27FC236}">
                <a16:creationId xmlns:a16="http://schemas.microsoft.com/office/drawing/2014/main" id="{7E081B8A-7F91-4762-8C4E-842EDC5DFF5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CC04526-0140-4289-9703-B2BE2246A2BA}"/>
              </a:ext>
            </a:extLst>
          </p:cNvPr>
          <p:cNvPicPr>
            <a:picLocks noChangeAspect="1"/>
          </p:cNvPicPr>
          <p:nvPr/>
        </p:nvPicPr>
        <p:blipFill>
          <a:blip r:embed="rId2"/>
          <a:stretch>
            <a:fillRect/>
          </a:stretch>
        </p:blipFill>
        <p:spPr>
          <a:xfrm>
            <a:off x="2974814" y="1622180"/>
            <a:ext cx="6242371" cy="4422211"/>
          </a:xfrm>
          <a:prstGeom prst="rect">
            <a:avLst/>
          </a:prstGeom>
        </p:spPr>
      </p:pic>
    </p:spTree>
    <p:extLst>
      <p:ext uri="{BB962C8B-B14F-4D97-AF65-F5344CB8AC3E}">
        <p14:creationId xmlns:p14="http://schemas.microsoft.com/office/powerpoint/2010/main" val="1616456067"/>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E1F1-4650-450D-8353-CC75FB75E0F9}"/>
              </a:ext>
            </a:extLst>
          </p:cNvPr>
          <p:cNvSpPr>
            <a:spLocks noGrp="1"/>
          </p:cNvSpPr>
          <p:nvPr>
            <p:ph type="title"/>
          </p:nvPr>
        </p:nvSpPr>
        <p:spPr/>
        <p:txBody>
          <a:bodyPr/>
          <a:lstStyle/>
          <a:p>
            <a:r>
              <a:rPr lang="en-IN" dirty="0"/>
              <a:t>From OAuth 2.0 Specifications (Example Follows)</a:t>
            </a:r>
          </a:p>
        </p:txBody>
      </p:sp>
      <p:sp>
        <p:nvSpPr>
          <p:cNvPr id="3" name="Content Placeholder 2">
            <a:extLst>
              <a:ext uri="{FF2B5EF4-FFF2-40B4-BE49-F238E27FC236}">
                <a16:creationId xmlns:a16="http://schemas.microsoft.com/office/drawing/2014/main" id="{969A589D-13D4-4ACB-8CAC-795BC2B989C8}"/>
              </a:ext>
            </a:extLst>
          </p:cNvPr>
          <p:cNvSpPr>
            <a:spLocks noGrp="1"/>
          </p:cNvSpPr>
          <p:nvPr>
            <p:ph idx="1"/>
          </p:nvPr>
        </p:nvSpPr>
        <p:spPr/>
        <p:txBody>
          <a:bodyPr>
            <a:normAutofit/>
          </a:bodyPr>
          <a:lstStyle/>
          <a:p>
            <a:pPr algn="l"/>
            <a:r>
              <a:rPr lang="en-US" sz="1800" b="0" i="1" u="none" strike="noStrike" baseline="0" dirty="0">
                <a:latin typeface="NewBaskerville-Italic"/>
              </a:rPr>
              <a:t>The OAuth 2.0 authorization framework enables a third-party application to obtain limited access to an HTTP service, either on behalf of a resource owner by orchestrating an approval interaction between the resource owner and the HTTP service, or by allowing the third-party application to obtain access on its own behalf.</a:t>
            </a:r>
            <a:endParaRPr lang="en-US" sz="1800" b="0" u="none" strike="noStrike" baseline="0" dirty="0">
              <a:latin typeface="NewBaskerville-Italic"/>
            </a:endParaRPr>
          </a:p>
          <a:p>
            <a:pPr algn="l"/>
            <a:r>
              <a:rPr lang="en-US" sz="1800" b="0" i="0" u="none" strike="noStrike" baseline="0" dirty="0">
                <a:latin typeface="NewBaskerville-Roman"/>
              </a:rPr>
              <a:t>The </a:t>
            </a:r>
            <a:r>
              <a:rPr lang="en-US" sz="1800" b="1" i="1" u="none" strike="noStrike" baseline="0" dirty="0">
                <a:latin typeface="NewBaskerville-Italic"/>
              </a:rPr>
              <a:t>resource owner </a:t>
            </a:r>
            <a:r>
              <a:rPr lang="en-US" sz="1800" b="0" i="0" u="none" strike="noStrike" baseline="0" dirty="0">
                <a:latin typeface="NewBaskerville-Roman"/>
              </a:rPr>
              <a:t>has access to an API and can delegate access to that API. The resource owner is usually a person and is generally assumed to have access to a </a:t>
            </a:r>
            <a:r>
              <a:rPr lang="en-IN" sz="1800" b="0" i="0" u="none" strike="noStrike" baseline="0" dirty="0">
                <a:latin typeface="NewBaskerville-Roman"/>
              </a:rPr>
              <a:t>web browser.</a:t>
            </a:r>
          </a:p>
          <a:p>
            <a:pPr algn="l"/>
            <a:r>
              <a:rPr lang="en-US" sz="1800" b="0" i="0" u="none" strike="noStrike" baseline="0" dirty="0">
                <a:latin typeface="NewBaskerville-Roman"/>
              </a:rPr>
              <a:t>The </a:t>
            </a:r>
            <a:r>
              <a:rPr lang="en-US" sz="1800" b="1" i="1" u="none" strike="noStrike" baseline="0" dirty="0">
                <a:latin typeface="NewBaskerville-Italic"/>
              </a:rPr>
              <a:t>protected resource </a:t>
            </a:r>
            <a:r>
              <a:rPr lang="en-US" sz="1800" b="0" i="0" u="none" strike="noStrike" baseline="0" dirty="0">
                <a:latin typeface="NewBaskerville-Roman"/>
              </a:rPr>
              <a:t>is the component that the resource owner has access to. This can take many different forms, but for the most part it’s a web API of some kind. Even though the name “resource” makes it sound as though this is something to be downloaded, these APIs can allow read, write, and other operations just as </a:t>
            </a:r>
            <a:r>
              <a:rPr lang="en-IN" sz="1800" b="0" i="0" u="none" strike="noStrike" baseline="0" dirty="0">
                <a:latin typeface="NewBaskerville-Roman"/>
              </a:rPr>
              <a:t>well.</a:t>
            </a:r>
          </a:p>
          <a:p>
            <a:pPr algn="l"/>
            <a:r>
              <a:rPr lang="en-US" sz="1800" b="0" i="0" u="none" strike="noStrike" baseline="0" dirty="0">
                <a:latin typeface="NewBaskerville-Roman"/>
              </a:rPr>
              <a:t>The </a:t>
            </a:r>
            <a:r>
              <a:rPr lang="en-US" sz="1800" b="1" i="1" u="none" strike="noStrike" baseline="0" dirty="0">
                <a:latin typeface="NewBaskerville-Italic"/>
              </a:rPr>
              <a:t>client </a:t>
            </a:r>
            <a:r>
              <a:rPr lang="en-US" sz="1800" b="0" i="0" u="none" strike="noStrike" baseline="0" dirty="0">
                <a:latin typeface="NewBaskerville-Roman"/>
              </a:rPr>
              <a:t>is the piece of software that accesses the protected resource on behalf of the resource owner. If you’re a web developer, the name “client” might make you think this is the web browser, but that’s not how the term is used here. In OAuth, the client is whatever software consumes the API that makes up </a:t>
            </a:r>
            <a:r>
              <a:rPr lang="en-IN" sz="1800" b="0" i="0" u="none" strike="noStrike" baseline="0" dirty="0">
                <a:latin typeface="NewBaskerville-Roman"/>
              </a:rPr>
              <a:t>the protected resource.</a:t>
            </a:r>
            <a:endParaRPr lang="en-IN" dirty="0"/>
          </a:p>
        </p:txBody>
      </p:sp>
    </p:spTree>
    <p:extLst>
      <p:ext uri="{BB962C8B-B14F-4D97-AF65-F5344CB8AC3E}">
        <p14:creationId xmlns:p14="http://schemas.microsoft.com/office/powerpoint/2010/main" val="2419121558"/>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7703-44DF-4486-9E7A-9F7A433FBEF3}"/>
              </a:ext>
            </a:extLst>
          </p:cNvPr>
          <p:cNvSpPr>
            <a:spLocks noGrp="1"/>
          </p:cNvSpPr>
          <p:nvPr>
            <p:ph type="title"/>
          </p:nvPr>
        </p:nvSpPr>
        <p:spPr/>
        <p:txBody>
          <a:bodyPr/>
          <a:lstStyle/>
          <a:p>
            <a:r>
              <a:rPr lang="en-IN" dirty="0"/>
              <a:t>OAuth 2.0 Terminology With An Example – 1</a:t>
            </a:r>
          </a:p>
        </p:txBody>
      </p:sp>
      <p:sp>
        <p:nvSpPr>
          <p:cNvPr id="3" name="Content Placeholder 2">
            <a:extLst>
              <a:ext uri="{FF2B5EF4-FFF2-40B4-BE49-F238E27FC236}">
                <a16:creationId xmlns:a16="http://schemas.microsoft.com/office/drawing/2014/main" id="{DAEF5AA9-A5EB-425E-A882-78B7249B08E4}"/>
              </a:ext>
            </a:extLst>
          </p:cNvPr>
          <p:cNvSpPr>
            <a:spLocks noGrp="1"/>
          </p:cNvSpPr>
          <p:nvPr>
            <p:ph idx="1"/>
          </p:nvPr>
        </p:nvSpPr>
        <p:spPr/>
        <p:txBody>
          <a:bodyPr/>
          <a:lstStyle/>
          <a:p>
            <a:pPr algn="l"/>
            <a:r>
              <a:rPr lang="en-US" sz="1800" b="0" i="0" u="none" strike="noStrike" baseline="0" dirty="0">
                <a:latin typeface="NewBaskerville-Roman"/>
              </a:rPr>
              <a:t>Suppose you have a cloud photo-storage service and a photo printing service, and you want to be able to print the photos that you have stored in your storage service. </a:t>
            </a:r>
          </a:p>
          <a:p>
            <a:pPr algn="l"/>
            <a:r>
              <a:rPr lang="en-US" sz="1800" b="0" i="0" u="none" strike="noStrike" baseline="0" dirty="0">
                <a:latin typeface="NewBaskerville-Roman"/>
              </a:rPr>
              <a:t>Luckily, your cloud-printing service can communicate with your cloud-storage service using an API. This is great, except that the two services are run by different companies, which means that your account with the storage service has no connection to your account with the printing service. </a:t>
            </a:r>
          </a:p>
          <a:p>
            <a:pPr algn="l"/>
            <a:r>
              <a:rPr lang="en-US" sz="1800" b="0" i="0" u="none" strike="noStrike" baseline="0" dirty="0">
                <a:latin typeface="NewBaskerville-Roman"/>
              </a:rPr>
              <a:t>We can use OAuth to solve this problem by letting you delegate access to your photos across the different services, all without giving your password away to the photo printer.</a:t>
            </a:r>
            <a:endParaRPr lang="en-IN" dirty="0"/>
          </a:p>
        </p:txBody>
      </p:sp>
    </p:spTree>
    <p:extLst>
      <p:ext uri="{BB962C8B-B14F-4D97-AF65-F5344CB8AC3E}">
        <p14:creationId xmlns:p14="http://schemas.microsoft.com/office/powerpoint/2010/main" val="3614094382"/>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7703-44DF-4486-9E7A-9F7A433FBEF3}"/>
              </a:ext>
            </a:extLst>
          </p:cNvPr>
          <p:cNvSpPr>
            <a:spLocks noGrp="1"/>
          </p:cNvSpPr>
          <p:nvPr>
            <p:ph type="title"/>
          </p:nvPr>
        </p:nvSpPr>
        <p:spPr/>
        <p:txBody>
          <a:bodyPr/>
          <a:lstStyle/>
          <a:p>
            <a:r>
              <a:rPr lang="en-IN" dirty="0"/>
              <a:t>OAuth 2.0 Terminology With An Example – 2</a:t>
            </a:r>
          </a:p>
        </p:txBody>
      </p:sp>
      <p:sp>
        <p:nvSpPr>
          <p:cNvPr id="3" name="Content Placeholder 2">
            <a:extLst>
              <a:ext uri="{FF2B5EF4-FFF2-40B4-BE49-F238E27FC236}">
                <a16:creationId xmlns:a16="http://schemas.microsoft.com/office/drawing/2014/main" id="{DAEF5AA9-A5EB-425E-A882-78B7249B08E4}"/>
              </a:ext>
            </a:extLst>
          </p:cNvPr>
          <p:cNvSpPr>
            <a:spLocks noGrp="1"/>
          </p:cNvSpPr>
          <p:nvPr>
            <p:ph idx="1"/>
          </p:nvPr>
        </p:nvSpPr>
        <p:spPr/>
        <p:txBody>
          <a:bodyPr/>
          <a:lstStyle/>
          <a:p>
            <a:pPr algn="l"/>
            <a:r>
              <a:rPr lang="en-US" sz="1800" b="0" i="0" u="none" strike="noStrike" baseline="0" dirty="0">
                <a:latin typeface="NewBaskerville-Roman"/>
              </a:rPr>
              <a:t>The storage site’s API is the </a:t>
            </a:r>
            <a:r>
              <a:rPr lang="en-US" sz="1800" b="1" i="0" u="none" strike="noStrike" baseline="0" dirty="0">
                <a:latin typeface="NewBaskerville-Roman"/>
              </a:rPr>
              <a:t>protected resource</a:t>
            </a:r>
            <a:r>
              <a:rPr lang="en-US" sz="1800" b="0" i="0" u="none" strike="noStrike" baseline="0" dirty="0">
                <a:latin typeface="NewBaskerville-Roman"/>
              </a:rPr>
              <a:t>, and the printing service is the </a:t>
            </a:r>
            <a:r>
              <a:rPr lang="en-US" sz="1800" b="1" i="0" u="none" strike="noStrike" baseline="0" dirty="0">
                <a:latin typeface="NewBaskerville-Roman"/>
              </a:rPr>
              <a:t>client </a:t>
            </a:r>
            <a:r>
              <a:rPr lang="en-US" sz="1800" b="0" i="0" u="none" strike="noStrike" baseline="0" dirty="0">
                <a:latin typeface="NewBaskerville-Roman"/>
              </a:rPr>
              <a:t>of that API. </a:t>
            </a:r>
          </a:p>
          <a:p>
            <a:pPr algn="l"/>
            <a:r>
              <a:rPr lang="en-US" sz="1800" b="0" i="0" u="none" strike="noStrike" baseline="0" dirty="0">
                <a:latin typeface="NewBaskerville-Roman"/>
              </a:rPr>
              <a:t>You, as the </a:t>
            </a:r>
            <a:r>
              <a:rPr lang="en-US" sz="1800" b="1" i="0" u="none" strike="noStrike" baseline="0" dirty="0">
                <a:latin typeface="NewBaskerville-Roman"/>
              </a:rPr>
              <a:t>resource owner</a:t>
            </a:r>
            <a:r>
              <a:rPr lang="en-US" sz="1800" b="0" i="0" u="none" strike="noStrike" baseline="0" dirty="0">
                <a:latin typeface="NewBaskerville-Roman"/>
              </a:rPr>
              <a:t>, need to be able to delegate part of your authority to the printer so that it can read your photos. </a:t>
            </a:r>
          </a:p>
          <a:p>
            <a:pPr algn="l"/>
            <a:r>
              <a:rPr lang="en-US" sz="1800" b="0" i="0" u="none" strike="noStrike" baseline="0" dirty="0">
                <a:latin typeface="NewBaskerville-Roman"/>
              </a:rPr>
              <a:t>You probably don’t want the printer to be able to read all of your photos, nor do you want the printer to be able to delete photos or upload new ones of </a:t>
            </a:r>
            <a:r>
              <a:rPr lang="en-IN" sz="1800" b="0" i="0" u="none" strike="noStrike" baseline="0" dirty="0">
                <a:latin typeface="NewBaskerville-Roman"/>
              </a:rPr>
              <a:t>its own.</a:t>
            </a:r>
            <a:endParaRPr lang="en-IN" dirty="0"/>
          </a:p>
        </p:txBody>
      </p:sp>
      <p:pic>
        <p:nvPicPr>
          <p:cNvPr id="5" name="Picture 4">
            <a:extLst>
              <a:ext uri="{FF2B5EF4-FFF2-40B4-BE49-F238E27FC236}">
                <a16:creationId xmlns:a16="http://schemas.microsoft.com/office/drawing/2014/main" id="{72BF2EB5-5AF7-4A14-9FEC-ACA836917614}"/>
              </a:ext>
            </a:extLst>
          </p:cNvPr>
          <p:cNvPicPr>
            <a:picLocks noChangeAspect="1"/>
          </p:cNvPicPr>
          <p:nvPr/>
        </p:nvPicPr>
        <p:blipFill>
          <a:blip r:embed="rId2"/>
          <a:stretch>
            <a:fillRect/>
          </a:stretch>
        </p:blipFill>
        <p:spPr>
          <a:xfrm>
            <a:off x="7613772" y="4005190"/>
            <a:ext cx="4040147" cy="2797712"/>
          </a:xfrm>
          <a:prstGeom prst="rect">
            <a:avLst/>
          </a:prstGeom>
        </p:spPr>
      </p:pic>
    </p:spTree>
    <p:extLst>
      <p:ext uri="{BB962C8B-B14F-4D97-AF65-F5344CB8AC3E}">
        <p14:creationId xmlns:p14="http://schemas.microsoft.com/office/powerpoint/2010/main" val="4017117108"/>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EB8EA-609C-4743-BC04-199CECE3238A}"/>
              </a:ext>
            </a:extLst>
          </p:cNvPr>
          <p:cNvSpPr>
            <a:spLocks noGrp="1"/>
          </p:cNvSpPr>
          <p:nvPr>
            <p:ph type="title"/>
          </p:nvPr>
        </p:nvSpPr>
        <p:spPr/>
        <p:txBody>
          <a:bodyPr/>
          <a:lstStyle/>
          <a:p>
            <a:r>
              <a:rPr lang="en-IN" dirty="0"/>
              <a:t>Authorization Server</a:t>
            </a:r>
          </a:p>
        </p:txBody>
      </p:sp>
      <p:sp>
        <p:nvSpPr>
          <p:cNvPr id="3" name="Content Placeholder 2">
            <a:extLst>
              <a:ext uri="{FF2B5EF4-FFF2-40B4-BE49-F238E27FC236}">
                <a16:creationId xmlns:a16="http://schemas.microsoft.com/office/drawing/2014/main" id="{2C9144E6-8842-4C6F-9A6A-8585327234F7}"/>
              </a:ext>
            </a:extLst>
          </p:cNvPr>
          <p:cNvSpPr>
            <a:spLocks noGrp="1"/>
          </p:cNvSpPr>
          <p:nvPr>
            <p:ph idx="1"/>
          </p:nvPr>
        </p:nvSpPr>
        <p:spPr/>
        <p:txBody>
          <a:bodyPr>
            <a:normAutofit/>
          </a:bodyPr>
          <a:lstStyle/>
          <a:p>
            <a:pPr algn="l"/>
            <a:r>
              <a:rPr lang="en-US" sz="1800" b="0" i="0" u="none" strike="noStrike" baseline="0" dirty="0">
                <a:latin typeface="NewBaskerville-Roman"/>
              </a:rPr>
              <a:t>In OAuth, the end user </a:t>
            </a:r>
            <a:r>
              <a:rPr lang="en-US" sz="1800" b="0" i="1" u="none" strike="noStrike" baseline="0" dirty="0">
                <a:latin typeface="NewBaskerville-Italic"/>
              </a:rPr>
              <a:t>delegates </a:t>
            </a:r>
            <a:r>
              <a:rPr lang="en-US" sz="1800" b="0" i="0" u="none" strike="noStrike" baseline="0" dirty="0">
                <a:latin typeface="NewBaskerville-Roman"/>
              </a:rPr>
              <a:t>some part of their authority to access the protected resource to the client application to act on their behalf. </a:t>
            </a:r>
          </a:p>
          <a:p>
            <a:pPr algn="l"/>
            <a:r>
              <a:rPr lang="en-US" sz="1800" b="0" i="0" u="none" strike="noStrike" baseline="0" dirty="0">
                <a:latin typeface="NewBaskerville-Roman"/>
              </a:rPr>
              <a:t>To make that happen, OAuth introduces another component into the </a:t>
            </a:r>
            <a:r>
              <a:rPr lang="en-IN" sz="1800" b="0" i="0" u="none" strike="noStrike" baseline="0" dirty="0">
                <a:latin typeface="NewBaskerville-Roman"/>
              </a:rPr>
              <a:t>system: the </a:t>
            </a:r>
            <a:r>
              <a:rPr lang="en-IN" sz="1800" b="1" i="1" u="none" strike="noStrike" baseline="0" dirty="0">
                <a:latin typeface="NewBaskerville-Italic"/>
              </a:rPr>
              <a:t>authorization server</a:t>
            </a:r>
            <a:r>
              <a:rPr lang="en-IN" sz="1800" u="none" strike="noStrike" baseline="0" dirty="0">
                <a:latin typeface="NewBaskerville-Italic"/>
              </a:rPr>
              <a:t>.</a:t>
            </a:r>
          </a:p>
          <a:p>
            <a:pPr algn="l"/>
            <a:r>
              <a:rPr lang="en-US" sz="1800" b="0" i="0" u="none" strike="noStrike" baseline="0" dirty="0">
                <a:latin typeface="NewBaskerville-Roman"/>
              </a:rPr>
              <a:t>The authorization server (AS) is trusted by the protected resource to issue special purpose security credentials—called OAuth access tokens—to clients. </a:t>
            </a:r>
          </a:p>
        </p:txBody>
      </p:sp>
    </p:spTree>
    <p:extLst>
      <p:ext uri="{BB962C8B-B14F-4D97-AF65-F5344CB8AC3E}">
        <p14:creationId xmlns:p14="http://schemas.microsoft.com/office/powerpoint/2010/main" val="933583950"/>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6306-D82F-4498-AF69-CF52FBEA4DA0}"/>
              </a:ext>
            </a:extLst>
          </p:cNvPr>
          <p:cNvSpPr>
            <a:spLocks noGrp="1"/>
          </p:cNvSpPr>
          <p:nvPr>
            <p:ph type="title"/>
          </p:nvPr>
        </p:nvSpPr>
        <p:spPr/>
        <p:txBody>
          <a:bodyPr/>
          <a:lstStyle/>
          <a:p>
            <a:r>
              <a:rPr lang="en-IN" dirty="0"/>
              <a:t>Authorization Server</a:t>
            </a:r>
          </a:p>
        </p:txBody>
      </p:sp>
      <p:sp>
        <p:nvSpPr>
          <p:cNvPr id="3" name="Content Placeholder 2">
            <a:extLst>
              <a:ext uri="{FF2B5EF4-FFF2-40B4-BE49-F238E27FC236}">
                <a16:creationId xmlns:a16="http://schemas.microsoft.com/office/drawing/2014/main" id="{ADBD8149-E009-4904-A3F3-D05B9E1DD0B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1203AC3-E7A9-4312-BD59-C5B379220D14}"/>
              </a:ext>
            </a:extLst>
          </p:cNvPr>
          <p:cNvPicPr>
            <a:picLocks noChangeAspect="1"/>
          </p:cNvPicPr>
          <p:nvPr/>
        </p:nvPicPr>
        <p:blipFill>
          <a:blip r:embed="rId2"/>
          <a:stretch>
            <a:fillRect/>
          </a:stretch>
        </p:blipFill>
        <p:spPr>
          <a:xfrm>
            <a:off x="3670160" y="2286000"/>
            <a:ext cx="5206554" cy="3433383"/>
          </a:xfrm>
          <a:prstGeom prst="rect">
            <a:avLst/>
          </a:prstGeom>
        </p:spPr>
      </p:pic>
    </p:spTree>
    <p:extLst>
      <p:ext uri="{BB962C8B-B14F-4D97-AF65-F5344CB8AC3E}">
        <p14:creationId xmlns:p14="http://schemas.microsoft.com/office/powerpoint/2010/main" val="2517991547"/>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1DDE1-0D86-43B3-BA53-BF6431D888B6}"/>
              </a:ext>
            </a:extLst>
          </p:cNvPr>
          <p:cNvSpPr>
            <a:spLocks noGrp="1"/>
          </p:cNvSpPr>
          <p:nvPr>
            <p:ph type="title"/>
          </p:nvPr>
        </p:nvSpPr>
        <p:spPr/>
        <p:txBody>
          <a:bodyPr/>
          <a:lstStyle/>
          <a:p>
            <a:r>
              <a:rPr lang="en-IN" dirty="0"/>
              <a:t>Delegating Access</a:t>
            </a:r>
          </a:p>
        </p:txBody>
      </p:sp>
      <p:sp>
        <p:nvSpPr>
          <p:cNvPr id="3" name="Content Placeholder 2">
            <a:extLst>
              <a:ext uri="{FF2B5EF4-FFF2-40B4-BE49-F238E27FC236}">
                <a16:creationId xmlns:a16="http://schemas.microsoft.com/office/drawing/2014/main" id="{AD08E80F-6B2E-466F-9D43-F4AA0C29989D}"/>
              </a:ext>
            </a:extLst>
          </p:cNvPr>
          <p:cNvSpPr>
            <a:spLocks noGrp="1"/>
          </p:cNvSpPr>
          <p:nvPr>
            <p:ph idx="1"/>
          </p:nvPr>
        </p:nvSpPr>
        <p:spPr/>
        <p:txBody>
          <a:bodyPr>
            <a:normAutofit/>
          </a:bodyPr>
          <a:lstStyle/>
          <a:p>
            <a:pPr algn="l"/>
            <a:r>
              <a:rPr lang="en-US" sz="2000" b="0" i="0" u="none" strike="noStrike" baseline="0" dirty="0">
                <a:latin typeface="NewBaskerville-Roman"/>
              </a:rPr>
              <a:t>To acquire a token, the client first sends the resource owner to the authorization server in order to request that the resource owner authorize this client.</a:t>
            </a:r>
          </a:p>
          <a:p>
            <a:pPr algn="l"/>
            <a:r>
              <a:rPr lang="en-US" sz="2000" b="0" i="0" u="none" strike="noStrike" baseline="0" dirty="0">
                <a:latin typeface="NewBaskerville-Roman"/>
              </a:rPr>
              <a:t> The resource owner authenticates to the authorization server and is generally presented with a choice of whether to authorize the client making the request. </a:t>
            </a:r>
          </a:p>
          <a:p>
            <a:pPr algn="l"/>
            <a:r>
              <a:rPr lang="en-US" sz="2000" b="0" i="0" u="none" strike="noStrike" baseline="0" dirty="0">
                <a:latin typeface="NewBaskerville-Roman"/>
              </a:rPr>
              <a:t>The client is able to ask for a subset of functionality, or scopes, which the resource owner may be able to further diminish. </a:t>
            </a:r>
          </a:p>
          <a:p>
            <a:pPr algn="l"/>
            <a:r>
              <a:rPr lang="en-US" sz="2000" b="0" i="0" u="none" strike="noStrike" baseline="0" dirty="0">
                <a:latin typeface="NewBaskerville-Roman"/>
              </a:rPr>
              <a:t>Once the authorization grant has been made, the client can then request an access token from the authorization server. </a:t>
            </a:r>
          </a:p>
          <a:p>
            <a:pPr algn="l"/>
            <a:r>
              <a:rPr lang="en-US" sz="2000" b="0" i="0" u="none" strike="noStrike" baseline="0" dirty="0">
                <a:latin typeface="NewBaskerville-Roman"/>
              </a:rPr>
              <a:t>This access token can be used at the protected resource to access the API, as granted by the resource owner.</a:t>
            </a:r>
            <a:endParaRPr lang="en-IN" dirty="0"/>
          </a:p>
        </p:txBody>
      </p:sp>
    </p:spTree>
    <p:extLst>
      <p:ext uri="{BB962C8B-B14F-4D97-AF65-F5344CB8AC3E}">
        <p14:creationId xmlns:p14="http://schemas.microsoft.com/office/powerpoint/2010/main" val="4073346975"/>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2DAF-2C55-466F-B42B-F48BDA8646C0}"/>
              </a:ext>
            </a:extLst>
          </p:cNvPr>
          <p:cNvSpPr>
            <a:spLocks noGrp="1"/>
          </p:cNvSpPr>
          <p:nvPr>
            <p:ph type="title"/>
          </p:nvPr>
        </p:nvSpPr>
        <p:spPr/>
        <p:txBody>
          <a:bodyPr/>
          <a:lstStyle/>
          <a:p>
            <a:r>
              <a:rPr lang="en-IN" dirty="0"/>
              <a:t>Client Redirects the Resource Owner</a:t>
            </a:r>
          </a:p>
        </p:txBody>
      </p:sp>
      <p:sp>
        <p:nvSpPr>
          <p:cNvPr id="3" name="Content Placeholder 2">
            <a:extLst>
              <a:ext uri="{FF2B5EF4-FFF2-40B4-BE49-F238E27FC236}">
                <a16:creationId xmlns:a16="http://schemas.microsoft.com/office/drawing/2014/main" id="{5B3C08B8-8F21-44AA-9497-41757AAF4D3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F12F29A-6678-4E37-A426-60F1354DAF81}"/>
              </a:ext>
            </a:extLst>
          </p:cNvPr>
          <p:cNvPicPr>
            <a:picLocks noChangeAspect="1"/>
          </p:cNvPicPr>
          <p:nvPr/>
        </p:nvPicPr>
        <p:blipFill>
          <a:blip r:embed="rId2"/>
          <a:stretch>
            <a:fillRect/>
          </a:stretch>
        </p:blipFill>
        <p:spPr>
          <a:xfrm>
            <a:off x="3339235" y="1592543"/>
            <a:ext cx="6142389" cy="4274857"/>
          </a:xfrm>
          <a:prstGeom prst="rect">
            <a:avLst/>
          </a:prstGeom>
        </p:spPr>
      </p:pic>
    </p:spTree>
    <p:extLst>
      <p:ext uri="{BB962C8B-B14F-4D97-AF65-F5344CB8AC3E}">
        <p14:creationId xmlns:p14="http://schemas.microsoft.com/office/powerpoint/2010/main" val="577135923"/>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A3E57-329E-406A-89B5-6D68928D12C2}"/>
              </a:ext>
            </a:extLst>
          </p:cNvPr>
          <p:cNvSpPr>
            <a:spLocks noGrp="1"/>
          </p:cNvSpPr>
          <p:nvPr>
            <p:ph type="title"/>
          </p:nvPr>
        </p:nvSpPr>
        <p:spPr/>
        <p:txBody>
          <a:bodyPr/>
          <a:lstStyle/>
          <a:p>
            <a:r>
              <a:rPr lang="en-IN" dirty="0"/>
              <a:t>Client Redirects the Resource Owner</a:t>
            </a:r>
          </a:p>
        </p:txBody>
      </p:sp>
      <p:sp>
        <p:nvSpPr>
          <p:cNvPr id="3" name="Content Placeholder 2">
            <a:extLst>
              <a:ext uri="{FF2B5EF4-FFF2-40B4-BE49-F238E27FC236}">
                <a16:creationId xmlns:a16="http://schemas.microsoft.com/office/drawing/2014/main" id="{2B307C0F-DE21-4EF3-8E34-FFE2274A1014}"/>
              </a:ext>
            </a:extLst>
          </p:cNvPr>
          <p:cNvSpPr>
            <a:spLocks noGrp="1"/>
          </p:cNvSpPr>
          <p:nvPr>
            <p:ph idx="1"/>
          </p:nvPr>
        </p:nvSpPr>
        <p:spPr/>
        <p:txBody>
          <a:bodyPr>
            <a:normAutofit fontScale="77500" lnSpcReduction="20000"/>
          </a:bodyPr>
          <a:lstStyle/>
          <a:p>
            <a:r>
              <a:rPr lang="en-US" dirty="0"/>
              <a:t>When the client realizes that it needs to get a new OAuth access token, it sends the resource owner to the authorization server with a request that indicates that the client is asking to be delegated some piece of authority by that resource owner.</a:t>
            </a:r>
          </a:p>
          <a:p>
            <a:r>
              <a:rPr lang="en-US" dirty="0"/>
              <a:t>For example, our photo printer could ask the photo-storage service for the ability to read the photos stored there.</a:t>
            </a:r>
          </a:p>
          <a:p>
            <a:r>
              <a:rPr lang="en-US" dirty="0"/>
              <a:t>Since we have a web client, this takes the form of an HTTP redirect to the authorization server’s authorization endpoint. The response from the client application looks like this:</a:t>
            </a:r>
          </a:p>
          <a:p>
            <a:pPr lvl="1"/>
            <a:r>
              <a:rPr lang="en-US" dirty="0"/>
              <a:t>HTTP/1.1 302 Moved Temporarily</a:t>
            </a:r>
          </a:p>
          <a:p>
            <a:pPr lvl="1"/>
            <a:r>
              <a:rPr lang="en-US" dirty="0"/>
              <a:t>Location: http://localhost:9001/authorize?response_type=code&amp;scope=foo&amp;client_id=oauth-client-1&amp;redirect_uri=http%3A%2F%2Flocalhost%3A9000%2Fcallback&amp;</a:t>
            </a:r>
          </a:p>
          <a:p>
            <a:pPr lvl="1"/>
            <a:r>
              <a:rPr lang="en-US" dirty="0"/>
              <a:t>Content-Type: text/html; charset=utf-8</a:t>
            </a:r>
          </a:p>
          <a:p>
            <a:pPr lvl="1"/>
            <a:r>
              <a:rPr lang="en-US" dirty="0"/>
              <a:t>Content-Length: 444</a:t>
            </a:r>
          </a:p>
          <a:p>
            <a:pPr lvl="1"/>
            <a:r>
              <a:rPr lang="en-US" dirty="0"/>
              <a:t>Date: Fri, 31 Jul 2015 20:50:19 GMT</a:t>
            </a:r>
          </a:p>
        </p:txBody>
      </p:sp>
    </p:spTree>
    <p:extLst>
      <p:ext uri="{BB962C8B-B14F-4D97-AF65-F5344CB8AC3E}">
        <p14:creationId xmlns:p14="http://schemas.microsoft.com/office/powerpoint/2010/main" val="2506624541"/>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5BDD-5D1E-46D3-B505-276B2828D0DD}"/>
              </a:ext>
            </a:extLst>
          </p:cNvPr>
          <p:cNvSpPr>
            <a:spLocks noGrp="1"/>
          </p:cNvSpPr>
          <p:nvPr>
            <p:ph type="title"/>
          </p:nvPr>
        </p:nvSpPr>
        <p:spPr/>
        <p:txBody>
          <a:bodyPr/>
          <a:lstStyle/>
          <a:p>
            <a:r>
              <a:rPr lang="en-IN" dirty="0"/>
              <a:t>HTTP GET to Authorization Server</a:t>
            </a:r>
          </a:p>
        </p:txBody>
      </p:sp>
      <p:sp>
        <p:nvSpPr>
          <p:cNvPr id="3" name="Content Placeholder 2">
            <a:extLst>
              <a:ext uri="{FF2B5EF4-FFF2-40B4-BE49-F238E27FC236}">
                <a16:creationId xmlns:a16="http://schemas.microsoft.com/office/drawing/2014/main" id="{F037DD68-F6EA-476E-B56A-811E562190E8}"/>
              </a:ext>
            </a:extLst>
          </p:cNvPr>
          <p:cNvSpPr>
            <a:spLocks noGrp="1"/>
          </p:cNvSpPr>
          <p:nvPr>
            <p:ph idx="1"/>
          </p:nvPr>
        </p:nvSpPr>
        <p:spPr/>
        <p:txBody>
          <a:bodyPr>
            <a:normAutofit/>
          </a:bodyPr>
          <a:lstStyle/>
          <a:p>
            <a:pPr algn="l"/>
            <a:r>
              <a:rPr lang="en-US" sz="1800" b="0" i="0" u="none" strike="noStrike" baseline="0" dirty="0">
                <a:latin typeface="NewBaskerville-Roman"/>
              </a:rPr>
              <a:t>This redirect to the browser causes the browser to send an HTTP GET to the authorization </a:t>
            </a:r>
            <a:r>
              <a:rPr lang="en-IN" sz="1800" b="0" i="0" u="none" strike="noStrike" baseline="0" dirty="0">
                <a:latin typeface="NewBaskerville-Roman"/>
              </a:rPr>
              <a:t>server.</a:t>
            </a:r>
            <a:endParaRPr lang="en-US" sz="1800" b="0" i="0" u="none" strike="noStrike" baseline="0" dirty="0">
              <a:latin typeface="Courier"/>
            </a:endParaRPr>
          </a:p>
          <a:p>
            <a:pPr algn="l"/>
            <a:r>
              <a:rPr lang="en-US" sz="1800" b="0" i="0" u="none" strike="noStrike" baseline="0" dirty="0">
                <a:latin typeface="Courier"/>
              </a:rPr>
              <a:t>GET </a:t>
            </a:r>
            <a:r>
              <a:rPr lang="en-US" sz="1800" b="1" i="0" u="none" strike="noStrike" baseline="0" dirty="0">
                <a:latin typeface="Courier-Bold"/>
              </a:rPr>
              <a:t>/</a:t>
            </a:r>
            <a:r>
              <a:rPr lang="en-US" sz="1800" b="1" i="0" u="none" strike="noStrike" baseline="0" dirty="0" err="1">
                <a:latin typeface="Courier-Bold"/>
              </a:rPr>
              <a:t>authorize?response_type</a:t>
            </a:r>
            <a:r>
              <a:rPr lang="en-US" sz="1800" b="1" i="0" u="none" strike="noStrike" baseline="0" dirty="0">
                <a:latin typeface="Courier-Bold"/>
              </a:rPr>
              <a:t>=</a:t>
            </a:r>
            <a:r>
              <a:rPr lang="en-US" sz="1800" b="1" i="0" u="none" strike="noStrike" baseline="0" dirty="0" err="1">
                <a:latin typeface="Courier-Bold"/>
              </a:rPr>
              <a:t>code&amp;scope</a:t>
            </a:r>
            <a:r>
              <a:rPr lang="en-US" sz="1800" b="1" i="0" u="none" strike="noStrike" baseline="0" dirty="0">
                <a:latin typeface="Courier-Bold"/>
              </a:rPr>
              <a:t>=</a:t>
            </a:r>
            <a:r>
              <a:rPr lang="en-US" sz="1800" b="1" i="0" u="none" strike="noStrike" baseline="0" dirty="0" err="1">
                <a:latin typeface="Courier-Bold"/>
              </a:rPr>
              <a:t>foo&amp;client_id</a:t>
            </a:r>
            <a:r>
              <a:rPr lang="en-US" sz="1800" b="1" i="0" u="none" strike="noStrike" baseline="0" dirty="0">
                <a:latin typeface="Courier-Bold"/>
              </a:rPr>
              <a:t>=</a:t>
            </a:r>
            <a:r>
              <a:rPr lang="en-US" sz="1800" b="1" i="0" u="none" strike="noStrike" baseline="0" dirty="0" err="1">
                <a:latin typeface="Courier-Bold"/>
              </a:rPr>
              <a:t>oauth</a:t>
            </a:r>
            <a:r>
              <a:rPr lang="en-US" sz="1800" b="1" i="0" u="none" strike="noStrike" baseline="0" dirty="0">
                <a:latin typeface="Courier-Bold"/>
              </a:rPr>
              <a:t>-client</a:t>
            </a:r>
            <a:r>
              <a:rPr lang="en-IN" sz="1800" b="1" i="0" u="none" strike="noStrike" baseline="0" dirty="0">
                <a:latin typeface="Courier-Bold"/>
              </a:rPr>
              <a:t>-1&amp;redirect_uri=http%3A%2F%2Flocalhost%3A9000%2Fcallback&amp;state=Lwt50DDQKUB8U7jtfLQCVGDL9cnmwHH1 </a:t>
            </a:r>
          </a:p>
          <a:p>
            <a:pPr algn="l"/>
            <a:r>
              <a:rPr lang="en-IN" sz="1800" b="0" i="0" u="none" strike="noStrike" baseline="0" dirty="0">
                <a:latin typeface="Courier"/>
              </a:rPr>
              <a:t>HTTP/1.1</a:t>
            </a:r>
          </a:p>
          <a:p>
            <a:pPr algn="l"/>
            <a:r>
              <a:rPr lang="en-IN" sz="1800" b="0" i="0" u="none" strike="noStrike" baseline="0" dirty="0">
                <a:latin typeface="Courier"/>
              </a:rPr>
              <a:t>Host: localhost:9001</a:t>
            </a:r>
          </a:p>
          <a:p>
            <a:pPr algn="l"/>
            <a:r>
              <a:rPr lang="pt-BR" sz="1800" b="0" i="0" u="none" strike="noStrike" baseline="0" dirty="0">
                <a:latin typeface="Courier"/>
              </a:rPr>
              <a:t>User-Agent: Mozilla/5.0 (Macintosh; Intel Mac OS X 10.10; rv:39.0)</a:t>
            </a:r>
          </a:p>
          <a:p>
            <a:pPr algn="l"/>
            <a:r>
              <a:rPr lang="en-IN" sz="1800" b="0" i="0" u="none" strike="noStrike" baseline="0" dirty="0">
                <a:latin typeface="Courier"/>
              </a:rPr>
              <a:t>Accept: text/</a:t>
            </a:r>
            <a:r>
              <a:rPr lang="en-IN" sz="1800" b="0" i="0" u="none" strike="noStrike" baseline="0" dirty="0" err="1">
                <a:latin typeface="Courier"/>
              </a:rPr>
              <a:t>html,application</a:t>
            </a:r>
            <a:r>
              <a:rPr lang="en-IN" sz="1800" b="0" i="0" u="none" strike="noStrike" baseline="0" dirty="0">
                <a:latin typeface="Courier"/>
              </a:rPr>
              <a:t>/</a:t>
            </a:r>
            <a:r>
              <a:rPr lang="en-IN" sz="1800" b="0" i="0" u="none" strike="noStrike" baseline="0" dirty="0" err="1">
                <a:latin typeface="Courier"/>
              </a:rPr>
              <a:t>xhtml+xml,application</a:t>
            </a:r>
            <a:r>
              <a:rPr lang="en-IN" sz="1800" b="0" i="0" u="none" strike="noStrike" baseline="0" dirty="0">
                <a:latin typeface="Courier"/>
              </a:rPr>
              <a:t>/</a:t>
            </a:r>
            <a:r>
              <a:rPr lang="en-IN" sz="1800" b="0" i="0" u="none" strike="noStrike" baseline="0" dirty="0" err="1">
                <a:latin typeface="Courier"/>
              </a:rPr>
              <a:t>xml;q</a:t>
            </a:r>
            <a:r>
              <a:rPr lang="en-IN" sz="1800" b="0" i="0" u="none" strike="noStrike" baseline="0" dirty="0">
                <a:latin typeface="Courier"/>
              </a:rPr>
              <a:t>=0.9,*/*;q=0.8</a:t>
            </a:r>
          </a:p>
          <a:p>
            <a:pPr algn="l"/>
            <a:r>
              <a:rPr lang="en-IN" sz="1800" b="0" i="0" u="none" strike="noStrike" baseline="0" dirty="0">
                <a:latin typeface="Courier"/>
              </a:rPr>
              <a:t>Connection: keep-alive</a:t>
            </a:r>
            <a:endParaRPr lang="en-IN" dirty="0"/>
          </a:p>
        </p:txBody>
      </p:sp>
    </p:spTree>
    <p:extLst>
      <p:ext uri="{BB962C8B-B14F-4D97-AF65-F5344CB8AC3E}">
        <p14:creationId xmlns:p14="http://schemas.microsoft.com/office/powerpoint/2010/main" val="4199577872"/>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F304-B68C-4ED1-B361-41AC861A9965}"/>
              </a:ext>
            </a:extLst>
          </p:cNvPr>
          <p:cNvSpPr>
            <a:spLocks noGrp="1"/>
          </p:cNvSpPr>
          <p:nvPr>
            <p:ph type="title"/>
          </p:nvPr>
        </p:nvSpPr>
        <p:spPr/>
        <p:txBody>
          <a:bodyPr/>
          <a:lstStyle/>
          <a:p>
            <a:r>
              <a:rPr lang="en-IN" dirty="0"/>
              <a:t>Authorization Server May Ask The User to Authenticate</a:t>
            </a:r>
          </a:p>
        </p:txBody>
      </p:sp>
      <p:sp>
        <p:nvSpPr>
          <p:cNvPr id="3" name="Content Placeholder 2">
            <a:extLst>
              <a:ext uri="{FF2B5EF4-FFF2-40B4-BE49-F238E27FC236}">
                <a16:creationId xmlns:a16="http://schemas.microsoft.com/office/drawing/2014/main" id="{ACA4577B-29F5-4E70-B35C-8004AA96D78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ACF4D80-9809-434C-A436-D0F65AE1C93C}"/>
              </a:ext>
            </a:extLst>
          </p:cNvPr>
          <p:cNvPicPr>
            <a:picLocks noChangeAspect="1"/>
          </p:cNvPicPr>
          <p:nvPr/>
        </p:nvPicPr>
        <p:blipFill>
          <a:blip r:embed="rId2"/>
          <a:stretch>
            <a:fillRect/>
          </a:stretch>
        </p:blipFill>
        <p:spPr>
          <a:xfrm>
            <a:off x="3514662" y="2171700"/>
            <a:ext cx="5162675" cy="3557204"/>
          </a:xfrm>
          <a:prstGeom prst="rect">
            <a:avLst/>
          </a:prstGeom>
        </p:spPr>
      </p:pic>
    </p:spTree>
    <p:extLst>
      <p:ext uri="{BB962C8B-B14F-4D97-AF65-F5344CB8AC3E}">
        <p14:creationId xmlns:p14="http://schemas.microsoft.com/office/powerpoint/2010/main" val="1092587275"/>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39B2-A52E-4617-9BEC-F1D0DE25CDE3}"/>
              </a:ext>
            </a:extLst>
          </p:cNvPr>
          <p:cNvSpPr>
            <a:spLocks noGrp="1"/>
          </p:cNvSpPr>
          <p:nvPr>
            <p:ph type="title"/>
          </p:nvPr>
        </p:nvSpPr>
        <p:spPr/>
        <p:txBody>
          <a:bodyPr/>
          <a:lstStyle/>
          <a:p>
            <a:r>
              <a:rPr lang="en-IN" dirty="0"/>
              <a:t>User Authentication</a:t>
            </a:r>
          </a:p>
        </p:txBody>
      </p:sp>
      <p:sp>
        <p:nvSpPr>
          <p:cNvPr id="3" name="Content Placeholder 2">
            <a:extLst>
              <a:ext uri="{FF2B5EF4-FFF2-40B4-BE49-F238E27FC236}">
                <a16:creationId xmlns:a16="http://schemas.microsoft.com/office/drawing/2014/main" id="{E1B80881-7E24-4507-8986-4F6DF5CEC562}"/>
              </a:ext>
            </a:extLst>
          </p:cNvPr>
          <p:cNvSpPr>
            <a:spLocks noGrp="1"/>
          </p:cNvSpPr>
          <p:nvPr>
            <p:ph idx="1"/>
          </p:nvPr>
        </p:nvSpPr>
        <p:spPr/>
        <p:txBody>
          <a:bodyPr/>
          <a:lstStyle/>
          <a:p>
            <a:pPr algn="l"/>
            <a:r>
              <a:rPr lang="en-US" sz="1800" b="0" i="0" u="none" strike="noStrike" baseline="0" dirty="0">
                <a:latin typeface="NewBaskerville-Roman"/>
              </a:rPr>
              <a:t>The user’s authentication passes directly between the user (and their browser) and the authorization server; it’s never seen by the client application. </a:t>
            </a:r>
          </a:p>
          <a:p>
            <a:pPr algn="l"/>
            <a:r>
              <a:rPr lang="en-US" sz="1800" b="0" i="0" u="none" strike="noStrike" baseline="0" dirty="0">
                <a:latin typeface="NewBaskerville-Roman"/>
              </a:rPr>
              <a:t>This essential aspect protects the user from having to share their credentials with the client application.</a:t>
            </a:r>
            <a:endParaRPr lang="en-IN" dirty="0"/>
          </a:p>
        </p:txBody>
      </p:sp>
    </p:spTree>
    <p:extLst>
      <p:ext uri="{BB962C8B-B14F-4D97-AF65-F5344CB8AC3E}">
        <p14:creationId xmlns:p14="http://schemas.microsoft.com/office/powerpoint/2010/main" val="1956477055"/>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68E5-5B91-4625-B65D-58540CB59322}"/>
              </a:ext>
            </a:extLst>
          </p:cNvPr>
          <p:cNvSpPr>
            <a:spLocks noGrp="1"/>
          </p:cNvSpPr>
          <p:nvPr>
            <p:ph type="title"/>
          </p:nvPr>
        </p:nvSpPr>
        <p:spPr/>
        <p:txBody>
          <a:bodyPr/>
          <a:lstStyle/>
          <a:p>
            <a:r>
              <a:rPr lang="en-IN" dirty="0"/>
              <a:t>User Authorizes the Client Application</a:t>
            </a:r>
          </a:p>
        </p:txBody>
      </p:sp>
      <p:sp>
        <p:nvSpPr>
          <p:cNvPr id="3" name="Content Placeholder 2">
            <a:extLst>
              <a:ext uri="{FF2B5EF4-FFF2-40B4-BE49-F238E27FC236}">
                <a16:creationId xmlns:a16="http://schemas.microsoft.com/office/drawing/2014/main" id="{DB5F1D44-53DE-47C8-AD50-2F48F568A189}"/>
              </a:ext>
            </a:extLst>
          </p:cNvPr>
          <p:cNvSpPr>
            <a:spLocks noGrp="1"/>
          </p:cNvSpPr>
          <p:nvPr>
            <p:ph idx="1"/>
          </p:nvPr>
        </p:nvSpPr>
        <p:spPr/>
        <p:txBody>
          <a:bodyPr>
            <a:normAutofit/>
          </a:bodyPr>
          <a:lstStyle/>
          <a:p>
            <a:pPr algn="l"/>
            <a:r>
              <a:rPr lang="en-US" sz="1800" b="0" i="0" u="none" strike="noStrike" baseline="0" dirty="0">
                <a:latin typeface="NewBaskerville-Roman"/>
              </a:rPr>
              <a:t>In this step, the resource owner chooses to delegate some portion of their authority to the client application, and the authorization server has many different options to make this work. </a:t>
            </a:r>
          </a:p>
          <a:p>
            <a:pPr algn="l"/>
            <a:r>
              <a:rPr lang="en-US" sz="1800" b="0" i="0" u="none" strike="noStrike" baseline="0" dirty="0">
                <a:latin typeface="NewBaskerville-Roman"/>
              </a:rPr>
              <a:t>The client’s request can include an indication of what kind of access it’s looking for (known as the </a:t>
            </a:r>
            <a:r>
              <a:rPr lang="en-IN" sz="1800" b="0" i="0" u="none" strike="noStrike" baseline="0" dirty="0">
                <a:latin typeface="NewBaskerville-Roman"/>
              </a:rPr>
              <a:t>OAuth scope).</a:t>
            </a:r>
          </a:p>
          <a:p>
            <a:pPr algn="l"/>
            <a:r>
              <a:rPr lang="en-US" sz="1800" b="0" i="0" u="none" strike="noStrike" baseline="0" dirty="0">
                <a:latin typeface="NewBaskerville-Roman"/>
              </a:rPr>
              <a:t>The authorization server can allow the user to</a:t>
            </a:r>
            <a:r>
              <a:rPr lang="en-IN" sz="1800" dirty="0">
                <a:latin typeface="NewBaskerville-Roman"/>
              </a:rPr>
              <a:t> </a:t>
            </a:r>
            <a:r>
              <a:rPr lang="en-US" sz="1800" b="0" i="0" u="none" strike="noStrike" baseline="0" dirty="0">
                <a:latin typeface="NewBaskerville-Roman"/>
              </a:rPr>
              <a:t>deny some or all of these scopes, or it can let the user approve or deny the request as </a:t>
            </a:r>
            <a:r>
              <a:rPr lang="en-IN" sz="1800" b="0" i="0" u="none" strike="noStrike" baseline="0" dirty="0">
                <a:latin typeface="NewBaskerville-Roman"/>
              </a:rPr>
              <a:t>a whole.</a:t>
            </a:r>
          </a:p>
          <a:p>
            <a:pPr algn="l"/>
            <a:r>
              <a:rPr lang="en-US" sz="1800" b="0" i="0" u="none" strike="noStrike" baseline="0" dirty="0">
                <a:latin typeface="NewBaskerville-Roman"/>
              </a:rPr>
              <a:t>Furthermore, many authorization servers allow the storage of this authorization decision for future use. </a:t>
            </a:r>
          </a:p>
          <a:p>
            <a:pPr algn="l"/>
            <a:r>
              <a:rPr lang="en-US" sz="1800" b="0" i="0" u="none" strike="noStrike" baseline="0" dirty="0">
                <a:latin typeface="NewBaskerville-Roman"/>
              </a:rPr>
              <a:t>If this is used, then future requests for the same access by the same client won’t prompt the user interactively.</a:t>
            </a:r>
            <a:endParaRPr lang="en-IN" dirty="0"/>
          </a:p>
        </p:txBody>
      </p:sp>
    </p:spTree>
    <p:extLst>
      <p:ext uri="{BB962C8B-B14F-4D97-AF65-F5344CB8AC3E}">
        <p14:creationId xmlns:p14="http://schemas.microsoft.com/office/powerpoint/2010/main" val="544746290"/>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696B-75AC-4934-9975-36B9C85E9FA4}"/>
              </a:ext>
            </a:extLst>
          </p:cNvPr>
          <p:cNvSpPr>
            <a:spLocks noGrp="1"/>
          </p:cNvSpPr>
          <p:nvPr>
            <p:ph type="title"/>
          </p:nvPr>
        </p:nvSpPr>
        <p:spPr/>
        <p:txBody>
          <a:bodyPr/>
          <a:lstStyle/>
          <a:p>
            <a:r>
              <a:rPr lang="en-IN" dirty="0"/>
              <a:t>User Authorizes the Client Application</a:t>
            </a:r>
          </a:p>
        </p:txBody>
      </p:sp>
      <p:sp>
        <p:nvSpPr>
          <p:cNvPr id="3" name="Content Placeholder 2">
            <a:extLst>
              <a:ext uri="{FF2B5EF4-FFF2-40B4-BE49-F238E27FC236}">
                <a16:creationId xmlns:a16="http://schemas.microsoft.com/office/drawing/2014/main" id="{05A3C281-03BB-4A87-BD2F-7599C8A4FA2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B337F01-46E5-435B-B39D-62E9D685B70D}"/>
              </a:ext>
            </a:extLst>
          </p:cNvPr>
          <p:cNvPicPr>
            <a:picLocks noChangeAspect="1"/>
          </p:cNvPicPr>
          <p:nvPr/>
        </p:nvPicPr>
        <p:blipFill>
          <a:blip r:embed="rId2"/>
          <a:stretch>
            <a:fillRect/>
          </a:stretch>
        </p:blipFill>
        <p:spPr>
          <a:xfrm>
            <a:off x="2912682" y="2171699"/>
            <a:ext cx="5485730" cy="3760719"/>
          </a:xfrm>
          <a:prstGeom prst="rect">
            <a:avLst/>
          </a:prstGeom>
        </p:spPr>
      </p:pic>
    </p:spTree>
    <p:extLst>
      <p:ext uri="{BB962C8B-B14F-4D97-AF65-F5344CB8AC3E}">
        <p14:creationId xmlns:p14="http://schemas.microsoft.com/office/powerpoint/2010/main" val="350993675"/>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879CD-70DB-4FFB-9741-7F42DD111C3E}"/>
              </a:ext>
            </a:extLst>
          </p:cNvPr>
          <p:cNvSpPr>
            <a:spLocks noGrp="1"/>
          </p:cNvSpPr>
          <p:nvPr>
            <p:ph type="title"/>
          </p:nvPr>
        </p:nvSpPr>
        <p:spPr/>
        <p:txBody>
          <a:bodyPr/>
          <a:lstStyle/>
          <a:p>
            <a:r>
              <a:rPr lang="en-IN" dirty="0"/>
              <a:t>Authorization Server Redirects User Back to the Client Application</a:t>
            </a:r>
          </a:p>
        </p:txBody>
      </p:sp>
      <p:sp>
        <p:nvSpPr>
          <p:cNvPr id="3" name="Content Placeholder 2">
            <a:extLst>
              <a:ext uri="{FF2B5EF4-FFF2-40B4-BE49-F238E27FC236}">
                <a16:creationId xmlns:a16="http://schemas.microsoft.com/office/drawing/2014/main" id="{5FABC860-97AA-4BDB-A1F9-BEA92F3D4A86}"/>
              </a:ext>
            </a:extLst>
          </p:cNvPr>
          <p:cNvSpPr>
            <a:spLocks noGrp="1"/>
          </p:cNvSpPr>
          <p:nvPr>
            <p:ph idx="1"/>
          </p:nvPr>
        </p:nvSpPr>
        <p:spPr/>
        <p:txBody>
          <a:bodyPr>
            <a:normAutofit/>
          </a:bodyPr>
          <a:lstStyle/>
          <a:p>
            <a:pPr algn="l"/>
            <a:r>
              <a:rPr lang="en-US" sz="1800" b="0" i="0" u="none" strike="noStrike" baseline="0" dirty="0">
                <a:latin typeface="NewBaskerville-Roman"/>
              </a:rPr>
              <a:t>This takes the form of an HTTP redirect to the client’s </a:t>
            </a:r>
            <a:r>
              <a:rPr lang="en-US" sz="1800" b="0" i="0" u="none" strike="noStrike" baseline="0" dirty="0" err="1">
                <a:latin typeface="Courier"/>
              </a:rPr>
              <a:t>redirect_uri</a:t>
            </a:r>
            <a:r>
              <a:rPr lang="en-US" sz="1800" b="0" i="0" u="none" strike="noStrike" baseline="0" dirty="0">
                <a:latin typeface="NewBaskerville-Roman"/>
              </a:rPr>
              <a:t>.</a:t>
            </a:r>
          </a:p>
          <a:p>
            <a:pPr lvl="1"/>
            <a:r>
              <a:rPr lang="en-IN" sz="1800" b="0" i="0" u="none" strike="noStrike" baseline="0" dirty="0">
                <a:latin typeface="Courier"/>
              </a:rPr>
              <a:t>HTTP 302 Found</a:t>
            </a:r>
          </a:p>
          <a:p>
            <a:pPr lvl="1"/>
            <a:r>
              <a:rPr lang="fr-FR" sz="1800" b="0" i="0" u="none" strike="noStrike" baseline="0" dirty="0">
                <a:latin typeface="Courier"/>
              </a:rPr>
              <a:t>Location: </a:t>
            </a:r>
            <a:r>
              <a:rPr lang="fr-FR" sz="1800" b="1" i="0" u="none" strike="noStrike" baseline="0" dirty="0">
                <a:latin typeface="Courier-Bold"/>
              </a:rPr>
              <a:t>http://localhost:9000/oauth_callback?code=8V1pr0rJ&amp;state=Lwt50DDQKU</a:t>
            </a:r>
          </a:p>
          <a:p>
            <a:pPr lvl="1"/>
            <a:r>
              <a:rPr lang="en-IN" sz="1800" b="1" i="0" u="none" strike="noStrike" baseline="0" dirty="0">
                <a:latin typeface="Courier-Bold"/>
              </a:rPr>
              <a:t>B8U7jtfLQCVGDL9cnmwHH1</a:t>
            </a:r>
          </a:p>
          <a:p>
            <a:pPr algn="l"/>
            <a:r>
              <a:rPr lang="en-US" sz="1800" b="0" i="0" u="none" strike="noStrike" baseline="0" dirty="0">
                <a:latin typeface="NewBaskerville-Roman"/>
              </a:rPr>
              <a:t>This in turn causes the browser to issue the following request back to the client:</a:t>
            </a:r>
          </a:p>
          <a:p>
            <a:pPr lvl="1"/>
            <a:r>
              <a:rPr lang="en-IN" sz="1800" b="0" i="0" u="none" strike="noStrike" baseline="0" dirty="0">
                <a:latin typeface="Courier"/>
              </a:rPr>
              <a:t>GET </a:t>
            </a:r>
            <a:r>
              <a:rPr lang="en-IN" sz="1800" b="1" i="0" u="none" strike="noStrike" baseline="0" dirty="0">
                <a:latin typeface="Courier-Bold"/>
              </a:rPr>
              <a:t>/</a:t>
            </a:r>
            <a:r>
              <a:rPr lang="en-IN" sz="1800" b="1" i="0" u="none" strike="noStrike" baseline="0" dirty="0" err="1">
                <a:latin typeface="Courier-Bold"/>
              </a:rPr>
              <a:t>callback?code</a:t>
            </a:r>
            <a:r>
              <a:rPr lang="en-IN" sz="1800" b="1" i="0" u="none" strike="noStrike" baseline="0" dirty="0">
                <a:latin typeface="Courier-Bold"/>
              </a:rPr>
              <a:t>=8V1pr0rJ&amp;state=Lwt50DDQKUB8U7jtfLQCVGDL9cnmwHH1 </a:t>
            </a:r>
            <a:r>
              <a:rPr lang="en-IN" sz="1800" b="0" i="0" u="none" strike="noStrike" baseline="0" dirty="0">
                <a:latin typeface="Courier"/>
              </a:rPr>
              <a:t>HTTP/1.1</a:t>
            </a:r>
          </a:p>
          <a:p>
            <a:pPr lvl="1"/>
            <a:r>
              <a:rPr lang="en-IN" sz="1800" b="0" i="0" u="none" strike="noStrike" baseline="0" dirty="0">
                <a:latin typeface="Courier"/>
              </a:rPr>
              <a:t>Host: localhost:9000</a:t>
            </a:r>
          </a:p>
          <a:p>
            <a:pPr algn="l"/>
            <a:r>
              <a:rPr lang="en-US" sz="1800" b="0" i="0" u="none" strike="noStrike" baseline="0" dirty="0">
                <a:latin typeface="NewBaskerville-Roman"/>
              </a:rPr>
              <a:t>Notice that this HTTP request is to the </a:t>
            </a:r>
            <a:r>
              <a:rPr lang="en-US" sz="1800" b="0" i="1" u="none" strike="noStrike" baseline="0" dirty="0">
                <a:latin typeface="NewBaskerville-Italic"/>
              </a:rPr>
              <a:t>client </a:t>
            </a:r>
            <a:r>
              <a:rPr lang="en-US" sz="1800" b="0" i="0" u="none" strike="noStrike" baseline="0" dirty="0">
                <a:latin typeface="NewBaskerville-Roman"/>
              </a:rPr>
              <a:t>and not on the </a:t>
            </a:r>
            <a:r>
              <a:rPr lang="en-US" sz="1800" b="0" i="1" u="none" strike="noStrike" baseline="0" dirty="0">
                <a:latin typeface="NewBaskerville-Italic"/>
              </a:rPr>
              <a:t>authorization server.</a:t>
            </a:r>
            <a:endParaRPr lang="en-IN" dirty="0"/>
          </a:p>
        </p:txBody>
      </p:sp>
    </p:spTree>
    <p:extLst>
      <p:ext uri="{BB962C8B-B14F-4D97-AF65-F5344CB8AC3E}">
        <p14:creationId xmlns:p14="http://schemas.microsoft.com/office/powerpoint/2010/main" val="1007912841"/>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AEE4D-8F9F-4520-9735-00501296DC2D}"/>
              </a:ext>
            </a:extLst>
          </p:cNvPr>
          <p:cNvSpPr>
            <a:spLocks noGrp="1"/>
          </p:cNvSpPr>
          <p:nvPr>
            <p:ph type="title"/>
          </p:nvPr>
        </p:nvSpPr>
        <p:spPr/>
        <p:txBody>
          <a:bodyPr/>
          <a:lstStyle/>
          <a:p>
            <a:r>
              <a:rPr lang="en-IN" dirty="0"/>
              <a:t>Authorization Server Redirects User Back to the Client Application</a:t>
            </a:r>
          </a:p>
        </p:txBody>
      </p:sp>
      <p:sp>
        <p:nvSpPr>
          <p:cNvPr id="3" name="Content Placeholder 2">
            <a:extLst>
              <a:ext uri="{FF2B5EF4-FFF2-40B4-BE49-F238E27FC236}">
                <a16:creationId xmlns:a16="http://schemas.microsoft.com/office/drawing/2014/main" id="{B43457C9-0F76-4865-8168-5C3DE3D9D8E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EEA8FCA-5C34-42DE-8B6B-43C6C21EC366}"/>
              </a:ext>
            </a:extLst>
          </p:cNvPr>
          <p:cNvPicPr>
            <a:picLocks noChangeAspect="1"/>
          </p:cNvPicPr>
          <p:nvPr/>
        </p:nvPicPr>
        <p:blipFill>
          <a:blip r:embed="rId2"/>
          <a:stretch>
            <a:fillRect/>
          </a:stretch>
        </p:blipFill>
        <p:spPr>
          <a:xfrm>
            <a:off x="3281959" y="2171700"/>
            <a:ext cx="5003912" cy="3651469"/>
          </a:xfrm>
          <a:prstGeom prst="rect">
            <a:avLst/>
          </a:prstGeom>
        </p:spPr>
      </p:pic>
    </p:spTree>
    <p:extLst>
      <p:ext uri="{BB962C8B-B14F-4D97-AF65-F5344CB8AC3E}">
        <p14:creationId xmlns:p14="http://schemas.microsoft.com/office/powerpoint/2010/main" val="1914947194"/>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A69D-9299-409B-8B58-87781894DD77}"/>
              </a:ext>
            </a:extLst>
          </p:cNvPr>
          <p:cNvSpPr>
            <a:spLocks noGrp="1"/>
          </p:cNvSpPr>
          <p:nvPr>
            <p:ph type="title"/>
          </p:nvPr>
        </p:nvSpPr>
        <p:spPr/>
        <p:txBody>
          <a:bodyPr/>
          <a:lstStyle/>
          <a:p>
            <a:r>
              <a:rPr lang="en-IN" dirty="0"/>
              <a:t>Client Sends the Authorization Code to the Authorization Server</a:t>
            </a:r>
          </a:p>
        </p:txBody>
      </p:sp>
      <p:sp>
        <p:nvSpPr>
          <p:cNvPr id="3" name="Content Placeholder 2">
            <a:extLst>
              <a:ext uri="{FF2B5EF4-FFF2-40B4-BE49-F238E27FC236}">
                <a16:creationId xmlns:a16="http://schemas.microsoft.com/office/drawing/2014/main" id="{8F431128-F42E-45C4-961D-027B2D5B6901}"/>
              </a:ext>
            </a:extLst>
          </p:cNvPr>
          <p:cNvSpPr>
            <a:spLocks noGrp="1"/>
          </p:cNvSpPr>
          <p:nvPr>
            <p:ph idx="1"/>
          </p:nvPr>
        </p:nvSpPr>
        <p:spPr/>
        <p:txBody>
          <a:bodyPr>
            <a:normAutofit/>
          </a:bodyPr>
          <a:lstStyle/>
          <a:p>
            <a:pPr algn="l"/>
            <a:r>
              <a:rPr lang="en-US" sz="1800" b="0" i="0" u="none" strike="noStrike" baseline="0" dirty="0">
                <a:latin typeface="NewBaskerville-Roman"/>
              </a:rPr>
              <a:t>The client performs an HTTP </a:t>
            </a:r>
            <a:r>
              <a:rPr lang="en-US" sz="1800" b="0" i="0" u="none" strike="noStrike" baseline="0" dirty="0">
                <a:latin typeface="Courier"/>
              </a:rPr>
              <a:t>POST </a:t>
            </a:r>
            <a:r>
              <a:rPr lang="en-US" sz="1800" b="0" i="0" u="none" strike="noStrike" baseline="0" dirty="0">
                <a:latin typeface="NewBaskerville-Roman"/>
              </a:rPr>
              <a:t>with its parameters as a form-encoded HTTP entity body, passing its </a:t>
            </a:r>
            <a:r>
              <a:rPr lang="en-US" sz="1800" b="0" i="0" u="none" strike="noStrike" baseline="0" dirty="0" err="1">
                <a:latin typeface="Courier"/>
              </a:rPr>
              <a:t>client_id</a:t>
            </a:r>
            <a:r>
              <a:rPr lang="en-US" sz="1800" b="0" i="0" u="none" strike="noStrike" baseline="0" dirty="0">
                <a:latin typeface="Courier"/>
              </a:rPr>
              <a:t> </a:t>
            </a:r>
            <a:r>
              <a:rPr lang="en-US" sz="1800" b="0" i="0" u="none" strike="noStrike" baseline="0" dirty="0">
                <a:latin typeface="NewBaskerville-Roman"/>
              </a:rPr>
              <a:t>and </a:t>
            </a:r>
            <a:r>
              <a:rPr lang="en-US" sz="1800" b="0" i="0" u="none" strike="noStrike" baseline="0" dirty="0" err="1">
                <a:latin typeface="Courier"/>
              </a:rPr>
              <a:t>client_secret</a:t>
            </a:r>
            <a:r>
              <a:rPr lang="en-US" sz="1800" b="0" i="0" u="none" strike="noStrike" baseline="0" dirty="0">
                <a:latin typeface="Courier"/>
              </a:rPr>
              <a:t> </a:t>
            </a:r>
            <a:r>
              <a:rPr lang="en-US" sz="1800" b="0" i="0" u="none" strike="noStrike" baseline="0" dirty="0">
                <a:latin typeface="NewBaskerville-Roman"/>
              </a:rPr>
              <a:t>as an HTTP Basic authorization header. </a:t>
            </a:r>
          </a:p>
          <a:p>
            <a:pPr algn="l"/>
            <a:r>
              <a:rPr lang="en-US" sz="1800" b="0" i="0" u="none" strike="noStrike" baseline="0" dirty="0">
                <a:latin typeface="NewBaskerville-Roman"/>
              </a:rPr>
              <a:t>This HTTP request is made directly between the client and the authorization server, without involving the browser or resource owner at all.</a:t>
            </a:r>
          </a:p>
          <a:p>
            <a:pPr lvl="1"/>
            <a:r>
              <a:rPr lang="en-IN" sz="1800" b="0" i="0" u="none" strike="noStrike" baseline="0" dirty="0">
                <a:latin typeface="Courier"/>
              </a:rPr>
              <a:t>POST /token</a:t>
            </a:r>
          </a:p>
          <a:p>
            <a:pPr lvl="1"/>
            <a:r>
              <a:rPr lang="en-IN" sz="1800" b="0" i="0" u="none" strike="noStrike" baseline="0" dirty="0">
                <a:latin typeface="Courier"/>
              </a:rPr>
              <a:t>Host: localhost:9001</a:t>
            </a:r>
          </a:p>
          <a:p>
            <a:pPr lvl="1"/>
            <a:r>
              <a:rPr lang="en-IN" sz="1800" b="0" i="0" u="none" strike="noStrike" baseline="0" dirty="0">
                <a:latin typeface="Courier"/>
              </a:rPr>
              <a:t>Accept: application/json</a:t>
            </a:r>
          </a:p>
          <a:p>
            <a:pPr lvl="1"/>
            <a:r>
              <a:rPr lang="en-IN" sz="1800" b="0" i="0" u="none" strike="noStrike" baseline="0" dirty="0">
                <a:latin typeface="Courier"/>
              </a:rPr>
              <a:t>Content-type: application/x-www-form-encoded</a:t>
            </a:r>
          </a:p>
          <a:p>
            <a:pPr lvl="1"/>
            <a:r>
              <a:rPr lang="en-IN" sz="1800" b="0" i="0" u="none" strike="noStrike" baseline="0" dirty="0">
                <a:latin typeface="Courier"/>
              </a:rPr>
              <a:t>Authorization: </a:t>
            </a:r>
            <a:r>
              <a:rPr lang="en-IN" sz="1800" b="1" i="0" u="none" strike="noStrike" baseline="0" dirty="0">
                <a:latin typeface="Courier-Bold"/>
              </a:rPr>
              <a:t>Basic b2F1dGgtY2xpZW50LTE6b2F1dGgtY2xpZW50LXNlY3JldC0x</a:t>
            </a:r>
          </a:p>
          <a:p>
            <a:pPr lvl="1"/>
            <a:r>
              <a:rPr lang="en-IN" sz="1800" b="0" i="0" u="none" strike="noStrike" baseline="0" dirty="0" err="1">
                <a:latin typeface="Courier"/>
              </a:rPr>
              <a:t>grant_type</a:t>
            </a:r>
            <a:r>
              <a:rPr lang="en-IN" sz="1800" b="0" i="0" u="none" strike="noStrike" baseline="0" dirty="0">
                <a:latin typeface="Courier"/>
              </a:rPr>
              <a:t>=</a:t>
            </a:r>
            <a:r>
              <a:rPr lang="en-IN" sz="1800" b="0" i="0" u="none" strike="noStrike" baseline="0" dirty="0" err="1">
                <a:latin typeface="Courier"/>
              </a:rPr>
              <a:t>authorization_code</a:t>
            </a:r>
            <a:r>
              <a:rPr lang="en-IN" sz="1800" b="0" i="0" u="none" strike="noStrike" baseline="0" dirty="0">
                <a:latin typeface="Courier"/>
              </a:rPr>
              <a:t>&amp;</a:t>
            </a:r>
          </a:p>
          <a:p>
            <a:pPr lvl="1"/>
            <a:r>
              <a:rPr lang="en-IN" sz="1800" b="0" i="0" u="none" strike="noStrike" baseline="0" dirty="0" err="1">
                <a:latin typeface="Courier"/>
              </a:rPr>
              <a:t>redirect_uri</a:t>
            </a:r>
            <a:r>
              <a:rPr lang="en-IN" sz="1800" b="0" i="0" u="none" strike="noStrike" baseline="0" dirty="0">
                <a:latin typeface="Courier"/>
              </a:rPr>
              <a:t>=http%3A%2F%2Flocalhost%3A9000%2Fcallback&amp;</a:t>
            </a:r>
            <a:r>
              <a:rPr lang="en-IN" sz="1800" b="1" i="0" u="none" strike="noStrike" baseline="0" dirty="0">
                <a:latin typeface="Courier-Bold"/>
              </a:rPr>
              <a:t>code=8V1pr0rJ</a:t>
            </a:r>
            <a:endParaRPr lang="en-IN" dirty="0"/>
          </a:p>
        </p:txBody>
      </p:sp>
    </p:spTree>
    <p:extLst>
      <p:ext uri="{BB962C8B-B14F-4D97-AF65-F5344CB8AC3E}">
        <p14:creationId xmlns:p14="http://schemas.microsoft.com/office/powerpoint/2010/main" val="1202132311"/>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2C14-B024-438D-9C40-45D2C8504E0D}"/>
              </a:ext>
            </a:extLst>
          </p:cNvPr>
          <p:cNvSpPr>
            <a:spLocks noGrp="1"/>
          </p:cNvSpPr>
          <p:nvPr>
            <p:ph type="title"/>
          </p:nvPr>
        </p:nvSpPr>
        <p:spPr/>
        <p:txBody>
          <a:bodyPr/>
          <a:lstStyle/>
          <a:p>
            <a:r>
              <a:rPr lang="en-IN" dirty="0"/>
              <a:t>Client Sends the Authorization Code to the Authorization Server</a:t>
            </a:r>
          </a:p>
        </p:txBody>
      </p:sp>
      <p:sp>
        <p:nvSpPr>
          <p:cNvPr id="3" name="Content Placeholder 2">
            <a:extLst>
              <a:ext uri="{FF2B5EF4-FFF2-40B4-BE49-F238E27FC236}">
                <a16:creationId xmlns:a16="http://schemas.microsoft.com/office/drawing/2014/main" id="{EF1FDCB7-3D5F-47FD-B5E0-26133AC6517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52E9946-BE31-4FD7-84AC-F65B05BC6E62}"/>
              </a:ext>
            </a:extLst>
          </p:cNvPr>
          <p:cNvPicPr>
            <a:picLocks noChangeAspect="1"/>
          </p:cNvPicPr>
          <p:nvPr/>
        </p:nvPicPr>
        <p:blipFill>
          <a:blip r:embed="rId2"/>
          <a:stretch>
            <a:fillRect/>
          </a:stretch>
        </p:blipFill>
        <p:spPr>
          <a:xfrm>
            <a:off x="2916701" y="2061445"/>
            <a:ext cx="5186289" cy="3878243"/>
          </a:xfrm>
          <a:prstGeom prst="rect">
            <a:avLst/>
          </a:prstGeom>
        </p:spPr>
      </p:pic>
    </p:spTree>
    <p:extLst>
      <p:ext uri="{BB962C8B-B14F-4D97-AF65-F5344CB8AC3E}">
        <p14:creationId xmlns:p14="http://schemas.microsoft.com/office/powerpoint/2010/main" val="4076454181"/>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60AB-7162-4058-A30E-E726330C2154}"/>
              </a:ext>
            </a:extLst>
          </p:cNvPr>
          <p:cNvSpPr>
            <a:spLocks noGrp="1"/>
          </p:cNvSpPr>
          <p:nvPr>
            <p:ph type="title"/>
          </p:nvPr>
        </p:nvSpPr>
        <p:spPr/>
        <p:txBody>
          <a:bodyPr/>
          <a:lstStyle/>
          <a:p>
            <a:r>
              <a:rPr lang="en-IN" dirty="0"/>
              <a:t>Authorization Server Issues OAuth Token to the Client</a:t>
            </a:r>
          </a:p>
        </p:txBody>
      </p:sp>
      <p:sp>
        <p:nvSpPr>
          <p:cNvPr id="3" name="Content Placeholder 2">
            <a:extLst>
              <a:ext uri="{FF2B5EF4-FFF2-40B4-BE49-F238E27FC236}">
                <a16:creationId xmlns:a16="http://schemas.microsoft.com/office/drawing/2014/main" id="{A7A6328E-E3F4-4A40-A959-6014F0790049}"/>
              </a:ext>
            </a:extLst>
          </p:cNvPr>
          <p:cNvSpPr>
            <a:spLocks noGrp="1"/>
          </p:cNvSpPr>
          <p:nvPr>
            <p:ph idx="1"/>
          </p:nvPr>
        </p:nvSpPr>
        <p:spPr/>
        <p:txBody>
          <a:bodyPr>
            <a:normAutofit/>
          </a:bodyPr>
          <a:lstStyle/>
          <a:p>
            <a:pPr algn="l"/>
            <a:r>
              <a:rPr lang="en-US" sz="1800" b="0" i="0" u="none" strike="noStrike" baseline="0" dirty="0">
                <a:latin typeface="NewBaskerville-Roman"/>
              </a:rPr>
              <a:t>The authorization server takes in this request and, if valid, issues a token.</a:t>
            </a:r>
          </a:p>
          <a:p>
            <a:pPr algn="l"/>
            <a:r>
              <a:rPr lang="en-US" sz="1800" b="0" i="0" u="none" strike="noStrike" baseline="0" dirty="0">
                <a:latin typeface="NewBaskerville-Roman"/>
              </a:rPr>
              <a:t>The authorization server performs a number of steps to ensure the request is legitimate.</a:t>
            </a:r>
          </a:p>
          <a:p>
            <a:pPr lvl="1"/>
            <a:r>
              <a:rPr lang="en-US" sz="1800" b="0" i="0" u="none" strike="noStrike" baseline="0" dirty="0">
                <a:latin typeface="NewBaskerville-Roman"/>
              </a:rPr>
              <a:t>First, it validates the client’s credentials (passed in the </a:t>
            </a:r>
            <a:r>
              <a:rPr lang="en-US" sz="1800" b="0" i="0" u="none" strike="noStrike" baseline="0" dirty="0">
                <a:latin typeface="Courier"/>
              </a:rPr>
              <a:t>Authorization </a:t>
            </a:r>
            <a:r>
              <a:rPr lang="en-US" sz="1800" b="0" i="0" u="none" strike="noStrike" baseline="0" dirty="0">
                <a:latin typeface="NewBaskerville-Roman"/>
              </a:rPr>
              <a:t>header) to determine which client is requesting access. </a:t>
            </a:r>
          </a:p>
          <a:p>
            <a:pPr lvl="1"/>
            <a:r>
              <a:rPr lang="en-US" sz="1800" b="0" i="0" u="none" strike="noStrike" baseline="0" dirty="0">
                <a:latin typeface="NewBaskerville-Roman"/>
              </a:rPr>
              <a:t>Then, it reads the value of the </a:t>
            </a:r>
            <a:r>
              <a:rPr lang="en-US" sz="1800" b="0" i="0" u="none" strike="noStrike" baseline="0" dirty="0">
                <a:latin typeface="Courier"/>
              </a:rPr>
              <a:t>code </a:t>
            </a:r>
            <a:r>
              <a:rPr lang="en-US" sz="1800" b="0" i="0" u="none" strike="noStrike" baseline="0" dirty="0">
                <a:latin typeface="NewBaskerville-Roman"/>
              </a:rPr>
              <a:t>parameter from the body and looks up any information it has about that authorization code, including which client made the initial authorization request, which user authorized it, and what it was authorized for. </a:t>
            </a:r>
          </a:p>
          <a:p>
            <a:pPr lvl="1"/>
            <a:r>
              <a:rPr lang="en-US" sz="1800" b="0" i="0" u="none" strike="noStrike" baseline="0" dirty="0">
                <a:latin typeface="NewBaskerville-Roman"/>
              </a:rPr>
              <a:t>If the authorization code is valid, has not been used previously, and the client making this request is the same as the client that made the original request, the authorization server generates and returns a new access </a:t>
            </a:r>
            <a:r>
              <a:rPr lang="en-IN" sz="1800" b="0" i="0" u="none" strike="noStrike" baseline="0" dirty="0">
                <a:latin typeface="NewBaskerville-Roman"/>
              </a:rPr>
              <a:t>token for the client.</a:t>
            </a:r>
            <a:endParaRPr lang="en-IN" dirty="0"/>
          </a:p>
        </p:txBody>
      </p:sp>
    </p:spTree>
    <p:extLst>
      <p:ext uri="{BB962C8B-B14F-4D97-AF65-F5344CB8AC3E}">
        <p14:creationId xmlns:p14="http://schemas.microsoft.com/office/powerpoint/2010/main" val="186906755"/>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03CF-066F-4200-8693-A2A70E8A3CF4}"/>
              </a:ext>
            </a:extLst>
          </p:cNvPr>
          <p:cNvSpPr>
            <a:spLocks noGrp="1"/>
          </p:cNvSpPr>
          <p:nvPr>
            <p:ph type="title"/>
          </p:nvPr>
        </p:nvSpPr>
        <p:spPr/>
        <p:txBody>
          <a:bodyPr/>
          <a:lstStyle/>
          <a:p>
            <a:r>
              <a:rPr lang="en-IN" dirty="0"/>
              <a:t>OAuth Token is a JSON Token</a:t>
            </a:r>
          </a:p>
        </p:txBody>
      </p:sp>
      <p:sp>
        <p:nvSpPr>
          <p:cNvPr id="3" name="Content Placeholder 2">
            <a:extLst>
              <a:ext uri="{FF2B5EF4-FFF2-40B4-BE49-F238E27FC236}">
                <a16:creationId xmlns:a16="http://schemas.microsoft.com/office/drawing/2014/main" id="{370D30DF-470C-42D2-AE7B-BB8511D7B762}"/>
              </a:ext>
            </a:extLst>
          </p:cNvPr>
          <p:cNvSpPr>
            <a:spLocks noGrp="1"/>
          </p:cNvSpPr>
          <p:nvPr>
            <p:ph idx="1"/>
          </p:nvPr>
        </p:nvSpPr>
        <p:spPr/>
        <p:txBody>
          <a:bodyPr/>
          <a:lstStyle/>
          <a:p>
            <a:pPr algn="l"/>
            <a:r>
              <a:rPr lang="en-IN" sz="1800" b="0" i="0" u="none" strike="noStrike" baseline="0" dirty="0">
                <a:latin typeface="Courier"/>
              </a:rPr>
              <a:t>HTTP 200 OK</a:t>
            </a:r>
          </a:p>
          <a:p>
            <a:pPr algn="l"/>
            <a:r>
              <a:rPr lang="en-IN" sz="1800" b="0" i="0" u="none" strike="noStrike" baseline="0" dirty="0">
                <a:latin typeface="Courier"/>
              </a:rPr>
              <a:t>Date: Fri, 31 Jul 2015 21:19:03 GMT</a:t>
            </a:r>
          </a:p>
          <a:p>
            <a:pPr algn="l"/>
            <a:r>
              <a:rPr lang="en-IN" sz="1800" b="0" i="0" u="none" strike="noStrike" baseline="0" dirty="0">
                <a:latin typeface="Courier"/>
              </a:rPr>
              <a:t>Content-type: application/json</a:t>
            </a:r>
          </a:p>
          <a:p>
            <a:pPr algn="l"/>
            <a:r>
              <a:rPr lang="en-IN" sz="1800" b="0" i="0" u="none" strike="noStrike" baseline="0" dirty="0">
                <a:latin typeface="Courier"/>
              </a:rPr>
              <a:t>{</a:t>
            </a:r>
          </a:p>
          <a:p>
            <a:pPr algn="l"/>
            <a:r>
              <a:rPr lang="en-IN" sz="1800" b="0" i="0" u="none" strike="noStrike" baseline="0" dirty="0">
                <a:latin typeface="Courier"/>
              </a:rPr>
              <a:t>“</a:t>
            </a:r>
            <a:r>
              <a:rPr lang="en-IN" sz="1800" b="0" i="0" u="none" strike="noStrike" baseline="0" dirty="0" err="1">
                <a:latin typeface="Courier"/>
              </a:rPr>
              <a:t>access_token</a:t>
            </a:r>
            <a:r>
              <a:rPr lang="en-IN" sz="1800" b="0" i="0" u="none" strike="noStrike" baseline="0" dirty="0">
                <a:latin typeface="Courier"/>
              </a:rPr>
              <a:t>”: “</a:t>
            </a:r>
            <a:r>
              <a:rPr lang="en-IN" sz="1800" b="1" i="0" u="none" strike="noStrike" baseline="0" dirty="0">
                <a:latin typeface="Courier-Bold"/>
              </a:rPr>
              <a:t>987tghjkiu6trfghjuytrghj</a:t>
            </a:r>
            <a:r>
              <a:rPr lang="en-IN" sz="1800" b="0" i="0" u="none" strike="noStrike" baseline="0" dirty="0">
                <a:latin typeface="Courier"/>
              </a:rPr>
              <a:t>”,</a:t>
            </a:r>
          </a:p>
          <a:p>
            <a:pPr algn="l"/>
            <a:r>
              <a:rPr lang="en-IN" sz="1800" b="0" i="0" u="none" strike="noStrike" baseline="0" dirty="0">
                <a:latin typeface="Courier"/>
              </a:rPr>
              <a:t>“</a:t>
            </a:r>
            <a:r>
              <a:rPr lang="en-IN" sz="1800" b="0" i="0" u="none" strike="noStrike" baseline="0" dirty="0" err="1">
                <a:latin typeface="Courier"/>
              </a:rPr>
              <a:t>token_type</a:t>
            </a:r>
            <a:r>
              <a:rPr lang="en-IN" sz="1800" b="0" i="0" u="none" strike="noStrike" baseline="0" dirty="0">
                <a:latin typeface="Courier"/>
              </a:rPr>
              <a:t>”: “Bearer”</a:t>
            </a:r>
          </a:p>
          <a:p>
            <a:pPr algn="l"/>
            <a:r>
              <a:rPr lang="en-IN" sz="1800" b="0" i="0" u="none" strike="noStrike" baseline="0" dirty="0">
                <a:latin typeface="Courier"/>
              </a:rPr>
              <a:t>}</a:t>
            </a:r>
            <a:endParaRPr lang="en-IN" dirty="0"/>
          </a:p>
        </p:txBody>
      </p:sp>
    </p:spTree>
    <p:extLst>
      <p:ext uri="{BB962C8B-B14F-4D97-AF65-F5344CB8AC3E}">
        <p14:creationId xmlns:p14="http://schemas.microsoft.com/office/powerpoint/2010/main" val="594600518"/>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74BD-AE29-493A-99AB-3F11436DD614}"/>
              </a:ext>
            </a:extLst>
          </p:cNvPr>
          <p:cNvSpPr>
            <a:spLocks noGrp="1"/>
          </p:cNvSpPr>
          <p:nvPr>
            <p:ph type="title"/>
          </p:nvPr>
        </p:nvSpPr>
        <p:spPr/>
        <p:txBody>
          <a:bodyPr/>
          <a:lstStyle/>
          <a:p>
            <a:r>
              <a:rPr lang="en-IN" dirty="0"/>
              <a:t>Authorization Server Issues OAuth Token to the Client</a:t>
            </a:r>
          </a:p>
        </p:txBody>
      </p:sp>
      <p:sp>
        <p:nvSpPr>
          <p:cNvPr id="3" name="Content Placeholder 2">
            <a:extLst>
              <a:ext uri="{FF2B5EF4-FFF2-40B4-BE49-F238E27FC236}">
                <a16:creationId xmlns:a16="http://schemas.microsoft.com/office/drawing/2014/main" id="{34774371-FA6A-4A22-8EB5-22196F461CF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DE69309-F703-459D-8B79-C98F382CCDC7}"/>
              </a:ext>
            </a:extLst>
          </p:cNvPr>
          <p:cNvPicPr>
            <a:picLocks noChangeAspect="1"/>
          </p:cNvPicPr>
          <p:nvPr/>
        </p:nvPicPr>
        <p:blipFill>
          <a:blip r:embed="rId2"/>
          <a:stretch>
            <a:fillRect/>
          </a:stretch>
        </p:blipFill>
        <p:spPr>
          <a:xfrm>
            <a:off x="3465342" y="2129218"/>
            <a:ext cx="5242560" cy="3665152"/>
          </a:xfrm>
          <a:prstGeom prst="rect">
            <a:avLst/>
          </a:prstGeom>
        </p:spPr>
      </p:pic>
    </p:spTree>
    <p:extLst>
      <p:ext uri="{BB962C8B-B14F-4D97-AF65-F5344CB8AC3E}">
        <p14:creationId xmlns:p14="http://schemas.microsoft.com/office/powerpoint/2010/main" val="1288601252"/>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BA99D-0EAD-4D05-8BE6-3749939E35BE}"/>
              </a:ext>
            </a:extLst>
          </p:cNvPr>
          <p:cNvSpPr>
            <a:spLocks noGrp="1"/>
          </p:cNvSpPr>
          <p:nvPr>
            <p:ph type="title"/>
          </p:nvPr>
        </p:nvSpPr>
        <p:spPr/>
        <p:txBody>
          <a:bodyPr/>
          <a:lstStyle/>
          <a:p>
            <a:r>
              <a:rPr lang="en-IN" dirty="0"/>
              <a:t>Client Presents the Token to the Protected Resource</a:t>
            </a:r>
          </a:p>
        </p:txBody>
      </p:sp>
      <p:sp>
        <p:nvSpPr>
          <p:cNvPr id="3" name="Content Placeholder 2">
            <a:extLst>
              <a:ext uri="{FF2B5EF4-FFF2-40B4-BE49-F238E27FC236}">
                <a16:creationId xmlns:a16="http://schemas.microsoft.com/office/drawing/2014/main" id="{E4B2BE36-7515-4488-BF60-5769B26DE4A0}"/>
              </a:ext>
            </a:extLst>
          </p:cNvPr>
          <p:cNvSpPr>
            <a:spLocks noGrp="1"/>
          </p:cNvSpPr>
          <p:nvPr>
            <p:ph idx="1"/>
          </p:nvPr>
        </p:nvSpPr>
        <p:spPr/>
        <p:txBody>
          <a:bodyPr>
            <a:normAutofit/>
          </a:bodyPr>
          <a:lstStyle/>
          <a:p>
            <a:pPr algn="l"/>
            <a:r>
              <a:rPr lang="en-US" sz="1800" b="0" i="0" u="none" strike="noStrike" baseline="0" dirty="0">
                <a:latin typeface="NewBaskerville-Roman"/>
              </a:rPr>
              <a:t>The client can now parse the token response and get the access token value from it to be used at the protected resource. </a:t>
            </a:r>
          </a:p>
          <a:p>
            <a:pPr algn="l"/>
            <a:r>
              <a:rPr lang="en-US" sz="1800" b="0" i="0" u="none" strike="noStrike" baseline="0" dirty="0">
                <a:latin typeface="NewBaskerville-Roman"/>
              </a:rPr>
              <a:t>In this case, we have an OAuth Bearer token, as indicated by the </a:t>
            </a:r>
            <a:r>
              <a:rPr lang="en-US" sz="1800" b="0" i="0" u="none" strike="noStrike" baseline="0" dirty="0" err="1">
                <a:latin typeface="Courier"/>
              </a:rPr>
              <a:t>token_type</a:t>
            </a:r>
            <a:r>
              <a:rPr lang="en-US" sz="1800" b="0" i="0" u="none" strike="noStrike" baseline="0" dirty="0">
                <a:latin typeface="Courier"/>
              </a:rPr>
              <a:t> </a:t>
            </a:r>
            <a:r>
              <a:rPr lang="en-US" sz="1800" b="0" i="0" u="none" strike="noStrike" baseline="0" dirty="0">
                <a:latin typeface="NewBaskerville-Roman"/>
              </a:rPr>
              <a:t>field in the response.</a:t>
            </a:r>
          </a:p>
          <a:p>
            <a:pPr algn="l"/>
            <a:r>
              <a:rPr lang="en-IN" sz="1800" b="0" i="0" u="none" strike="noStrike" baseline="0" dirty="0">
                <a:latin typeface="FranklinGothic-Book"/>
              </a:rPr>
              <a:t>This means that anyone </a:t>
            </a:r>
            <a:r>
              <a:rPr lang="en-US" sz="1800" b="0" i="0" u="none" strike="noStrike" baseline="0" dirty="0">
                <a:latin typeface="FranklinGothic-Book"/>
              </a:rPr>
              <a:t>who carries the token has the right to use it.</a:t>
            </a:r>
          </a:p>
          <a:p>
            <a:pPr algn="l"/>
            <a:r>
              <a:rPr lang="en-US" sz="1800" b="0" i="0" u="none" strike="noStrike" baseline="0" dirty="0">
                <a:latin typeface="NewBaskerville-Roman"/>
              </a:rPr>
              <a:t>Client now presents the token to the protected resource</a:t>
            </a:r>
            <a:r>
              <a:rPr lang="en-US" sz="1800" dirty="0">
                <a:latin typeface="FranklinGothic-Book"/>
              </a:rPr>
              <a:t>.</a:t>
            </a:r>
          </a:p>
          <a:p>
            <a:pPr lvl="1"/>
            <a:r>
              <a:rPr lang="en-IN" sz="1800" b="0" i="0" u="none" strike="noStrike" baseline="0" dirty="0">
                <a:latin typeface="Courier"/>
              </a:rPr>
              <a:t>GET /resource HTTP/1.1</a:t>
            </a:r>
          </a:p>
          <a:p>
            <a:pPr lvl="1"/>
            <a:r>
              <a:rPr lang="en-IN" sz="1800" b="0" i="0" u="none" strike="noStrike" baseline="0" dirty="0">
                <a:latin typeface="Courier"/>
              </a:rPr>
              <a:t>Host: localhost:9002</a:t>
            </a:r>
          </a:p>
          <a:p>
            <a:pPr lvl="1"/>
            <a:r>
              <a:rPr lang="en-IN" sz="1800" b="0" i="0" u="none" strike="noStrike" baseline="0" dirty="0">
                <a:latin typeface="Courier"/>
              </a:rPr>
              <a:t>Accept: application/json</a:t>
            </a:r>
          </a:p>
          <a:p>
            <a:pPr lvl="1"/>
            <a:r>
              <a:rPr lang="en-IN" sz="1800" b="0" i="0" u="none" strike="noStrike" baseline="0" dirty="0">
                <a:latin typeface="Courier"/>
              </a:rPr>
              <a:t>Connection: keep-alive</a:t>
            </a:r>
          </a:p>
          <a:p>
            <a:pPr lvl="1"/>
            <a:r>
              <a:rPr lang="en-IN" sz="1800" b="0" i="0" u="none" strike="noStrike" baseline="0" dirty="0">
                <a:latin typeface="Courier"/>
              </a:rPr>
              <a:t>Authorization: </a:t>
            </a:r>
            <a:r>
              <a:rPr lang="en-IN" sz="1800" b="1" i="0" u="none" strike="noStrike" baseline="0" dirty="0">
                <a:latin typeface="Courier-Bold"/>
              </a:rPr>
              <a:t>Bearer 987tghjkiu6trfghjuytrghj</a:t>
            </a:r>
            <a:endParaRPr lang="en-IN" dirty="0"/>
          </a:p>
        </p:txBody>
      </p:sp>
    </p:spTree>
    <p:extLst>
      <p:ext uri="{BB962C8B-B14F-4D97-AF65-F5344CB8AC3E}">
        <p14:creationId xmlns:p14="http://schemas.microsoft.com/office/powerpoint/2010/main" val="2996399441"/>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2D90-ABC7-4BE5-BB56-DF11B4FB6F0C}"/>
              </a:ext>
            </a:extLst>
          </p:cNvPr>
          <p:cNvSpPr>
            <a:spLocks noGrp="1"/>
          </p:cNvSpPr>
          <p:nvPr>
            <p:ph type="title"/>
          </p:nvPr>
        </p:nvSpPr>
        <p:spPr/>
        <p:txBody>
          <a:bodyPr/>
          <a:lstStyle/>
          <a:p>
            <a:r>
              <a:rPr lang="en-IN" dirty="0"/>
              <a:t>Client Presents the Token to the Protected Resource</a:t>
            </a:r>
          </a:p>
        </p:txBody>
      </p:sp>
      <p:sp>
        <p:nvSpPr>
          <p:cNvPr id="3" name="Content Placeholder 2">
            <a:extLst>
              <a:ext uri="{FF2B5EF4-FFF2-40B4-BE49-F238E27FC236}">
                <a16:creationId xmlns:a16="http://schemas.microsoft.com/office/drawing/2014/main" id="{2696CA3F-DF08-4C86-80B4-768170AC6E1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CCBE1F7-B0C6-40DF-8AF0-9C07F81BAC06}"/>
              </a:ext>
            </a:extLst>
          </p:cNvPr>
          <p:cNvPicPr>
            <a:picLocks noChangeAspect="1"/>
          </p:cNvPicPr>
          <p:nvPr/>
        </p:nvPicPr>
        <p:blipFill>
          <a:blip r:embed="rId2"/>
          <a:stretch>
            <a:fillRect/>
          </a:stretch>
        </p:blipFill>
        <p:spPr>
          <a:xfrm>
            <a:off x="3132238" y="2171700"/>
            <a:ext cx="5266174" cy="3701150"/>
          </a:xfrm>
          <a:prstGeom prst="rect">
            <a:avLst/>
          </a:prstGeom>
        </p:spPr>
      </p:pic>
    </p:spTree>
    <p:extLst>
      <p:ext uri="{BB962C8B-B14F-4D97-AF65-F5344CB8AC3E}">
        <p14:creationId xmlns:p14="http://schemas.microsoft.com/office/powerpoint/2010/main" val="1214905035"/>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DEBFC-3A01-4396-B3E0-7A704D8D7ABF}"/>
              </a:ext>
            </a:extLst>
          </p:cNvPr>
          <p:cNvSpPr>
            <a:spLocks noGrp="1"/>
          </p:cNvSpPr>
          <p:nvPr>
            <p:ph type="title"/>
          </p:nvPr>
        </p:nvSpPr>
        <p:spPr/>
        <p:txBody>
          <a:bodyPr/>
          <a:lstStyle/>
          <a:p>
            <a:r>
              <a:rPr lang="en-IN" dirty="0"/>
              <a:t>Protected Resource Parses the Token</a:t>
            </a:r>
          </a:p>
        </p:txBody>
      </p:sp>
      <p:sp>
        <p:nvSpPr>
          <p:cNvPr id="3" name="Content Placeholder 2">
            <a:extLst>
              <a:ext uri="{FF2B5EF4-FFF2-40B4-BE49-F238E27FC236}">
                <a16:creationId xmlns:a16="http://schemas.microsoft.com/office/drawing/2014/main" id="{675D8CF0-21AB-478A-A1CD-CB4B87605284}"/>
              </a:ext>
            </a:extLst>
          </p:cNvPr>
          <p:cNvSpPr>
            <a:spLocks noGrp="1"/>
          </p:cNvSpPr>
          <p:nvPr>
            <p:ph idx="1"/>
          </p:nvPr>
        </p:nvSpPr>
        <p:spPr/>
        <p:txBody>
          <a:bodyPr/>
          <a:lstStyle/>
          <a:p>
            <a:pPr algn="l"/>
            <a:r>
              <a:rPr lang="en-US" sz="1800" b="0" i="0" u="none" strike="noStrike" baseline="0" dirty="0">
                <a:latin typeface="NewBaskerville-Roman"/>
              </a:rPr>
              <a:t>The protected resource can then parse the token out of the header, determine whether it’s still valid, look up information regarding who authorized it and what it was authorized for, and return the response accordingly. </a:t>
            </a:r>
          </a:p>
          <a:p>
            <a:pPr algn="l"/>
            <a:r>
              <a:rPr lang="en-US" sz="1800" b="0" i="0" u="none" strike="noStrike" baseline="0" dirty="0">
                <a:latin typeface="NewBaskerville-Roman"/>
              </a:rPr>
              <a:t>A protected resource has a number of options for doing this token lookup.</a:t>
            </a:r>
          </a:p>
          <a:p>
            <a:pPr algn="l"/>
            <a:r>
              <a:rPr lang="en-US" sz="1800" b="0" i="0" u="none" strike="noStrike" baseline="0" dirty="0">
                <a:latin typeface="NewBaskerville-Roman"/>
              </a:rPr>
              <a:t>The simplest option is for the protected resource server and the authorization server to share a database that contains the token information. </a:t>
            </a:r>
          </a:p>
          <a:p>
            <a:pPr algn="l"/>
            <a:r>
              <a:rPr lang="en-US" sz="1800" b="0" i="0" u="none" strike="noStrike" baseline="0" dirty="0">
                <a:latin typeface="NewBaskerville-Roman"/>
              </a:rPr>
              <a:t>The authorization server writes new tokens into the store when they’re generated, and the protected resource server reads tokens from the store when they’re presented.</a:t>
            </a:r>
            <a:endParaRPr lang="en-IN" dirty="0"/>
          </a:p>
        </p:txBody>
      </p:sp>
    </p:spTree>
    <p:extLst>
      <p:ext uri="{BB962C8B-B14F-4D97-AF65-F5344CB8AC3E}">
        <p14:creationId xmlns:p14="http://schemas.microsoft.com/office/powerpoint/2010/main" val="1704231915"/>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F73A-2168-044E-2011-231FEBEC11CF}"/>
              </a:ext>
            </a:extLst>
          </p:cNvPr>
          <p:cNvSpPr>
            <a:spLocks noGrp="1"/>
          </p:cNvSpPr>
          <p:nvPr>
            <p:ph type="title"/>
          </p:nvPr>
        </p:nvSpPr>
        <p:spPr/>
        <p:txBody>
          <a:bodyPr/>
          <a:lstStyle/>
          <a:p>
            <a:r>
              <a:rPr lang="en-IN" dirty="0"/>
              <a:t>Zero Trust Architecture</a:t>
            </a:r>
          </a:p>
        </p:txBody>
      </p:sp>
      <p:sp>
        <p:nvSpPr>
          <p:cNvPr id="3" name="Content Placeholder 2">
            <a:extLst>
              <a:ext uri="{FF2B5EF4-FFF2-40B4-BE49-F238E27FC236}">
                <a16:creationId xmlns:a16="http://schemas.microsoft.com/office/drawing/2014/main" id="{150963FE-B1A9-AA73-EDC7-7FE14C93F740}"/>
              </a:ext>
            </a:extLst>
          </p:cNvPr>
          <p:cNvSpPr>
            <a:spLocks noGrp="1"/>
          </p:cNvSpPr>
          <p:nvPr>
            <p:ph idx="1"/>
          </p:nvPr>
        </p:nvSpPr>
        <p:spPr/>
        <p:txBody>
          <a:bodyPr/>
          <a:lstStyle/>
          <a:p>
            <a:r>
              <a:rPr lang="en-IN" dirty="0"/>
              <a:t>https://www.oreilly.com/library/view/zero-trust-networks/9781491962183/ch01.html</a:t>
            </a:r>
          </a:p>
        </p:txBody>
      </p:sp>
    </p:spTree>
    <p:extLst>
      <p:ext uri="{BB962C8B-B14F-4D97-AF65-F5344CB8AC3E}">
        <p14:creationId xmlns:p14="http://schemas.microsoft.com/office/powerpoint/2010/main" val="644284417"/>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16">
            <a:extLst>
              <a:ext uri="{FF2B5EF4-FFF2-40B4-BE49-F238E27FC236}">
                <a16:creationId xmlns:a16="http://schemas.microsoft.com/office/drawing/2014/main" id="{A42BE706-098A-3185-279A-745E077E7F1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7608447-064B-4B83-BD85-C45008950384}" type="slidenum">
              <a:rPr lang="en-US" altLang="en-US" sz="1400">
                <a:solidFill>
                  <a:schemeClr val="bg2"/>
                </a:solidFill>
              </a:rPr>
              <a:pPr>
                <a:spcBef>
                  <a:spcPct val="0"/>
                </a:spcBef>
                <a:buClrTx/>
                <a:buSzTx/>
                <a:buFontTx/>
                <a:buNone/>
              </a:pPr>
              <a:t>242</a:t>
            </a:fld>
            <a:endParaRPr lang="en-US" altLang="en-US" sz="1400">
              <a:solidFill>
                <a:schemeClr val="bg2"/>
              </a:solidFill>
            </a:endParaRPr>
          </a:p>
        </p:txBody>
      </p:sp>
      <p:sp>
        <p:nvSpPr>
          <p:cNvPr id="463875" name="Rectangle 4">
            <a:extLst>
              <a:ext uri="{FF2B5EF4-FFF2-40B4-BE49-F238E27FC236}">
                <a16:creationId xmlns:a16="http://schemas.microsoft.com/office/drawing/2014/main" id="{461D3DFF-46BD-D7E8-3876-EA984D30481D}"/>
              </a:ext>
            </a:extLst>
          </p:cNvPr>
          <p:cNvSpPr>
            <a:spLocks noGrp="1" noChangeArrowheads="1"/>
          </p:cNvSpPr>
          <p:nvPr>
            <p:ph type="ctrTitle"/>
          </p:nvPr>
        </p:nvSpPr>
        <p:spPr/>
        <p:txBody>
          <a:bodyPr>
            <a:normAutofit fontScale="90000"/>
          </a:bodyPr>
          <a:lstStyle/>
          <a:p>
            <a:pPr eaLnBrk="1" hangingPunct="1"/>
            <a:r>
              <a:rPr lang="en-US" altLang="en-US" dirty="0"/>
              <a:t>Secure Socket Layer (SSL) / Transport Layer Security (TLS)</a:t>
            </a:r>
          </a:p>
        </p:txBody>
      </p:sp>
      <p:sp>
        <p:nvSpPr>
          <p:cNvPr id="463876" name="Rectangle 5">
            <a:extLst>
              <a:ext uri="{FF2B5EF4-FFF2-40B4-BE49-F238E27FC236}">
                <a16:creationId xmlns:a16="http://schemas.microsoft.com/office/drawing/2014/main" id="{18B18475-530B-8669-5A81-A6CE7BD462D8}"/>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Slide Number Placeholder 5">
            <a:extLst>
              <a:ext uri="{FF2B5EF4-FFF2-40B4-BE49-F238E27FC236}">
                <a16:creationId xmlns:a16="http://schemas.microsoft.com/office/drawing/2014/main" id="{985C5CB1-0CF4-C34D-8BAE-FEC2AC44B9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A281003-566B-45AF-B297-DE41E4B5FE72}" type="slidenum">
              <a:rPr lang="en-US" altLang="en-US" sz="1400"/>
              <a:pPr>
                <a:spcBef>
                  <a:spcPct val="0"/>
                </a:spcBef>
                <a:buClrTx/>
                <a:buSzTx/>
                <a:buFontTx/>
                <a:buNone/>
              </a:pPr>
              <a:t>243</a:t>
            </a:fld>
            <a:endParaRPr lang="en-US" altLang="en-US" sz="1400"/>
          </a:p>
        </p:txBody>
      </p:sp>
      <p:sp>
        <p:nvSpPr>
          <p:cNvPr id="465923" name="Rectangle 2">
            <a:extLst>
              <a:ext uri="{FF2B5EF4-FFF2-40B4-BE49-F238E27FC236}">
                <a16:creationId xmlns:a16="http://schemas.microsoft.com/office/drawing/2014/main" id="{AF166C51-4ADC-FF6D-5944-47BD8F6363B6}"/>
              </a:ext>
            </a:extLst>
          </p:cNvPr>
          <p:cNvSpPr>
            <a:spLocks noGrp="1" noChangeArrowheads="1"/>
          </p:cNvSpPr>
          <p:nvPr>
            <p:ph type="title"/>
          </p:nvPr>
        </p:nvSpPr>
        <p:spPr/>
        <p:txBody>
          <a:bodyPr/>
          <a:lstStyle/>
          <a:p>
            <a:pPr eaLnBrk="1" hangingPunct="1"/>
            <a:r>
              <a:rPr lang="en-US" altLang="en-US"/>
              <a:t>Secure Socket Layer (SSL)</a:t>
            </a:r>
          </a:p>
        </p:txBody>
      </p:sp>
      <p:sp>
        <p:nvSpPr>
          <p:cNvPr id="465924" name="Rectangle 3">
            <a:extLst>
              <a:ext uri="{FF2B5EF4-FFF2-40B4-BE49-F238E27FC236}">
                <a16:creationId xmlns:a16="http://schemas.microsoft.com/office/drawing/2014/main" id="{F73C37FE-954D-7B16-ACCB-09C0A69599ED}"/>
              </a:ext>
            </a:extLst>
          </p:cNvPr>
          <p:cNvSpPr>
            <a:spLocks noGrp="1" noChangeArrowheads="1"/>
          </p:cNvSpPr>
          <p:nvPr>
            <p:ph type="body" idx="1"/>
          </p:nvPr>
        </p:nvSpPr>
        <p:spPr/>
        <p:txBody>
          <a:bodyPr/>
          <a:lstStyle/>
          <a:p>
            <a:pPr eaLnBrk="1" hangingPunct="1">
              <a:lnSpc>
                <a:spcPct val="90000"/>
              </a:lnSpc>
            </a:pPr>
            <a:r>
              <a:rPr lang="en-US" altLang="en-US"/>
              <a:t>World’s most widely used security mechanism on the Internet</a:t>
            </a:r>
          </a:p>
          <a:p>
            <a:pPr eaLnBrk="1" hangingPunct="1">
              <a:lnSpc>
                <a:spcPct val="90000"/>
              </a:lnSpc>
              <a:buFont typeface="Wingdings" panose="05000000000000000000" pitchFamily="2" charset="2"/>
              <a:buNone/>
            </a:pPr>
            <a:endParaRPr lang="en-US" altLang="en-US"/>
          </a:p>
          <a:p>
            <a:pPr eaLnBrk="1" hangingPunct="1">
              <a:lnSpc>
                <a:spcPct val="90000"/>
              </a:lnSpc>
            </a:pPr>
            <a:r>
              <a:rPr lang="en-US" altLang="en-US"/>
              <a:t>Secures communication between a client and a server </a:t>
            </a:r>
          </a:p>
          <a:p>
            <a:pPr eaLnBrk="1" hangingPunct="1">
              <a:lnSpc>
                <a:spcPct val="90000"/>
              </a:lnSpc>
            </a:pPr>
            <a:endParaRPr lang="en-US" altLang="en-US"/>
          </a:p>
          <a:p>
            <a:pPr eaLnBrk="1" hangingPunct="1">
              <a:lnSpc>
                <a:spcPct val="90000"/>
              </a:lnSpc>
            </a:pPr>
            <a:r>
              <a:rPr lang="en-US" altLang="en-US"/>
              <a:t>Located between the Application and Transport Layers of TCP/IP protocol suite</a:t>
            </a:r>
          </a:p>
        </p:txBody>
      </p:sp>
    </p:spTree>
    <p:extLst>
      <p:ext uri="{BB962C8B-B14F-4D97-AF65-F5344CB8AC3E}">
        <p14:creationId xmlns:p14="http://schemas.microsoft.com/office/powerpoint/2010/main" val="1757321826"/>
      </p:ext>
    </p:extLst>
  </p:cSld>
  <p:clrMapOvr>
    <a:masterClrMapping/>
  </p:clrMapOvr>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Slide Number Placeholder 5">
            <a:extLst>
              <a:ext uri="{FF2B5EF4-FFF2-40B4-BE49-F238E27FC236}">
                <a16:creationId xmlns:a16="http://schemas.microsoft.com/office/drawing/2014/main" id="{68C60BCC-64A7-10BC-A074-31A11B87F3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9CBD176-752D-4210-A533-8202929341D3}" type="slidenum">
              <a:rPr lang="en-US" altLang="en-US" sz="1400"/>
              <a:pPr>
                <a:spcBef>
                  <a:spcPct val="0"/>
                </a:spcBef>
                <a:buClrTx/>
                <a:buSzTx/>
                <a:buFontTx/>
                <a:buNone/>
              </a:pPr>
              <a:t>244</a:t>
            </a:fld>
            <a:endParaRPr lang="en-US" altLang="en-US" sz="1400"/>
          </a:p>
        </p:txBody>
      </p:sp>
      <p:sp>
        <p:nvSpPr>
          <p:cNvPr id="467971" name="Rectangle 2">
            <a:extLst>
              <a:ext uri="{FF2B5EF4-FFF2-40B4-BE49-F238E27FC236}">
                <a16:creationId xmlns:a16="http://schemas.microsoft.com/office/drawing/2014/main" id="{C0019DF3-5BC2-F596-EA68-A54D3169DB46}"/>
              </a:ext>
            </a:extLst>
          </p:cNvPr>
          <p:cNvSpPr>
            <a:spLocks noGrp="1" noChangeArrowheads="1"/>
          </p:cNvSpPr>
          <p:nvPr>
            <p:ph type="title"/>
          </p:nvPr>
        </p:nvSpPr>
        <p:spPr/>
        <p:txBody>
          <a:bodyPr/>
          <a:lstStyle/>
          <a:p>
            <a:pPr eaLnBrk="1" hangingPunct="1"/>
            <a:r>
              <a:rPr lang="en-US" altLang="en-US"/>
              <a:t>Secure Socket Layer (SSL)</a:t>
            </a:r>
          </a:p>
        </p:txBody>
      </p:sp>
      <p:grpSp>
        <p:nvGrpSpPr>
          <p:cNvPr id="467972" name="Group 3">
            <a:extLst>
              <a:ext uri="{FF2B5EF4-FFF2-40B4-BE49-F238E27FC236}">
                <a16:creationId xmlns:a16="http://schemas.microsoft.com/office/drawing/2014/main" id="{4A2A76B9-C739-7253-120C-1CED388169CF}"/>
              </a:ext>
            </a:extLst>
          </p:cNvPr>
          <p:cNvGrpSpPr>
            <a:grpSpLocks/>
          </p:cNvGrpSpPr>
          <p:nvPr/>
        </p:nvGrpSpPr>
        <p:grpSpPr bwMode="auto">
          <a:xfrm>
            <a:off x="3810000" y="2286001"/>
            <a:ext cx="5181600" cy="3648075"/>
            <a:chOff x="3699" y="2840"/>
            <a:chExt cx="4296" cy="4066"/>
          </a:xfrm>
        </p:grpSpPr>
        <p:sp>
          <p:nvSpPr>
            <p:cNvPr id="467973" name="Rectangle 4">
              <a:extLst>
                <a:ext uri="{FF2B5EF4-FFF2-40B4-BE49-F238E27FC236}">
                  <a16:creationId xmlns:a16="http://schemas.microsoft.com/office/drawing/2014/main" id="{019EDAAA-8AB3-F5CF-EC80-260588148D02}"/>
                </a:ext>
              </a:extLst>
            </p:cNvPr>
            <p:cNvSpPr>
              <a:spLocks noChangeArrowheads="1"/>
            </p:cNvSpPr>
            <p:nvPr/>
          </p:nvSpPr>
          <p:spPr bwMode="auto">
            <a:xfrm>
              <a:off x="3699" y="2840"/>
              <a:ext cx="4296" cy="4066"/>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67974" name="Text Box 5">
              <a:extLst>
                <a:ext uri="{FF2B5EF4-FFF2-40B4-BE49-F238E27FC236}">
                  <a16:creationId xmlns:a16="http://schemas.microsoft.com/office/drawing/2014/main" id="{7E15DBFF-7D0A-E19E-2BFC-5130851A67E4}"/>
                </a:ext>
              </a:extLst>
            </p:cNvPr>
            <p:cNvSpPr txBox="1">
              <a:spLocks noChangeArrowheads="1"/>
            </p:cNvSpPr>
            <p:nvPr/>
          </p:nvSpPr>
          <p:spPr bwMode="auto">
            <a:xfrm>
              <a:off x="4275" y="3242"/>
              <a:ext cx="316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Application Layer</a:t>
              </a:r>
            </a:p>
          </p:txBody>
        </p:sp>
        <p:sp>
          <p:nvSpPr>
            <p:cNvPr id="467975" name="Text Box 6">
              <a:extLst>
                <a:ext uri="{FF2B5EF4-FFF2-40B4-BE49-F238E27FC236}">
                  <a16:creationId xmlns:a16="http://schemas.microsoft.com/office/drawing/2014/main" id="{82715724-5E9D-524F-6E59-751BCB3CADD5}"/>
                </a:ext>
              </a:extLst>
            </p:cNvPr>
            <p:cNvSpPr txBox="1">
              <a:spLocks noChangeArrowheads="1"/>
            </p:cNvSpPr>
            <p:nvPr/>
          </p:nvSpPr>
          <p:spPr bwMode="auto">
            <a:xfrm>
              <a:off x="4275" y="4361"/>
              <a:ext cx="316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Transport Layer</a:t>
              </a:r>
            </a:p>
          </p:txBody>
        </p:sp>
        <p:sp>
          <p:nvSpPr>
            <p:cNvPr id="467976" name="Text Box 7">
              <a:extLst>
                <a:ext uri="{FF2B5EF4-FFF2-40B4-BE49-F238E27FC236}">
                  <a16:creationId xmlns:a16="http://schemas.microsoft.com/office/drawing/2014/main" id="{25191798-A6E2-9B30-86D5-E7C4C3A3889B}"/>
                </a:ext>
              </a:extLst>
            </p:cNvPr>
            <p:cNvSpPr txBox="1">
              <a:spLocks noChangeArrowheads="1"/>
            </p:cNvSpPr>
            <p:nvPr/>
          </p:nvSpPr>
          <p:spPr bwMode="auto">
            <a:xfrm>
              <a:off x="4275" y="4913"/>
              <a:ext cx="316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Internet Layer</a:t>
              </a:r>
            </a:p>
          </p:txBody>
        </p:sp>
        <p:sp>
          <p:nvSpPr>
            <p:cNvPr id="467977" name="Text Box 8">
              <a:extLst>
                <a:ext uri="{FF2B5EF4-FFF2-40B4-BE49-F238E27FC236}">
                  <a16:creationId xmlns:a16="http://schemas.microsoft.com/office/drawing/2014/main" id="{999D8F00-E5B5-2E6A-497C-7B5D8D5706AF}"/>
                </a:ext>
              </a:extLst>
            </p:cNvPr>
            <p:cNvSpPr txBox="1">
              <a:spLocks noChangeArrowheads="1"/>
            </p:cNvSpPr>
            <p:nvPr/>
          </p:nvSpPr>
          <p:spPr bwMode="auto">
            <a:xfrm>
              <a:off x="4275" y="5489"/>
              <a:ext cx="316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Data Link Layer</a:t>
              </a:r>
            </a:p>
          </p:txBody>
        </p:sp>
        <p:sp>
          <p:nvSpPr>
            <p:cNvPr id="467978" name="Text Box 9">
              <a:extLst>
                <a:ext uri="{FF2B5EF4-FFF2-40B4-BE49-F238E27FC236}">
                  <a16:creationId xmlns:a16="http://schemas.microsoft.com/office/drawing/2014/main" id="{1412B3C2-ACBE-5D7E-850C-FA78DD60C26B}"/>
                </a:ext>
              </a:extLst>
            </p:cNvPr>
            <p:cNvSpPr txBox="1">
              <a:spLocks noChangeArrowheads="1"/>
            </p:cNvSpPr>
            <p:nvPr/>
          </p:nvSpPr>
          <p:spPr bwMode="auto">
            <a:xfrm>
              <a:off x="4275" y="6065"/>
              <a:ext cx="3168"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latin typeface="Times New Roman" panose="02020603050405020304" pitchFamily="18" charset="0"/>
                </a:rPr>
                <a:t>Physical Layer</a:t>
              </a:r>
            </a:p>
          </p:txBody>
        </p:sp>
        <p:sp>
          <p:nvSpPr>
            <p:cNvPr id="467979" name="Text Box 10" descr="5%">
              <a:extLst>
                <a:ext uri="{FF2B5EF4-FFF2-40B4-BE49-F238E27FC236}">
                  <a16:creationId xmlns:a16="http://schemas.microsoft.com/office/drawing/2014/main" id="{ABA46087-E3DF-D165-F397-B3E9701C8C18}"/>
                </a:ext>
              </a:extLst>
            </p:cNvPr>
            <p:cNvSpPr txBox="1">
              <a:spLocks noChangeArrowheads="1"/>
            </p:cNvSpPr>
            <p:nvPr/>
          </p:nvSpPr>
          <p:spPr bwMode="auto">
            <a:xfrm>
              <a:off x="4287" y="3806"/>
              <a:ext cx="3168" cy="432"/>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400" b="1">
                  <a:solidFill>
                    <a:srgbClr val="FF0000"/>
                  </a:solidFill>
                  <a:latin typeface="Times New Roman" panose="02020603050405020304" pitchFamily="18" charset="0"/>
                </a:rPr>
                <a:t>SSL Layer</a:t>
              </a:r>
            </a:p>
          </p:txBody>
        </p:sp>
      </p:grpSp>
    </p:spTree>
    <p:extLst>
      <p:ext uri="{BB962C8B-B14F-4D97-AF65-F5344CB8AC3E}">
        <p14:creationId xmlns:p14="http://schemas.microsoft.com/office/powerpoint/2010/main" val="2782266446"/>
      </p:ext>
    </p:extLst>
  </p:cSld>
  <p:clrMapOvr>
    <a:masterClrMapping/>
  </p:clrMapOvr>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Slide Number Placeholder 4">
            <a:extLst>
              <a:ext uri="{FF2B5EF4-FFF2-40B4-BE49-F238E27FC236}">
                <a16:creationId xmlns:a16="http://schemas.microsoft.com/office/drawing/2014/main" id="{049B1F5A-A938-B66B-F12E-543DC5D91F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8CD553A-8DFA-4C5F-B0CA-9D3AAB5C70D0}" type="slidenum">
              <a:rPr lang="en-US" altLang="en-US" sz="1400"/>
              <a:pPr>
                <a:spcBef>
                  <a:spcPct val="0"/>
                </a:spcBef>
                <a:buClrTx/>
                <a:buSzTx/>
                <a:buFontTx/>
                <a:buNone/>
              </a:pPr>
              <a:t>245</a:t>
            </a:fld>
            <a:endParaRPr lang="en-US" altLang="en-US" sz="1400"/>
          </a:p>
        </p:txBody>
      </p:sp>
      <p:sp>
        <p:nvSpPr>
          <p:cNvPr id="470019" name="Rectangle 2">
            <a:extLst>
              <a:ext uri="{FF2B5EF4-FFF2-40B4-BE49-F238E27FC236}">
                <a16:creationId xmlns:a16="http://schemas.microsoft.com/office/drawing/2014/main" id="{1A0C8426-E3CB-6B5B-606D-6FF4DCC882BE}"/>
              </a:ext>
            </a:extLst>
          </p:cNvPr>
          <p:cNvSpPr>
            <a:spLocks noGrp="1" noChangeArrowheads="1"/>
          </p:cNvSpPr>
          <p:nvPr>
            <p:ph type="title"/>
          </p:nvPr>
        </p:nvSpPr>
        <p:spPr/>
        <p:txBody>
          <a:bodyPr/>
          <a:lstStyle/>
          <a:p>
            <a:pPr eaLnBrk="1" hangingPunct="1"/>
            <a:r>
              <a:rPr lang="en-US" altLang="en-US"/>
              <a:t>Data Exchange including SSL</a:t>
            </a:r>
          </a:p>
        </p:txBody>
      </p:sp>
      <p:sp>
        <p:nvSpPr>
          <p:cNvPr id="470020" name="Rectangle 3">
            <a:extLst>
              <a:ext uri="{FF2B5EF4-FFF2-40B4-BE49-F238E27FC236}">
                <a16:creationId xmlns:a16="http://schemas.microsoft.com/office/drawing/2014/main" id="{509BE027-E7ED-F57C-E1C6-6F387293898A}"/>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70021" name="Group 4">
            <a:extLst>
              <a:ext uri="{FF2B5EF4-FFF2-40B4-BE49-F238E27FC236}">
                <a16:creationId xmlns:a16="http://schemas.microsoft.com/office/drawing/2014/main" id="{359CECAC-C69A-4899-612A-C96CFAFB1C7D}"/>
              </a:ext>
            </a:extLst>
          </p:cNvPr>
          <p:cNvGrpSpPr>
            <a:grpSpLocks/>
          </p:cNvGrpSpPr>
          <p:nvPr/>
        </p:nvGrpSpPr>
        <p:grpSpPr bwMode="auto">
          <a:xfrm>
            <a:off x="2209800" y="1676401"/>
            <a:ext cx="7086600" cy="4149725"/>
            <a:chOff x="1728" y="2844"/>
            <a:chExt cx="9024" cy="7404"/>
          </a:xfrm>
        </p:grpSpPr>
        <p:sp>
          <p:nvSpPr>
            <p:cNvPr id="470022" name="Rectangle 5">
              <a:extLst>
                <a:ext uri="{FF2B5EF4-FFF2-40B4-BE49-F238E27FC236}">
                  <a16:creationId xmlns:a16="http://schemas.microsoft.com/office/drawing/2014/main" id="{DE89F36D-CE59-E3DC-0457-5F2DA4B1B612}"/>
                </a:ext>
              </a:extLst>
            </p:cNvPr>
            <p:cNvSpPr>
              <a:spLocks noChangeArrowheads="1"/>
            </p:cNvSpPr>
            <p:nvPr/>
          </p:nvSpPr>
          <p:spPr bwMode="auto">
            <a:xfrm>
              <a:off x="1728" y="2844"/>
              <a:ext cx="9024" cy="740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0023" name="computr1">
              <a:extLst>
                <a:ext uri="{FF2B5EF4-FFF2-40B4-BE49-F238E27FC236}">
                  <a16:creationId xmlns:a16="http://schemas.microsoft.com/office/drawing/2014/main" id="{A299635B-90BF-9575-E9C7-F66FB11FA75A}"/>
                </a:ext>
              </a:extLst>
            </p:cNvPr>
            <p:cNvSpPr>
              <a:spLocks noEditPoints="1" noChangeArrowheads="1"/>
            </p:cNvSpPr>
            <p:nvPr/>
          </p:nvSpPr>
          <p:spPr bwMode="auto">
            <a:xfrm>
              <a:off x="2214" y="3329"/>
              <a:ext cx="864" cy="86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50 h 21600"/>
                <a:gd name="T44" fmla="*/ 16750 w 21600"/>
                <a:gd name="T45" fmla="*/ 1115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X</a:t>
              </a:r>
            </a:p>
          </p:txBody>
        </p:sp>
        <p:sp>
          <p:nvSpPr>
            <p:cNvPr id="470024" name="AutoShape 7">
              <a:extLst>
                <a:ext uri="{FF2B5EF4-FFF2-40B4-BE49-F238E27FC236}">
                  <a16:creationId xmlns:a16="http://schemas.microsoft.com/office/drawing/2014/main" id="{23CAFA4F-A457-4C70-84DB-FC949F39BE96}"/>
                </a:ext>
              </a:extLst>
            </p:cNvPr>
            <p:cNvSpPr>
              <a:spLocks noChangeArrowheads="1"/>
            </p:cNvSpPr>
            <p:nvPr/>
          </p:nvSpPr>
          <p:spPr bwMode="auto">
            <a:xfrm>
              <a:off x="2496" y="4206"/>
              <a:ext cx="327" cy="519"/>
            </a:xfrm>
            <a:prstGeom prst="downArrow">
              <a:avLst>
                <a:gd name="adj1" fmla="val 50000"/>
                <a:gd name="adj2" fmla="val 3967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0025" name="Text Box 8">
              <a:extLst>
                <a:ext uri="{FF2B5EF4-FFF2-40B4-BE49-F238E27FC236}">
                  <a16:creationId xmlns:a16="http://schemas.microsoft.com/office/drawing/2014/main" id="{64F82800-DA5D-1B62-971E-57D34C0E7FE1}"/>
                </a:ext>
              </a:extLst>
            </p:cNvPr>
            <p:cNvSpPr txBox="1">
              <a:spLocks noChangeArrowheads="1"/>
            </p:cNvSpPr>
            <p:nvPr/>
          </p:nvSpPr>
          <p:spPr bwMode="auto">
            <a:xfrm>
              <a:off x="2237" y="4708"/>
              <a:ext cx="1009" cy="35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r>
                <a:rPr lang="en-US" altLang="en-US" sz="1200">
                  <a:latin typeface="Times New Roman" panose="02020603050405020304" pitchFamily="18" charset="0"/>
                </a:rPr>
                <a:t> </a:t>
              </a:r>
            </a:p>
          </p:txBody>
        </p:sp>
        <p:sp>
          <p:nvSpPr>
            <p:cNvPr id="470026" name="Text Box 9" descr="5%">
              <a:extLst>
                <a:ext uri="{FF2B5EF4-FFF2-40B4-BE49-F238E27FC236}">
                  <a16:creationId xmlns:a16="http://schemas.microsoft.com/office/drawing/2014/main" id="{97CF5772-675E-67BE-FE26-D66D6E3BB0E4}"/>
                </a:ext>
              </a:extLst>
            </p:cNvPr>
            <p:cNvSpPr txBox="1">
              <a:spLocks noChangeArrowheads="1"/>
            </p:cNvSpPr>
            <p:nvPr/>
          </p:nvSpPr>
          <p:spPr bwMode="auto">
            <a:xfrm>
              <a:off x="2249" y="8337"/>
              <a:ext cx="3304" cy="334"/>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010101010100010101010010</a:t>
              </a:r>
              <a:endParaRPr lang="en-US" altLang="en-US" sz="1200">
                <a:latin typeface="Times New Roman" panose="02020603050405020304" pitchFamily="18" charset="0"/>
              </a:endParaRPr>
            </a:p>
          </p:txBody>
        </p:sp>
        <p:sp>
          <p:nvSpPr>
            <p:cNvPr id="470027" name="AutoShape 10">
              <a:extLst>
                <a:ext uri="{FF2B5EF4-FFF2-40B4-BE49-F238E27FC236}">
                  <a16:creationId xmlns:a16="http://schemas.microsoft.com/office/drawing/2014/main" id="{EAB6F935-9D61-27E2-1594-8BBF0A8540E5}"/>
                </a:ext>
              </a:extLst>
            </p:cNvPr>
            <p:cNvSpPr>
              <a:spLocks noChangeArrowheads="1"/>
            </p:cNvSpPr>
            <p:nvPr/>
          </p:nvSpPr>
          <p:spPr bwMode="auto">
            <a:xfrm>
              <a:off x="3363" y="8818"/>
              <a:ext cx="1105" cy="1088"/>
            </a:xfrm>
            <a:prstGeom prst="curvedRightArrow">
              <a:avLst>
                <a:gd name="adj1" fmla="val 20000"/>
                <a:gd name="adj2" fmla="val 40000"/>
                <a:gd name="adj3" fmla="val 33854"/>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0028" name="AutoShape 11">
              <a:extLst>
                <a:ext uri="{FF2B5EF4-FFF2-40B4-BE49-F238E27FC236}">
                  <a16:creationId xmlns:a16="http://schemas.microsoft.com/office/drawing/2014/main" id="{2F5E2057-B8F7-7221-4DC5-BDD2D55C8AF9}"/>
                </a:ext>
              </a:extLst>
            </p:cNvPr>
            <p:cNvSpPr>
              <a:spLocks noChangeArrowheads="1"/>
            </p:cNvSpPr>
            <p:nvPr/>
          </p:nvSpPr>
          <p:spPr bwMode="auto">
            <a:xfrm rot="-5250141">
              <a:off x="8029" y="8521"/>
              <a:ext cx="1159" cy="1431"/>
            </a:xfrm>
            <a:prstGeom prst="curvedUpArrow">
              <a:avLst>
                <a:gd name="adj1" fmla="val 20000"/>
                <a:gd name="adj2" fmla="val 40000"/>
                <a:gd name="adj3" fmla="val 41156"/>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0029" name="Text Box 12">
              <a:extLst>
                <a:ext uri="{FF2B5EF4-FFF2-40B4-BE49-F238E27FC236}">
                  <a16:creationId xmlns:a16="http://schemas.microsoft.com/office/drawing/2014/main" id="{67BE87CE-C606-ADEF-D520-E3D4F7289696}"/>
                </a:ext>
              </a:extLst>
            </p:cNvPr>
            <p:cNvSpPr txBox="1">
              <a:spLocks noChangeArrowheads="1"/>
            </p:cNvSpPr>
            <p:nvPr/>
          </p:nvSpPr>
          <p:spPr bwMode="auto">
            <a:xfrm>
              <a:off x="4860" y="9021"/>
              <a:ext cx="2490"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Transmission medium</a:t>
              </a:r>
            </a:p>
          </p:txBody>
        </p:sp>
        <p:grpSp>
          <p:nvGrpSpPr>
            <p:cNvPr id="470030" name="Group 13">
              <a:extLst>
                <a:ext uri="{FF2B5EF4-FFF2-40B4-BE49-F238E27FC236}">
                  <a16:creationId xmlns:a16="http://schemas.microsoft.com/office/drawing/2014/main" id="{1A449A68-BFD8-D37F-5BFF-86A61A471752}"/>
                </a:ext>
              </a:extLst>
            </p:cNvPr>
            <p:cNvGrpSpPr>
              <a:grpSpLocks/>
            </p:cNvGrpSpPr>
            <p:nvPr/>
          </p:nvGrpSpPr>
          <p:grpSpPr bwMode="auto">
            <a:xfrm>
              <a:off x="4965" y="9546"/>
              <a:ext cx="2160" cy="420"/>
              <a:chOff x="5085" y="9720"/>
              <a:chExt cx="2160" cy="420"/>
            </a:xfrm>
          </p:grpSpPr>
          <p:sp>
            <p:nvSpPr>
              <p:cNvPr id="470077" name="Line 14">
                <a:extLst>
                  <a:ext uri="{FF2B5EF4-FFF2-40B4-BE49-F238E27FC236}">
                    <a16:creationId xmlns:a16="http://schemas.microsoft.com/office/drawing/2014/main" id="{2CFE8790-AF8C-8F6B-B2DA-29306673A4D0}"/>
                  </a:ext>
                </a:extLst>
              </p:cNvPr>
              <p:cNvSpPr>
                <a:spLocks noChangeShapeType="1"/>
              </p:cNvSpPr>
              <p:nvPr/>
            </p:nvSpPr>
            <p:spPr bwMode="auto">
              <a:xfrm>
                <a:off x="5085" y="9720"/>
                <a:ext cx="214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0078" name="Line 15">
                <a:extLst>
                  <a:ext uri="{FF2B5EF4-FFF2-40B4-BE49-F238E27FC236}">
                    <a16:creationId xmlns:a16="http://schemas.microsoft.com/office/drawing/2014/main" id="{C8A17F7C-257E-A768-B2A2-99FF679DAE4D}"/>
                  </a:ext>
                </a:extLst>
              </p:cNvPr>
              <p:cNvSpPr>
                <a:spLocks noChangeShapeType="1"/>
              </p:cNvSpPr>
              <p:nvPr/>
            </p:nvSpPr>
            <p:spPr bwMode="auto">
              <a:xfrm>
                <a:off x="5100" y="10140"/>
                <a:ext cx="214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0079" name="Freeform 16">
                <a:extLst>
                  <a:ext uri="{FF2B5EF4-FFF2-40B4-BE49-F238E27FC236}">
                    <a16:creationId xmlns:a16="http://schemas.microsoft.com/office/drawing/2014/main" id="{DA42DC7A-8F79-2C94-BA83-65D79DD53383}"/>
                  </a:ext>
                </a:extLst>
              </p:cNvPr>
              <p:cNvSpPr>
                <a:spLocks/>
              </p:cNvSpPr>
              <p:nvPr/>
            </p:nvSpPr>
            <p:spPr bwMode="auto">
              <a:xfrm>
                <a:off x="5175" y="9730"/>
                <a:ext cx="2025" cy="395"/>
              </a:xfrm>
              <a:custGeom>
                <a:avLst/>
                <a:gdLst>
                  <a:gd name="T0" fmla="*/ 0 w 2025"/>
                  <a:gd name="T1" fmla="*/ 395 h 395"/>
                  <a:gd name="T2" fmla="*/ 60 w 2025"/>
                  <a:gd name="T3" fmla="*/ 20 h 395"/>
                  <a:gd name="T4" fmla="*/ 240 w 2025"/>
                  <a:gd name="T5" fmla="*/ 290 h 395"/>
                  <a:gd name="T6" fmla="*/ 390 w 2025"/>
                  <a:gd name="T7" fmla="*/ 95 h 395"/>
                  <a:gd name="T8" fmla="*/ 465 w 2025"/>
                  <a:gd name="T9" fmla="*/ 35 h 395"/>
                  <a:gd name="T10" fmla="*/ 615 w 2025"/>
                  <a:gd name="T11" fmla="*/ 305 h 395"/>
                  <a:gd name="T12" fmla="*/ 780 w 2025"/>
                  <a:gd name="T13" fmla="*/ 65 h 395"/>
                  <a:gd name="T14" fmla="*/ 945 w 2025"/>
                  <a:gd name="T15" fmla="*/ 125 h 395"/>
                  <a:gd name="T16" fmla="*/ 1125 w 2025"/>
                  <a:gd name="T17" fmla="*/ 65 h 395"/>
                  <a:gd name="T18" fmla="*/ 1275 w 2025"/>
                  <a:gd name="T19" fmla="*/ 290 h 395"/>
                  <a:gd name="T20" fmla="*/ 1530 w 2025"/>
                  <a:gd name="T21" fmla="*/ 65 h 395"/>
                  <a:gd name="T22" fmla="*/ 1740 w 2025"/>
                  <a:gd name="T23" fmla="*/ 290 h 395"/>
                  <a:gd name="T24" fmla="*/ 2025 w 2025"/>
                  <a:gd name="T25" fmla="*/ 320 h 3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25"/>
                  <a:gd name="T40" fmla="*/ 0 h 395"/>
                  <a:gd name="T41" fmla="*/ 2025 w 2025"/>
                  <a:gd name="T42" fmla="*/ 395 h 3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25" h="395">
                    <a:moveTo>
                      <a:pt x="0" y="395"/>
                    </a:moveTo>
                    <a:cubicBezTo>
                      <a:pt x="10" y="216"/>
                      <a:pt x="20" y="37"/>
                      <a:pt x="60" y="20"/>
                    </a:cubicBezTo>
                    <a:cubicBezTo>
                      <a:pt x="100" y="3"/>
                      <a:pt x="185" y="277"/>
                      <a:pt x="240" y="290"/>
                    </a:cubicBezTo>
                    <a:cubicBezTo>
                      <a:pt x="295" y="303"/>
                      <a:pt x="353" y="137"/>
                      <a:pt x="390" y="95"/>
                    </a:cubicBezTo>
                    <a:cubicBezTo>
                      <a:pt x="427" y="53"/>
                      <a:pt x="428" y="0"/>
                      <a:pt x="465" y="35"/>
                    </a:cubicBezTo>
                    <a:cubicBezTo>
                      <a:pt x="502" y="70"/>
                      <a:pt x="563" y="300"/>
                      <a:pt x="615" y="305"/>
                    </a:cubicBezTo>
                    <a:cubicBezTo>
                      <a:pt x="667" y="310"/>
                      <a:pt x="725" y="95"/>
                      <a:pt x="780" y="65"/>
                    </a:cubicBezTo>
                    <a:cubicBezTo>
                      <a:pt x="835" y="35"/>
                      <a:pt x="888" y="125"/>
                      <a:pt x="945" y="125"/>
                    </a:cubicBezTo>
                    <a:cubicBezTo>
                      <a:pt x="1002" y="125"/>
                      <a:pt x="1070" y="38"/>
                      <a:pt x="1125" y="65"/>
                    </a:cubicBezTo>
                    <a:cubicBezTo>
                      <a:pt x="1180" y="92"/>
                      <a:pt x="1208" y="290"/>
                      <a:pt x="1275" y="290"/>
                    </a:cubicBezTo>
                    <a:cubicBezTo>
                      <a:pt x="1342" y="290"/>
                      <a:pt x="1453" y="65"/>
                      <a:pt x="1530" y="65"/>
                    </a:cubicBezTo>
                    <a:cubicBezTo>
                      <a:pt x="1607" y="65"/>
                      <a:pt x="1658" y="248"/>
                      <a:pt x="1740" y="290"/>
                    </a:cubicBezTo>
                    <a:cubicBezTo>
                      <a:pt x="1822" y="332"/>
                      <a:pt x="1980" y="315"/>
                      <a:pt x="2025" y="3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p:nvSpPr>
            <p:cNvPr id="470031" name="Line 17">
              <a:extLst>
                <a:ext uri="{FF2B5EF4-FFF2-40B4-BE49-F238E27FC236}">
                  <a16:creationId xmlns:a16="http://schemas.microsoft.com/office/drawing/2014/main" id="{FC589916-18A9-751C-40AF-2338D290BAA9}"/>
                </a:ext>
              </a:extLst>
            </p:cNvPr>
            <p:cNvSpPr>
              <a:spLocks noChangeShapeType="1"/>
            </p:cNvSpPr>
            <p:nvPr/>
          </p:nvSpPr>
          <p:spPr bwMode="auto">
            <a:xfrm>
              <a:off x="2238" y="5097"/>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2" name="Line 18">
              <a:extLst>
                <a:ext uri="{FF2B5EF4-FFF2-40B4-BE49-F238E27FC236}">
                  <a16:creationId xmlns:a16="http://schemas.microsoft.com/office/drawing/2014/main" id="{23AC9C99-FC7D-571A-E8B4-6C07A4DBF630}"/>
                </a:ext>
              </a:extLst>
            </p:cNvPr>
            <p:cNvSpPr>
              <a:spLocks noChangeShapeType="1"/>
            </p:cNvSpPr>
            <p:nvPr/>
          </p:nvSpPr>
          <p:spPr bwMode="auto">
            <a:xfrm>
              <a:off x="2238" y="5827"/>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3" name="Line 19">
              <a:extLst>
                <a:ext uri="{FF2B5EF4-FFF2-40B4-BE49-F238E27FC236}">
                  <a16:creationId xmlns:a16="http://schemas.microsoft.com/office/drawing/2014/main" id="{A041D407-A132-42AC-D8A5-E99987EDA410}"/>
                </a:ext>
              </a:extLst>
            </p:cNvPr>
            <p:cNvSpPr>
              <a:spLocks noChangeShapeType="1"/>
            </p:cNvSpPr>
            <p:nvPr/>
          </p:nvSpPr>
          <p:spPr bwMode="auto">
            <a:xfrm>
              <a:off x="2262" y="6608"/>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4" name="Line 20">
              <a:extLst>
                <a:ext uri="{FF2B5EF4-FFF2-40B4-BE49-F238E27FC236}">
                  <a16:creationId xmlns:a16="http://schemas.microsoft.com/office/drawing/2014/main" id="{CCDC3994-E524-6429-E194-483360050534}"/>
                </a:ext>
              </a:extLst>
            </p:cNvPr>
            <p:cNvSpPr>
              <a:spLocks noChangeShapeType="1"/>
            </p:cNvSpPr>
            <p:nvPr/>
          </p:nvSpPr>
          <p:spPr bwMode="auto">
            <a:xfrm>
              <a:off x="2247" y="8000"/>
              <a:ext cx="0" cy="339"/>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5" name="Line 21">
              <a:extLst>
                <a:ext uri="{FF2B5EF4-FFF2-40B4-BE49-F238E27FC236}">
                  <a16:creationId xmlns:a16="http://schemas.microsoft.com/office/drawing/2014/main" id="{7A703447-8B77-5228-889B-D49E6BB4EDE1}"/>
                </a:ext>
              </a:extLst>
            </p:cNvPr>
            <p:cNvSpPr>
              <a:spLocks noChangeShapeType="1"/>
            </p:cNvSpPr>
            <p:nvPr/>
          </p:nvSpPr>
          <p:spPr bwMode="auto">
            <a:xfrm>
              <a:off x="3243" y="5076"/>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6" name="Line 22">
              <a:extLst>
                <a:ext uri="{FF2B5EF4-FFF2-40B4-BE49-F238E27FC236}">
                  <a16:creationId xmlns:a16="http://schemas.microsoft.com/office/drawing/2014/main" id="{179B98DD-63AB-996F-E3B3-229CB415623A}"/>
                </a:ext>
              </a:extLst>
            </p:cNvPr>
            <p:cNvSpPr>
              <a:spLocks noChangeShapeType="1"/>
            </p:cNvSpPr>
            <p:nvPr/>
          </p:nvSpPr>
          <p:spPr bwMode="auto">
            <a:xfrm>
              <a:off x="3843" y="5807"/>
              <a:ext cx="0" cy="41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7" name="Line 23">
              <a:extLst>
                <a:ext uri="{FF2B5EF4-FFF2-40B4-BE49-F238E27FC236}">
                  <a16:creationId xmlns:a16="http://schemas.microsoft.com/office/drawing/2014/main" id="{44D9A19D-7D4B-FDB5-33CF-00F4197C17CA}"/>
                </a:ext>
              </a:extLst>
            </p:cNvPr>
            <p:cNvSpPr>
              <a:spLocks noChangeShapeType="1"/>
            </p:cNvSpPr>
            <p:nvPr/>
          </p:nvSpPr>
          <p:spPr bwMode="auto">
            <a:xfrm>
              <a:off x="4383" y="6586"/>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8" name="Line 24">
              <a:extLst>
                <a:ext uri="{FF2B5EF4-FFF2-40B4-BE49-F238E27FC236}">
                  <a16:creationId xmlns:a16="http://schemas.microsoft.com/office/drawing/2014/main" id="{8518EF86-7D9B-5FAB-0E31-5F5F59D68009}"/>
                </a:ext>
              </a:extLst>
            </p:cNvPr>
            <p:cNvSpPr>
              <a:spLocks noChangeShapeType="1"/>
            </p:cNvSpPr>
            <p:nvPr/>
          </p:nvSpPr>
          <p:spPr bwMode="auto">
            <a:xfrm>
              <a:off x="5559" y="8015"/>
              <a:ext cx="0" cy="35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39" name="Text Box 25">
              <a:extLst>
                <a:ext uri="{FF2B5EF4-FFF2-40B4-BE49-F238E27FC236}">
                  <a16:creationId xmlns:a16="http://schemas.microsoft.com/office/drawing/2014/main" id="{26198CC0-A7A8-A46A-37CA-2C2B192206BB}"/>
                </a:ext>
              </a:extLst>
            </p:cNvPr>
            <p:cNvSpPr txBox="1">
              <a:spLocks noChangeArrowheads="1"/>
            </p:cNvSpPr>
            <p:nvPr/>
          </p:nvSpPr>
          <p:spPr bwMode="auto">
            <a:xfrm>
              <a:off x="3800" y="6214"/>
              <a:ext cx="579" cy="351"/>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H4</a:t>
              </a:r>
            </a:p>
          </p:txBody>
        </p:sp>
        <p:sp>
          <p:nvSpPr>
            <p:cNvPr id="470040" name="Text Box 26" descr="5%">
              <a:extLst>
                <a:ext uri="{FF2B5EF4-FFF2-40B4-BE49-F238E27FC236}">
                  <a16:creationId xmlns:a16="http://schemas.microsoft.com/office/drawing/2014/main" id="{66293C16-BF37-EA93-1999-D9E0185FEBEE}"/>
                </a:ext>
              </a:extLst>
            </p:cNvPr>
            <p:cNvSpPr txBox="1">
              <a:spLocks noChangeArrowheads="1"/>
            </p:cNvSpPr>
            <p:nvPr/>
          </p:nvSpPr>
          <p:spPr bwMode="auto">
            <a:xfrm>
              <a:off x="2249" y="6219"/>
              <a:ext cx="1591"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endParaRPr lang="en-US" altLang="en-US" sz="1200">
                <a:latin typeface="Times New Roman" panose="02020603050405020304" pitchFamily="18" charset="0"/>
              </a:endParaRPr>
            </a:p>
          </p:txBody>
        </p:sp>
        <p:sp>
          <p:nvSpPr>
            <p:cNvPr id="470041" name="Text Box 27">
              <a:extLst>
                <a:ext uri="{FF2B5EF4-FFF2-40B4-BE49-F238E27FC236}">
                  <a16:creationId xmlns:a16="http://schemas.microsoft.com/office/drawing/2014/main" id="{04E0C52D-4556-57D2-9F63-5071542B65B2}"/>
                </a:ext>
              </a:extLst>
            </p:cNvPr>
            <p:cNvSpPr txBox="1">
              <a:spLocks noChangeArrowheads="1"/>
            </p:cNvSpPr>
            <p:nvPr/>
          </p:nvSpPr>
          <p:spPr bwMode="auto">
            <a:xfrm>
              <a:off x="4385" y="6931"/>
              <a:ext cx="579" cy="339"/>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H3</a:t>
              </a:r>
            </a:p>
          </p:txBody>
        </p:sp>
        <p:sp>
          <p:nvSpPr>
            <p:cNvPr id="470042" name="Text Box 28" descr="5%">
              <a:extLst>
                <a:ext uri="{FF2B5EF4-FFF2-40B4-BE49-F238E27FC236}">
                  <a16:creationId xmlns:a16="http://schemas.microsoft.com/office/drawing/2014/main" id="{03F35FF4-23F9-0D25-0A45-3CCB618D69BA}"/>
                </a:ext>
              </a:extLst>
            </p:cNvPr>
            <p:cNvSpPr txBox="1">
              <a:spLocks noChangeArrowheads="1"/>
            </p:cNvSpPr>
            <p:nvPr/>
          </p:nvSpPr>
          <p:spPr bwMode="auto">
            <a:xfrm>
              <a:off x="2252" y="6924"/>
              <a:ext cx="2134"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L4 data</a:t>
              </a:r>
              <a:endParaRPr lang="en-US" altLang="en-US" sz="1200">
                <a:latin typeface="Times New Roman" panose="02020603050405020304" pitchFamily="18" charset="0"/>
              </a:endParaRPr>
            </a:p>
          </p:txBody>
        </p:sp>
        <p:sp>
          <p:nvSpPr>
            <p:cNvPr id="470043" name="Text Box 29">
              <a:extLst>
                <a:ext uri="{FF2B5EF4-FFF2-40B4-BE49-F238E27FC236}">
                  <a16:creationId xmlns:a16="http://schemas.microsoft.com/office/drawing/2014/main" id="{04074B83-EF10-1568-998A-BEA1F25529DF}"/>
                </a:ext>
              </a:extLst>
            </p:cNvPr>
            <p:cNvSpPr txBox="1">
              <a:spLocks noChangeArrowheads="1"/>
            </p:cNvSpPr>
            <p:nvPr/>
          </p:nvSpPr>
          <p:spPr bwMode="auto">
            <a:xfrm>
              <a:off x="5483" y="4660"/>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Application</a:t>
              </a:r>
              <a:endParaRPr lang="en-US" altLang="en-US" sz="1200">
                <a:latin typeface="Times New Roman" panose="02020603050405020304" pitchFamily="18" charset="0"/>
              </a:endParaRPr>
            </a:p>
          </p:txBody>
        </p:sp>
        <p:sp>
          <p:nvSpPr>
            <p:cNvPr id="470044" name="Text Box 30">
              <a:extLst>
                <a:ext uri="{FF2B5EF4-FFF2-40B4-BE49-F238E27FC236}">
                  <a16:creationId xmlns:a16="http://schemas.microsoft.com/office/drawing/2014/main" id="{4621A8FF-31C7-A828-9B3F-A2AE88F90C20}"/>
                </a:ext>
              </a:extLst>
            </p:cNvPr>
            <p:cNvSpPr txBox="1">
              <a:spLocks noChangeArrowheads="1"/>
            </p:cNvSpPr>
            <p:nvPr/>
          </p:nvSpPr>
          <p:spPr bwMode="auto">
            <a:xfrm>
              <a:off x="5519" y="6198"/>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Transport</a:t>
              </a:r>
              <a:endParaRPr lang="en-US" altLang="en-US" sz="1200">
                <a:latin typeface="Times New Roman" panose="02020603050405020304" pitchFamily="18" charset="0"/>
              </a:endParaRPr>
            </a:p>
          </p:txBody>
        </p:sp>
        <p:sp>
          <p:nvSpPr>
            <p:cNvPr id="470045" name="Text Box 31">
              <a:extLst>
                <a:ext uri="{FF2B5EF4-FFF2-40B4-BE49-F238E27FC236}">
                  <a16:creationId xmlns:a16="http://schemas.microsoft.com/office/drawing/2014/main" id="{0AEF1149-818B-5900-679B-65BEF9B4F1D9}"/>
                </a:ext>
              </a:extLst>
            </p:cNvPr>
            <p:cNvSpPr txBox="1">
              <a:spLocks noChangeArrowheads="1"/>
            </p:cNvSpPr>
            <p:nvPr/>
          </p:nvSpPr>
          <p:spPr bwMode="auto">
            <a:xfrm>
              <a:off x="5591" y="6906"/>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Internet</a:t>
              </a:r>
              <a:endParaRPr lang="en-US" altLang="en-US" sz="1200">
                <a:latin typeface="Times New Roman" panose="02020603050405020304" pitchFamily="18" charset="0"/>
              </a:endParaRPr>
            </a:p>
          </p:txBody>
        </p:sp>
        <p:sp>
          <p:nvSpPr>
            <p:cNvPr id="470046" name="Text Box 32">
              <a:extLst>
                <a:ext uri="{FF2B5EF4-FFF2-40B4-BE49-F238E27FC236}">
                  <a16:creationId xmlns:a16="http://schemas.microsoft.com/office/drawing/2014/main" id="{019DDD46-5D5E-824A-4F0D-1CF17F2A6048}"/>
                </a:ext>
              </a:extLst>
            </p:cNvPr>
            <p:cNvSpPr txBox="1">
              <a:spLocks noChangeArrowheads="1"/>
            </p:cNvSpPr>
            <p:nvPr/>
          </p:nvSpPr>
          <p:spPr bwMode="auto">
            <a:xfrm>
              <a:off x="5567" y="8310"/>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Physical</a:t>
              </a:r>
              <a:endParaRPr lang="en-US" altLang="en-US" sz="1200">
                <a:latin typeface="Times New Roman" panose="02020603050405020304" pitchFamily="18" charset="0"/>
              </a:endParaRPr>
            </a:p>
          </p:txBody>
        </p:sp>
        <p:sp>
          <p:nvSpPr>
            <p:cNvPr id="470047" name="Text Box 33" descr="5%">
              <a:extLst>
                <a:ext uri="{FF2B5EF4-FFF2-40B4-BE49-F238E27FC236}">
                  <a16:creationId xmlns:a16="http://schemas.microsoft.com/office/drawing/2014/main" id="{532A264A-DAFB-A50C-857C-FA37B5B0888F}"/>
                </a:ext>
              </a:extLst>
            </p:cNvPr>
            <p:cNvSpPr txBox="1">
              <a:spLocks noChangeArrowheads="1"/>
            </p:cNvSpPr>
            <p:nvPr/>
          </p:nvSpPr>
          <p:spPr bwMode="auto">
            <a:xfrm>
              <a:off x="2237" y="5440"/>
              <a:ext cx="1009"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r>
                <a:rPr lang="en-US" altLang="en-US" sz="1200">
                  <a:latin typeface="Times New Roman" panose="02020603050405020304" pitchFamily="18" charset="0"/>
                </a:rPr>
                <a:t> </a:t>
              </a:r>
            </a:p>
          </p:txBody>
        </p:sp>
        <p:sp>
          <p:nvSpPr>
            <p:cNvPr id="470048" name="Text Box 34">
              <a:extLst>
                <a:ext uri="{FF2B5EF4-FFF2-40B4-BE49-F238E27FC236}">
                  <a16:creationId xmlns:a16="http://schemas.microsoft.com/office/drawing/2014/main" id="{6CB94B96-3A93-01DC-9165-CFA20D41EC92}"/>
                </a:ext>
              </a:extLst>
            </p:cNvPr>
            <p:cNvSpPr txBox="1">
              <a:spLocks noChangeArrowheads="1"/>
            </p:cNvSpPr>
            <p:nvPr/>
          </p:nvSpPr>
          <p:spPr bwMode="auto">
            <a:xfrm>
              <a:off x="5483" y="5392"/>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SSL</a:t>
              </a:r>
              <a:endParaRPr lang="en-US" altLang="en-US" sz="1200">
                <a:latin typeface="Times New Roman" panose="02020603050405020304" pitchFamily="18" charset="0"/>
              </a:endParaRPr>
            </a:p>
          </p:txBody>
        </p:sp>
        <p:sp>
          <p:nvSpPr>
            <p:cNvPr id="470049" name="Text Box 35">
              <a:extLst>
                <a:ext uri="{FF2B5EF4-FFF2-40B4-BE49-F238E27FC236}">
                  <a16:creationId xmlns:a16="http://schemas.microsoft.com/office/drawing/2014/main" id="{A7B08337-7309-F7F1-B449-A4E2B278F6B3}"/>
                </a:ext>
              </a:extLst>
            </p:cNvPr>
            <p:cNvSpPr txBox="1">
              <a:spLocks noChangeArrowheads="1"/>
            </p:cNvSpPr>
            <p:nvPr/>
          </p:nvSpPr>
          <p:spPr bwMode="auto">
            <a:xfrm>
              <a:off x="3245" y="5434"/>
              <a:ext cx="591" cy="351"/>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SH</a:t>
              </a:r>
            </a:p>
          </p:txBody>
        </p:sp>
        <p:sp>
          <p:nvSpPr>
            <p:cNvPr id="470050" name="Line 36">
              <a:extLst>
                <a:ext uri="{FF2B5EF4-FFF2-40B4-BE49-F238E27FC236}">
                  <a16:creationId xmlns:a16="http://schemas.microsoft.com/office/drawing/2014/main" id="{037D8DBD-2B6F-36A2-0BCD-B8EB344248AE}"/>
                </a:ext>
              </a:extLst>
            </p:cNvPr>
            <p:cNvSpPr>
              <a:spLocks noChangeShapeType="1"/>
            </p:cNvSpPr>
            <p:nvPr/>
          </p:nvSpPr>
          <p:spPr bwMode="auto">
            <a:xfrm>
              <a:off x="2262" y="7280"/>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51" name="Line 37">
              <a:extLst>
                <a:ext uri="{FF2B5EF4-FFF2-40B4-BE49-F238E27FC236}">
                  <a16:creationId xmlns:a16="http://schemas.microsoft.com/office/drawing/2014/main" id="{9A915430-E1AA-76B9-A6CF-B059F0D50AE6}"/>
                </a:ext>
              </a:extLst>
            </p:cNvPr>
            <p:cNvSpPr>
              <a:spLocks noChangeShapeType="1"/>
            </p:cNvSpPr>
            <p:nvPr/>
          </p:nvSpPr>
          <p:spPr bwMode="auto">
            <a:xfrm>
              <a:off x="4971" y="7283"/>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52" name="Text Box 38">
              <a:extLst>
                <a:ext uri="{FF2B5EF4-FFF2-40B4-BE49-F238E27FC236}">
                  <a16:creationId xmlns:a16="http://schemas.microsoft.com/office/drawing/2014/main" id="{35F7A1FF-9C69-D4D8-8713-D43DAD19C66B}"/>
                </a:ext>
              </a:extLst>
            </p:cNvPr>
            <p:cNvSpPr txBox="1">
              <a:spLocks noChangeArrowheads="1"/>
            </p:cNvSpPr>
            <p:nvPr/>
          </p:nvSpPr>
          <p:spPr bwMode="auto">
            <a:xfrm>
              <a:off x="4973" y="7650"/>
              <a:ext cx="579" cy="339"/>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H2</a:t>
              </a:r>
            </a:p>
          </p:txBody>
        </p:sp>
        <p:sp>
          <p:nvSpPr>
            <p:cNvPr id="470053" name="Text Box 39" descr="5%">
              <a:extLst>
                <a:ext uri="{FF2B5EF4-FFF2-40B4-BE49-F238E27FC236}">
                  <a16:creationId xmlns:a16="http://schemas.microsoft.com/office/drawing/2014/main" id="{2B7716D5-C797-2729-F46F-9001667263C6}"/>
                </a:ext>
              </a:extLst>
            </p:cNvPr>
            <p:cNvSpPr txBox="1">
              <a:spLocks noChangeArrowheads="1"/>
            </p:cNvSpPr>
            <p:nvPr/>
          </p:nvSpPr>
          <p:spPr bwMode="auto">
            <a:xfrm>
              <a:off x="2240" y="7643"/>
              <a:ext cx="2734"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L3 data</a:t>
              </a:r>
              <a:endParaRPr lang="en-US" altLang="en-US" sz="1200">
                <a:latin typeface="Times New Roman" panose="02020603050405020304" pitchFamily="18" charset="0"/>
              </a:endParaRPr>
            </a:p>
          </p:txBody>
        </p:sp>
        <p:sp>
          <p:nvSpPr>
            <p:cNvPr id="470054" name="Text Box 40">
              <a:extLst>
                <a:ext uri="{FF2B5EF4-FFF2-40B4-BE49-F238E27FC236}">
                  <a16:creationId xmlns:a16="http://schemas.microsoft.com/office/drawing/2014/main" id="{4B86CE0D-BB36-930B-96EC-9D8FEFD2F751}"/>
                </a:ext>
              </a:extLst>
            </p:cNvPr>
            <p:cNvSpPr txBox="1">
              <a:spLocks noChangeArrowheads="1"/>
            </p:cNvSpPr>
            <p:nvPr/>
          </p:nvSpPr>
          <p:spPr bwMode="auto">
            <a:xfrm>
              <a:off x="5651" y="7601"/>
              <a:ext cx="1357" cy="4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Data Link</a:t>
              </a:r>
              <a:endParaRPr lang="en-US" altLang="en-US" sz="1200">
                <a:latin typeface="Times New Roman" panose="02020603050405020304" pitchFamily="18" charset="0"/>
              </a:endParaRPr>
            </a:p>
          </p:txBody>
        </p:sp>
        <p:sp>
          <p:nvSpPr>
            <p:cNvPr id="470055" name="computr1">
              <a:extLst>
                <a:ext uri="{FF2B5EF4-FFF2-40B4-BE49-F238E27FC236}">
                  <a16:creationId xmlns:a16="http://schemas.microsoft.com/office/drawing/2014/main" id="{E5C6DBBD-67B6-3930-F9FF-F3DEB1A35CFC}"/>
                </a:ext>
              </a:extLst>
            </p:cNvPr>
            <p:cNvSpPr>
              <a:spLocks noEditPoints="1" noChangeArrowheads="1"/>
            </p:cNvSpPr>
            <p:nvPr/>
          </p:nvSpPr>
          <p:spPr bwMode="auto">
            <a:xfrm>
              <a:off x="6978" y="3329"/>
              <a:ext cx="864" cy="86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50 h 21600"/>
                <a:gd name="T44" fmla="*/ 16750 w 21600"/>
                <a:gd name="T45" fmla="*/ 1115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Y</a:t>
              </a:r>
            </a:p>
          </p:txBody>
        </p:sp>
        <p:sp>
          <p:nvSpPr>
            <p:cNvPr id="470056" name="Text Box 42">
              <a:extLst>
                <a:ext uri="{FF2B5EF4-FFF2-40B4-BE49-F238E27FC236}">
                  <a16:creationId xmlns:a16="http://schemas.microsoft.com/office/drawing/2014/main" id="{40889AD3-89F4-DF43-20E2-0B946A3BB832}"/>
                </a:ext>
              </a:extLst>
            </p:cNvPr>
            <p:cNvSpPr txBox="1">
              <a:spLocks noChangeArrowheads="1"/>
            </p:cNvSpPr>
            <p:nvPr/>
          </p:nvSpPr>
          <p:spPr bwMode="auto">
            <a:xfrm>
              <a:off x="7001" y="4708"/>
              <a:ext cx="1009" cy="35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r>
                <a:rPr lang="en-US" altLang="en-US" sz="1200">
                  <a:latin typeface="Times New Roman" panose="02020603050405020304" pitchFamily="18" charset="0"/>
                </a:rPr>
                <a:t> </a:t>
              </a:r>
            </a:p>
          </p:txBody>
        </p:sp>
        <p:sp>
          <p:nvSpPr>
            <p:cNvPr id="470057" name="Text Box 43" descr="5%">
              <a:extLst>
                <a:ext uri="{FF2B5EF4-FFF2-40B4-BE49-F238E27FC236}">
                  <a16:creationId xmlns:a16="http://schemas.microsoft.com/office/drawing/2014/main" id="{6FF8CF97-E196-8FB6-F017-0E86E01A61B2}"/>
                </a:ext>
              </a:extLst>
            </p:cNvPr>
            <p:cNvSpPr txBox="1">
              <a:spLocks noChangeArrowheads="1"/>
            </p:cNvSpPr>
            <p:nvPr/>
          </p:nvSpPr>
          <p:spPr bwMode="auto">
            <a:xfrm>
              <a:off x="7013" y="8337"/>
              <a:ext cx="3304" cy="334"/>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010101010100010101010010</a:t>
              </a:r>
              <a:endParaRPr lang="en-US" altLang="en-US" sz="1200">
                <a:latin typeface="Times New Roman" panose="02020603050405020304" pitchFamily="18" charset="0"/>
              </a:endParaRPr>
            </a:p>
          </p:txBody>
        </p:sp>
        <p:sp>
          <p:nvSpPr>
            <p:cNvPr id="470058" name="Line 44">
              <a:extLst>
                <a:ext uri="{FF2B5EF4-FFF2-40B4-BE49-F238E27FC236}">
                  <a16:creationId xmlns:a16="http://schemas.microsoft.com/office/drawing/2014/main" id="{2195EF20-14F2-F80A-4428-FF627EAF848A}"/>
                </a:ext>
              </a:extLst>
            </p:cNvPr>
            <p:cNvSpPr>
              <a:spLocks noChangeShapeType="1"/>
            </p:cNvSpPr>
            <p:nvPr/>
          </p:nvSpPr>
          <p:spPr bwMode="auto">
            <a:xfrm>
              <a:off x="7002" y="5097"/>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59" name="Line 45">
              <a:extLst>
                <a:ext uri="{FF2B5EF4-FFF2-40B4-BE49-F238E27FC236}">
                  <a16:creationId xmlns:a16="http://schemas.microsoft.com/office/drawing/2014/main" id="{3FC5D8E4-ACBA-13E3-FE31-872D8D4C9806}"/>
                </a:ext>
              </a:extLst>
            </p:cNvPr>
            <p:cNvSpPr>
              <a:spLocks noChangeShapeType="1"/>
            </p:cNvSpPr>
            <p:nvPr/>
          </p:nvSpPr>
          <p:spPr bwMode="auto">
            <a:xfrm>
              <a:off x="7002" y="5828"/>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0" name="Line 46">
              <a:extLst>
                <a:ext uri="{FF2B5EF4-FFF2-40B4-BE49-F238E27FC236}">
                  <a16:creationId xmlns:a16="http://schemas.microsoft.com/office/drawing/2014/main" id="{BF985A4E-7A84-E6F0-537A-84317860DE95}"/>
                </a:ext>
              </a:extLst>
            </p:cNvPr>
            <p:cNvSpPr>
              <a:spLocks noChangeShapeType="1"/>
            </p:cNvSpPr>
            <p:nvPr/>
          </p:nvSpPr>
          <p:spPr bwMode="auto">
            <a:xfrm>
              <a:off x="7026" y="6608"/>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1" name="Line 47">
              <a:extLst>
                <a:ext uri="{FF2B5EF4-FFF2-40B4-BE49-F238E27FC236}">
                  <a16:creationId xmlns:a16="http://schemas.microsoft.com/office/drawing/2014/main" id="{4FF59CED-5DEE-9F03-E87B-7B97CA2F4628}"/>
                </a:ext>
              </a:extLst>
            </p:cNvPr>
            <p:cNvSpPr>
              <a:spLocks noChangeShapeType="1"/>
            </p:cNvSpPr>
            <p:nvPr/>
          </p:nvSpPr>
          <p:spPr bwMode="auto">
            <a:xfrm>
              <a:off x="7011" y="8000"/>
              <a:ext cx="0" cy="339"/>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2" name="Line 48">
              <a:extLst>
                <a:ext uri="{FF2B5EF4-FFF2-40B4-BE49-F238E27FC236}">
                  <a16:creationId xmlns:a16="http://schemas.microsoft.com/office/drawing/2014/main" id="{F58E1B08-5FFE-74EC-3AF8-1C9363CDBE65}"/>
                </a:ext>
              </a:extLst>
            </p:cNvPr>
            <p:cNvSpPr>
              <a:spLocks noChangeShapeType="1"/>
            </p:cNvSpPr>
            <p:nvPr/>
          </p:nvSpPr>
          <p:spPr bwMode="auto">
            <a:xfrm>
              <a:off x="8007" y="5076"/>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3" name="Line 49">
              <a:extLst>
                <a:ext uri="{FF2B5EF4-FFF2-40B4-BE49-F238E27FC236}">
                  <a16:creationId xmlns:a16="http://schemas.microsoft.com/office/drawing/2014/main" id="{E1FD4C6C-FDF3-C9D1-CDED-CEEFE7D4B09D}"/>
                </a:ext>
              </a:extLst>
            </p:cNvPr>
            <p:cNvSpPr>
              <a:spLocks noChangeShapeType="1"/>
            </p:cNvSpPr>
            <p:nvPr/>
          </p:nvSpPr>
          <p:spPr bwMode="auto">
            <a:xfrm>
              <a:off x="8607" y="5807"/>
              <a:ext cx="0" cy="41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4" name="Line 50">
              <a:extLst>
                <a:ext uri="{FF2B5EF4-FFF2-40B4-BE49-F238E27FC236}">
                  <a16:creationId xmlns:a16="http://schemas.microsoft.com/office/drawing/2014/main" id="{2E4DEB0E-BEC0-EE3E-17D4-0C93094A01A2}"/>
                </a:ext>
              </a:extLst>
            </p:cNvPr>
            <p:cNvSpPr>
              <a:spLocks noChangeShapeType="1"/>
            </p:cNvSpPr>
            <p:nvPr/>
          </p:nvSpPr>
          <p:spPr bwMode="auto">
            <a:xfrm>
              <a:off x="9147" y="6587"/>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5" name="Line 51">
              <a:extLst>
                <a:ext uri="{FF2B5EF4-FFF2-40B4-BE49-F238E27FC236}">
                  <a16:creationId xmlns:a16="http://schemas.microsoft.com/office/drawing/2014/main" id="{ABF6714A-0360-C492-204C-33A00AC6E41C}"/>
                </a:ext>
              </a:extLst>
            </p:cNvPr>
            <p:cNvSpPr>
              <a:spLocks noChangeShapeType="1"/>
            </p:cNvSpPr>
            <p:nvPr/>
          </p:nvSpPr>
          <p:spPr bwMode="auto">
            <a:xfrm>
              <a:off x="10323" y="8015"/>
              <a:ext cx="0" cy="35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66" name="Text Box 52">
              <a:extLst>
                <a:ext uri="{FF2B5EF4-FFF2-40B4-BE49-F238E27FC236}">
                  <a16:creationId xmlns:a16="http://schemas.microsoft.com/office/drawing/2014/main" id="{3C7B6267-FA2C-D1F4-227A-3CFBF586BB19}"/>
                </a:ext>
              </a:extLst>
            </p:cNvPr>
            <p:cNvSpPr txBox="1">
              <a:spLocks noChangeArrowheads="1"/>
            </p:cNvSpPr>
            <p:nvPr/>
          </p:nvSpPr>
          <p:spPr bwMode="auto">
            <a:xfrm>
              <a:off x="8564" y="6214"/>
              <a:ext cx="579" cy="351"/>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H4</a:t>
              </a:r>
            </a:p>
          </p:txBody>
        </p:sp>
        <p:sp>
          <p:nvSpPr>
            <p:cNvPr id="470067" name="Text Box 53" descr="5%">
              <a:extLst>
                <a:ext uri="{FF2B5EF4-FFF2-40B4-BE49-F238E27FC236}">
                  <a16:creationId xmlns:a16="http://schemas.microsoft.com/office/drawing/2014/main" id="{9D8EEA00-26DA-D2E1-CBA0-D370E41DFC2B}"/>
                </a:ext>
              </a:extLst>
            </p:cNvPr>
            <p:cNvSpPr txBox="1">
              <a:spLocks noChangeArrowheads="1"/>
            </p:cNvSpPr>
            <p:nvPr/>
          </p:nvSpPr>
          <p:spPr bwMode="auto">
            <a:xfrm>
              <a:off x="7013" y="6219"/>
              <a:ext cx="1591"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endParaRPr lang="en-US" altLang="en-US" sz="1200">
                <a:latin typeface="Times New Roman" panose="02020603050405020304" pitchFamily="18" charset="0"/>
              </a:endParaRPr>
            </a:p>
          </p:txBody>
        </p:sp>
        <p:sp>
          <p:nvSpPr>
            <p:cNvPr id="470068" name="Text Box 54">
              <a:extLst>
                <a:ext uri="{FF2B5EF4-FFF2-40B4-BE49-F238E27FC236}">
                  <a16:creationId xmlns:a16="http://schemas.microsoft.com/office/drawing/2014/main" id="{7095AD64-2CB0-2913-D4B9-96904405D68A}"/>
                </a:ext>
              </a:extLst>
            </p:cNvPr>
            <p:cNvSpPr txBox="1">
              <a:spLocks noChangeArrowheads="1"/>
            </p:cNvSpPr>
            <p:nvPr/>
          </p:nvSpPr>
          <p:spPr bwMode="auto">
            <a:xfrm>
              <a:off x="9149" y="6931"/>
              <a:ext cx="579" cy="339"/>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H3</a:t>
              </a:r>
            </a:p>
          </p:txBody>
        </p:sp>
        <p:sp>
          <p:nvSpPr>
            <p:cNvPr id="470069" name="Text Box 55" descr="5%">
              <a:extLst>
                <a:ext uri="{FF2B5EF4-FFF2-40B4-BE49-F238E27FC236}">
                  <a16:creationId xmlns:a16="http://schemas.microsoft.com/office/drawing/2014/main" id="{210864A9-10BF-5A07-515E-6014BB4DCAF7}"/>
                </a:ext>
              </a:extLst>
            </p:cNvPr>
            <p:cNvSpPr txBox="1">
              <a:spLocks noChangeArrowheads="1"/>
            </p:cNvSpPr>
            <p:nvPr/>
          </p:nvSpPr>
          <p:spPr bwMode="auto">
            <a:xfrm>
              <a:off x="7016" y="6924"/>
              <a:ext cx="2134"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L4 data</a:t>
              </a:r>
              <a:endParaRPr lang="en-US" altLang="en-US" sz="1200">
                <a:latin typeface="Times New Roman" panose="02020603050405020304" pitchFamily="18" charset="0"/>
              </a:endParaRPr>
            </a:p>
          </p:txBody>
        </p:sp>
        <p:sp>
          <p:nvSpPr>
            <p:cNvPr id="470070" name="Text Box 56" descr="5%">
              <a:extLst>
                <a:ext uri="{FF2B5EF4-FFF2-40B4-BE49-F238E27FC236}">
                  <a16:creationId xmlns:a16="http://schemas.microsoft.com/office/drawing/2014/main" id="{59AE4B73-2756-E4E9-542F-D70D25355965}"/>
                </a:ext>
              </a:extLst>
            </p:cNvPr>
            <p:cNvSpPr txBox="1">
              <a:spLocks noChangeArrowheads="1"/>
            </p:cNvSpPr>
            <p:nvPr/>
          </p:nvSpPr>
          <p:spPr bwMode="auto">
            <a:xfrm>
              <a:off x="7001" y="5440"/>
              <a:ext cx="1009"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L5 data</a:t>
              </a:r>
              <a:r>
                <a:rPr lang="en-US" altLang="en-US" sz="1200">
                  <a:latin typeface="Times New Roman" panose="02020603050405020304" pitchFamily="18" charset="0"/>
                </a:rPr>
                <a:t> </a:t>
              </a:r>
            </a:p>
          </p:txBody>
        </p:sp>
        <p:sp>
          <p:nvSpPr>
            <p:cNvPr id="470071" name="Text Box 57">
              <a:extLst>
                <a:ext uri="{FF2B5EF4-FFF2-40B4-BE49-F238E27FC236}">
                  <a16:creationId xmlns:a16="http://schemas.microsoft.com/office/drawing/2014/main" id="{01009342-1904-A8D1-B93A-899111D3C097}"/>
                </a:ext>
              </a:extLst>
            </p:cNvPr>
            <p:cNvSpPr txBox="1">
              <a:spLocks noChangeArrowheads="1"/>
            </p:cNvSpPr>
            <p:nvPr/>
          </p:nvSpPr>
          <p:spPr bwMode="auto">
            <a:xfrm>
              <a:off x="8009" y="5434"/>
              <a:ext cx="591" cy="351"/>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SH</a:t>
              </a:r>
            </a:p>
          </p:txBody>
        </p:sp>
        <p:sp>
          <p:nvSpPr>
            <p:cNvPr id="470072" name="Line 58">
              <a:extLst>
                <a:ext uri="{FF2B5EF4-FFF2-40B4-BE49-F238E27FC236}">
                  <a16:creationId xmlns:a16="http://schemas.microsoft.com/office/drawing/2014/main" id="{81966DDB-FB97-431E-D6C7-77E08E9F788F}"/>
                </a:ext>
              </a:extLst>
            </p:cNvPr>
            <p:cNvSpPr>
              <a:spLocks noChangeShapeType="1"/>
            </p:cNvSpPr>
            <p:nvPr/>
          </p:nvSpPr>
          <p:spPr bwMode="auto">
            <a:xfrm>
              <a:off x="7026" y="7280"/>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73" name="Line 59">
              <a:extLst>
                <a:ext uri="{FF2B5EF4-FFF2-40B4-BE49-F238E27FC236}">
                  <a16:creationId xmlns:a16="http://schemas.microsoft.com/office/drawing/2014/main" id="{2BF81C18-479F-A0AD-798B-0692754BAEB1}"/>
                </a:ext>
              </a:extLst>
            </p:cNvPr>
            <p:cNvSpPr>
              <a:spLocks noChangeShapeType="1"/>
            </p:cNvSpPr>
            <p:nvPr/>
          </p:nvSpPr>
          <p:spPr bwMode="auto">
            <a:xfrm>
              <a:off x="9735" y="7283"/>
              <a:ext cx="0" cy="32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70074" name="Text Box 60">
              <a:extLst>
                <a:ext uri="{FF2B5EF4-FFF2-40B4-BE49-F238E27FC236}">
                  <a16:creationId xmlns:a16="http://schemas.microsoft.com/office/drawing/2014/main" id="{D83A2120-4B20-ABBD-31BC-FB6311DB84DF}"/>
                </a:ext>
              </a:extLst>
            </p:cNvPr>
            <p:cNvSpPr txBox="1">
              <a:spLocks noChangeArrowheads="1"/>
            </p:cNvSpPr>
            <p:nvPr/>
          </p:nvSpPr>
          <p:spPr bwMode="auto">
            <a:xfrm>
              <a:off x="9737" y="7651"/>
              <a:ext cx="579" cy="339"/>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H2</a:t>
              </a:r>
            </a:p>
          </p:txBody>
        </p:sp>
        <p:sp>
          <p:nvSpPr>
            <p:cNvPr id="470075" name="Text Box 61" descr="5%">
              <a:extLst>
                <a:ext uri="{FF2B5EF4-FFF2-40B4-BE49-F238E27FC236}">
                  <a16:creationId xmlns:a16="http://schemas.microsoft.com/office/drawing/2014/main" id="{96406345-547B-08A9-85FA-B96A4F715521}"/>
                </a:ext>
              </a:extLst>
            </p:cNvPr>
            <p:cNvSpPr txBox="1">
              <a:spLocks noChangeArrowheads="1"/>
            </p:cNvSpPr>
            <p:nvPr/>
          </p:nvSpPr>
          <p:spPr bwMode="auto">
            <a:xfrm>
              <a:off x="7004" y="7644"/>
              <a:ext cx="2734" cy="3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L3 data</a:t>
              </a:r>
              <a:endParaRPr lang="en-US" altLang="en-US" sz="1200">
                <a:latin typeface="Times New Roman" panose="02020603050405020304" pitchFamily="18" charset="0"/>
              </a:endParaRPr>
            </a:p>
          </p:txBody>
        </p:sp>
        <p:sp>
          <p:nvSpPr>
            <p:cNvPr id="470076" name="AutoShape 62">
              <a:extLst>
                <a:ext uri="{FF2B5EF4-FFF2-40B4-BE49-F238E27FC236}">
                  <a16:creationId xmlns:a16="http://schemas.microsoft.com/office/drawing/2014/main" id="{5762ECB3-ABF1-471A-32F4-9AD11165AF45}"/>
                </a:ext>
              </a:extLst>
            </p:cNvPr>
            <p:cNvSpPr>
              <a:spLocks noChangeArrowheads="1"/>
            </p:cNvSpPr>
            <p:nvPr/>
          </p:nvSpPr>
          <p:spPr bwMode="auto">
            <a:xfrm>
              <a:off x="7261" y="4180"/>
              <a:ext cx="275" cy="516"/>
            </a:xfrm>
            <a:prstGeom prst="upArrow">
              <a:avLst>
                <a:gd name="adj1" fmla="val 50000"/>
                <a:gd name="adj2" fmla="val 4690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extLst>
      <p:ext uri="{BB962C8B-B14F-4D97-AF65-F5344CB8AC3E}">
        <p14:creationId xmlns:p14="http://schemas.microsoft.com/office/powerpoint/2010/main" val="2801094619"/>
      </p:ext>
    </p:extLst>
  </p:cSld>
  <p:clrMapOvr>
    <a:masterClrMapping/>
  </p:clrMapOvr>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9CD1-CB9E-9466-D538-BEAB4176DB54}"/>
              </a:ext>
            </a:extLst>
          </p:cNvPr>
          <p:cNvSpPr>
            <a:spLocks noGrp="1"/>
          </p:cNvSpPr>
          <p:nvPr>
            <p:ph type="title"/>
          </p:nvPr>
        </p:nvSpPr>
        <p:spPr/>
        <p:txBody>
          <a:bodyPr/>
          <a:lstStyle/>
          <a:p>
            <a:r>
              <a:rPr lang="en-IN" dirty="0"/>
              <a:t>SSL Concept</a:t>
            </a:r>
          </a:p>
        </p:txBody>
      </p:sp>
      <p:sp>
        <p:nvSpPr>
          <p:cNvPr id="3" name="Content Placeholder 2">
            <a:extLst>
              <a:ext uri="{FF2B5EF4-FFF2-40B4-BE49-F238E27FC236}">
                <a16:creationId xmlns:a16="http://schemas.microsoft.com/office/drawing/2014/main" id="{4AD61902-5945-38AE-FFB1-3DCC05079F1A}"/>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29D1EFE3-2352-AB0F-58AC-BA43BCBC22F6}"/>
              </a:ext>
            </a:extLst>
          </p:cNvPr>
          <p:cNvPicPr>
            <a:picLocks noChangeAspect="1"/>
          </p:cNvPicPr>
          <p:nvPr/>
        </p:nvPicPr>
        <p:blipFill>
          <a:blip r:embed="rId2"/>
          <a:stretch>
            <a:fillRect/>
          </a:stretch>
        </p:blipFill>
        <p:spPr>
          <a:xfrm>
            <a:off x="2437843" y="1292603"/>
            <a:ext cx="7928781" cy="5326514"/>
          </a:xfrm>
          <a:prstGeom prst="rect">
            <a:avLst/>
          </a:prstGeom>
        </p:spPr>
      </p:pic>
    </p:spTree>
    <p:extLst>
      <p:ext uri="{BB962C8B-B14F-4D97-AF65-F5344CB8AC3E}">
        <p14:creationId xmlns:p14="http://schemas.microsoft.com/office/powerpoint/2010/main" val="1776319661"/>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D86B-4DC0-CA32-FB48-13304CD05E9C}"/>
              </a:ext>
            </a:extLst>
          </p:cNvPr>
          <p:cNvSpPr>
            <a:spLocks noGrp="1"/>
          </p:cNvSpPr>
          <p:nvPr>
            <p:ph type="title"/>
          </p:nvPr>
        </p:nvSpPr>
        <p:spPr/>
        <p:txBody>
          <a:bodyPr/>
          <a:lstStyle/>
          <a:p>
            <a:r>
              <a:rPr lang="en-IN" dirty="0"/>
              <a:t>SSL – More Details</a:t>
            </a:r>
          </a:p>
        </p:txBody>
      </p:sp>
      <p:sp>
        <p:nvSpPr>
          <p:cNvPr id="3" name="Content Placeholder 2">
            <a:extLst>
              <a:ext uri="{FF2B5EF4-FFF2-40B4-BE49-F238E27FC236}">
                <a16:creationId xmlns:a16="http://schemas.microsoft.com/office/drawing/2014/main" id="{80F3797F-170E-63B0-813C-F3A74186C263}"/>
              </a:ext>
            </a:extLst>
          </p:cNvPr>
          <p:cNvSpPr>
            <a:spLocks noGrp="1"/>
          </p:cNvSpPr>
          <p:nvPr>
            <p:ph idx="1"/>
          </p:nvPr>
        </p:nvSpPr>
        <p:spPr/>
        <p:txBody>
          <a:bodyPr/>
          <a:lstStyle/>
          <a:p>
            <a:endParaRPr lang="en-IN"/>
          </a:p>
        </p:txBody>
      </p:sp>
      <p:pic>
        <p:nvPicPr>
          <p:cNvPr id="2050" name="Picture 2" descr="What is an SSL certificate? | Norton">
            <a:extLst>
              <a:ext uri="{FF2B5EF4-FFF2-40B4-BE49-F238E27FC236}">
                <a16:creationId xmlns:a16="http://schemas.microsoft.com/office/drawing/2014/main" id="{42446EA9-1209-68E9-3487-66C830A87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85423"/>
            <a:ext cx="5323369" cy="6487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931793"/>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93F3-1FB1-424C-16B1-96B03FF6C3C5}"/>
              </a:ext>
            </a:extLst>
          </p:cNvPr>
          <p:cNvSpPr>
            <a:spLocks noGrp="1"/>
          </p:cNvSpPr>
          <p:nvPr>
            <p:ph type="title"/>
          </p:nvPr>
        </p:nvSpPr>
        <p:spPr/>
        <p:txBody>
          <a:bodyPr/>
          <a:lstStyle/>
          <a:p>
            <a:r>
              <a:rPr lang="en-IN" dirty="0"/>
              <a:t>SSL Process</a:t>
            </a:r>
          </a:p>
        </p:txBody>
      </p:sp>
      <p:sp>
        <p:nvSpPr>
          <p:cNvPr id="3" name="Content Placeholder 2">
            <a:extLst>
              <a:ext uri="{FF2B5EF4-FFF2-40B4-BE49-F238E27FC236}">
                <a16:creationId xmlns:a16="http://schemas.microsoft.com/office/drawing/2014/main" id="{6EC84A6A-7183-B972-B8D8-E0A61B6A03CB}"/>
              </a:ext>
            </a:extLst>
          </p:cNvPr>
          <p:cNvSpPr>
            <a:spLocks noGrp="1"/>
          </p:cNvSpPr>
          <p:nvPr>
            <p:ph idx="1"/>
          </p:nvPr>
        </p:nvSpPr>
        <p:spPr/>
        <p:txBody>
          <a:bodyPr/>
          <a:lstStyle/>
          <a:p>
            <a:endParaRPr lang="en-IN" dirty="0"/>
          </a:p>
        </p:txBody>
      </p:sp>
      <p:pic>
        <p:nvPicPr>
          <p:cNvPr id="3074" name="Picture 2" descr="What is SSL? - SSL.com">
            <a:extLst>
              <a:ext uri="{FF2B5EF4-FFF2-40B4-BE49-F238E27FC236}">
                <a16:creationId xmlns:a16="http://schemas.microsoft.com/office/drawing/2014/main" id="{849EFD24-7B76-6EDF-2850-9EC0D098E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925" y="0"/>
            <a:ext cx="52625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422946"/>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Slide Number Placeholder 5">
            <a:extLst>
              <a:ext uri="{FF2B5EF4-FFF2-40B4-BE49-F238E27FC236}">
                <a16:creationId xmlns:a16="http://schemas.microsoft.com/office/drawing/2014/main" id="{9340AE68-E5EC-3CFE-6AC7-6A8389BC2A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5B7D611-2E10-4768-ACE6-026F40D3B1DB}" type="slidenum">
              <a:rPr lang="en-US" altLang="en-US" sz="1400"/>
              <a:pPr>
                <a:spcBef>
                  <a:spcPct val="0"/>
                </a:spcBef>
                <a:buClrTx/>
                <a:buSzTx/>
                <a:buFontTx/>
                <a:buNone/>
              </a:pPr>
              <a:t>249</a:t>
            </a:fld>
            <a:endParaRPr lang="en-US" altLang="en-US" sz="1400"/>
          </a:p>
        </p:txBody>
      </p:sp>
      <p:sp>
        <p:nvSpPr>
          <p:cNvPr id="472067" name="Rectangle 2">
            <a:extLst>
              <a:ext uri="{FF2B5EF4-FFF2-40B4-BE49-F238E27FC236}">
                <a16:creationId xmlns:a16="http://schemas.microsoft.com/office/drawing/2014/main" id="{09178792-3001-0750-F1DD-E7FA87635E90}"/>
              </a:ext>
            </a:extLst>
          </p:cNvPr>
          <p:cNvSpPr>
            <a:spLocks noGrp="1" noChangeArrowheads="1"/>
          </p:cNvSpPr>
          <p:nvPr>
            <p:ph type="title"/>
          </p:nvPr>
        </p:nvSpPr>
        <p:spPr/>
        <p:txBody>
          <a:bodyPr/>
          <a:lstStyle/>
          <a:p>
            <a:pPr eaLnBrk="1" hangingPunct="1"/>
            <a:r>
              <a:rPr lang="en-US" altLang="en-US"/>
              <a:t>SSL Sub-Protocols</a:t>
            </a:r>
          </a:p>
        </p:txBody>
      </p:sp>
      <p:sp>
        <p:nvSpPr>
          <p:cNvPr id="472068" name="Rectangle 3">
            <a:extLst>
              <a:ext uri="{FF2B5EF4-FFF2-40B4-BE49-F238E27FC236}">
                <a16:creationId xmlns:a16="http://schemas.microsoft.com/office/drawing/2014/main" id="{7CF7A700-BC12-02B0-CC7F-8FD50FF4799A}"/>
              </a:ext>
            </a:extLst>
          </p:cNvPr>
          <p:cNvSpPr>
            <a:spLocks noGrp="1" noChangeArrowheads="1"/>
          </p:cNvSpPr>
          <p:nvPr>
            <p:ph type="body" idx="1"/>
          </p:nvPr>
        </p:nvSpPr>
        <p:spPr/>
        <p:txBody>
          <a:bodyPr/>
          <a:lstStyle/>
          <a:p>
            <a:pPr eaLnBrk="1" hangingPunct="1"/>
            <a:r>
              <a:rPr lang="en-US" altLang="en-US" sz="3600"/>
              <a:t>Handshake Protocol</a:t>
            </a:r>
          </a:p>
          <a:p>
            <a:pPr eaLnBrk="1" hangingPunct="1"/>
            <a:endParaRPr lang="en-US" altLang="en-US" sz="3600"/>
          </a:p>
          <a:p>
            <a:pPr eaLnBrk="1" hangingPunct="1"/>
            <a:r>
              <a:rPr lang="en-US" altLang="en-US" sz="3600"/>
              <a:t>Record Protocol</a:t>
            </a:r>
          </a:p>
          <a:p>
            <a:pPr eaLnBrk="1" hangingPunct="1"/>
            <a:endParaRPr lang="en-US" altLang="en-US" sz="3600"/>
          </a:p>
          <a:p>
            <a:pPr eaLnBrk="1" hangingPunct="1"/>
            <a:r>
              <a:rPr lang="en-US" altLang="en-US" sz="3600"/>
              <a:t>Alert Protocol</a:t>
            </a:r>
          </a:p>
        </p:txBody>
      </p:sp>
    </p:spTree>
  </p:cSld>
  <p:clrMapOvr>
    <a:masterClrMapping/>
  </p:clrMapOvr>
  <p:transition/>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Slide Number Placeholder 4">
            <a:extLst>
              <a:ext uri="{FF2B5EF4-FFF2-40B4-BE49-F238E27FC236}">
                <a16:creationId xmlns:a16="http://schemas.microsoft.com/office/drawing/2014/main" id="{A00130AD-9B29-0358-5093-CEE43467A6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4A12618-DDED-44FA-A8F7-1174EA60614A}" type="slidenum">
              <a:rPr lang="en-US" altLang="en-US" sz="1400"/>
              <a:pPr>
                <a:spcBef>
                  <a:spcPct val="0"/>
                </a:spcBef>
                <a:buClrTx/>
                <a:buSzTx/>
                <a:buFontTx/>
                <a:buNone/>
              </a:pPr>
              <a:t>250</a:t>
            </a:fld>
            <a:endParaRPr lang="en-US" altLang="en-US" sz="1400"/>
          </a:p>
        </p:txBody>
      </p:sp>
      <p:sp>
        <p:nvSpPr>
          <p:cNvPr id="474115" name="Rectangle 2">
            <a:extLst>
              <a:ext uri="{FF2B5EF4-FFF2-40B4-BE49-F238E27FC236}">
                <a16:creationId xmlns:a16="http://schemas.microsoft.com/office/drawing/2014/main" id="{E54C0A2D-7928-EAFE-7594-2809C5DD9F27}"/>
              </a:ext>
            </a:extLst>
          </p:cNvPr>
          <p:cNvSpPr>
            <a:spLocks noGrp="1" noChangeArrowheads="1"/>
          </p:cNvSpPr>
          <p:nvPr>
            <p:ph type="title"/>
          </p:nvPr>
        </p:nvSpPr>
        <p:spPr/>
        <p:txBody>
          <a:bodyPr/>
          <a:lstStyle/>
          <a:p>
            <a:pPr eaLnBrk="1" hangingPunct="1"/>
            <a:r>
              <a:rPr lang="en-US" altLang="en-US"/>
              <a:t>SSL Handshake Message Format</a:t>
            </a:r>
          </a:p>
        </p:txBody>
      </p:sp>
      <p:sp>
        <p:nvSpPr>
          <p:cNvPr id="474116" name="Rectangle 3">
            <a:extLst>
              <a:ext uri="{FF2B5EF4-FFF2-40B4-BE49-F238E27FC236}">
                <a16:creationId xmlns:a16="http://schemas.microsoft.com/office/drawing/2014/main" id="{6EAD4CFA-4A28-F697-33A1-287BA910FED1}"/>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74117" name="Group 4">
            <a:extLst>
              <a:ext uri="{FF2B5EF4-FFF2-40B4-BE49-F238E27FC236}">
                <a16:creationId xmlns:a16="http://schemas.microsoft.com/office/drawing/2014/main" id="{462C5A2E-0712-EA60-178A-6BCFF7446B2C}"/>
              </a:ext>
            </a:extLst>
          </p:cNvPr>
          <p:cNvGrpSpPr>
            <a:grpSpLocks/>
          </p:cNvGrpSpPr>
          <p:nvPr/>
        </p:nvGrpSpPr>
        <p:grpSpPr bwMode="auto">
          <a:xfrm>
            <a:off x="2971800" y="2819400"/>
            <a:ext cx="5486400" cy="1828800"/>
            <a:chOff x="3276" y="7032"/>
            <a:chExt cx="6672" cy="1572"/>
          </a:xfrm>
        </p:grpSpPr>
        <p:sp>
          <p:nvSpPr>
            <p:cNvPr id="474118" name="Rectangle 5">
              <a:extLst>
                <a:ext uri="{FF2B5EF4-FFF2-40B4-BE49-F238E27FC236}">
                  <a16:creationId xmlns:a16="http://schemas.microsoft.com/office/drawing/2014/main" id="{A3E677CE-BBCE-D2A7-D561-D5BEC50DAEA8}"/>
                </a:ext>
              </a:extLst>
            </p:cNvPr>
            <p:cNvSpPr>
              <a:spLocks noChangeArrowheads="1"/>
            </p:cNvSpPr>
            <p:nvPr/>
          </p:nvSpPr>
          <p:spPr bwMode="auto">
            <a:xfrm>
              <a:off x="3276" y="7032"/>
              <a:ext cx="6672" cy="157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4119" name="Text Box 6">
              <a:extLst>
                <a:ext uri="{FF2B5EF4-FFF2-40B4-BE49-F238E27FC236}">
                  <a16:creationId xmlns:a16="http://schemas.microsoft.com/office/drawing/2014/main" id="{7AFF9FFA-3314-4905-5C6B-3A40754A5502}"/>
                </a:ext>
              </a:extLst>
            </p:cNvPr>
            <p:cNvSpPr txBox="1">
              <a:spLocks noChangeArrowheads="1"/>
            </p:cNvSpPr>
            <p:nvPr/>
          </p:nvSpPr>
          <p:spPr bwMode="auto">
            <a:xfrm>
              <a:off x="3852" y="7454"/>
              <a:ext cx="780"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Type</a:t>
              </a:r>
            </a:p>
          </p:txBody>
        </p:sp>
        <p:sp>
          <p:nvSpPr>
            <p:cNvPr id="474120" name="Text Box 7">
              <a:extLst>
                <a:ext uri="{FF2B5EF4-FFF2-40B4-BE49-F238E27FC236}">
                  <a16:creationId xmlns:a16="http://schemas.microsoft.com/office/drawing/2014/main" id="{3B5AE5CF-A9A3-2D38-DF94-B173B0685488}"/>
                </a:ext>
              </a:extLst>
            </p:cNvPr>
            <p:cNvSpPr txBox="1">
              <a:spLocks noChangeArrowheads="1"/>
            </p:cNvSpPr>
            <p:nvPr/>
          </p:nvSpPr>
          <p:spPr bwMode="auto">
            <a:xfrm>
              <a:off x="4632" y="7454"/>
              <a:ext cx="1404"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Length</a:t>
              </a:r>
            </a:p>
          </p:txBody>
        </p:sp>
        <p:sp>
          <p:nvSpPr>
            <p:cNvPr id="474121" name="Text Box 8">
              <a:extLst>
                <a:ext uri="{FF2B5EF4-FFF2-40B4-BE49-F238E27FC236}">
                  <a16:creationId xmlns:a16="http://schemas.microsoft.com/office/drawing/2014/main" id="{C901A013-C981-6520-1868-34DD36B6E8B4}"/>
                </a:ext>
              </a:extLst>
            </p:cNvPr>
            <p:cNvSpPr txBox="1">
              <a:spLocks noChangeArrowheads="1"/>
            </p:cNvSpPr>
            <p:nvPr/>
          </p:nvSpPr>
          <p:spPr bwMode="auto">
            <a:xfrm>
              <a:off x="6036" y="7454"/>
              <a:ext cx="3396"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Content</a:t>
              </a:r>
            </a:p>
          </p:txBody>
        </p:sp>
        <p:sp>
          <p:nvSpPr>
            <p:cNvPr id="474122" name="Text Box 9">
              <a:extLst>
                <a:ext uri="{FF2B5EF4-FFF2-40B4-BE49-F238E27FC236}">
                  <a16:creationId xmlns:a16="http://schemas.microsoft.com/office/drawing/2014/main" id="{C9A8898B-5C57-72D5-D19F-CB323AF37825}"/>
                </a:ext>
              </a:extLst>
            </p:cNvPr>
            <p:cNvSpPr txBox="1">
              <a:spLocks noChangeArrowheads="1"/>
            </p:cNvSpPr>
            <p:nvPr/>
          </p:nvSpPr>
          <p:spPr bwMode="auto">
            <a:xfrm>
              <a:off x="3756" y="8005"/>
              <a:ext cx="876"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1 byte</a:t>
              </a:r>
            </a:p>
          </p:txBody>
        </p:sp>
        <p:sp>
          <p:nvSpPr>
            <p:cNvPr id="474123" name="Text Box 10">
              <a:extLst>
                <a:ext uri="{FF2B5EF4-FFF2-40B4-BE49-F238E27FC236}">
                  <a16:creationId xmlns:a16="http://schemas.microsoft.com/office/drawing/2014/main" id="{BD9EA585-2EEF-6EFC-B8E6-BFCB4E7543AF}"/>
                </a:ext>
              </a:extLst>
            </p:cNvPr>
            <p:cNvSpPr txBox="1">
              <a:spLocks noChangeArrowheads="1"/>
            </p:cNvSpPr>
            <p:nvPr/>
          </p:nvSpPr>
          <p:spPr bwMode="auto">
            <a:xfrm>
              <a:off x="4632" y="8005"/>
              <a:ext cx="1404"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3 bytes</a:t>
              </a:r>
            </a:p>
          </p:txBody>
        </p:sp>
        <p:sp>
          <p:nvSpPr>
            <p:cNvPr id="474124" name="Text Box 11">
              <a:extLst>
                <a:ext uri="{FF2B5EF4-FFF2-40B4-BE49-F238E27FC236}">
                  <a16:creationId xmlns:a16="http://schemas.microsoft.com/office/drawing/2014/main" id="{B66AAB97-2FD3-B9E0-AFE3-73D15D7C6DEC}"/>
                </a:ext>
              </a:extLst>
            </p:cNvPr>
            <p:cNvSpPr txBox="1">
              <a:spLocks noChangeArrowheads="1"/>
            </p:cNvSpPr>
            <p:nvPr/>
          </p:nvSpPr>
          <p:spPr bwMode="auto">
            <a:xfrm>
              <a:off x="6036" y="8005"/>
              <a:ext cx="3396"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1 or more bytes</a:t>
              </a:r>
            </a:p>
          </p:txBody>
        </p:sp>
      </p:grpSp>
    </p:spTree>
  </p:cSld>
  <p:clrMapOvr>
    <a:masterClrMapping/>
  </p:clrMapOvr>
  <p:transition/>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Slide Number Placeholder 4">
            <a:extLst>
              <a:ext uri="{FF2B5EF4-FFF2-40B4-BE49-F238E27FC236}">
                <a16:creationId xmlns:a16="http://schemas.microsoft.com/office/drawing/2014/main" id="{A2A97E09-F331-3958-210F-0321056329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4338A1B-E518-4179-A717-18C363E6C6BA}" type="slidenum">
              <a:rPr lang="en-US" altLang="en-US" sz="1400"/>
              <a:pPr>
                <a:spcBef>
                  <a:spcPct val="0"/>
                </a:spcBef>
                <a:buClrTx/>
                <a:buSzTx/>
                <a:buFontTx/>
                <a:buNone/>
              </a:pPr>
              <a:t>251</a:t>
            </a:fld>
            <a:endParaRPr lang="en-US" altLang="en-US" sz="1400"/>
          </a:p>
        </p:txBody>
      </p:sp>
      <p:sp>
        <p:nvSpPr>
          <p:cNvPr id="476163" name="Rectangle 2">
            <a:extLst>
              <a:ext uri="{FF2B5EF4-FFF2-40B4-BE49-F238E27FC236}">
                <a16:creationId xmlns:a16="http://schemas.microsoft.com/office/drawing/2014/main" id="{ED018BBF-722E-1BB0-6136-C451FFC8F860}"/>
              </a:ext>
            </a:extLst>
          </p:cNvPr>
          <p:cNvSpPr>
            <a:spLocks noGrp="1" noChangeArrowheads="1"/>
          </p:cNvSpPr>
          <p:nvPr>
            <p:ph type="title"/>
          </p:nvPr>
        </p:nvSpPr>
        <p:spPr/>
        <p:txBody>
          <a:bodyPr/>
          <a:lstStyle/>
          <a:p>
            <a:pPr eaLnBrk="1" hangingPunct="1"/>
            <a:r>
              <a:rPr lang="en-US" altLang="en-US"/>
              <a:t>SSL Handshake Messages</a:t>
            </a:r>
          </a:p>
        </p:txBody>
      </p:sp>
      <p:sp>
        <p:nvSpPr>
          <p:cNvPr id="476164" name="Rectangle 3">
            <a:extLst>
              <a:ext uri="{FF2B5EF4-FFF2-40B4-BE49-F238E27FC236}">
                <a16:creationId xmlns:a16="http://schemas.microsoft.com/office/drawing/2014/main" id="{B45A76D3-4ED8-8C7A-2D4D-F0D0BB6961B2}"/>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76165" name="Group 4">
            <a:extLst>
              <a:ext uri="{FF2B5EF4-FFF2-40B4-BE49-F238E27FC236}">
                <a16:creationId xmlns:a16="http://schemas.microsoft.com/office/drawing/2014/main" id="{9D6E1C10-792F-5A78-52C1-4B5740D40ADB}"/>
              </a:ext>
            </a:extLst>
          </p:cNvPr>
          <p:cNvGrpSpPr>
            <a:grpSpLocks/>
          </p:cNvGrpSpPr>
          <p:nvPr/>
        </p:nvGrpSpPr>
        <p:grpSpPr bwMode="auto">
          <a:xfrm>
            <a:off x="2133600" y="1600200"/>
            <a:ext cx="8153400" cy="4495800"/>
            <a:chOff x="-3" y="-3"/>
            <a:chExt cx="3720" cy="4422"/>
          </a:xfrm>
        </p:grpSpPr>
        <p:grpSp>
          <p:nvGrpSpPr>
            <p:cNvPr id="476166" name="Group 5">
              <a:extLst>
                <a:ext uri="{FF2B5EF4-FFF2-40B4-BE49-F238E27FC236}">
                  <a16:creationId xmlns:a16="http://schemas.microsoft.com/office/drawing/2014/main" id="{634E3F45-95E2-EFE1-29B2-362694FAFFBD}"/>
                </a:ext>
              </a:extLst>
            </p:cNvPr>
            <p:cNvGrpSpPr>
              <a:grpSpLocks/>
            </p:cNvGrpSpPr>
            <p:nvPr/>
          </p:nvGrpSpPr>
          <p:grpSpPr bwMode="auto">
            <a:xfrm>
              <a:off x="0" y="0"/>
              <a:ext cx="3714" cy="4416"/>
              <a:chOff x="0" y="0"/>
              <a:chExt cx="3714" cy="4416"/>
            </a:xfrm>
          </p:grpSpPr>
          <p:grpSp>
            <p:nvGrpSpPr>
              <p:cNvPr id="476168" name="Group 6">
                <a:extLst>
                  <a:ext uri="{FF2B5EF4-FFF2-40B4-BE49-F238E27FC236}">
                    <a16:creationId xmlns:a16="http://schemas.microsoft.com/office/drawing/2014/main" id="{9D4038C2-754A-0092-6803-26CD73F11F05}"/>
                  </a:ext>
                </a:extLst>
              </p:cNvPr>
              <p:cNvGrpSpPr>
                <a:grpSpLocks/>
              </p:cNvGrpSpPr>
              <p:nvPr/>
            </p:nvGrpSpPr>
            <p:grpSpPr bwMode="auto">
              <a:xfrm>
                <a:off x="0" y="0"/>
                <a:ext cx="1173" cy="384"/>
                <a:chOff x="0" y="0"/>
                <a:chExt cx="1173" cy="384"/>
              </a:xfrm>
            </p:grpSpPr>
            <p:sp>
              <p:nvSpPr>
                <p:cNvPr id="476234" name="Rectangle 7">
                  <a:extLst>
                    <a:ext uri="{FF2B5EF4-FFF2-40B4-BE49-F238E27FC236}">
                      <a16:creationId xmlns:a16="http://schemas.microsoft.com/office/drawing/2014/main" id="{A43F2647-7D38-47CB-B911-C50579E394D6}"/>
                    </a:ext>
                  </a:extLst>
                </p:cNvPr>
                <p:cNvSpPr>
                  <a:spLocks noChangeArrowheads="1"/>
                </p:cNvSpPr>
                <p:nvPr/>
              </p:nvSpPr>
              <p:spPr bwMode="auto">
                <a:xfrm>
                  <a:off x="0" y="0"/>
                  <a:ext cx="1173"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76235" name="Group 8">
                  <a:extLst>
                    <a:ext uri="{FF2B5EF4-FFF2-40B4-BE49-F238E27FC236}">
                      <a16:creationId xmlns:a16="http://schemas.microsoft.com/office/drawing/2014/main" id="{D69736A6-6BC4-75F9-7E48-0177050D73BB}"/>
                    </a:ext>
                  </a:extLst>
                </p:cNvPr>
                <p:cNvGrpSpPr>
                  <a:grpSpLocks/>
                </p:cNvGrpSpPr>
                <p:nvPr/>
              </p:nvGrpSpPr>
              <p:grpSpPr bwMode="auto">
                <a:xfrm>
                  <a:off x="0" y="0"/>
                  <a:ext cx="1173" cy="384"/>
                  <a:chOff x="0" y="0"/>
                  <a:chExt cx="1173" cy="384"/>
                </a:xfrm>
              </p:grpSpPr>
              <p:sp>
                <p:nvSpPr>
                  <p:cNvPr id="476236" name="Rectangle 9">
                    <a:extLst>
                      <a:ext uri="{FF2B5EF4-FFF2-40B4-BE49-F238E27FC236}">
                        <a16:creationId xmlns:a16="http://schemas.microsoft.com/office/drawing/2014/main" id="{3EE054BE-92D8-E62C-272C-AAE950317C75}"/>
                      </a:ext>
                    </a:extLst>
                  </p:cNvPr>
                  <p:cNvSpPr>
                    <a:spLocks noChangeArrowheads="1"/>
                  </p:cNvSpPr>
                  <p:nvPr/>
                </p:nvSpPr>
                <p:spPr bwMode="auto">
                  <a:xfrm>
                    <a:off x="43" y="0"/>
                    <a:ext cx="1087"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b="1">
                        <a:solidFill>
                          <a:srgbClr val="FFFFFF"/>
                        </a:solidFill>
                        <a:latin typeface="Times New Roman" panose="02020603050405020304" pitchFamily="18" charset="0"/>
                        <a:cs typeface="Times New Roman" panose="02020603050405020304" pitchFamily="18" charset="0"/>
                      </a:rPr>
                      <a:t>Message Type</a:t>
                    </a:r>
                    <a:endParaRPr lang="en-US" altLang="en-US" sz="16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US" altLang="en-US" sz="1600">
                      <a:latin typeface="Times New Roman" panose="02020603050405020304" pitchFamily="18" charset="0"/>
                    </a:endParaRPr>
                  </a:p>
                </p:txBody>
              </p:sp>
              <p:sp>
                <p:nvSpPr>
                  <p:cNvPr id="476237" name="Rectangle 10">
                    <a:extLst>
                      <a:ext uri="{FF2B5EF4-FFF2-40B4-BE49-F238E27FC236}">
                        <a16:creationId xmlns:a16="http://schemas.microsoft.com/office/drawing/2014/main" id="{240E7FDB-BF19-9AD2-6CFF-2ACB4AA21AC0}"/>
                      </a:ext>
                    </a:extLst>
                  </p:cNvPr>
                  <p:cNvSpPr>
                    <a:spLocks noChangeArrowheads="1"/>
                  </p:cNvSpPr>
                  <p:nvPr/>
                </p:nvSpPr>
                <p:spPr bwMode="auto">
                  <a:xfrm>
                    <a:off x="0" y="0"/>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476169" name="Group 11">
                <a:extLst>
                  <a:ext uri="{FF2B5EF4-FFF2-40B4-BE49-F238E27FC236}">
                    <a16:creationId xmlns:a16="http://schemas.microsoft.com/office/drawing/2014/main" id="{47E5174F-1642-F0D8-B44D-EE11B0FE0A18}"/>
                  </a:ext>
                </a:extLst>
              </p:cNvPr>
              <p:cNvGrpSpPr>
                <a:grpSpLocks/>
              </p:cNvGrpSpPr>
              <p:nvPr/>
            </p:nvGrpSpPr>
            <p:grpSpPr bwMode="auto">
              <a:xfrm>
                <a:off x="1173" y="0"/>
                <a:ext cx="2541" cy="384"/>
                <a:chOff x="1173" y="0"/>
                <a:chExt cx="2541" cy="384"/>
              </a:xfrm>
            </p:grpSpPr>
            <p:sp>
              <p:nvSpPr>
                <p:cNvPr id="476230" name="Rectangle 12">
                  <a:extLst>
                    <a:ext uri="{FF2B5EF4-FFF2-40B4-BE49-F238E27FC236}">
                      <a16:creationId xmlns:a16="http://schemas.microsoft.com/office/drawing/2014/main" id="{97E54800-0420-DD66-3D86-BF34FD89D279}"/>
                    </a:ext>
                  </a:extLst>
                </p:cNvPr>
                <p:cNvSpPr>
                  <a:spLocks noChangeArrowheads="1"/>
                </p:cNvSpPr>
                <p:nvPr/>
              </p:nvSpPr>
              <p:spPr bwMode="auto">
                <a:xfrm>
                  <a:off x="1173" y="0"/>
                  <a:ext cx="2541"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76231" name="Group 13">
                  <a:extLst>
                    <a:ext uri="{FF2B5EF4-FFF2-40B4-BE49-F238E27FC236}">
                      <a16:creationId xmlns:a16="http://schemas.microsoft.com/office/drawing/2014/main" id="{63191A26-39DE-4E1A-D5CC-FB10EA68197C}"/>
                    </a:ext>
                  </a:extLst>
                </p:cNvPr>
                <p:cNvGrpSpPr>
                  <a:grpSpLocks/>
                </p:cNvGrpSpPr>
                <p:nvPr/>
              </p:nvGrpSpPr>
              <p:grpSpPr bwMode="auto">
                <a:xfrm>
                  <a:off x="1173" y="0"/>
                  <a:ext cx="2541" cy="384"/>
                  <a:chOff x="1173" y="0"/>
                  <a:chExt cx="2541" cy="384"/>
                </a:xfrm>
              </p:grpSpPr>
              <p:sp>
                <p:nvSpPr>
                  <p:cNvPr id="476232" name="Rectangle 14">
                    <a:extLst>
                      <a:ext uri="{FF2B5EF4-FFF2-40B4-BE49-F238E27FC236}">
                        <a16:creationId xmlns:a16="http://schemas.microsoft.com/office/drawing/2014/main" id="{27ECB6C2-6363-3AB7-0562-B40D0C42B0EB}"/>
                      </a:ext>
                    </a:extLst>
                  </p:cNvPr>
                  <p:cNvSpPr>
                    <a:spLocks noChangeArrowheads="1"/>
                  </p:cNvSpPr>
                  <p:nvPr/>
                </p:nvSpPr>
                <p:spPr bwMode="auto">
                  <a:xfrm>
                    <a:off x="1216" y="0"/>
                    <a:ext cx="2455" cy="38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b="1">
                        <a:solidFill>
                          <a:srgbClr val="FFFFFF"/>
                        </a:solidFill>
                        <a:latin typeface="Times New Roman" panose="02020603050405020304" pitchFamily="18" charset="0"/>
                        <a:cs typeface="Times New Roman" panose="02020603050405020304" pitchFamily="18" charset="0"/>
                      </a:rPr>
                      <a:t>Parameters</a:t>
                    </a:r>
                    <a:endParaRPr lang="en-US" altLang="en-US" sz="1600">
                      <a:latin typeface="Times New Roman" panose="02020603050405020304" pitchFamily="18" charset="0"/>
                      <a:cs typeface="Times New Roman" panose="02020603050405020304" pitchFamily="18" charset="0"/>
                    </a:endParaRPr>
                  </a:p>
                  <a:p>
                    <a:pPr algn="just">
                      <a:spcBef>
                        <a:spcPct val="0"/>
                      </a:spcBef>
                      <a:buClrTx/>
                      <a:buSzTx/>
                      <a:buFontTx/>
                      <a:buNone/>
                    </a:pPr>
                    <a:endParaRPr lang="en-US" altLang="en-US" sz="1600">
                      <a:latin typeface="Times New Roman" panose="02020603050405020304" pitchFamily="18" charset="0"/>
                    </a:endParaRPr>
                  </a:p>
                </p:txBody>
              </p:sp>
              <p:sp>
                <p:nvSpPr>
                  <p:cNvPr id="476233" name="Rectangle 15">
                    <a:extLst>
                      <a:ext uri="{FF2B5EF4-FFF2-40B4-BE49-F238E27FC236}">
                        <a16:creationId xmlns:a16="http://schemas.microsoft.com/office/drawing/2014/main" id="{B87A846D-468F-B398-B5BA-91046EA450C0}"/>
                      </a:ext>
                    </a:extLst>
                  </p:cNvPr>
                  <p:cNvSpPr>
                    <a:spLocks noChangeArrowheads="1"/>
                  </p:cNvSpPr>
                  <p:nvPr/>
                </p:nvSpPr>
                <p:spPr bwMode="auto">
                  <a:xfrm>
                    <a:off x="1173" y="0"/>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476170" name="Group 16">
                <a:extLst>
                  <a:ext uri="{FF2B5EF4-FFF2-40B4-BE49-F238E27FC236}">
                    <a16:creationId xmlns:a16="http://schemas.microsoft.com/office/drawing/2014/main" id="{DC1E923C-347A-7E56-40FD-71F79C8A2ADA}"/>
                  </a:ext>
                </a:extLst>
              </p:cNvPr>
              <p:cNvGrpSpPr>
                <a:grpSpLocks/>
              </p:cNvGrpSpPr>
              <p:nvPr/>
            </p:nvGrpSpPr>
            <p:grpSpPr bwMode="auto">
              <a:xfrm>
                <a:off x="0" y="384"/>
                <a:ext cx="1173" cy="384"/>
                <a:chOff x="0" y="384"/>
                <a:chExt cx="1173" cy="384"/>
              </a:xfrm>
            </p:grpSpPr>
            <p:sp>
              <p:nvSpPr>
                <p:cNvPr id="476228" name="Rectangle 17">
                  <a:extLst>
                    <a:ext uri="{FF2B5EF4-FFF2-40B4-BE49-F238E27FC236}">
                      <a16:creationId xmlns:a16="http://schemas.microsoft.com/office/drawing/2014/main" id="{DF948D91-8B2C-7C95-6F5F-4073CDA2AC4B}"/>
                    </a:ext>
                  </a:extLst>
                </p:cNvPr>
                <p:cNvSpPr>
                  <a:spLocks noChangeArrowheads="1"/>
                </p:cNvSpPr>
                <p:nvPr/>
              </p:nvSpPr>
              <p:spPr bwMode="auto">
                <a:xfrm>
                  <a:off x="43" y="384"/>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Hello request</a:t>
                  </a:r>
                </a:p>
                <a:p>
                  <a:pPr algn="just">
                    <a:spcBef>
                      <a:spcPct val="0"/>
                    </a:spcBef>
                    <a:buClrTx/>
                    <a:buSzTx/>
                    <a:buFontTx/>
                    <a:buNone/>
                  </a:pPr>
                  <a:endParaRPr lang="en-US" altLang="en-US" sz="1600">
                    <a:latin typeface="Times New Roman" panose="02020603050405020304" pitchFamily="18" charset="0"/>
                  </a:endParaRPr>
                </a:p>
              </p:txBody>
            </p:sp>
            <p:sp>
              <p:nvSpPr>
                <p:cNvPr id="476229" name="Rectangle 18">
                  <a:extLst>
                    <a:ext uri="{FF2B5EF4-FFF2-40B4-BE49-F238E27FC236}">
                      <a16:creationId xmlns:a16="http://schemas.microsoft.com/office/drawing/2014/main" id="{54A7C104-3AF1-D8CD-3B16-FAA7253FF868}"/>
                    </a:ext>
                  </a:extLst>
                </p:cNvPr>
                <p:cNvSpPr>
                  <a:spLocks noChangeArrowheads="1"/>
                </p:cNvSpPr>
                <p:nvPr/>
              </p:nvSpPr>
              <p:spPr bwMode="auto">
                <a:xfrm>
                  <a:off x="0" y="384"/>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1" name="Group 19">
                <a:extLst>
                  <a:ext uri="{FF2B5EF4-FFF2-40B4-BE49-F238E27FC236}">
                    <a16:creationId xmlns:a16="http://schemas.microsoft.com/office/drawing/2014/main" id="{7D11D542-336D-0615-EFB6-8656F1FB1D56}"/>
                  </a:ext>
                </a:extLst>
              </p:cNvPr>
              <p:cNvGrpSpPr>
                <a:grpSpLocks/>
              </p:cNvGrpSpPr>
              <p:nvPr/>
            </p:nvGrpSpPr>
            <p:grpSpPr bwMode="auto">
              <a:xfrm>
                <a:off x="1173" y="384"/>
                <a:ext cx="2541" cy="384"/>
                <a:chOff x="1173" y="384"/>
                <a:chExt cx="2541" cy="384"/>
              </a:xfrm>
            </p:grpSpPr>
            <p:sp>
              <p:nvSpPr>
                <p:cNvPr id="476226" name="Rectangle 20">
                  <a:extLst>
                    <a:ext uri="{FF2B5EF4-FFF2-40B4-BE49-F238E27FC236}">
                      <a16:creationId xmlns:a16="http://schemas.microsoft.com/office/drawing/2014/main" id="{62625830-2EAB-9ED0-562A-3F52D28A1B11}"/>
                    </a:ext>
                  </a:extLst>
                </p:cNvPr>
                <p:cNvSpPr>
                  <a:spLocks noChangeArrowheads="1"/>
                </p:cNvSpPr>
                <p:nvPr/>
              </p:nvSpPr>
              <p:spPr bwMode="auto">
                <a:xfrm>
                  <a:off x="1216" y="384"/>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None</a:t>
                  </a:r>
                </a:p>
                <a:p>
                  <a:pPr algn="just">
                    <a:spcBef>
                      <a:spcPct val="0"/>
                    </a:spcBef>
                    <a:buClrTx/>
                    <a:buSzTx/>
                    <a:buFontTx/>
                    <a:buNone/>
                  </a:pPr>
                  <a:endParaRPr lang="en-US" altLang="en-US" sz="1600">
                    <a:latin typeface="Times New Roman" panose="02020603050405020304" pitchFamily="18" charset="0"/>
                  </a:endParaRPr>
                </a:p>
              </p:txBody>
            </p:sp>
            <p:sp>
              <p:nvSpPr>
                <p:cNvPr id="476227" name="Rectangle 21">
                  <a:extLst>
                    <a:ext uri="{FF2B5EF4-FFF2-40B4-BE49-F238E27FC236}">
                      <a16:creationId xmlns:a16="http://schemas.microsoft.com/office/drawing/2014/main" id="{8F719460-0050-F289-467F-A9FA5B29B0C5}"/>
                    </a:ext>
                  </a:extLst>
                </p:cNvPr>
                <p:cNvSpPr>
                  <a:spLocks noChangeArrowheads="1"/>
                </p:cNvSpPr>
                <p:nvPr/>
              </p:nvSpPr>
              <p:spPr bwMode="auto">
                <a:xfrm>
                  <a:off x="1173" y="384"/>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2" name="Group 22">
                <a:extLst>
                  <a:ext uri="{FF2B5EF4-FFF2-40B4-BE49-F238E27FC236}">
                    <a16:creationId xmlns:a16="http://schemas.microsoft.com/office/drawing/2014/main" id="{1733E769-A1EB-C20D-9DA6-97B6EF79EF75}"/>
                  </a:ext>
                </a:extLst>
              </p:cNvPr>
              <p:cNvGrpSpPr>
                <a:grpSpLocks/>
              </p:cNvGrpSpPr>
              <p:nvPr/>
            </p:nvGrpSpPr>
            <p:grpSpPr bwMode="auto">
              <a:xfrm>
                <a:off x="0" y="768"/>
                <a:ext cx="1173" cy="480"/>
                <a:chOff x="0" y="768"/>
                <a:chExt cx="1173" cy="480"/>
              </a:xfrm>
            </p:grpSpPr>
            <p:sp>
              <p:nvSpPr>
                <p:cNvPr id="476224" name="Rectangle 23">
                  <a:extLst>
                    <a:ext uri="{FF2B5EF4-FFF2-40B4-BE49-F238E27FC236}">
                      <a16:creationId xmlns:a16="http://schemas.microsoft.com/office/drawing/2014/main" id="{D8974B2F-A345-9686-6C60-8B18D9D29120}"/>
                    </a:ext>
                  </a:extLst>
                </p:cNvPr>
                <p:cNvSpPr>
                  <a:spLocks noChangeArrowheads="1"/>
                </p:cNvSpPr>
                <p:nvPr/>
              </p:nvSpPr>
              <p:spPr bwMode="auto">
                <a:xfrm>
                  <a:off x="43" y="768"/>
                  <a:ext cx="108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Client hello</a:t>
                  </a:r>
                </a:p>
                <a:p>
                  <a:pPr algn="just">
                    <a:spcBef>
                      <a:spcPct val="0"/>
                    </a:spcBef>
                    <a:buClrTx/>
                    <a:buSzTx/>
                    <a:buFontTx/>
                    <a:buNone/>
                  </a:pPr>
                  <a:endParaRPr lang="en-US" altLang="en-US" sz="1600">
                    <a:latin typeface="Times New Roman" panose="02020603050405020304" pitchFamily="18" charset="0"/>
                  </a:endParaRPr>
                </a:p>
              </p:txBody>
            </p:sp>
            <p:sp>
              <p:nvSpPr>
                <p:cNvPr id="476225" name="Rectangle 24">
                  <a:extLst>
                    <a:ext uri="{FF2B5EF4-FFF2-40B4-BE49-F238E27FC236}">
                      <a16:creationId xmlns:a16="http://schemas.microsoft.com/office/drawing/2014/main" id="{8B6AB93E-AD5F-494F-4EB9-35EEAE81F5AD}"/>
                    </a:ext>
                  </a:extLst>
                </p:cNvPr>
                <p:cNvSpPr>
                  <a:spLocks noChangeArrowheads="1"/>
                </p:cNvSpPr>
                <p:nvPr/>
              </p:nvSpPr>
              <p:spPr bwMode="auto">
                <a:xfrm>
                  <a:off x="0" y="768"/>
                  <a:ext cx="1173"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3" name="Group 25">
                <a:extLst>
                  <a:ext uri="{FF2B5EF4-FFF2-40B4-BE49-F238E27FC236}">
                    <a16:creationId xmlns:a16="http://schemas.microsoft.com/office/drawing/2014/main" id="{CD355CD6-B8DD-E374-9888-67152B6F3068}"/>
                  </a:ext>
                </a:extLst>
              </p:cNvPr>
              <p:cNvGrpSpPr>
                <a:grpSpLocks/>
              </p:cNvGrpSpPr>
              <p:nvPr/>
            </p:nvGrpSpPr>
            <p:grpSpPr bwMode="auto">
              <a:xfrm>
                <a:off x="1173" y="768"/>
                <a:ext cx="2541" cy="480"/>
                <a:chOff x="1173" y="768"/>
                <a:chExt cx="2541" cy="480"/>
              </a:xfrm>
            </p:grpSpPr>
            <p:sp>
              <p:nvSpPr>
                <p:cNvPr id="476222" name="Rectangle 26">
                  <a:extLst>
                    <a:ext uri="{FF2B5EF4-FFF2-40B4-BE49-F238E27FC236}">
                      <a16:creationId xmlns:a16="http://schemas.microsoft.com/office/drawing/2014/main" id="{67160B2C-8D37-EAB5-C010-817A93F9F9DB}"/>
                    </a:ext>
                  </a:extLst>
                </p:cNvPr>
                <p:cNvSpPr>
                  <a:spLocks noChangeArrowheads="1"/>
                </p:cNvSpPr>
                <p:nvPr/>
              </p:nvSpPr>
              <p:spPr bwMode="auto">
                <a:xfrm>
                  <a:off x="1216" y="768"/>
                  <a:ext cx="245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Version, Random number, Session id, Cipher suite, Compression method</a:t>
                  </a:r>
                </a:p>
                <a:p>
                  <a:pPr algn="just">
                    <a:spcBef>
                      <a:spcPct val="0"/>
                    </a:spcBef>
                    <a:buClrTx/>
                    <a:buSzTx/>
                    <a:buFontTx/>
                    <a:buNone/>
                  </a:pPr>
                  <a:endParaRPr lang="en-US" altLang="en-US" sz="1600">
                    <a:latin typeface="Times New Roman" panose="02020603050405020304" pitchFamily="18" charset="0"/>
                  </a:endParaRPr>
                </a:p>
              </p:txBody>
            </p:sp>
            <p:sp>
              <p:nvSpPr>
                <p:cNvPr id="476223" name="Rectangle 27">
                  <a:extLst>
                    <a:ext uri="{FF2B5EF4-FFF2-40B4-BE49-F238E27FC236}">
                      <a16:creationId xmlns:a16="http://schemas.microsoft.com/office/drawing/2014/main" id="{5B486854-9BB7-F9C4-E91A-AEC6249CA132}"/>
                    </a:ext>
                  </a:extLst>
                </p:cNvPr>
                <p:cNvSpPr>
                  <a:spLocks noChangeArrowheads="1"/>
                </p:cNvSpPr>
                <p:nvPr/>
              </p:nvSpPr>
              <p:spPr bwMode="auto">
                <a:xfrm>
                  <a:off x="1173" y="768"/>
                  <a:ext cx="254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4" name="Group 28">
                <a:extLst>
                  <a:ext uri="{FF2B5EF4-FFF2-40B4-BE49-F238E27FC236}">
                    <a16:creationId xmlns:a16="http://schemas.microsoft.com/office/drawing/2014/main" id="{C2F365A6-0356-1A19-3824-E36FC9A8B1D9}"/>
                  </a:ext>
                </a:extLst>
              </p:cNvPr>
              <p:cNvGrpSpPr>
                <a:grpSpLocks/>
              </p:cNvGrpSpPr>
              <p:nvPr/>
            </p:nvGrpSpPr>
            <p:grpSpPr bwMode="auto">
              <a:xfrm>
                <a:off x="0" y="1248"/>
                <a:ext cx="1173" cy="480"/>
                <a:chOff x="0" y="1248"/>
                <a:chExt cx="1173" cy="480"/>
              </a:xfrm>
            </p:grpSpPr>
            <p:sp>
              <p:nvSpPr>
                <p:cNvPr id="476220" name="Rectangle 29">
                  <a:extLst>
                    <a:ext uri="{FF2B5EF4-FFF2-40B4-BE49-F238E27FC236}">
                      <a16:creationId xmlns:a16="http://schemas.microsoft.com/office/drawing/2014/main" id="{F6F69386-90FF-7F30-FD37-CBB16B769E08}"/>
                    </a:ext>
                  </a:extLst>
                </p:cNvPr>
                <p:cNvSpPr>
                  <a:spLocks noChangeArrowheads="1"/>
                </p:cNvSpPr>
                <p:nvPr/>
              </p:nvSpPr>
              <p:spPr bwMode="auto">
                <a:xfrm>
                  <a:off x="43" y="1248"/>
                  <a:ext cx="108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Server hello</a:t>
                  </a:r>
                </a:p>
                <a:p>
                  <a:pPr algn="just">
                    <a:spcBef>
                      <a:spcPct val="0"/>
                    </a:spcBef>
                    <a:buClrTx/>
                    <a:buSzTx/>
                    <a:buFontTx/>
                    <a:buNone/>
                  </a:pPr>
                  <a:endParaRPr lang="en-US" altLang="en-US" sz="1600">
                    <a:latin typeface="Times New Roman" panose="02020603050405020304" pitchFamily="18" charset="0"/>
                  </a:endParaRPr>
                </a:p>
              </p:txBody>
            </p:sp>
            <p:sp>
              <p:nvSpPr>
                <p:cNvPr id="476221" name="Rectangle 30">
                  <a:extLst>
                    <a:ext uri="{FF2B5EF4-FFF2-40B4-BE49-F238E27FC236}">
                      <a16:creationId xmlns:a16="http://schemas.microsoft.com/office/drawing/2014/main" id="{46F62479-A521-6EAF-7B8E-A921012351A9}"/>
                    </a:ext>
                  </a:extLst>
                </p:cNvPr>
                <p:cNvSpPr>
                  <a:spLocks noChangeArrowheads="1"/>
                </p:cNvSpPr>
                <p:nvPr/>
              </p:nvSpPr>
              <p:spPr bwMode="auto">
                <a:xfrm>
                  <a:off x="0" y="1248"/>
                  <a:ext cx="1173"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5" name="Group 31">
                <a:extLst>
                  <a:ext uri="{FF2B5EF4-FFF2-40B4-BE49-F238E27FC236}">
                    <a16:creationId xmlns:a16="http://schemas.microsoft.com/office/drawing/2014/main" id="{2BA46D29-F292-6C01-F120-08505489380D}"/>
                  </a:ext>
                </a:extLst>
              </p:cNvPr>
              <p:cNvGrpSpPr>
                <a:grpSpLocks/>
              </p:cNvGrpSpPr>
              <p:nvPr/>
            </p:nvGrpSpPr>
            <p:grpSpPr bwMode="auto">
              <a:xfrm>
                <a:off x="1173" y="1248"/>
                <a:ext cx="2541" cy="480"/>
                <a:chOff x="1173" y="1248"/>
                <a:chExt cx="2541" cy="480"/>
              </a:xfrm>
            </p:grpSpPr>
            <p:sp>
              <p:nvSpPr>
                <p:cNvPr id="476218" name="Rectangle 32">
                  <a:extLst>
                    <a:ext uri="{FF2B5EF4-FFF2-40B4-BE49-F238E27FC236}">
                      <a16:creationId xmlns:a16="http://schemas.microsoft.com/office/drawing/2014/main" id="{D26DB586-0D4F-54A7-0B19-43CE866D0A65}"/>
                    </a:ext>
                  </a:extLst>
                </p:cNvPr>
                <p:cNvSpPr>
                  <a:spLocks noChangeArrowheads="1"/>
                </p:cNvSpPr>
                <p:nvPr/>
              </p:nvSpPr>
              <p:spPr bwMode="auto">
                <a:xfrm>
                  <a:off x="1216" y="1248"/>
                  <a:ext cx="245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Version, Random number, Session id, Cipher suite, Compression method</a:t>
                  </a:r>
                </a:p>
                <a:p>
                  <a:pPr algn="just">
                    <a:spcBef>
                      <a:spcPct val="0"/>
                    </a:spcBef>
                    <a:buClrTx/>
                    <a:buSzTx/>
                    <a:buFontTx/>
                    <a:buNone/>
                  </a:pPr>
                  <a:endParaRPr lang="en-US" altLang="en-US" sz="1600">
                    <a:latin typeface="Times New Roman" panose="02020603050405020304" pitchFamily="18" charset="0"/>
                  </a:endParaRPr>
                </a:p>
              </p:txBody>
            </p:sp>
            <p:sp>
              <p:nvSpPr>
                <p:cNvPr id="476219" name="Rectangle 33">
                  <a:extLst>
                    <a:ext uri="{FF2B5EF4-FFF2-40B4-BE49-F238E27FC236}">
                      <a16:creationId xmlns:a16="http://schemas.microsoft.com/office/drawing/2014/main" id="{17027F3B-12D9-CACA-0142-A167F91F893A}"/>
                    </a:ext>
                  </a:extLst>
                </p:cNvPr>
                <p:cNvSpPr>
                  <a:spLocks noChangeArrowheads="1"/>
                </p:cNvSpPr>
                <p:nvPr/>
              </p:nvSpPr>
              <p:spPr bwMode="auto">
                <a:xfrm>
                  <a:off x="1173" y="1248"/>
                  <a:ext cx="254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6" name="Group 34">
                <a:extLst>
                  <a:ext uri="{FF2B5EF4-FFF2-40B4-BE49-F238E27FC236}">
                    <a16:creationId xmlns:a16="http://schemas.microsoft.com/office/drawing/2014/main" id="{38D6DEEC-CA85-DB37-122E-224275F9F099}"/>
                  </a:ext>
                </a:extLst>
              </p:cNvPr>
              <p:cNvGrpSpPr>
                <a:grpSpLocks/>
              </p:cNvGrpSpPr>
              <p:nvPr/>
            </p:nvGrpSpPr>
            <p:grpSpPr bwMode="auto">
              <a:xfrm>
                <a:off x="0" y="1728"/>
                <a:ext cx="1173" cy="384"/>
                <a:chOff x="0" y="1728"/>
                <a:chExt cx="1173" cy="384"/>
              </a:xfrm>
            </p:grpSpPr>
            <p:sp>
              <p:nvSpPr>
                <p:cNvPr id="476216" name="Rectangle 35">
                  <a:extLst>
                    <a:ext uri="{FF2B5EF4-FFF2-40B4-BE49-F238E27FC236}">
                      <a16:creationId xmlns:a16="http://schemas.microsoft.com/office/drawing/2014/main" id="{437FB13E-0FD6-BD59-567D-ACAE9D6BF834}"/>
                    </a:ext>
                  </a:extLst>
                </p:cNvPr>
                <p:cNvSpPr>
                  <a:spLocks noChangeArrowheads="1"/>
                </p:cNvSpPr>
                <p:nvPr/>
              </p:nvSpPr>
              <p:spPr bwMode="auto">
                <a:xfrm>
                  <a:off x="43" y="1728"/>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Certificate</a:t>
                  </a:r>
                </a:p>
                <a:p>
                  <a:pPr algn="just">
                    <a:spcBef>
                      <a:spcPct val="0"/>
                    </a:spcBef>
                    <a:buClrTx/>
                    <a:buSzTx/>
                    <a:buFontTx/>
                    <a:buNone/>
                  </a:pPr>
                  <a:endParaRPr lang="en-US" altLang="en-US" sz="1600">
                    <a:latin typeface="Times New Roman" panose="02020603050405020304" pitchFamily="18" charset="0"/>
                  </a:endParaRPr>
                </a:p>
              </p:txBody>
            </p:sp>
            <p:sp>
              <p:nvSpPr>
                <p:cNvPr id="476217" name="Rectangle 36">
                  <a:extLst>
                    <a:ext uri="{FF2B5EF4-FFF2-40B4-BE49-F238E27FC236}">
                      <a16:creationId xmlns:a16="http://schemas.microsoft.com/office/drawing/2014/main" id="{C0CD8E67-E440-198C-ADE4-82191AD3BAAC}"/>
                    </a:ext>
                  </a:extLst>
                </p:cNvPr>
                <p:cNvSpPr>
                  <a:spLocks noChangeArrowheads="1"/>
                </p:cNvSpPr>
                <p:nvPr/>
              </p:nvSpPr>
              <p:spPr bwMode="auto">
                <a:xfrm>
                  <a:off x="0" y="1728"/>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7" name="Group 37">
                <a:extLst>
                  <a:ext uri="{FF2B5EF4-FFF2-40B4-BE49-F238E27FC236}">
                    <a16:creationId xmlns:a16="http://schemas.microsoft.com/office/drawing/2014/main" id="{F3F73931-0FC8-1EEE-57C0-852283933327}"/>
                  </a:ext>
                </a:extLst>
              </p:cNvPr>
              <p:cNvGrpSpPr>
                <a:grpSpLocks/>
              </p:cNvGrpSpPr>
              <p:nvPr/>
            </p:nvGrpSpPr>
            <p:grpSpPr bwMode="auto">
              <a:xfrm>
                <a:off x="1173" y="1728"/>
                <a:ext cx="2541" cy="384"/>
                <a:chOff x="1173" y="1728"/>
                <a:chExt cx="2541" cy="384"/>
              </a:xfrm>
            </p:grpSpPr>
            <p:sp>
              <p:nvSpPr>
                <p:cNvPr id="476214" name="Rectangle 38">
                  <a:extLst>
                    <a:ext uri="{FF2B5EF4-FFF2-40B4-BE49-F238E27FC236}">
                      <a16:creationId xmlns:a16="http://schemas.microsoft.com/office/drawing/2014/main" id="{5F732A78-015B-61D7-24DE-F5D8BBC1E88F}"/>
                    </a:ext>
                  </a:extLst>
                </p:cNvPr>
                <p:cNvSpPr>
                  <a:spLocks noChangeArrowheads="1"/>
                </p:cNvSpPr>
                <p:nvPr/>
              </p:nvSpPr>
              <p:spPr bwMode="auto">
                <a:xfrm>
                  <a:off x="1216" y="1728"/>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Chain of X.509V3 certificates</a:t>
                  </a:r>
                </a:p>
                <a:p>
                  <a:pPr algn="just">
                    <a:spcBef>
                      <a:spcPct val="0"/>
                    </a:spcBef>
                    <a:buClrTx/>
                    <a:buSzTx/>
                    <a:buFontTx/>
                    <a:buNone/>
                  </a:pPr>
                  <a:endParaRPr lang="en-US" altLang="en-US" sz="1600">
                    <a:latin typeface="Times New Roman" panose="02020603050405020304" pitchFamily="18" charset="0"/>
                  </a:endParaRPr>
                </a:p>
              </p:txBody>
            </p:sp>
            <p:sp>
              <p:nvSpPr>
                <p:cNvPr id="476215" name="Rectangle 39">
                  <a:extLst>
                    <a:ext uri="{FF2B5EF4-FFF2-40B4-BE49-F238E27FC236}">
                      <a16:creationId xmlns:a16="http://schemas.microsoft.com/office/drawing/2014/main" id="{927CAF7F-CA14-3416-FC76-62D02A08E826}"/>
                    </a:ext>
                  </a:extLst>
                </p:cNvPr>
                <p:cNvSpPr>
                  <a:spLocks noChangeArrowheads="1"/>
                </p:cNvSpPr>
                <p:nvPr/>
              </p:nvSpPr>
              <p:spPr bwMode="auto">
                <a:xfrm>
                  <a:off x="1173" y="1728"/>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8" name="Group 40">
                <a:extLst>
                  <a:ext uri="{FF2B5EF4-FFF2-40B4-BE49-F238E27FC236}">
                    <a16:creationId xmlns:a16="http://schemas.microsoft.com/office/drawing/2014/main" id="{63ED1437-E1F1-4801-F35C-7348BAD953AC}"/>
                  </a:ext>
                </a:extLst>
              </p:cNvPr>
              <p:cNvGrpSpPr>
                <a:grpSpLocks/>
              </p:cNvGrpSpPr>
              <p:nvPr/>
            </p:nvGrpSpPr>
            <p:grpSpPr bwMode="auto">
              <a:xfrm>
                <a:off x="0" y="2112"/>
                <a:ext cx="1173" cy="384"/>
                <a:chOff x="0" y="2112"/>
                <a:chExt cx="1173" cy="384"/>
              </a:xfrm>
            </p:grpSpPr>
            <p:sp>
              <p:nvSpPr>
                <p:cNvPr id="476212" name="Rectangle 41">
                  <a:extLst>
                    <a:ext uri="{FF2B5EF4-FFF2-40B4-BE49-F238E27FC236}">
                      <a16:creationId xmlns:a16="http://schemas.microsoft.com/office/drawing/2014/main" id="{E6201FD9-9E5E-8A5D-B8B3-4281BC75F762}"/>
                    </a:ext>
                  </a:extLst>
                </p:cNvPr>
                <p:cNvSpPr>
                  <a:spLocks noChangeArrowheads="1"/>
                </p:cNvSpPr>
                <p:nvPr/>
              </p:nvSpPr>
              <p:spPr bwMode="auto">
                <a:xfrm>
                  <a:off x="43" y="2112"/>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Server key exchange</a:t>
                  </a:r>
                </a:p>
                <a:p>
                  <a:pPr algn="just">
                    <a:spcBef>
                      <a:spcPct val="0"/>
                    </a:spcBef>
                    <a:buClrTx/>
                    <a:buSzTx/>
                    <a:buFontTx/>
                    <a:buNone/>
                  </a:pPr>
                  <a:endParaRPr lang="en-US" altLang="en-US" sz="1600">
                    <a:latin typeface="Times New Roman" panose="02020603050405020304" pitchFamily="18" charset="0"/>
                  </a:endParaRPr>
                </a:p>
              </p:txBody>
            </p:sp>
            <p:sp>
              <p:nvSpPr>
                <p:cNvPr id="476213" name="Rectangle 42">
                  <a:extLst>
                    <a:ext uri="{FF2B5EF4-FFF2-40B4-BE49-F238E27FC236}">
                      <a16:creationId xmlns:a16="http://schemas.microsoft.com/office/drawing/2014/main" id="{11CC125B-D13B-3FEB-ED92-AFAA77745100}"/>
                    </a:ext>
                  </a:extLst>
                </p:cNvPr>
                <p:cNvSpPr>
                  <a:spLocks noChangeArrowheads="1"/>
                </p:cNvSpPr>
                <p:nvPr/>
              </p:nvSpPr>
              <p:spPr bwMode="auto">
                <a:xfrm>
                  <a:off x="0" y="2112"/>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79" name="Group 43">
                <a:extLst>
                  <a:ext uri="{FF2B5EF4-FFF2-40B4-BE49-F238E27FC236}">
                    <a16:creationId xmlns:a16="http://schemas.microsoft.com/office/drawing/2014/main" id="{FAF708DC-66D9-63F5-2EE8-ABC91090B124}"/>
                  </a:ext>
                </a:extLst>
              </p:cNvPr>
              <p:cNvGrpSpPr>
                <a:grpSpLocks/>
              </p:cNvGrpSpPr>
              <p:nvPr/>
            </p:nvGrpSpPr>
            <p:grpSpPr bwMode="auto">
              <a:xfrm>
                <a:off x="1173" y="2112"/>
                <a:ext cx="2541" cy="384"/>
                <a:chOff x="1173" y="2112"/>
                <a:chExt cx="2541" cy="384"/>
              </a:xfrm>
            </p:grpSpPr>
            <p:sp>
              <p:nvSpPr>
                <p:cNvPr id="476210" name="Rectangle 44">
                  <a:extLst>
                    <a:ext uri="{FF2B5EF4-FFF2-40B4-BE49-F238E27FC236}">
                      <a16:creationId xmlns:a16="http://schemas.microsoft.com/office/drawing/2014/main" id="{563E7C6F-27A1-A5DE-E3EE-ED222FBFD304}"/>
                    </a:ext>
                  </a:extLst>
                </p:cNvPr>
                <p:cNvSpPr>
                  <a:spLocks noChangeArrowheads="1"/>
                </p:cNvSpPr>
                <p:nvPr/>
              </p:nvSpPr>
              <p:spPr bwMode="auto">
                <a:xfrm>
                  <a:off x="1216" y="2112"/>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Parameters, Signature on client random, server random, parms</a:t>
                  </a:r>
                </a:p>
                <a:p>
                  <a:pPr algn="just">
                    <a:spcBef>
                      <a:spcPct val="0"/>
                    </a:spcBef>
                    <a:buClrTx/>
                    <a:buSzTx/>
                    <a:buFontTx/>
                    <a:buNone/>
                  </a:pPr>
                  <a:endParaRPr lang="en-US" altLang="en-US" sz="1600">
                    <a:latin typeface="Times New Roman" panose="02020603050405020304" pitchFamily="18" charset="0"/>
                  </a:endParaRPr>
                </a:p>
              </p:txBody>
            </p:sp>
            <p:sp>
              <p:nvSpPr>
                <p:cNvPr id="476211" name="Rectangle 45">
                  <a:extLst>
                    <a:ext uri="{FF2B5EF4-FFF2-40B4-BE49-F238E27FC236}">
                      <a16:creationId xmlns:a16="http://schemas.microsoft.com/office/drawing/2014/main" id="{32021F4D-B493-D2AF-34B0-F8F5A599EEC2}"/>
                    </a:ext>
                  </a:extLst>
                </p:cNvPr>
                <p:cNvSpPr>
                  <a:spLocks noChangeArrowheads="1"/>
                </p:cNvSpPr>
                <p:nvPr/>
              </p:nvSpPr>
              <p:spPr bwMode="auto">
                <a:xfrm>
                  <a:off x="1173" y="2112"/>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0" name="Group 46">
                <a:extLst>
                  <a:ext uri="{FF2B5EF4-FFF2-40B4-BE49-F238E27FC236}">
                    <a16:creationId xmlns:a16="http://schemas.microsoft.com/office/drawing/2014/main" id="{F08026AE-BDF9-6D0D-3D04-CE8E0E6D30E0}"/>
                  </a:ext>
                </a:extLst>
              </p:cNvPr>
              <p:cNvGrpSpPr>
                <a:grpSpLocks/>
              </p:cNvGrpSpPr>
              <p:nvPr/>
            </p:nvGrpSpPr>
            <p:grpSpPr bwMode="auto">
              <a:xfrm>
                <a:off x="0" y="2496"/>
                <a:ext cx="1173" cy="384"/>
                <a:chOff x="0" y="2496"/>
                <a:chExt cx="1173" cy="384"/>
              </a:xfrm>
            </p:grpSpPr>
            <p:sp>
              <p:nvSpPr>
                <p:cNvPr id="476208" name="Rectangle 47">
                  <a:extLst>
                    <a:ext uri="{FF2B5EF4-FFF2-40B4-BE49-F238E27FC236}">
                      <a16:creationId xmlns:a16="http://schemas.microsoft.com/office/drawing/2014/main" id="{12651846-970F-8620-21FB-D7ACDEE7E1B3}"/>
                    </a:ext>
                  </a:extLst>
                </p:cNvPr>
                <p:cNvSpPr>
                  <a:spLocks noChangeArrowheads="1"/>
                </p:cNvSpPr>
                <p:nvPr/>
              </p:nvSpPr>
              <p:spPr bwMode="auto">
                <a:xfrm>
                  <a:off x="43" y="2496"/>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Certificate request</a:t>
                  </a:r>
                </a:p>
                <a:p>
                  <a:pPr algn="just">
                    <a:spcBef>
                      <a:spcPct val="0"/>
                    </a:spcBef>
                    <a:buClrTx/>
                    <a:buSzTx/>
                    <a:buFontTx/>
                    <a:buNone/>
                  </a:pPr>
                  <a:endParaRPr lang="en-US" altLang="en-US" sz="1600">
                    <a:latin typeface="Times New Roman" panose="02020603050405020304" pitchFamily="18" charset="0"/>
                  </a:endParaRPr>
                </a:p>
              </p:txBody>
            </p:sp>
            <p:sp>
              <p:nvSpPr>
                <p:cNvPr id="476209" name="Rectangle 48">
                  <a:extLst>
                    <a:ext uri="{FF2B5EF4-FFF2-40B4-BE49-F238E27FC236}">
                      <a16:creationId xmlns:a16="http://schemas.microsoft.com/office/drawing/2014/main" id="{95616FF8-8B6C-DD49-C37D-F0A308CE7B6E}"/>
                    </a:ext>
                  </a:extLst>
                </p:cNvPr>
                <p:cNvSpPr>
                  <a:spLocks noChangeArrowheads="1"/>
                </p:cNvSpPr>
                <p:nvPr/>
              </p:nvSpPr>
              <p:spPr bwMode="auto">
                <a:xfrm>
                  <a:off x="0" y="2496"/>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1" name="Group 49">
                <a:extLst>
                  <a:ext uri="{FF2B5EF4-FFF2-40B4-BE49-F238E27FC236}">
                    <a16:creationId xmlns:a16="http://schemas.microsoft.com/office/drawing/2014/main" id="{F0C68776-9BF6-E533-40DC-9DA3877EA497}"/>
                  </a:ext>
                </a:extLst>
              </p:cNvPr>
              <p:cNvGrpSpPr>
                <a:grpSpLocks/>
              </p:cNvGrpSpPr>
              <p:nvPr/>
            </p:nvGrpSpPr>
            <p:grpSpPr bwMode="auto">
              <a:xfrm>
                <a:off x="1173" y="2496"/>
                <a:ext cx="2541" cy="384"/>
                <a:chOff x="1173" y="2496"/>
                <a:chExt cx="2541" cy="384"/>
              </a:xfrm>
            </p:grpSpPr>
            <p:sp>
              <p:nvSpPr>
                <p:cNvPr id="476206" name="Rectangle 50">
                  <a:extLst>
                    <a:ext uri="{FF2B5EF4-FFF2-40B4-BE49-F238E27FC236}">
                      <a16:creationId xmlns:a16="http://schemas.microsoft.com/office/drawing/2014/main" id="{614617E3-5E8D-4562-7ECE-416D001106DF}"/>
                    </a:ext>
                  </a:extLst>
                </p:cNvPr>
                <p:cNvSpPr>
                  <a:spLocks noChangeArrowheads="1"/>
                </p:cNvSpPr>
                <p:nvPr/>
              </p:nvSpPr>
              <p:spPr bwMode="auto">
                <a:xfrm>
                  <a:off x="1216" y="2496"/>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Type, authorities</a:t>
                  </a:r>
                </a:p>
                <a:p>
                  <a:pPr algn="just">
                    <a:spcBef>
                      <a:spcPct val="0"/>
                    </a:spcBef>
                    <a:buClrTx/>
                    <a:buSzTx/>
                    <a:buFontTx/>
                    <a:buNone/>
                  </a:pPr>
                  <a:endParaRPr lang="en-US" altLang="en-US" sz="1600">
                    <a:latin typeface="Times New Roman" panose="02020603050405020304" pitchFamily="18" charset="0"/>
                  </a:endParaRPr>
                </a:p>
              </p:txBody>
            </p:sp>
            <p:sp>
              <p:nvSpPr>
                <p:cNvPr id="476207" name="Rectangle 51">
                  <a:extLst>
                    <a:ext uri="{FF2B5EF4-FFF2-40B4-BE49-F238E27FC236}">
                      <a16:creationId xmlns:a16="http://schemas.microsoft.com/office/drawing/2014/main" id="{85361D4A-D438-9B77-7B61-29EB101C6C66}"/>
                    </a:ext>
                  </a:extLst>
                </p:cNvPr>
                <p:cNvSpPr>
                  <a:spLocks noChangeArrowheads="1"/>
                </p:cNvSpPr>
                <p:nvPr/>
              </p:nvSpPr>
              <p:spPr bwMode="auto">
                <a:xfrm>
                  <a:off x="1173" y="2496"/>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2" name="Group 52">
                <a:extLst>
                  <a:ext uri="{FF2B5EF4-FFF2-40B4-BE49-F238E27FC236}">
                    <a16:creationId xmlns:a16="http://schemas.microsoft.com/office/drawing/2014/main" id="{73720B80-1433-BFDE-017A-56EF723F078B}"/>
                  </a:ext>
                </a:extLst>
              </p:cNvPr>
              <p:cNvGrpSpPr>
                <a:grpSpLocks/>
              </p:cNvGrpSpPr>
              <p:nvPr/>
            </p:nvGrpSpPr>
            <p:grpSpPr bwMode="auto">
              <a:xfrm>
                <a:off x="0" y="2880"/>
                <a:ext cx="1173" cy="384"/>
                <a:chOff x="0" y="2880"/>
                <a:chExt cx="1173" cy="384"/>
              </a:xfrm>
            </p:grpSpPr>
            <p:sp>
              <p:nvSpPr>
                <p:cNvPr id="476204" name="Rectangle 53">
                  <a:extLst>
                    <a:ext uri="{FF2B5EF4-FFF2-40B4-BE49-F238E27FC236}">
                      <a16:creationId xmlns:a16="http://schemas.microsoft.com/office/drawing/2014/main" id="{FFE95377-2428-4544-C1C8-2984A78EAC87}"/>
                    </a:ext>
                  </a:extLst>
                </p:cNvPr>
                <p:cNvSpPr>
                  <a:spLocks noChangeArrowheads="1"/>
                </p:cNvSpPr>
                <p:nvPr/>
              </p:nvSpPr>
              <p:spPr bwMode="auto">
                <a:xfrm>
                  <a:off x="43" y="2880"/>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Server hello done</a:t>
                  </a:r>
                </a:p>
                <a:p>
                  <a:pPr algn="just">
                    <a:spcBef>
                      <a:spcPct val="0"/>
                    </a:spcBef>
                    <a:buClrTx/>
                    <a:buSzTx/>
                    <a:buFontTx/>
                    <a:buNone/>
                  </a:pPr>
                  <a:endParaRPr lang="en-US" altLang="en-US" sz="1600">
                    <a:latin typeface="Times New Roman" panose="02020603050405020304" pitchFamily="18" charset="0"/>
                  </a:endParaRPr>
                </a:p>
              </p:txBody>
            </p:sp>
            <p:sp>
              <p:nvSpPr>
                <p:cNvPr id="476205" name="Rectangle 54">
                  <a:extLst>
                    <a:ext uri="{FF2B5EF4-FFF2-40B4-BE49-F238E27FC236}">
                      <a16:creationId xmlns:a16="http://schemas.microsoft.com/office/drawing/2014/main" id="{A2B6411A-E83D-FE5D-C75D-BEDA2B68213C}"/>
                    </a:ext>
                  </a:extLst>
                </p:cNvPr>
                <p:cNvSpPr>
                  <a:spLocks noChangeArrowheads="1"/>
                </p:cNvSpPr>
                <p:nvPr/>
              </p:nvSpPr>
              <p:spPr bwMode="auto">
                <a:xfrm>
                  <a:off x="0" y="2880"/>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3" name="Group 55">
                <a:extLst>
                  <a:ext uri="{FF2B5EF4-FFF2-40B4-BE49-F238E27FC236}">
                    <a16:creationId xmlns:a16="http://schemas.microsoft.com/office/drawing/2014/main" id="{412371C2-F240-BD3E-E2E3-EA70EBA2E9C5}"/>
                  </a:ext>
                </a:extLst>
              </p:cNvPr>
              <p:cNvGrpSpPr>
                <a:grpSpLocks/>
              </p:cNvGrpSpPr>
              <p:nvPr/>
            </p:nvGrpSpPr>
            <p:grpSpPr bwMode="auto">
              <a:xfrm>
                <a:off x="1173" y="2880"/>
                <a:ext cx="2541" cy="384"/>
                <a:chOff x="1173" y="2880"/>
                <a:chExt cx="2541" cy="384"/>
              </a:xfrm>
            </p:grpSpPr>
            <p:sp>
              <p:nvSpPr>
                <p:cNvPr id="476202" name="Rectangle 56">
                  <a:extLst>
                    <a:ext uri="{FF2B5EF4-FFF2-40B4-BE49-F238E27FC236}">
                      <a16:creationId xmlns:a16="http://schemas.microsoft.com/office/drawing/2014/main" id="{64EAAD19-6E53-515B-BB8D-2CBB0E455514}"/>
                    </a:ext>
                  </a:extLst>
                </p:cNvPr>
                <p:cNvSpPr>
                  <a:spLocks noChangeArrowheads="1"/>
                </p:cNvSpPr>
                <p:nvPr/>
              </p:nvSpPr>
              <p:spPr bwMode="auto">
                <a:xfrm>
                  <a:off x="1216" y="2880"/>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None</a:t>
                  </a:r>
                </a:p>
                <a:p>
                  <a:pPr algn="just">
                    <a:spcBef>
                      <a:spcPct val="0"/>
                    </a:spcBef>
                    <a:buClrTx/>
                    <a:buSzTx/>
                    <a:buFontTx/>
                    <a:buNone/>
                  </a:pPr>
                  <a:endParaRPr lang="en-US" altLang="en-US" sz="1600">
                    <a:latin typeface="Times New Roman" panose="02020603050405020304" pitchFamily="18" charset="0"/>
                  </a:endParaRPr>
                </a:p>
              </p:txBody>
            </p:sp>
            <p:sp>
              <p:nvSpPr>
                <p:cNvPr id="476203" name="Rectangle 57">
                  <a:extLst>
                    <a:ext uri="{FF2B5EF4-FFF2-40B4-BE49-F238E27FC236}">
                      <a16:creationId xmlns:a16="http://schemas.microsoft.com/office/drawing/2014/main" id="{47363D15-FEAF-9F14-3219-8B3FD985CAB2}"/>
                    </a:ext>
                  </a:extLst>
                </p:cNvPr>
                <p:cNvSpPr>
                  <a:spLocks noChangeArrowheads="1"/>
                </p:cNvSpPr>
                <p:nvPr/>
              </p:nvSpPr>
              <p:spPr bwMode="auto">
                <a:xfrm>
                  <a:off x="1173" y="2880"/>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4" name="Group 58">
                <a:extLst>
                  <a:ext uri="{FF2B5EF4-FFF2-40B4-BE49-F238E27FC236}">
                    <a16:creationId xmlns:a16="http://schemas.microsoft.com/office/drawing/2014/main" id="{48A5AF20-08B9-EBD8-E1BE-F4B4054C44B9}"/>
                  </a:ext>
                </a:extLst>
              </p:cNvPr>
              <p:cNvGrpSpPr>
                <a:grpSpLocks/>
              </p:cNvGrpSpPr>
              <p:nvPr/>
            </p:nvGrpSpPr>
            <p:grpSpPr bwMode="auto">
              <a:xfrm>
                <a:off x="0" y="3264"/>
                <a:ext cx="1173" cy="384"/>
                <a:chOff x="0" y="3264"/>
                <a:chExt cx="1173" cy="384"/>
              </a:xfrm>
            </p:grpSpPr>
            <p:sp>
              <p:nvSpPr>
                <p:cNvPr id="476200" name="Rectangle 59">
                  <a:extLst>
                    <a:ext uri="{FF2B5EF4-FFF2-40B4-BE49-F238E27FC236}">
                      <a16:creationId xmlns:a16="http://schemas.microsoft.com/office/drawing/2014/main" id="{174141CF-0E40-AF7B-379D-EA77EFED89E4}"/>
                    </a:ext>
                  </a:extLst>
                </p:cNvPr>
                <p:cNvSpPr>
                  <a:spLocks noChangeArrowheads="1"/>
                </p:cNvSpPr>
                <p:nvPr/>
              </p:nvSpPr>
              <p:spPr bwMode="auto">
                <a:xfrm>
                  <a:off x="43" y="3264"/>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Certificate verify</a:t>
                  </a:r>
                </a:p>
                <a:p>
                  <a:pPr algn="just">
                    <a:spcBef>
                      <a:spcPct val="0"/>
                    </a:spcBef>
                    <a:buClrTx/>
                    <a:buSzTx/>
                    <a:buFontTx/>
                    <a:buNone/>
                  </a:pPr>
                  <a:endParaRPr lang="en-US" altLang="en-US" sz="1600">
                    <a:latin typeface="Times New Roman" panose="02020603050405020304" pitchFamily="18" charset="0"/>
                  </a:endParaRPr>
                </a:p>
              </p:txBody>
            </p:sp>
            <p:sp>
              <p:nvSpPr>
                <p:cNvPr id="476201" name="Rectangle 60">
                  <a:extLst>
                    <a:ext uri="{FF2B5EF4-FFF2-40B4-BE49-F238E27FC236}">
                      <a16:creationId xmlns:a16="http://schemas.microsoft.com/office/drawing/2014/main" id="{568DD0B5-BEC6-8F6C-2BB8-F66D4D078EA8}"/>
                    </a:ext>
                  </a:extLst>
                </p:cNvPr>
                <p:cNvSpPr>
                  <a:spLocks noChangeArrowheads="1"/>
                </p:cNvSpPr>
                <p:nvPr/>
              </p:nvSpPr>
              <p:spPr bwMode="auto">
                <a:xfrm>
                  <a:off x="0" y="3264"/>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5" name="Group 61">
                <a:extLst>
                  <a:ext uri="{FF2B5EF4-FFF2-40B4-BE49-F238E27FC236}">
                    <a16:creationId xmlns:a16="http://schemas.microsoft.com/office/drawing/2014/main" id="{788DBA68-C331-15C7-2278-535CB2323406}"/>
                  </a:ext>
                </a:extLst>
              </p:cNvPr>
              <p:cNvGrpSpPr>
                <a:grpSpLocks/>
              </p:cNvGrpSpPr>
              <p:nvPr/>
            </p:nvGrpSpPr>
            <p:grpSpPr bwMode="auto">
              <a:xfrm>
                <a:off x="1173" y="3264"/>
                <a:ext cx="2541" cy="384"/>
                <a:chOff x="1173" y="3264"/>
                <a:chExt cx="2541" cy="384"/>
              </a:xfrm>
            </p:grpSpPr>
            <p:sp>
              <p:nvSpPr>
                <p:cNvPr id="476198" name="Rectangle 62">
                  <a:extLst>
                    <a:ext uri="{FF2B5EF4-FFF2-40B4-BE49-F238E27FC236}">
                      <a16:creationId xmlns:a16="http://schemas.microsoft.com/office/drawing/2014/main" id="{291BB492-1883-B02B-CE17-7D2B8F42A0E6}"/>
                    </a:ext>
                  </a:extLst>
                </p:cNvPr>
                <p:cNvSpPr>
                  <a:spLocks noChangeArrowheads="1"/>
                </p:cNvSpPr>
                <p:nvPr/>
              </p:nvSpPr>
              <p:spPr bwMode="auto">
                <a:xfrm>
                  <a:off x="1216" y="3264"/>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Optional – client proves it knows its private key</a:t>
                  </a:r>
                </a:p>
                <a:p>
                  <a:pPr algn="just">
                    <a:spcBef>
                      <a:spcPct val="0"/>
                    </a:spcBef>
                    <a:buClrTx/>
                    <a:buSzTx/>
                    <a:buFontTx/>
                    <a:buNone/>
                  </a:pPr>
                  <a:endParaRPr lang="en-US" altLang="en-US" sz="1600">
                    <a:latin typeface="Times New Roman" panose="02020603050405020304" pitchFamily="18" charset="0"/>
                  </a:endParaRPr>
                </a:p>
              </p:txBody>
            </p:sp>
            <p:sp>
              <p:nvSpPr>
                <p:cNvPr id="476199" name="Rectangle 63">
                  <a:extLst>
                    <a:ext uri="{FF2B5EF4-FFF2-40B4-BE49-F238E27FC236}">
                      <a16:creationId xmlns:a16="http://schemas.microsoft.com/office/drawing/2014/main" id="{009C770A-EFCF-0675-25E7-DC040A19B29A}"/>
                    </a:ext>
                  </a:extLst>
                </p:cNvPr>
                <p:cNvSpPr>
                  <a:spLocks noChangeArrowheads="1"/>
                </p:cNvSpPr>
                <p:nvPr/>
              </p:nvSpPr>
              <p:spPr bwMode="auto">
                <a:xfrm>
                  <a:off x="1173" y="3264"/>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6" name="Group 64">
                <a:extLst>
                  <a:ext uri="{FF2B5EF4-FFF2-40B4-BE49-F238E27FC236}">
                    <a16:creationId xmlns:a16="http://schemas.microsoft.com/office/drawing/2014/main" id="{9FD54846-5EEA-0E26-B835-48B38DC764BE}"/>
                  </a:ext>
                </a:extLst>
              </p:cNvPr>
              <p:cNvGrpSpPr>
                <a:grpSpLocks/>
              </p:cNvGrpSpPr>
              <p:nvPr/>
            </p:nvGrpSpPr>
            <p:grpSpPr bwMode="auto">
              <a:xfrm>
                <a:off x="0" y="3648"/>
                <a:ext cx="1173" cy="384"/>
                <a:chOff x="0" y="3648"/>
                <a:chExt cx="1173" cy="384"/>
              </a:xfrm>
            </p:grpSpPr>
            <p:sp>
              <p:nvSpPr>
                <p:cNvPr id="476196" name="Rectangle 65">
                  <a:extLst>
                    <a:ext uri="{FF2B5EF4-FFF2-40B4-BE49-F238E27FC236}">
                      <a16:creationId xmlns:a16="http://schemas.microsoft.com/office/drawing/2014/main" id="{81969F64-50A5-8629-E31E-A78E262962E6}"/>
                    </a:ext>
                  </a:extLst>
                </p:cNvPr>
                <p:cNvSpPr>
                  <a:spLocks noChangeArrowheads="1"/>
                </p:cNvSpPr>
                <p:nvPr/>
              </p:nvSpPr>
              <p:spPr bwMode="auto">
                <a:xfrm>
                  <a:off x="43" y="3648"/>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Client key exchange</a:t>
                  </a:r>
                </a:p>
                <a:p>
                  <a:pPr algn="just">
                    <a:spcBef>
                      <a:spcPct val="0"/>
                    </a:spcBef>
                    <a:buClrTx/>
                    <a:buSzTx/>
                    <a:buFontTx/>
                    <a:buNone/>
                  </a:pPr>
                  <a:endParaRPr lang="en-US" altLang="en-US" sz="1600">
                    <a:latin typeface="Times New Roman" panose="02020603050405020304" pitchFamily="18" charset="0"/>
                  </a:endParaRPr>
                </a:p>
              </p:txBody>
            </p:sp>
            <p:sp>
              <p:nvSpPr>
                <p:cNvPr id="476197" name="Rectangle 66">
                  <a:extLst>
                    <a:ext uri="{FF2B5EF4-FFF2-40B4-BE49-F238E27FC236}">
                      <a16:creationId xmlns:a16="http://schemas.microsoft.com/office/drawing/2014/main" id="{21B33E34-78C0-DA6F-3EFC-AFBB41821098}"/>
                    </a:ext>
                  </a:extLst>
                </p:cNvPr>
                <p:cNvSpPr>
                  <a:spLocks noChangeArrowheads="1"/>
                </p:cNvSpPr>
                <p:nvPr/>
              </p:nvSpPr>
              <p:spPr bwMode="auto">
                <a:xfrm>
                  <a:off x="0" y="3648"/>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7" name="Group 67">
                <a:extLst>
                  <a:ext uri="{FF2B5EF4-FFF2-40B4-BE49-F238E27FC236}">
                    <a16:creationId xmlns:a16="http://schemas.microsoft.com/office/drawing/2014/main" id="{7A7DFB28-358E-76EA-2FDC-8922CB6FF013}"/>
                  </a:ext>
                </a:extLst>
              </p:cNvPr>
              <p:cNvGrpSpPr>
                <a:grpSpLocks/>
              </p:cNvGrpSpPr>
              <p:nvPr/>
            </p:nvGrpSpPr>
            <p:grpSpPr bwMode="auto">
              <a:xfrm>
                <a:off x="1173" y="3648"/>
                <a:ext cx="2541" cy="384"/>
                <a:chOff x="1173" y="3648"/>
                <a:chExt cx="2541" cy="384"/>
              </a:xfrm>
            </p:grpSpPr>
            <p:sp>
              <p:nvSpPr>
                <p:cNvPr id="476194" name="Rectangle 68">
                  <a:extLst>
                    <a:ext uri="{FF2B5EF4-FFF2-40B4-BE49-F238E27FC236}">
                      <a16:creationId xmlns:a16="http://schemas.microsoft.com/office/drawing/2014/main" id="{A8600419-F388-36A2-77FE-C410766C09D2}"/>
                    </a:ext>
                  </a:extLst>
                </p:cNvPr>
                <p:cNvSpPr>
                  <a:spLocks noChangeArrowheads="1"/>
                </p:cNvSpPr>
                <p:nvPr/>
              </p:nvSpPr>
              <p:spPr bwMode="auto">
                <a:xfrm>
                  <a:off x="1216" y="3648"/>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348-bit random Pre-master secret encrypted with server’s public key</a:t>
                  </a:r>
                </a:p>
                <a:p>
                  <a:pPr algn="just">
                    <a:spcBef>
                      <a:spcPct val="0"/>
                    </a:spcBef>
                    <a:buClrTx/>
                    <a:buSzTx/>
                    <a:buFontTx/>
                    <a:buNone/>
                  </a:pPr>
                  <a:endParaRPr lang="en-US" altLang="en-US" sz="1600">
                    <a:latin typeface="Times New Roman" panose="02020603050405020304" pitchFamily="18" charset="0"/>
                  </a:endParaRPr>
                </a:p>
              </p:txBody>
            </p:sp>
            <p:sp>
              <p:nvSpPr>
                <p:cNvPr id="476195" name="Rectangle 69">
                  <a:extLst>
                    <a:ext uri="{FF2B5EF4-FFF2-40B4-BE49-F238E27FC236}">
                      <a16:creationId xmlns:a16="http://schemas.microsoft.com/office/drawing/2014/main" id="{E3FA55CD-FA7A-004B-23F2-B089C98DD417}"/>
                    </a:ext>
                  </a:extLst>
                </p:cNvPr>
                <p:cNvSpPr>
                  <a:spLocks noChangeArrowheads="1"/>
                </p:cNvSpPr>
                <p:nvPr/>
              </p:nvSpPr>
              <p:spPr bwMode="auto">
                <a:xfrm>
                  <a:off x="1173" y="3648"/>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8" name="Group 70">
                <a:extLst>
                  <a:ext uri="{FF2B5EF4-FFF2-40B4-BE49-F238E27FC236}">
                    <a16:creationId xmlns:a16="http://schemas.microsoft.com/office/drawing/2014/main" id="{E0CFCAA5-B0B9-D8A2-AA7E-4A568B111B60}"/>
                  </a:ext>
                </a:extLst>
              </p:cNvPr>
              <p:cNvGrpSpPr>
                <a:grpSpLocks/>
              </p:cNvGrpSpPr>
              <p:nvPr/>
            </p:nvGrpSpPr>
            <p:grpSpPr bwMode="auto">
              <a:xfrm>
                <a:off x="0" y="4032"/>
                <a:ext cx="1173" cy="384"/>
                <a:chOff x="0" y="4032"/>
                <a:chExt cx="1173" cy="384"/>
              </a:xfrm>
            </p:grpSpPr>
            <p:sp>
              <p:nvSpPr>
                <p:cNvPr id="476192" name="Rectangle 71">
                  <a:extLst>
                    <a:ext uri="{FF2B5EF4-FFF2-40B4-BE49-F238E27FC236}">
                      <a16:creationId xmlns:a16="http://schemas.microsoft.com/office/drawing/2014/main" id="{591FDBEF-8DF5-6465-6EC4-0865498AC7BA}"/>
                    </a:ext>
                  </a:extLst>
                </p:cNvPr>
                <p:cNvSpPr>
                  <a:spLocks noChangeArrowheads="1"/>
                </p:cNvSpPr>
                <p:nvPr/>
              </p:nvSpPr>
              <p:spPr bwMode="auto">
                <a:xfrm>
                  <a:off x="43" y="4032"/>
                  <a:ext cx="108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Finished</a:t>
                  </a:r>
                </a:p>
                <a:p>
                  <a:pPr algn="just">
                    <a:spcBef>
                      <a:spcPct val="0"/>
                    </a:spcBef>
                    <a:buClrTx/>
                    <a:buSzTx/>
                    <a:buFontTx/>
                    <a:buNone/>
                  </a:pPr>
                  <a:endParaRPr lang="en-US" altLang="en-US" sz="1600">
                    <a:latin typeface="Times New Roman" panose="02020603050405020304" pitchFamily="18" charset="0"/>
                  </a:endParaRPr>
                </a:p>
              </p:txBody>
            </p:sp>
            <p:sp>
              <p:nvSpPr>
                <p:cNvPr id="476193" name="Rectangle 72">
                  <a:extLst>
                    <a:ext uri="{FF2B5EF4-FFF2-40B4-BE49-F238E27FC236}">
                      <a16:creationId xmlns:a16="http://schemas.microsoft.com/office/drawing/2014/main" id="{3B434A34-7C61-1C24-3E04-88BAAF029D1D}"/>
                    </a:ext>
                  </a:extLst>
                </p:cNvPr>
                <p:cNvSpPr>
                  <a:spLocks noChangeArrowheads="1"/>
                </p:cNvSpPr>
                <p:nvPr/>
              </p:nvSpPr>
              <p:spPr bwMode="auto">
                <a:xfrm>
                  <a:off x="0" y="4032"/>
                  <a:ext cx="117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76189" name="Group 73">
                <a:extLst>
                  <a:ext uri="{FF2B5EF4-FFF2-40B4-BE49-F238E27FC236}">
                    <a16:creationId xmlns:a16="http://schemas.microsoft.com/office/drawing/2014/main" id="{864B0697-36F5-BCC6-DA7A-9B642CB4511D}"/>
                  </a:ext>
                </a:extLst>
              </p:cNvPr>
              <p:cNvGrpSpPr>
                <a:grpSpLocks/>
              </p:cNvGrpSpPr>
              <p:nvPr/>
            </p:nvGrpSpPr>
            <p:grpSpPr bwMode="auto">
              <a:xfrm>
                <a:off x="1173" y="4032"/>
                <a:ext cx="2541" cy="384"/>
                <a:chOff x="1173" y="4032"/>
                <a:chExt cx="2541" cy="384"/>
              </a:xfrm>
            </p:grpSpPr>
            <p:sp>
              <p:nvSpPr>
                <p:cNvPr id="476190" name="Rectangle 74">
                  <a:extLst>
                    <a:ext uri="{FF2B5EF4-FFF2-40B4-BE49-F238E27FC236}">
                      <a16:creationId xmlns:a16="http://schemas.microsoft.com/office/drawing/2014/main" id="{207DF74F-10D3-C096-AA4E-E12151195DA5}"/>
                    </a:ext>
                  </a:extLst>
                </p:cNvPr>
                <p:cNvSpPr>
                  <a:spLocks noChangeArrowheads="1"/>
                </p:cNvSpPr>
                <p:nvPr/>
              </p:nvSpPr>
              <p:spPr bwMode="auto">
                <a:xfrm>
                  <a:off x="1216" y="4032"/>
                  <a:ext cx="24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600">
                      <a:latin typeface="Times New Roman" panose="02020603050405020304" pitchFamily="18" charset="0"/>
                      <a:cs typeface="Times New Roman" panose="02020603050405020304" pitchFamily="18" charset="0"/>
                    </a:rPr>
                    <a:t>Digest of master secret, and all handshake messages so far</a:t>
                  </a:r>
                </a:p>
                <a:p>
                  <a:pPr algn="just">
                    <a:spcBef>
                      <a:spcPct val="0"/>
                    </a:spcBef>
                    <a:buClrTx/>
                    <a:buSzTx/>
                    <a:buFontTx/>
                    <a:buNone/>
                  </a:pPr>
                  <a:endParaRPr lang="en-US" altLang="en-US" sz="1600">
                    <a:latin typeface="Times New Roman" panose="02020603050405020304" pitchFamily="18" charset="0"/>
                  </a:endParaRPr>
                </a:p>
              </p:txBody>
            </p:sp>
            <p:sp>
              <p:nvSpPr>
                <p:cNvPr id="476191" name="Rectangle 75">
                  <a:extLst>
                    <a:ext uri="{FF2B5EF4-FFF2-40B4-BE49-F238E27FC236}">
                      <a16:creationId xmlns:a16="http://schemas.microsoft.com/office/drawing/2014/main" id="{85CE58C0-B70D-49D1-0E35-0009AA800B21}"/>
                    </a:ext>
                  </a:extLst>
                </p:cNvPr>
                <p:cNvSpPr>
                  <a:spLocks noChangeArrowheads="1"/>
                </p:cNvSpPr>
                <p:nvPr/>
              </p:nvSpPr>
              <p:spPr bwMode="auto">
                <a:xfrm>
                  <a:off x="1173" y="4032"/>
                  <a:ext cx="254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sp>
          <p:nvSpPr>
            <p:cNvPr id="476167" name="Rectangle 76">
              <a:extLst>
                <a:ext uri="{FF2B5EF4-FFF2-40B4-BE49-F238E27FC236}">
                  <a16:creationId xmlns:a16="http://schemas.microsoft.com/office/drawing/2014/main" id="{B70CE627-F460-9692-A812-8256B9C9C1A5}"/>
                </a:ext>
              </a:extLst>
            </p:cNvPr>
            <p:cNvSpPr>
              <a:spLocks noChangeArrowheads="1"/>
            </p:cNvSpPr>
            <p:nvPr/>
          </p:nvSpPr>
          <p:spPr bwMode="auto">
            <a:xfrm>
              <a:off x="-3" y="-3"/>
              <a:ext cx="3720" cy="442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783F-698F-3300-1B00-CB5654A8FFCD}"/>
              </a:ext>
            </a:extLst>
          </p:cNvPr>
          <p:cNvSpPr>
            <a:spLocks noGrp="1"/>
          </p:cNvSpPr>
          <p:nvPr>
            <p:ph type="title"/>
          </p:nvPr>
        </p:nvSpPr>
        <p:spPr/>
        <p:txBody>
          <a:bodyPr/>
          <a:lstStyle/>
          <a:p>
            <a:r>
              <a:rPr lang="en-IN" dirty="0"/>
              <a:t>SSL Handshake</a:t>
            </a:r>
          </a:p>
        </p:txBody>
      </p:sp>
      <p:pic>
        <p:nvPicPr>
          <p:cNvPr id="4098" name="Picture 2" descr="Secure Socket Layer (SSL) - GeeksforGeeks">
            <a:extLst>
              <a:ext uri="{FF2B5EF4-FFF2-40B4-BE49-F238E27FC236}">
                <a16:creationId xmlns:a16="http://schemas.microsoft.com/office/drawing/2014/main" id="{31B02043-1F68-5D23-6B46-9544AB90F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2393" y="850392"/>
            <a:ext cx="6175205" cy="5451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433863"/>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Slide Number Placeholder 4">
            <a:extLst>
              <a:ext uri="{FF2B5EF4-FFF2-40B4-BE49-F238E27FC236}">
                <a16:creationId xmlns:a16="http://schemas.microsoft.com/office/drawing/2014/main" id="{4AB6EC12-DCE6-9EE8-391F-8D81217346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447706C-3F23-473B-AC9C-CF38F58149F8}" type="slidenum">
              <a:rPr lang="en-US" altLang="en-US" sz="1400"/>
              <a:pPr>
                <a:spcBef>
                  <a:spcPct val="0"/>
                </a:spcBef>
                <a:buClrTx/>
                <a:buSzTx/>
                <a:buFontTx/>
                <a:buNone/>
              </a:pPr>
              <a:t>253</a:t>
            </a:fld>
            <a:endParaRPr lang="en-US" altLang="en-US" sz="1400"/>
          </a:p>
        </p:txBody>
      </p:sp>
      <p:sp>
        <p:nvSpPr>
          <p:cNvPr id="478211" name="Rectangle 2">
            <a:extLst>
              <a:ext uri="{FF2B5EF4-FFF2-40B4-BE49-F238E27FC236}">
                <a16:creationId xmlns:a16="http://schemas.microsoft.com/office/drawing/2014/main" id="{724B8BC1-6F4A-D1A1-5688-6C9870AD18CD}"/>
              </a:ext>
            </a:extLst>
          </p:cNvPr>
          <p:cNvSpPr>
            <a:spLocks noGrp="1" noChangeArrowheads="1"/>
          </p:cNvSpPr>
          <p:nvPr>
            <p:ph type="title"/>
          </p:nvPr>
        </p:nvSpPr>
        <p:spPr/>
        <p:txBody>
          <a:bodyPr/>
          <a:lstStyle/>
          <a:p>
            <a:pPr eaLnBrk="1" hangingPunct="1"/>
            <a:r>
              <a:rPr lang="en-US" altLang="en-US"/>
              <a:t>SSL Handshake Process</a:t>
            </a:r>
          </a:p>
        </p:txBody>
      </p:sp>
      <p:sp>
        <p:nvSpPr>
          <p:cNvPr id="478212" name="Rectangle 3">
            <a:extLst>
              <a:ext uri="{FF2B5EF4-FFF2-40B4-BE49-F238E27FC236}">
                <a16:creationId xmlns:a16="http://schemas.microsoft.com/office/drawing/2014/main" id="{93CDBF74-FE7A-6CB6-FD0A-C30911A51AD3}"/>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2" name="Group 1">
            <a:extLst>
              <a:ext uri="{FF2B5EF4-FFF2-40B4-BE49-F238E27FC236}">
                <a16:creationId xmlns:a16="http://schemas.microsoft.com/office/drawing/2014/main" id="{750FE22C-73B9-07E6-3612-7F744E3DD44A}"/>
              </a:ext>
            </a:extLst>
          </p:cNvPr>
          <p:cNvGrpSpPr/>
          <p:nvPr/>
        </p:nvGrpSpPr>
        <p:grpSpPr>
          <a:xfrm>
            <a:off x="2438400" y="1600200"/>
            <a:ext cx="6934200" cy="4191000"/>
            <a:chOff x="2438400" y="1600200"/>
            <a:chExt cx="6934200" cy="4191000"/>
          </a:xfrm>
        </p:grpSpPr>
        <p:sp>
          <p:nvSpPr>
            <p:cNvPr id="478214" name="Rectangle 5">
              <a:extLst>
                <a:ext uri="{FF2B5EF4-FFF2-40B4-BE49-F238E27FC236}">
                  <a16:creationId xmlns:a16="http://schemas.microsoft.com/office/drawing/2014/main" id="{87AA629A-6C08-7ABC-39E7-65CB04EC4107}"/>
                </a:ext>
              </a:extLst>
            </p:cNvPr>
            <p:cNvSpPr>
              <a:spLocks noChangeArrowheads="1"/>
            </p:cNvSpPr>
            <p:nvPr/>
          </p:nvSpPr>
          <p:spPr bwMode="auto">
            <a:xfrm>
              <a:off x="2438400" y="1600200"/>
              <a:ext cx="6934200" cy="419100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78215" name="computr3">
              <a:extLst>
                <a:ext uri="{FF2B5EF4-FFF2-40B4-BE49-F238E27FC236}">
                  <a16:creationId xmlns:a16="http://schemas.microsoft.com/office/drawing/2014/main" id="{39A44BE8-00B8-5918-A1EA-7DC9725D26C2}"/>
                </a:ext>
              </a:extLst>
            </p:cNvPr>
            <p:cNvSpPr>
              <a:spLocks noEditPoints="1" noChangeArrowheads="1"/>
            </p:cNvSpPr>
            <p:nvPr/>
          </p:nvSpPr>
          <p:spPr bwMode="auto">
            <a:xfrm>
              <a:off x="2498361" y="2485408"/>
              <a:ext cx="1770434" cy="20148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Web Browser</a:t>
              </a:r>
            </a:p>
          </p:txBody>
        </p:sp>
        <p:sp>
          <p:nvSpPr>
            <p:cNvPr id="478216" name="computr3">
              <a:extLst>
                <a:ext uri="{FF2B5EF4-FFF2-40B4-BE49-F238E27FC236}">
                  <a16:creationId xmlns:a16="http://schemas.microsoft.com/office/drawing/2014/main" id="{BFFF2D23-75AB-581A-67A3-F71979FE273C}"/>
                </a:ext>
              </a:extLst>
            </p:cNvPr>
            <p:cNvSpPr>
              <a:spLocks noEditPoints="1" noChangeArrowheads="1"/>
            </p:cNvSpPr>
            <p:nvPr/>
          </p:nvSpPr>
          <p:spPr bwMode="auto">
            <a:xfrm>
              <a:off x="7572974" y="2566095"/>
              <a:ext cx="1770434" cy="20148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Web Server</a:t>
              </a:r>
            </a:p>
          </p:txBody>
        </p:sp>
        <p:sp>
          <p:nvSpPr>
            <p:cNvPr id="478217" name="AutoShape 8">
              <a:extLst>
                <a:ext uri="{FF2B5EF4-FFF2-40B4-BE49-F238E27FC236}">
                  <a16:creationId xmlns:a16="http://schemas.microsoft.com/office/drawing/2014/main" id="{B0470DE1-CFCF-F791-0092-96273950EB9E}"/>
                </a:ext>
              </a:extLst>
            </p:cNvPr>
            <p:cNvSpPr>
              <a:spLocks noChangeArrowheads="1"/>
            </p:cNvSpPr>
            <p:nvPr/>
          </p:nvSpPr>
          <p:spPr bwMode="auto">
            <a:xfrm>
              <a:off x="4021849" y="1858101"/>
              <a:ext cx="3521933" cy="3779384"/>
            </a:xfrm>
            <a:prstGeom prst="leftRightArrow">
              <a:avLst>
                <a:gd name="adj1" fmla="val 50000"/>
                <a:gd name="adj2" fmla="val 31261"/>
              </a:avLst>
            </a:prstGeom>
            <a:solidFill>
              <a:srgbClr val="C0C0C0">
                <a:alpha val="50195"/>
              </a:srgbClr>
            </a:solidFill>
            <a:ln w="9525">
              <a:solidFill>
                <a:srgbClr val="000000"/>
              </a:solidFill>
              <a:miter lim="800000"/>
              <a:headEnd/>
              <a:tailEnd/>
            </a:ln>
          </p:spPr>
          <p:txBody>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 typeface="Times New Roman" panose="02020603050405020304" pitchFamily="18" charset="0"/>
                <a:buAutoNum type="arabicPeriod"/>
              </a:pPr>
              <a:r>
                <a:rPr lang="en-US" altLang="en-US" sz="1200" b="1" dirty="0">
                  <a:latin typeface="Times New Roman" panose="02020603050405020304" pitchFamily="18" charset="0"/>
                </a:rPr>
                <a:t>Establish security capabilities</a:t>
              </a:r>
            </a:p>
            <a:p>
              <a:pPr>
                <a:spcBef>
                  <a:spcPct val="0"/>
                </a:spcBef>
                <a:buClrTx/>
                <a:buSzTx/>
                <a:buFont typeface="Times New Roman" panose="02020603050405020304" pitchFamily="18" charset="0"/>
                <a:buAutoNum type="arabicPeriod"/>
              </a:pPr>
              <a:endParaRPr lang="en-US" altLang="en-US" sz="1200" b="1" dirty="0">
                <a:latin typeface="Times New Roman" panose="02020603050405020304" pitchFamily="18" charset="0"/>
              </a:endParaRPr>
            </a:p>
            <a:p>
              <a:pPr>
                <a:spcBef>
                  <a:spcPct val="0"/>
                </a:spcBef>
                <a:buClrTx/>
                <a:buSzTx/>
                <a:buFont typeface="Times New Roman" panose="02020603050405020304" pitchFamily="18" charset="0"/>
                <a:buAutoNum type="arabicPeriod"/>
              </a:pPr>
              <a:r>
                <a:rPr lang="en-US" altLang="en-US" sz="1200" b="1" dirty="0">
                  <a:latin typeface="Times New Roman" panose="02020603050405020304" pitchFamily="18" charset="0"/>
                </a:rPr>
                <a:t>Server authentication and key exchange</a:t>
              </a:r>
            </a:p>
            <a:p>
              <a:pPr>
                <a:spcBef>
                  <a:spcPct val="0"/>
                </a:spcBef>
                <a:buClrTx/>
                <a:buSzTx/>
                <a:buFont typeface="Times New Roman" panose="02020603050405020304" pitchFamily="18" charset="0"/>
                <a:buAutoNum type="arabicPeriod"/>
              </a:pPr>
              <a:endParaRPr lang="en-US" altLang="en-US" sz="1200" b="1" dirty="0">
                <a:latin typeface="Times New Roman" panose="02020603050405020304" pitchFamily="18" charset="0"/>
              </a:endParaRPr>
            </a:p>
            <a:p>
              <a:pPr>
                <a:spcBef>
                  <a:spcPct val="0"/>
                </a:spcBef>
                <a:buClrTx/>
                <a:buSzTx/>
                <a:buFont typeface="Times New Roman" panose="02020603050405020304" pitchFamily="18" charset="0"/>
                <a:buAutoNum type="arabicPeriod"/>
              </a:pPr>
              <a:r>
                <a:rPr lang="en-US" altLang="en-US" sz="1200" b="1" dirty="0">
                  <a:latin typeface="Times New Roman" panose="02020603050405020304" pitchFamily="18" charset="0"/>
                </a:rPr>
                <a:t>Client authentication and key exchange</a:t>
              </a:r>
            </a:p>
            <a:p>
              <a:pPr>
                <a:spcBef>
                  <a:spcPct val="0"/>
                </a:spcBef>
                <a:buClrTx/>
                <a:buSzTx/>
                <a:buFont typeface="Times New Roman" panose="02020603050405020304" pitchFamily="18" charset="0"/>
                <a:buAutoNum type="arabicPeriod"/>
              </a:pPr>
              <a:endParaRPr lang="en-US" altLang="en-US" sz="1200" b="1" dirty="0">
                <a:latin typeface="Times New Roman" panose="02020603050405020304" pitchFamily="18" charset="0"/>
              </a:endParaRPr>
            </a:p>
            <a:p>
              <a:pPr>
                <a:spcBef>
                  <a:spcPct val="0"/>
                </a:spcBef>
                <a:buClrTx/>
                <a:buSzTx/>
                <a:buFont typeface="Times New Roman" panose="02020603050405020304" pitchFamily="18" charset="0"/>
                <a:buAutoNum type="arabicPeriod"/>
              </a:pPr>
              <a:r>
                <a:rPr lang="en-US" altLang="en-US" sz="1200" b="1" dirty="0">
                  <a:latin typeface="Times New Roman" panose="02020603050405020304" pitchFamily="18" charset="0"/>
                </a:rPr>
                <a:t>Finish</a:t>
              </a:r>
            </a:p>
          </p:txBody>
        </p:sp>
      </p:grpSp>
    </p:spTree>
  </p:cSld>
  <p:clrMapOvr>
    <a:masterClrMapping/>
  </p:clrMapOvr>
  <p:transition/>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Slide Number Placeholder 4">
            <a:extLst>
              <a:ext uri="{FF2B5EF4-FFF2-40B4-BE49-F238E27FC236}">
                <a16:creationId xmlns:a16="http://schemas.microsoft.com/office/drawing/2014/main" id="{F5B51345-E746-30B6-98F4-B995FE663B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A3348AA-356B-4A64-9930-445B5307603F}" type="slidenum">
              <a:rPr lang="en-US" altLang="en-US" sz="1400"/>
              <a:pPr>
                <a:spcBef>
                  <a:spcPct val="0"/>
                </a:spcBef>
                <a:buClrTx/>
                <a:buSzTx/>
                <a:buFontTx/>
                <a:buNone/>
              </a:pPr>
              <a:t>254</a:t>
            </a:fld>
            <a:endParaRPr lang="en-US" altLang="en-US" sz="1400"/>
          </a:p>
        </p:txBody>
      </p:sp>
      <p:sp>
        <p:nvSpPr>
          <p:cNvPr id="480259" name="Rectangle 2">
            <a:extLst>
              <a:ext uri="{FF2B5EF4-FFF2-40B4-BE49-F238E27FC236}">
                <a16:creationId xmlns:a16="http://schemas.microsoft.com/office/drawing/2014/main" id="{4943D3BA-8497-F7D5-3F18-F36A4FC733A5}"/>
              </a:ext>
            </a:extLst>
          </p:cNvPr>
          <p:cNvSpPr>
            <a:spLocks noGrp="1" noChangeArrowheads="1"/>
          </p:cNvSpPr>
          <p:nvPr>
            <p:ph type="title"/>
          </p:nvPr>
        </p:nvSpPr>
        <p:spPr/>
        <p:txBody>
          <a:bodyPr/>
          <a:lstStyle/>
          <a:p>
            <a:pPr eaLnBrk="1" hangingPunct="1"/>
            <a:r>
              <a:rPr lang="en-US" altLang="en-US"/>
              <a:t>SSL Handshake – Phase 1</a:t>
            </a:r>
          </a:p>
        </p:txBody>
      </p:sp>
      <p:sp>
        <p:nvSpPr>
          <p:cNvPr id="480260" name="Rectangle 3">
            <a:extLst>
              <a:ext uri="{FF2B5EF4-FFF2-40B4-BE49-F238E27FC236}">
                <a16:creationId xmlns:a16="http://schemas.microsoft.com/office/drawing/2014/main" id="{D4CE9378-28BF-89B4-5CAB-D9AA8BF1A09A}"/>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80261" name="Group 4">
            <a:extLst>
              <a:ext uri="{FF2B5EF4-FFF2-40B4-BE49-F238E27FC236}">
                <a16:creationId xmlns:a16="http://schemas.microsoft.com/office/drawing/2014/main" id="{5F3A4AFF-CA0B-DAD1-F3AD-8CCEF751D62E}"/>
              </a:ext>
            </a:extLst>
          </p:cNvPr>
          <p:cNvGrpSpPr>
            <a:grpSpLocks/>
          </p:cNvGrpSpPr>
          <p:nvPr/>
        </p:nvGrpSpPr>
        <p:grpSpPr bwMode="auto">
          <a:xfrm>
            <a:off x="1981200" y="1752600"/>
            <a:ext cx="7162800" cy="3657600"/>
            <a:chOff x="1578" y="8519"/>
            <a:chExt cx="8789" cy="3008"/>
          </a:xfrm>
        </p:grpSpPr>
        <p:sp>
          <p:nvSpPr>
            <p:cNvPr id="480262" name="Rectangle 5">
              <a:extLst>
                <a:ext uri="{FF2B5EF4-FFF2-40B4-BE49-F238E27FC236}">
                  <a16:creationId xmlns:a16="http://schemas.microsoft.com/office/drawing/2014/main" id="{494673BC-EE94-0573-AE34-108E4A7C1642}"/>
                </a:ext>
              </a:extLst>
            </p:cNvPr>
            <p:cNvSpPr>
              <a:spLocks noChangeArrowheads="1"/>
            </p:cNvSpPr>
            <p:nvPr/>
          </p:nvSpPr>
          <p:spPr bwMode="auto">
            <a:xfrm>
              <a:off x="1578" y="8519"/>
              <a:ext cx="8789" cy="30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80263" name="computr3">
              <a:extLst>
                <a:ext uri="{FF2B5EF4-FFF2-40B4-BE49-F238E27FC236}">
                  <a16:creationId xmlns:a16="http://schemas.microsoft.com/office/drawing/2014/main" id="{3C2B730A-0FA7-291E-1ABA-FC842ACA4354}"/>
                </a:ext>
              </a:extLst>
            </p:cNvPr>
            <p:cNvSpPr>
              <a:spLocks noEditPoints="1" noChangeArrowheads="1"/>
            </p:cNvSpPr>
            <p:nvPr/>
          </p:nvSpPr>
          <p:spPr bwMode="auto">
            <a:xfrm>
              <a:off x="2326" y="9275"/>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Browser</a:t>
              </a:r>
            </a:p>
          </p:txBody>
        </p:sp>
        <p:sp>
          <p:nvSpPr>
            <p:cNvPr id="480264" name="computr3">
              <a:extLst>
                <a:ext uri="{FF2B5EF4-FFF2-40B4-BE49-F238E27FC236}">
                  <a16:creationId xmlns:a16="http://schemas.microsoft.com/office/drawing/2014/main" id="{26E51A28-76EB-5A79-817A-3876AF3DF5FF}"/>
                </a:ext>
              </a:extLst>
            </p:cNvPr>
            <p:cNvSpPr>
              <a:spLocks noEditPoints="1" noChangeArrowheads="1"/>
            </p:cNvSpPr>
            <p:nvPr/>
          </p:nvSpPr>
          <p:spPr bwMode="auto">
            <a:xfrm>
              <a:off x="7606" y="9320"/>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Server</a:t>
              </a:r>
            </a:p>
          </p:txBody>
        </p:sp>
        <p:sp>
          <p:nvSpPr>
            <p:cNvPr id="480265" name="AutoShape 8">
              <a:extLst>
                <a:ext uri="{FF2B5EF4-FFF2-40B4-BE49-F238E27FC236}">
                  <a16:creationId xmlns:a16="http://schemas.microsoft.com/office/drawing/2014/main" id="{9B4F6127-ED3D-86F8-2CB6-D09426006A69}"/>
                </a:ext>
              </a:extLst>
            </p:cNvPr>
            <p:cNvSpPr>
              <a:spLocks noChangeArrowheads="1"/>
            </p:cNvSpPr>
            <p:nvPr/>
          </p:nvSpPr>
          <p:spPr bwMode="auto">
            <a:xfrm>
              <a:off x="4245" y="9496"/>
              <a:ext cx="3375" cy="660"/>
            </a:xfrm>
            <a:prstGeom prst="rightArrow">
              <a:avLst>
                <a:gd name="adj1" fmla="val 50000"/>
                <a:gd name="adj2" fmla="val 127841"/>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1: Client hello</a:t>
              </a:r>
            </a:p>
          </p:txBody>
        </p:sp>
        <p:sp>
          <p:nvSpPr>
            <p:cNvPr id="480266" name="AutoShape 9">
              <a:extLst>
                <a:ext uri="{FF2B5EF4-FFF2-40B4-BE49-F238E27FC236}">
                  <a16:creationId xmlns:a16="http://schemas.microsoft.com/office/drawing/2014/main" id="{21D7C000-5A97-72AD-7563-AEC90D9C6427}"/>
                </a:ext>
              </a:extLst>
            </p:cNvPr>
            <p:cNvSpPr>
              <a:spLocks noChangeArrowheads="1"/>
            </p:cNvSpPr>
            <p:nvPr/>
          </p:nvSpPr>
          <p:spPr bwMode="auto">
            <a:xfrm>
              <a:off x="4185" y="10276"/>
              <a:ext cx="3390" cy="638"/>
            </a:xfrm>
            <a:prstGeom prst="leftArrow">
              <a:avLst>
                <a:gd name="adj1" fmla="val 50000"/>
                <a:gd name="adj2" fmla="val 13283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600" b="1">
                  <a:latin typeface="Times New Roman" panose="02020603050405020304" pitchFamily="18" charset="0"/>
                </a:rPr>
                <a:t>Step 2: Server hello</a:t>
              </a:r>
            </a:p>
          </p:txBody>
        </p:sp>
      </p:grpSp>
    </p:spTree>
  </p:cSld>
  <p:clrMapOvr>
    <a:masterClrMapping/>
  </p:clrMapOvr>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Slide Number Placeholder 4">
            <a:extLst>
              <a:ext uri="{FF2B5EF4-FFF2-40B4-BE49-F238E27FC236}">
                <a16:creationId xmlns:a16="http://schemas.microsoft.com/office/drawing/2014/main" id="{1B77A9B8-EA5A-CB08-530B-C67DB638B4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F342EA2-89D0-44D0-832C-5A6C57B60DB1}" type="slidenum">
              <a:rPr lang="en-US" altLang="en-US" sz="1400"/>
              <a:pPr>
                <a:spcBef>
                  <a:spcPct val="0"/>
                </a:spcBef>
                <a:buClrTx/>
                <a:buSzTx/>
                <a:buFontTx/>
                <a:buNone/>
              </a:pPr>
              <a:t>255</a:t>
            </a:fld>
            <a:endParaRPr lang="en-US" altLang="en-US" sz="1400"/>
          </a:p>
        </p:txBody>
      </p:sp>
      <p:sp>
        <p:nvSpPr>
          <p:cNvPr id="482307" name="Rectangle 2">
            <a:extLst>
              <a:ext uri="{FF2B5EF4-FFF2-40B4-BE49-F238E27FC236}">
                <a16:creationId xmlns:a16="http://schemas.microsoft.com/office/drawing/2014/main" id="{7A4539FD-2FCE-66DB-4F93-FE541704A77D}"/>
              </a:ext>
            </a:extLst>
          </p:cNvPr>
          <p:cNvSpPr>
            <a:spLocks noGrp="1" noChangeArrowheads="1"/>
          </p:cNvSpPr>
          <p:nvPr>
            <p:ph type="title"/>
          </p:nvPr>
        </p:nvSpPr>
        <p:spPr/>
        <p:txBody>
          <a:bodyPr/>
          <a:lstStyle/>
          <a:p>
            <a:pPr eaLnBrk="1" hangingPunct="1"/>
            <a:r>
              <a:rPr lang="en-US" altLang="en-US"/>
              <a:t>SSL Handshake – Phase 2</a:t>
            </a:r>
          </a:p>
        </p:txBody>
      </p:sp>
      <p:sp>
        <p:nvSpPr>
          <p:cNvPr id="482308" name="Rectangle 3">
            <a:extLst>
              <a:ext uri="{FF2B5EF4-FFF2-40B4-BE49-F238E27FC236}">
                <a16:creationId xmlns:a16="http://schemas.microsoft.com/office/drawing/2014/main" id="{B5C61329-147F-3416-F12E-2DCB3D9A8560}"/>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82309" name="Group 4">
            <a:extLst>
              <a:ext uri="{FF2B5EF4-FFF2-40B4-BE49-F238E27FC236}">
                <a16:creationId xmlns:a16="http://schemas.microsoft.com/office/drawing/2014/main" id="{ED6EA0E0-0D50-8DA1-2E92-6353048CF3B4}"/>
              </a:ext>
            </a:extLst>
          </p:cNvPr>
          <p:cNvGrpSpPr>
            <a:grpSpLocks/>
          </p:cNvGrpSpPr>
          <p:nvPr/>
        </p:nvGrpSpPr>
        <p:grpSpPr bwMode="auto">
          <a:xfrm>
            <a:off x="2438400" y="1828800"/>
            <a:ext cx="7162800" cy="3352800"/>
            <a:chOff x="1794" y="5385"/>
            <a:chExt cx="8789" cy="3308"/>
          </a:xfrm>
        </p:grpSpPr>
        <p:sp>
          <p:nvSpPr>
            <p:cNvPr id="482310" name="Rectangle 5">
              <a:extLst>
                <a:ext uri="{FF2B5EF4-FFF2-40B4-BE49-F238E27FC236}">
                  <a16:creationId xmlns:a16="http://schemas.microsoft.com/office/drawing/2014/main" id="{2AF3C589-E82B-2925-D3FF-7FE93DE5D964}"/>
                </a:ext>
              </a:extLst>
            </p:cNvPr>
            <p:cNvSpPr>
              <a:spLocks noChangeArrowheads="1"/>
            </p:cNvSpPr>
            <p:nvPr/>
          </p:nvSpPr>
          <p:spPr bwMode="auto">
            <a:xfrm>
              <a:off x="1794" y="5385"/>
              <a:ext cx="8789" cy="33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82311" name="computr3">
              <a:extLst>
                <a:ext uri="{FF2B5EF4-FFF2-40B4-BE49-F238E27FC236}">
                  <a16:creationId xmlns:a16="http://schemas.microsoft.com/office/drawing/2014/main" id="{E20790A1-3C20-C0E8-1CC5-FAF571125AFC}"/>
                </a:ext>
              </a:extLst>
            </p:cNvPr>
            <p:cNvSpPr>
              <a:spLocks noEditPoints="1" noChangeArrowheads="1"/>
            </p:cNvSpPr>
            <p:nvPr/>
          </p:nvSpPr>
          <p:spPr bwMode="auto">
            <a:xfrm>
              <a:off x="2014" y="6141"/>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Browser</a:t>
              </a:r>
            </a:p>
          </p:txBody>
        </p:sp>
        <p:sp>
          <p:nvSpPr>
            <p:cNvPr id="482312" name="computr3">
              <a:extLst>
                <a:ext uri="{FF2B5EF4-FFF2-40B4-BE49-F238E27FC236}">
                  <a16:creationId xmlns:a16="http://schemas.microsoft.com/office/drawing/2014/main" id="{BD7D7ED8-1FD0-3A55-46A0-DE0A3FE150E4}"/>
                </a:ext>
              </a:extLst>
            </p:cNvPr>
            <p:cNvSpPr>
              <a:spLocks noEditPoints="1" noChangeArrowheads="1"/>
            </p:cNvSpPr>
            <p:nvPr/>
          </p:nvSpPr>
          <p:spPr bwMode="auto">
            <a:xfrm>
              <a:off x="8158" y="6174"/>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Server</a:t>
              </a:r>
            </a:p>
          </p:txBody>
        </p:sp>
        <p:sp>
          <p:nvSpPr>
            <p:cNvPr id="482313" name="AutoShape 8">
              <a:extLst>
                <a:ext uri="{FF2B5EF4-FFF2-40B4-BE49-F238E27FC236}">
                  <a16:creationId xmlns:a16="http://schemas.microsoft.com/office/drawing/2014/main" id="{22317D1C-F546-9CE3-B66C-D87836BA1655}"/>
                </a:ext>
              </a:extLst>
            </p:cNvPr>
            <p:cNvSpPr>
              <a:spLocks noChangeArrowheads="1"/>
            </p:cNvSpPr>
            <p:nvPr/>
          </p:nvSpPr>
          <p:spPr bwMode="auto">
            <a:xfrm>
              <a:off x="4425" y="5690"/>
              <a:ext cx="3390" cy="638"/>
            </a:xfrm>
            <a:prstGeom prst="leftArrow">
              <a:avLst>
                <a:gd name="adj1" fmla="val 50000"/>
                <a:gd name="adj2" fmla="val 13283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1: Certificate</a:t>
              </a:r>
            </a:p>
          </p:txBody>
        </p:sp>
        <p:sp>
          <p:nvSpPr>
            <p:cNvPr id="482314" name="AutoShape 9">
              <a:extLst>
                <a:ext uri="{FF2B5EF4-FFF2-40B4-BE49-F238E27FC236}">
                  <a16:creationId xmlns:a16="http://schemas.microsoft.com/office/drawing/2014/main" id="{2400F37A-A63D-EF56-E6D4-BC349CCF2F3F}"/>
                </a:ext>
              </a:extLst>
            </p:cNvPr>
            <p:cNvSpPr>
              <a:spLocks noChangeArrowheads="1"/>
            </p:cNvSpPr>
            <p:nvPr/>
          </p:nvSpPr>
          <p:spPr bwMode="auto">
            <a:xfrm>
              <a:off x="4437" y="6386"/>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2: Server key exchange</a:t>
              </a:r>
            </a:p>
          </p:txBody>
        </p:sp>
        <p:sp>
          <p:nvSpPr>
            <p:cNvPr id="482315" name="AutoShape 10">
              <a:extLst>
                <a:ext uri="{FF2B5EF4-FFF2-40B4-BE49-F238E27FC236}">
                  <a16:creationId xmlns:a16="http://schemas.microsoft.com/office/drawing/2014/main" id="{84CD9C01-A46E-E0F3-6D71-5025634C91D8}"/>
                </a:ext>
              </a:extLst>
            </p:cNvPr>
            <p:cNvSpPr>
              <a:spLocks noChangeArrowheads="1"/>
            </p:cNvSpPr>
            <p:nvPr/>
          </p:nvSpPr>
          <p:spPr bwMode="auto">
            <a:xfrm>
              <a:off x="4413" y="7070"/>
              <a:ext cx="3390" cy="638"/>
            </a:xfrm>
            <a:prstGeom prst="leftArrow">
              <a:avLst>
                <a:gd name="adj1" fmla="val 50000"/>
                <a:gd name="adj2" fmla="val 132837"/>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3: Certificate request</a:t>
              </a:r>
            </a:p>
          </p:txBody>
        </p:sp>
        <p:sp>
          <p:nvSpPr>
            <p:cNvPr id="482316" name="AutoShape 11">
              <a:extLst>
                <a:ext uri="{FF2B5EF4-FFF2-40B4-BE49-F238E27FC236}">
                  <a16:creationId xmlns:a16="http://schemas.microsoft.com/office/drawing/2014/main" id="{E481B7E8-93E2-2D7A-F948-123EE8123AC2}"/>
                </a:ext>
              </a:extLst>
            </p:cNvPr>
            <p:cNvSpPr>
              <a:spLocks noChangeArrowheads="1"/>
            </p:cNvSpPr>
            <p:nvPr/>
          </p:nvSpPr>
          <p:spPr bwMode="auto">
            <a:xfrm>
              <a:off x="4437" y="7742"/>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4: Server hello done</a:t>
              </a:r>
            </a:p>
          </p:txBody>
        </p:sp>
      </p:grpSp>
    </p:spTree>
  </p:cSld>
  <p:clrMapOvr>
    <a:masterClrMapping/>
  </p:clrMapOvr>
  <p:transition/>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Slide Number Placeholder 4">
            <a:extLst>
              <a:ext uri="{FF2B5EF4-FFF2-40B4-BE49-F238E27FC236}">
                <a16:creationId xmlns:a16="http://schemas.microsoft.com/office/drawing/2014/main" id="{F6AB5A22-AE8C-C59A-5332-A67D79D884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2D78FA0-9291-4ADA-8F4F-1A01D37094D0}" type="slidenum">
              <a:rPr lang="en-US" altLang="en-US" sz="1400"/>
              <a:pPr>
                <a:spcBef>
                  <a:spcPct val="0"/>
                </a:spcBef>
                <a:buClrTx/>
                <a:buSzTx/>
                <a:buFontTx/>
                <a:buNone/>
              </a:pPr>
              <a:t>256</a:t>
            </a:fld>
            <a:endParaRPr lang="en-US" altLang="en-US" sz="1400"/>
          </a:p>
        </p:txBody>
      </p:sp>
      <p:sp>
        <p:nvSpPr>
          <p:cNvPr id="484355" name="Rectangle 2">
            <a:extLst>
              <a:ext uri="{FF2B5EF4-FFF2-40B4-BE49-F238E27FC236}">
                <a16:creationId xmlns:a16="http://schemas.microsoft.com/office/drawing/2014/main" id="{2C42D0D8-5C9D-17A9-4167-38ADAB2F2503}"/>
              </a:ext>
            </a:extLst>
          </p:cNvPr>
          <p:cNvSpPr>
            <a:spLocks noGrp="1" noChangeArrowheads="1"/>
          </p:cNvSpPr>
          <p:nvPr>
            <p:ph type="title"/>
          </p:nvPr>
        </p:nvSpPr>
        <p:spPr/>
        <p:txBody>
          <a:bodyPr/>
          <a:lstStyle/>
          <a:p>
            <a:pPr eaLnBrk="1" hangingPunct="1"/>
            <a:r>
              <a:rPr lang="en-US" altLang="en-US"/>
              <a:t>SSL Handshake – Phase 3</a:t>
            </a:r>
          </a:p>
        </p:txBody>
      </p:sp>
      <p:sp>
        <p:nvSpPr>
          <p:cNvPr id="484356" name="Rectangle 3">
            <a:extLst>
              <a:ext uri="{FF2B5EF4-FFF2-40B4-BE49-F238E27FC236}">
                <a16:creationId xmlns:a16="http://schemas.microsoft.com/office/drawing/2014/main" id="{609B7E60-BC4E-35A6-F4E5-C8C94049FB30}"/>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84357" name="Rectangle 4">
            <a:extLst>
              <a:ext uri="{FF2B5EF4-FFF2-40B4-BE49-F238E27FC236}">
                <a16:creationId xmlns:a16="http://schemas.microsoft.com/office/drawing/2014/main" id="{FAFAAC80-3466-1CF0-C571-A83FBD8B8AF4}"/>
              </a:ext>
            </a:extLst>
          </p:cNvPr>
          <p:cNvSpPr>
            <a:spLocks noChangeArrowheads="1"/>
          </p:cNvSpPr>
          <p:nvPr/>
        </p:nvSpPr>
        <p:spPr bwMode="auto">
          <a:xfrm>
            <a:off x="2043699" y="2164423"/>
            <a:ext cx="8651697" cy="32089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84358" name="computr3">
            <a:extLst>
              <a:ext uri="{FF2B5EF4-FFF2-40B4-BE49-F238E27FC236}">
                <a16:creationId xmlns:a16="http://schemas.microsoft.com/office/drawing/2014/main" id="{BD24CB7B-76E7-88E5-F740-3B5F9098F679}"/>
              </a:ext>
            </a:extLst>
          </p:cNvPr>
          <p:cNvSpPr>
            <a:spLocks noEditPoints="1" noChangeArrowheads="1"/>
          </p:cNvSpPr>
          <p:nvPr/>
        </p:nvSpPr>
        <p:spPr bwMode="auto">
          <a:xfrm>
            <a:off x="2352782" y="2644775"/>
            <a:ext cx="1974743" cy="1982788"/>
          </a:xfrm>
          <a:custGeom>
            <a:avLst/>
            <a:gdLst>
              <a:gd name="T0" fmla="*/ 0 w 21600"/>
              <a:gd name="T1" fmla="*/ 2147483646 h 21600"/>
              <a:gd name="T2" fmla="*/ 2147483646 w 21600"/>
              <a:gd name="T3" fmla="*/ 0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Web Browser</a:t>
            </a:r>
          </a:p>
        </p:txBody>
      </p:sp>
      <p:sp>
        <p:nvSpPr>
          <p:cNvPr id="484359" name="computr3">
            <a:extLst>
              <a:ext uri="{FF2B5EF4-FFF2-40B4-BE49-F238E27FC236}">
                <a16:creationId xmlns:a16="http://schemas.microsoft.com/office/drawing/2014/main" id="{47C7AE64-F221-6D0A-02A8-26C4E9F64984}"/>
              </a:ext>
            </a:extLst>
          </p:cNvPr>
          <p:cNvSpPr>
            <a:spLocks noEditPoints="1" noChangeArrowheads="1"/>
          </p:cNvSpPr>
          <p:nvPr/>
        </p:nvSpPr>
        <p:spPr bwMode="auto">
          <a:xfrm>
            <a:off x="8168492" y="2644775"/>
            <a:ext cx="2280326" cy="1982788"/>
          </a:xfrm>
          <a:custGeom>
            <a:avLst/>
            <a:gdLst>
              <a:gd name="T0" fmla="*/ 0 w 21600"/>
              <a:gd name="T1" fmla="*/ 2147483646 h 21600"/>
              <a:gd name="T2" fmla="*/ 2147483646 w 21600"/>
              <a:gd name="T3" fmla="*/ 0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Web Server</a:t>
            </a:r>
          </a:p>
        </p:txBody>
      </p:sp>
      <p:sp>
        <p:nvSpPr>
          <p:cNvPr id="484360" name="AutoShape 7">
            <a:extLst>
              <a:ext uri="{FF2B5EF4-FFF2-40B4-BE49-F238E27FC236}">
                <a16:creationId xmlns:a16="http://schemas.microsoft.com/office/drawing/2014/main" id="{AB83AF36-E9B0-49E8-AE0A-24005E9D9134}"/>
              </a:ext>
            </a:extLst>
          </p:cNvPr>
          <p:cNvSpPr>
            <a:spLocks noChangeArrowheads="1"/>
          </p:cNvSpPr>
          <p:nvPr/>
        </p:nvSpPr>
        <p:spPr bwMode="auto">
          <a:xfrm>
            <a:off x="4922499" y="2873376"/>
            <a:ext cx="2714625" cy="493713"/>
          </a:xfrm>
          <a:prstGeom prst="rightArrow">
            <a:avLst>
              <a:gd name="adj1" fmla="val 50000"/>
              <a:gd name="adj2" fmla="val 137460"/>
            </a:avLst>
          </a:prstGeom>
          <a:solidFill>
            <a:schemeClr val="accent6">
              <a:lumMod val="60000"/>
              <a:lumOff val="40000"/>
            </a:schemeClr>
          </a:solidFill>
          <a:ln w="12700" algn="ctr">
            <a:solidFill>
              <a:schemeClr val="tx1"/>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b="1" dirty="0">
                <a:latin typeface="Times New Roman" panose="02020603050405020304" pitchFamily="18" charset="0"/>
              </a:rPr>
              <a:t>1. Certificate</a:t>
            </a:r>
          </a:p>
        </p:txBody>
      </p:sp>
      <p:sp>
        <p:nvSpPr>
          <p:cNvPr id="484361" name="AutoShape 8">
            <a:extLst>
              <a:ext uri="{FF2B5EF4-FFF2-40B4-BE49-F238E27FC236}">
                <a16:creationId xmlns:a16="http://schemas.microsoft.com/office/drawing/2014/main" id="{2D3B73EC-C84F-AD8E-767E-059D1B0972EC}"/>
              </a:ext>
            </a:extLst>
          </p:cNvPr>
          <p:cNvSpPr>
            <a:spLocks noChangeArrowheads="1"/>
          </p:cNvSpPr>
          <p:nvPr/>
        </p:nvSpPr>
        <p:spPr bwMode="auto">
          <a:xfrm>
            <a:off x="4916149" y="3375026"/>
            <a:ext cx="2714625" cy="493713"/>
          </a:xfrm>
          <a:prstGeom prst="rightArrow">
            <a:avLst>
              <a:gd name="adj1" fmla="val 50000"/>
              <a:gd name="adj2" fmla="val 137460"/>
            </a:avLst>
          </a:prstGeom>
          <a:solidFill>
            <a:schemeClr val="accent6">
              <a:lumMod val="60000"/>
              <a:lumOff val="40000"/>
            </a:schemeClr>
          </a:solidFill>
          <a:ln w="12700" algn="ctr">
            <a:solidFill>
              <a:schemeClr val="tx1"/>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b="1">
                <a:latin typeface="Times New Roman" panose="02020603050405020304" pitchFamily="18" charset="0"/>
              </a:rPr>
              <a:t>2. Client key exchange</a:t>
            </a:r>
            <a:endParaRPr lang="en-US" altLang="en-US" sz="1800" b="1" dirty="0">
              <a:latin typeface="Times New Roman" panose="02020603050405020304" pitchFamily="18" charset="0"/>
            </a:endParaRPr>
          </a:p>
        </p:txBody>
      </p:sp>
      <p:sp>
        <p:nvSpPr>
          <p:cNvPr id="484362" name="AutoShape 9">
            <a:extLst>
              <a:ext uri="{FF2B5EF4-FFF2-40B4-BE49-F238E27FC236}">
                <a16:creationId xmlns:a16="http://schemas.microsoft.com/office/drawing/2014/main" id="{2F022273-8EF5-2B6E-0985-22C24BADB1C0}"/>
              </a:ext>
            </a:extLst>
          </p:cNvPr>
          <p:cNvSpPr>
            <a:spLocks noChangeArrowheads="1"/>
          </p:cNvSpPr>
          <p:nvPr/>
        </p:nvSpPr>
        <p:spPr bwMode="auto">
          <a:xfrm>
            <a:off x="4916149" y="3925888"/>
            <a:ext cx="2714625" cy="493712"/>
          </a:xfrm>
          <a:prstGeom prst="rightArrow">
            <a:avLst>
              <a:gd name="adj1" fmla="val 50000"/>
              <a:gd name="adj2" fmla="val 137460"/>
            </a:avLst>
          </a:prstGeom>
          <a:solidFill>
            <a:schemeClr val="accent6">
              <a:lumMod val="60000"/>
              <a:lumOff val="40000"/>
            </a:schemeClr>
          </a:solidFill>
          <a:ln w="12700" algn="ctr">
            <a:solidFill>
              <a:schemeClr val="tx1"/>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b="1">
                <a:latin typeface="Times New Roman" panose="02020603050405020304" pitchFamily="18" charset="0"/>
              </a:rPr>
              <a:t>3. Certificate verify</a:t>
            </a:r>
          </a:p>
        </p:txBody>
      </p:sp>
    </p:spTree>
  </p:cSld>
  <p:clrMapOvr>
    <a:masterClrMapping/>
  </p:clrMapOvr>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Slide Number Placeholder 5">
            <a:extLst>
              <a:ext uri="{FF2B5EF4-FFF2-40B4-BE49-F238E27FC236}">
                <a16:creationId xmlns:a16="http://schemas.microsoft.com/office/drawing/2014/main" id="{C9CC232F-C1B2-CF63-614D-711165EC53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3699882-6E0D-457D-AC0F-F4D180498A88}" type="slidenum">
              <a:rPr lang="en-US" altLang="en-US" sz="1400"/>
              <a:pPr>
                <a:spcBef>
                  <a:spcPct val="0"/>
                </a:spcBef>
                <a:buClrTx/>
                <a:buSzTx/>
                <a:buFontTx/>
                <a:buNone/>
              </a:pPr>
              <a:t>257</a:t>
            </a:fld>
            <a:endParaRPr lang="en-US" altLang="en-US" sz="1400"/>
          </a:p>
        </p:txBody>
      </p:sp>
      <p:sp>
        <p:nvSpPr>
          <p:cNvPr id="486403" name="Rectangle 2">
            <a:extLst>
              <a:ext uri="{FF2B5EF4-FFF2-40B4-BE49-F238E27FC236}">
                <a16:creationId xmlns:a16="http://schemas.microsoft.com/office/drawing/2014/main" id="{C0D191D7-0668-7C48-1240-9D88B89E4AD8}"/>
              </a:ext>
            </a:extLst>
          </p:cNvPr>
          <p:cNvSpPr>
            <a:spLocks noGrp="1" noChangeArrowheads="1"/>
          </p:cNvSpPr>
          <p:nvPr>
            <p:ph type="title"/>
          </p:nvPr>
        </p:nvSpPr>
        <p:spPr/>
        <p:txBody>
          <a:bodyPr/>
          <a:lstStyle/>
          <a:p>
            <a:pPr eaLnBrk="1" hangingPunct="1"/>
            <a:r>
              <a:rPr lang="en-US" altLang="en-US"/>
              <a:t>Notes</a:t>
            </a:r>
            <a:endParaRPr lang="en-GB" altLang="en-US"/>
          </a:p>
        </p:txBody>
      </p:sp>
      <p:sp>
        <p:nvSpPr>
          <p:cNvPr id="486404" name="Rectangle 3">
            <a:extLst>
              <a:ext uri="{FF2B5EF4-FFF2-40B4-BE49-F238E27FC236}">
                <a16:creationId xmlns:a16="http://schemas.microsoft.com/office/drawing/2014/main" id="{2ACD628D-7D5A-DA3C-2482-5CB231086658}"/>
              </a:ext>
            </a:extLst>
          </p:cNvPr>
          <p:cNvSpPr>
            <a:spLocks noGrp="1" noChangeArrowheads="1"/>
          </p:cNvSpPr>
          <p:nvPr>
            <p:ph type="body" idx="1"/>
          </p:nvPr>
        </p:nvSpPr>
        <p:spPr/>
        <p:txBody>
          <a:bodyPr/>
          <a:lstStyle/>
          <a:p>
            <a:pPr eaLnBrk="1" hangingPunct="1"/>
            <a:r>
              <a:rPr lang="en-US" altLang="en-US"/>
              <a:t>Client has sent the randomly generated Pre-master secret to the server, encrypted with the server’s public key</a:t>
            </a:r>
          </a:p>
          <a:p>
            <a:pPr eaLnBrk="1" hangingPunct="1"/>
            <a:r>
              <a:rPr lang="en-US" altLang="en-US"/>
              <a:t>Pre-master secret is a run-time value, and is not derived from the client random or server random</a:t>
            </a:r>
          </a:p>
          <a:p>
            <a:pPr eaLnBrk="1" hangingPunct="1"/>
            <a:r>
              <a:rPr lang="en-US" altLang="en-US"/>
              <a:t>Since only client and server know this value, an attacker cannot misuse it</a:t>
            </a: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Slide Number Placeholder 4">
            <a:extLst>
              <a:ext uri="{FF2B5EF4-FFF2-40B4-BE49-F238E27FC236}">
                <a16:creationId xmlns:a16="http://schemas.microsoft.com/office/drawing/2014/main" id="{378798DE-2815-496E-DE04-7ECB903384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81DF42E-62B5-4082-9A09-63319BCC85A2}" type="slidenum">
              <a:rPr lang="en-US" altLang="en-US" sz="1400"/>
              <a:pPr>
                <a:spcBef>
                  <a:spcPct val="0"/>
                </a:spcBef>
                <a:buClrTx/>
                <a:buSzTx/>
                <a:buFontTx/>
                <a:buNone/>
              </a:pPr>
              <a:t>258</a:t>
            </a:fld>
            <a:endParaRPr lang="en-US" altLang="en-US" sz="1400"/>
          </a:p>
        </p:txBody>
      </p:sp>
      <p:sp>
        <p:nvSpPr>
          <p:cNvPr id="488451" name="Rectangle 2">
            <a:extLst>
              <a:ext uri="{FF2B5EF4-FFF2-40B4-BE49-F238E27FC236}">
                <a16:creationId xmlns:a16="http://schemas.microsoft.com/office/drawing/2014/main" id="{0050C85D-57A5-018B-4AE7-5B7BC3552EF4}"/>
              </a:ext>
            </a:extLst>
          </p:cNvPr>
          <p:cNvSpPr>
            <a:spLocks noGrp="1" noChangeArrowheads="1"/>
          </p:cNvSpPr>
          <p:nvPr>
            <p:ph type="title"/>
          </p:nvPr>
        </p:nvSpPr>
        <p:spPr/>
        <p:txBody>
          <a:bodyPr/>
          <a:lstStyle/>
          <a:p>
            <a:pPr eaLnBrk="1" hangingPunct="1"/>
            <a:r>
              <a:rPr lang="en-US" altLang="en-US"/>
              <a:t>SSL Handshake – Phase 4</a:t>
            </a:r>
          </a:p>
        </p:txBody>
      </p:sp>
      <p:sp>
        <p:nvSpPr>
          <p:cNvPr id="488452" name="Rectangle 3">
            <a:extLst>
              <a:ext uri="{FF2B5EF4-FFF2-40B4-BE49-F238E27FC236}">
                <a16:creationId xmlns:a16="http://schemas.microsoft.com/office/drawing/2014/main" id="{B209EB5C-E426-16F4-4199-4046EC112CD6}"/>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88453" name="Group 4">
            <a:extLst>
              <a:ext uri="{FF2B5EF4-FFF2-40B4-BE49-F238E27FC236}">
                <a16:creationId xmlns:a16="http://schemas.microsoft.com/office/drawing/2014/main" id="{4EB179EB-93D1-46A3-5425-B16D530812E2}"/>
              </a:ext>
            </a:extLst>
          </p:cNvPr>
          <p:cNvGrpSpPr>
            <a:grpSpLocks/>
          </p:cNvGrpSpPr>
          <p:nvPr/>
        </p:nvGrpSpPr>
        <p:grpSpPr bwMode="auto">
          <a:xfrm>
            <a:off x="2209800" y="1828800"/>
            <a:ext cx="7315200" cy="3581400"/>
            <a:chOff x="1728" y="1500"/>
            <a:chExt cx="8832" cy="3576"/>
          </a:xfrm>
        </p:grpSpPr>
        <p:sp>
          <p:nvSpPr>
            <p:cNvPr id="488454" name="Rectangle 5">
              <a:extLst>
                <a:ext uri="{FF2B5EF4-FFF2-40B4-BE49-F238E27FC236}">
                  <a16:creationId xmlns:a16="http://schemas.microsoft.com/office/drawing/2014/main" id="{4B0265BB-66A9-859D-0045-84A7B5A50813}"/>
                </a:ext>
              </a:extLst>
            </p:cNvPr>
            <p:cNvSpPr>
              <a:spLocks noChangeArrowheads="1"/>
            </p:cNvSpPr>
            <p:nvPr/>
          </p:nvSpPr>
          <p:spPr bwMode="auto">
            <a:xfrm>
              <a:off x="1728" y="1500"/>
              <a:ext cx="8832" cy="35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88455" name="computr3">
              <a:extLst>
                <a:ext uri="{FF2B5EF4-FFF2-40B4-BE49-F238E27FC236}">
                  <a16:creationId xmlns:a16="http://schemas.microsoft.com/office/drawing/2014/main" id="{FAC14597-D890-836B-5F17-61FEFEA0F886}"/>
                </a:ext>
              </a:extLst>
            </p:cNvPr>
            <p:cNvSpPr>
              <a:spLocks noEditPoints="1" noChangeArrowheads="1"/>
            </p:cNvSpPr>
            <p:nvPr/>
          </p:nvSpPr>
          <p:spPr bwMode="auto">
            <a:xfrm>
              <a:off x="1954" y="2348"/>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Browser</a:t>
              </a:r>
            </a:p>
          </p:txBody>
        </p:sp>
        <p:sp>
          <p:nvSpPr>
            <p:cNvPr id="488456" name="computr3">
              <a:extLst>
                <a:ext uri="{FF2B5EF4-FFF2-40B4-BE49-F238E27FC236}">
                  <a16:creationId xmlns:a16="http://schemas.microsoft.com/office/drawing/2014/main" id="{966921CE-3BB9-25AB-C43F-615C432ACB0F}"/>
                </a:ext>
              </a:extLst>
            </p:cNvPr>
            <p:cNvSpPr>
              <a:spLocks noEditPoints="1" noChangeArrowheads="1"/>
            </p:cNvSpPr>
            <p:nvPr/>
          </p:nvSpPr>
          <p:spPr bwMode="auto">
            <a:xfrm>
              <a:off x="8122" y="2417"/>
              <a:ext cx="2244"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6 w 21600"/>
                <a:gd name="T13" fmla="*/ 2582 h 21600"/>
                <a:gd name="T14" fmla="*/ 16364 w 21600"/>
                <a:gd name="T15" fmla="*/ 11759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Web Server</a:t>
              </a:r>
            </a:p>
          </p:txBody>
        </p:sp>
        <p:sp>
          <p:nvSpPr>
            <p:cNvPr id="488457" name="AutoShape 8">
              <a:extLst>
                <a:ext uri="{FF2B5EF4-FFF2-40B4-BE49-F238E27FC236}">
                  <a16:creationId xmlns:a16="http://schemas.microsoft.com/office/drawing/2014/main" id="{DE1DEE94-F739-CCB4-1928-5656CFCE821C}"/>
                </a:ext>
              </a:extLst>
            </p:cNvPr>
            <p:cNvSpPr>
              <a:spLocks noChangeArrowheads="1"/>
            </p:cNvSpPr>
            <p:nvPr/>
          </p:nvSpPr>
          <p:spPr bwMode="auto">
            <a:xfrm>
              <a:off x="4353" y="3409"/>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3: Change cipher specs</a:t>
              </a:r>
            </a:p>
          </p:txBody>
        </p:sp>
        <p:sp>
          <p:nvSpPr>
            <p:cNvPr id="488458" name="AutoShape 9">
              <a:extLst>
                <a:ext uri="{FF2B5EF4-FFF2-40B4-BE49-F238E27FC236}">
                  <a16:creationId xmlns:a16="http://schemas.microsoft.com/office/drawing/2014/main" id="{9F721955-E5F3-3A37-322F-3C70AEABE13E}"/>
                </a:ext>
              </a:extLst>
            </p:cNvPr>
            <p:cNvSpPr>
              <a:spLocks noChangeArrowheads="1"/>
            </p:cNvSpPr>
            <p:nvPr/>
          </p:nvSpPr>
          <p:spPr bwMode="auto">
            <a:xfrm>
              <a:off x="4329" y="4093"/>
              <a:ext cx="3390" cy="638"/>
            </a:xfrm>
            <a:prstGeom prst="leftArrow">
              <a:avLst>
                <a:gd name="adj1" fmla="val 50000"/>
                <a:gd name="adj2" fmla="val 132837"/>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Step 4: Finished</a:t>
              </a:r>
            </a:p>
          </p:txBody>
        </p:sp>
        <p:sp>
          <p:nvSpPr>
            <p:cNvPr id="488459" name="AutoShape 10">
              <a:extLst>
                <a:ext uri="{FF2B5EF4-FFF2-40B4-BE49-F238E27FC236}">
                  <a16:creationId xmlns:a16="http://schemas.microsoft.com/office/drawing/2014/main" id="{736BE0A7-D287-FFB0-4C4D-FDC188D09BF8}"/>
                </a:ext>
              </a:extLst>
            </p:cNvPr>
            <p:cNvSpPr>
              <a:spLocks noChangeArrowheads="1"/>
            </p:cNvSpPr>
            <p:nvPr/>
          </p:nvSpPr>
          <p:spPr bwMode="auto">
            <a:xfrm>
              <a:off x="4395" y="1995"/>
              <a:ext cx="3450" cy="630"/>
            </a:xfrm>
            <a:prstGeom prst="rightArrow">
              <a:avLst>
                <a:gd name="adj1" fmla="val 50000"/>
                <a:gd name="adj2" fmla="val 13690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1. Change cipher specs</a:t>
              </a:r>
            </a:p>
          </p:txBody>
        </p:sp>
        <p:sp>
          <p:nvSpPr>
            <p:cNvPr id="488460" name="AutoShape 11">
              <a:extLst>
                <a:ext uri="{FF2B5EF4-FFF2-40B4-BE49-F238E27FC236}">
                  <a16:creationId xmlns:a16="http://schemas.microsoft.com/office/drawing/2014/main" id="{D0EEC6DD-95F0-B5B9-3955-F3008AC5CAD1}"/>
                </a:ext>
              </a:extLst>
            </p:cNvPr>
            <p:cNvSpPr>
              <a:spLocks noChangeArrowheads="1"/>
            </p:cNvSpPr>
            <p:nvPr/>
          </p:nvSpPr>
          <p:spPr bwMode="auto">
            <a:xfrm>
              <a:off x="4410" y="2685"/>
              <a:ext cx="3450" cy="630"/>
            </a:xfrm>
            <a:prstGeom prst="rightArrow">
              <a:avLst>
                <a:gd name="adj1" fmla="val 50000"/>
                <a:gd name="adj2" fmla="val 136905"/>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2. Finished</a:t>
              </a:r>
            </a:p>
          </p:txBody>
        </p:sp>
      </p:grpSp>
    </p:spTree>
  </p:cSld>
  <p:clrMapOvr>
    <a:masterClrMapping/>
  </p:clrMapOvr>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Slide Number Placeholder 5">
            <a:extLst>
              <a:ext uri="{FF2B5EF4-FFF2-40B4-BE49-F238E27FC236}">
                <a16:creationId xmlns:a16="http://schemas.microsoft.com/office/drawing/2014/main" id="{A76723F8-50CA-B0F8-5EAB-46D9EE9FF7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7D9AC94-24D5-44D7-9242-8B6541CBC819}" type="slidenum">
              <a:rPr lang="en-US" altLang="en-US" sz="1400"/>
              <a:pPr>
                <a:spcBef>
                  <a:spcPct val="0"/>
                </a:spcBef>
                <a:buClrTx/>
                <a:buSzTx/>
                <a:buFontTx/>
                <a:buNone/>
              </a:pPr>
              <a:t>259</a:t>
            </a:fld>
            <a:endParaRPr lang="en-US" altLang="en-US" sz="1400"/>
          </a:p>
        </p:txBody>
      </p:sp>
      <p:sp>
        <p:nvSpPr>
          <p:cNvPr id="490499" name="Rectangle 2">
            <a:extLst>
              <a:ext uri="{FF2B5EF4-FFF2-40B4-BE49-F238E27FC236}">
                <a16:creationId xmlns:a16="http://schemas.microsoft.com/office/drawing/2014/main" id="{419E9EBB-DA77-CC51-FD5C-84BB85E102CD}"/>
              </a:ext>
            </a:extLst>
          </p:cNvPr>
          <p:cNvSpPr>
            <a:spLocks noGrp="1" noChangeArrowheads="1"/>
          </p:cNvSpPr>
          <p:nvPr>
            <p:ph type="title"/>
          </p:nvPr>
        </p:nvSpPr>
        <p:spPr/>
        <p:txBody>
          <a:bodyPr/>
          <a:lstStyle/>
          <a:p>
            <a:pPr eaLnBrk="1" hangingPunct="1"/>
            <a:r>
              <a:rPr lang="en-US" altLang="en-US"/>
              <a:t>“Change Cipher Specs”</a:t>
            </a:r>
            <a:endParaRPr lang="en-GB" altLang="en-US"/>
          </a:p>
        </p:txBody>
      </p:sp>
      <p:sp>
        <p:nvSpPr>
          <p:cNvPr id="490500" name="Rectangle 3">
            <a:extLst>
              <a:ext uri="{FF2B5EF4-FFF2-40B4-BE49-F238E27FC236}">
                <a16:creationId xmlns:a16="http://schemas.microsoft.com/office/drawing/2014/main" id="{E41014B5-BE91-329C-01B8-0E54FE36CACA}"/>
              </a:ext>
            </a:extLst>
          </p:cNvPr>
          <p:cNvSpPr>
            <a:spLocks noGrp="1" noChangeArrowheads="1"/>
          </p:cNvSpPr>
          <p:nvPr>
            <p:ph type="body" idx="1"/>
          </p:nvPr>
        </p:nvSpPr>
        <p:spPr/>
        <p:txBody>
          <a:bodyPr/>
          <a:lstStyle/>
          <a:p>
            <a:pPr eaLnBrk="1" hangingPunct="1"/>
            <a:r>
              <a:rPr lang="en-US" altLang="en-US"/>
              <a:t>Here, the client informs the server that the server has all the necessary information to be able to compute the symmetric key, and that they should </a:t>
            </a:r>
            <a:r>
              <a:rPr lang="en-US" altLang="en-US" i="1"/>
              <a:t>change the cipher specifications</a:t>
            </a:r>
            <a:r>
              <a:rPr lang="en-US" altLang="en-US"/>
              <a:t> to start using that symmetric key</a:t>
            </a:r>
            <a:endParaRPr lang="en-GB" altLang="en-US"/>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Slide Number Placeholder 5">
            <a:extLst>
              <a:ext uri="{FF2B5EF4-FFF2-40B4-BE49-F238E27FC236}">
                <a16:creationId xmlns:a16="http://schemas.microsoft.com/office/drawing/2014/main" id="{53229947-BC78-E99F-61A9-C19AA49A5C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FF314B0-6F81-40C4-A663-28520B4B0B71}" type="slidenum">
              <a:rPr lang="en-US" altLang="en-US" sz="1400"/>
              <a:pPr>
                <a:spcBef>
                  <a:spcPct val="0"/>
                </a:spcBef>
                <a:buClrTx/>
                <a:buSzTx/>
                <a:buFontTx/>
                <a:buNone/>
              </a:pPr>
              <a:t>260</a:t>
            </a:fld>
            <a:endParaRPr lang="en-US" altLang="en-US" sz="1400"/>
          </a:p>
        </p:txBody>
      </p:sp>
      <p:sp>
        <p:nvSpPr>
          <p:cNvPr id="492547" name="Rectangle 2">
            <a:extLst>
              <a:ext uri="{FF2B5EF4-FFF2-40B4-BE49-F238E27FC236}">
                <a16:creationId xmlns:a16="http://schemas.microsoft.com/office/drawing/2014/main" id="{BA3DFDC1-E8B5-A352-EC2F-61E4CD7B9DCE}"/>
              </a:ext>
            </a:extLst>
          </p:cNvPr>
          <p:cNvSpPr>
            <a:spLocks noGrp="1" noChangeArrowheads="1"/>
          </p:cNvSpPr>
          <p:nvPr>
            <p:ph type="title"/>
          </p:nvPr>
        </p:nvSpPr>
        <p:spPr/>
        <p:txBody>
          <a:bodyPr/>
          <a:lstStyle/>
          <a:p>
            <a:pPr eaLnBrk="1" hangingPunct="1"/>
            <a:r>
              <a:rPr lang="en-US" altLang="en-US"/>
              <a:t>Some Notes</a:t>
            </a:r>
            <a:endParaRPr lang="en-GB" altLang="en-US"/>
          </a:p>
        </p:txBody>
      </p:sp>
      <p:sp>
        <p:nvSpPr>
          <p:cNvPr id="492548" name="Rectangle 3">
            <a:extLst>
              <a:ext uri="{FF2B5EF4-FFF2-40B4-BE49-F238E27FC236}">
                <a16:creationId xmlns:a16="http://schemas.microsoft.com/office/drawing/2014/main" id="{1B44A517-3B13-A31C-1DD7-6193F8E70FC8}"/>
              </a:ext>
            </a:extLst>
          </p:cNvPr>
          <p:cNvSpPr>
            <a:spLocks noGrp="1" noChangeArrowheads="1"/>
          </p:cNvSpPr>
          <p:nvPr>
            <p:ph type="body" idx="1"/>
          </p:nvPr>
        </p:nvSpPr>
        <p:spPr/>
        <p:txBody>
          <a:bodyPr/>
          <a:lstStyle/>
          <a:p>
            <a:pPr eaLnBrk="1" hangingPunct="1">
              <a:lnSpc>
                <a:spcPct val="90000"/>
              </a:lnSpc>
            </a:pPr>
            <a:r>
              <a:rPr lang="en-US" altLang="en-US"/>
              <a:t>Based on the pre-master secret and random numbers, client and server independently compute master secret</a:t>
            </a:r>
          </a:p>
          <a:p>
            <a:pPr eaLnBrk="1" hangingPunct="1">
              <a:lnSpc>
                <a:spcPct val="90000"/>
              </a:lnSpc>
            </a:pPr>
            <a:r>
              <a:rPr lang="en-US" altLang="en-US"/>
              <a:t>From master secret, they compute symmetric key</a:t>
            </a:r>
          </a:p>
          <a:p>
            <a:pPr eaLnBrk="1" hangingPunct="1">
              <a:lnSpc>
                <a:spcPct val="90000"/>
              </a:lnSpc>
            </a:pPr>
            <a:r>
              <a:rPr lang="en-US" altLang="en-US"/>
              <a:t>Master key itself does not get exchanged, but its digest is (see one of the earlier slides)</a:t>
            </a:r>
            <a:endParaRPr lang="en-GB" altLang="en-US"/>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Slide Number Placeholder 5">
            <a:extLst>
              <a:ext uri="{FF2B5EF4-FFF2-40B4-BE49-F238E27FC236}">
                <a16:creationId xmlns:a16="http://schemas.microsoft.com/office/drawing/2014/main" id="{940605E0-7F08-1C4B-D34A-A31864B911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926F136-76A6-42AA-83C6-8D10B3E17EB8}" type="slidenum">
              <a:rPr lang="en-US" altLang="en-US" sz="1400"/>
              <a:pPr>
                <a:spcBef>
                  <a:spcPct val="0"/>
                </a:spcBef>
                <a:buClrTx/>
                <a:buSzTx/>
                <a:buFontTx/>
                <a:buNone/>
              </a:pPr>
              <a:t>261</a:t>
            </a:fld>
            <a:endParaRPr lang="en-US" altLang="en-US" sz="1400"/>
          </a:p>
        </p:txBody>
      </p:sp>
      <p:sp>
        <p:nvSpPr>
          <p:cNvPr id="494595" name="Rectangle 2">
            <a:extLst>
              <a:ext uri="{FF2B5EF4-FFF2-40B4-BE49-F238E27FC236}">
                <a16:creationId xmlns:a16="http://schemas.microsoft.com/office/drawing/2014/main" id="{AFDC5F51-3BDC-BFF6-4400-0D2DC8B43DD0}"/>
              </a:ext>
            </a:extLst>
          </p:cNvPr>
          <p:cNvSpPr>
            <a:spLocks noGrp="1" noChangeArrowheads="1"/>
          </p:cNvSpPr>
          <p:nvPr>
            <p:ph type="title"/>
          </p:nvPr>
        </p:nvSpPr>
        <p:spPr>
          <a:xfrm>
            <a:off x="2674939" y="214314"/>
            <a:ext cx="7793037" cy="1081087"/>
          </a:xfrm>
        </p:spPr>
        <p:txBody>
          <a:bodyPr/>
          <a:lstStyle/>
          <a:p>
            <a:pPr eaLnBrk="1" hangingPunct="1"/>
            <a:r>
              <a:rPr lang="en-US" altLang="en-US" sz="3600"/>
              <a:t>Symmetric Session Key Generation</a:t>
            </a:r>
          </a:p>
        </p:txBody>
      </p:sp>
      <p:sp>
        <p:nvSpPr>
          <p:cNvPr id="494596" name="Rectangle 3">
            <a:extLst>
              <a:ext uri="{FF2B5EF4-FFF2-40B4-BE49-F238E27FC236}">
                <a16:creationId xmlns:a16="http://schemas.microsoft.com/office/drawing/2014/main" id="{52AC81EF-AAF1-B0F9-4EFD-E5137A4D411D}"/>
              </a:ext>
            </a:extLst>
          </p:cNvPr>
          <p:cNvSpPr>
            <a:spLocks noGrp="1" noChangeArrowheads="1"/>
          </p:cNvSpPr>
          <p:nvPr>
            <p:ph type="body" idx="1"/>
          </p:nvPr>
        </p:nvSpPr>
        <p:spPr/>
        <p:txBody>
          <a:bodyPr/>
          <a:lstStyle/>
          <a:p>
            <a:pPr eaLnBrk="1" hangingPunct="1"/>
            <a:endParaRPr lang="en-GB" altLang="en-US"/>
          </a:p>
        </p:txBody>
      </p:sp>
      <p:grpSp>
        <p:nvGrpSpPr>
          <p:cNvPr id="494597" name="Group 4">
            <a:extLst>
              <a:ext uri="{FF2B5EF4-FFF2-40B4-BE49-F238E27FC236}">
                <a16:creationId xmlns:a16="http://schemas.microsoft.com/office/drawing/2014/main" id="{197B10A7-66E7-581B-9E35-C12D75CD83C3}"/>
              </a:ext>
            </a:extLst>
          </p:cNvPr>
          <p:cNvGrpSpPr>
            <a:grpSpLocks/>
          </p:cNvGrpSpPr>
          <p:nvPr/>
        </p:nvGrpSpPr>
        <p:grpSpPr bwMode="auto">
          <a:xfrm>
            <a:off x="3430588" y="1450975"/>
            <a:ext cx="5784850" cy="2103438"/>
            <a:chOff x="2430" y="7245"/>
            <a:chExt cx="7215" cy="2970"/>
          </a:xfrm>
        </p:grpSpPr>
        <p:sp>
          <p:nvSpPr>
            <p:cNvPr id="494609" name="Rectangle 5">
              <a:extLst>
                <a:ext uri="{FF2B5EF4-FFF2-40B4-BE49-F238E27FC236}">
                  <a16:creationId xmlns:a16="http://schemas.microsoft.com/office/drawing/2014/main" id="{3E133256-71B5-D4EF-2CF3-F0F46254B5EA}"/>
                </a:ext>
              </a:extLst>
            </p:cNvPr>
            <p:cNvSpPr>
              <a:spLocks noChangeArrowheads="1"/>
            </p:cNvSpPr>
            <p:nvPr/>
          </p:nvSpPr>
          <p:spPr bwMode="auto">
            <a:xfrm>
              <a:off x="2430" y="7245"/>
              <a:ext cx="7215" cy="297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10" name="Text Box 6">
              <a:extLst>
                <a:ext uri="{FF2B5EF4-FFF2-40B4-BE49-F238E27FC236}">
                  <a16:creationId xmlns:a16="http://schemas.microsoft.com/office/drawing/2014/main" id="{73C010E9-125C-BC9E-E01F-067BB3101627}"/>
                </a:ext>
              </a:extLst>
            </p:cNvPr>
            <p:cNvSpPr txBox="1">
              <a:spLocks noChangeArrowheads="1"/>
            </p:cNvSpPr>
            <p:nvPr/>
          </p:nvSpPr>
          <p:spPr bwMode="auto">
            <a:xfrm>
              <a:off x="2895"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Pre-master secret</a:t>
              </a:r>
              <a:endParaRPr lang="en-US" altLang="en-US" sz="2800">
                <a:latin typeface="Times New Roman" panose="02020603050405020304" pitchFamily="18" charset="0"/>
              </a:endParaRPr>
            </a:p>
          </p:txBody>
        </p:sp>
        <p:sp>
          <p:nvSpPr>
            <p:cNvPr id="494611" name="Text Box 7">
              <a:extLst>
                <a:ext uri="{FF2B5EF4-FFF2-40B4-BE49-F238E27FC236}">
                  <a16:creationId xmlns:a16="http://schemas.microsoft.com/office/drawing/2014/main" id="{302305FF-04A5-787A-AD2A-83771BEE9ECB}"/>
                </a:ext>
              </a:extLst>
            </p:cNvPr>
            <p:cNvSpPr txBox="1">
              <a:spLocks noChangeArrowheads="1"/>
            </p:cNvSpPr>
            <p:nvPr/>
          </p:nvSpPr>
          <p:spPr bwMode="auto">
            <a:xfrm>
              <a:off x="5100"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Client random</a:t>
              </a:r>
              <a:endParaRPr lang="en-US" altLang="en-US" sz="2800">
                <a:latin typeface="Times New Roman" panose="02020603050405020304" pitchFamily="18" charset="0"/>
              </a:endParaRPr>
            </a:p>
          </p:txBody>
        </p:sp>
        <p:sp>
          <p:nvSpPr>
            <p:cNvPr id="494612" name="Text Box 8">
              <a:extLst>
                <a:ext uri="{FF2B5EF4-FFF2-40B4-BE49-F238E27FC236}">
                  <a16:creationId xmlns:a16="http://schemas.microsoft.com/office/drawing/2014/main" id="{2371D407-0568-488A-6B89-DE94680293F6}"/>
                </a:ext>
              </a:extLst>
            </p:cNvPr>
            <p:cNvSpPr txBox="1">
              <a:spLocks noChangeArrowheads="1"/>
            </p:cNvSpPr>
            <p:nvPr/>
          </p:nvSpPr>
          <p:spPr bwMode="auto">
            <a:xfrm>
              <a:off x="7290" y="762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Server random</a:t>
              </a:r>
              <a:endParaRPr lang="en-US" altLang="en-US" sz="2800">
                <a:latin typeface="Times New Roman" panose="02020603050405020304" pitchFamily="18" charset="0"/>
              </a:endParaRPr>
            </a:p>
          </p:txBody>
        </p:sp>
        <p:sp>
          <p:nvSpPr>
            <p:cNvPr id="494613" name="Text Box 9">
              <a:extLst>
                <a:ext uri="{FF2B5EF4-FFF2-40B4-BE49-F238E27FC236}">
                  <a16:creationId xmlns:a16="http://schemas.microsoft.com/office/drawing/2014/main" id="{B3DB2929-7ECB-3E21-C327-2B2DE97B77E3}"/>
                </a:ext>
              </a:extLst>
            </p:cNvPr>
            <p:cNvSpPr txBox="1">
              <a:spLocks noChangeArrowheads="1"/>
            </p:cNvSpPr>
            <p:nvPr/>
          </p:nvSpPr>
          <p:spPr bwMode="auto">
            <a:xfrm>
              <a:off x="3960" y="8505"/>
              <a:ext cx="4005" cy="46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Message Digest Algorithms</a:t>
              </a:r>
              <a:endParaRPr lang="en-US" altLang="en-US" sz="2800">
                <a:latin typeface="Times New Roman" panose="02020603050405020304" pitchFamily="18" charset="0"/>
              </a:endParaRPr>
            </a:p>
          </p:txBody>
        </p:sp>
        <p:sp>
          <p:nvSpPr>
            <p:cNvPr id="494614" name="Text Box 10">
              <a:extLst>
                <a:ext uri="{FF2B5EF4-FFF2-40B4-BE49-F238E27FC236}">
                  <a16:creationId xmlns:a16="http://schemas.microsoft.com/office/drawing/2014/main" id="{A7430095-EE4D-CCC1-593E-C809A6D9F704}"/>
                </a:ext>
              </a:extLst>
            </p:cNvPr>
            <p:cNvSpPr txBox="1">
              <a:spLocks noChangeArrowheads="1"/>
            </p:cNvSpPr>
            <p:nvPr/>
          </p:nvSpPr>
          <p:spPr bwMode="auto">
            <a:xfrm>
              <a:off x="5010" y="93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Master secret</a:t>
              </a:r>
              <a:endParaRPr lang="en-US" altLang="en-US" sz="2800">
                <a:latin typeface="Times New Roman" panose="02020603050405020304" pitchFamily="18" charset="0"/>
              </a:endParaRPr>
            </a:p>
          </p:txBody>
        </p:sp>
        <p:sp>
          <p:nvSpPr>
            <p:cNvPr id="494615" name="AutoShape 11">
              <a:extLst>
                <a:ext uri="{FF2B5EF4-FFF2-40B4-BE49-F238E27FC236}">
                  <a16:creationId xmlns:a16="http://schemas.microsoft.com/office/drawing/2014/main" id="{A64D5423-E533-3BFF-2E90-B8CB69329A44}"/>
                </a:ext>
              </a:extLst>
            </p:cNvPr>
            <p:cNvSpPr>
              <a:spLocks noChangeArrowheads="1"/>
            </p:cNvSpPr>
            <p:nvPr/>
          </p:nvSpPr>
          <p:spPr bwMode="auto">
            <a:xfrm>
              <a:off x="4245" y="8070"/>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16" name="AutoShape 12">
              <a:extLst>
                <a:ext uri="{FF2B5EF4-FFF2-40B4-BE49-F238E27FC236}">
                  <a16:creationId xmlns:a16="http://schemas.microsoft.com/office/drawing/2014/main" id="{D14F8C41-07B3-1ACD-D6C6-3540493E9766}"/>
                </a:ext>
              </a:extLst>
            </p:cNvPr>
            <p:cNvSpPr>
              <a:spLocks noChangeArrowheads="1"/>
            </p:cNvSpPr>
            <p:nvPr/>
          </p:nvSpPr>
          <p:spPr bwMode="auto">
            <a:xfrm>
              <a:off x="5820" y="80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17" name="AutoShape 13">
              <a:extLst>
                <a:ext uri="{FF2B5EF4-FFF2-40B4-BE49-F238E27FC236}">
                  <a16:creationId xmlns:a16="http://schemas.microsoft.com/office/drawing/2014/main" id="{DE287BCD-3B63-726F-1D4E-032677F48EBD}"/>
                </a:ext>
              </a:extLst>
            </p:cNvPr>
            <p:cNvSpPr>
              <a:spLocks noChangeArrowheads="1"/>
            </p:cNvSpPr>
            <p:nvPr/>
          </p:nvSpPr>
          <p:spPr bwMode="auto">
            <a:xfrm>
              <a:off x="7545" y="80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18" name="AutoShape 14">
              <a:extLst>
                <a:ext uri="{FF2B5EF4-FFF2-40B4-BE49-F238E27FC236}">
                  <a16:creationId xmlns:a16="http://schemas.microsoft.com/office/drawing/2014/main" id="{AB6D5A6E-0679-C00B-695E-F83A13DEE9D4}"/>
                </a:ext>
              </a:extLst>
            </p:cNvPr>
            <p:cNvSpPr>
              <a:spLocks noChangeArrowheads="1"/>
            </p:cNvSpPr>
            <p:nvPr/>
          </p:nvSpPr>
          <p:spPr bwMode="auto">
            <a:xfrm>
              <a:off x="5805" y="895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494598" name="Group 15">
            <a:extLst>
              <a:ext uri="{FF2B5EF4-FFF2-40B4-BE49-F238E27FC236}">
                <a16:creationId xmlns:a16="http://schemas.microsoft.com/office/drawing/2014/main" id="{AB984196-1923-CE3C-8268-C8F6847E05DA}"/>
              </a:ext>
            </a:extLst>
          </p:cNvPr>
          <p:cNvGrpSpPr>
            <a:grpSpLocks/>
          </p:cNvGrpSpPr>
          <p:nvPr/>
        </p:nvGrpSpPr>
        <p:grpSpPr bwMode="auto">
          <a:xfrm>
            <a:off x="3433763" y="3836989"/>
            <a:ext cx="5713412" cy="2466975"/>
            <a:chOff x="2115" y="1515"/>
            <a:chExt cx="7215" cy="2970"/>
          </a:xfrm>
        </p:grpSpPr>
        <p:sp>
          <p:nvSpPr>
            <p:cNvPr id="494599" name="Rectangle 16">
              <a:extLst>
                <a:ext uri="{FF2B5EF4-FFF2-40B4-BE49-F238E27FC236}">
                  <a16:creationId xmlns:a16="http://schemas.microsoft.com/office/drawing/2014/main" id="{FBB67DC0-8258-D77F-DEA0-DAC816AAF854}"/>
                </a:ext>
              </a:extLst>
            </p:cNvPr>
            <p:cNvSpPr>
              <a:spLocks noChangeArrowheads="1"/>
            </p:cNvSpPr>
            <p:nvPr/>
          </p:nvSpPr>
          <p:spPr bwMode="auto">
            <a:xfrm>
              <a:off x="2115" y="1515"/>
              <a:ext cx="7215" cy="297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00" name="Text Box 17">
              <a:extLst>
                <a:ext uri="{FF2B5EF4-FFF2-40B4-BE49-F238E27FC236}">
                  <a16:creationId xmlns:a16="http://schemas.microsoft.com/office/drawing/2014/main" id="{76E3DFEB-AEE5-CC84-FDB6-73CC61366439}"/>
                </a:ext>
              </a:extLst>
            </p:cNvPr>
            <p:cNvSpPr txBox="1">
              <a:spLocks noChangeArrowheads="1"/>
            </p:cNvSpPr>
            <p:nvPr/>
          </p:nvSpPr>
          <p:spPr bwMode="auto">
            <a:xfrm>
              <a:off x="2580"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Master secret</a:t>
              </a:r>
              <a:endParaRPr lang="en-US" altLang="en-US" sz="2800">
                <a:latin typeface="Times New Roman" panose="02020603050405020304" pitchFamily="18" charset="0"/>
              </a:endParaRPr>
            </a:p>
          </p:txBody>
        </p:sp>
        <p:sp>
          <p:nvSpPr>
            <p:cNvPr id="494601" name="Text Box 18">
              <a:extLst>
                <a:ext uri="{FF2B5EF4-FFF2-40B4-BE49-F238E27FC236}">
                  <a16:creationId xmlns:a16="http://schemas.microsoft.com/office/drawing/2014/main" id="{B4DCE285-BC35-9CFF-3030-FA83DD0F7F82}"/>
                </a:ext>
              </a:extLst>
            </p:cNvPr>
            <p:cNvSpPr txBox="1">
              <a:spLocks noChangeArrowheads="1"/>
            </p:cNvSpPr>
            <p:nvPr/>
          </p:nvSpPr>
          <p:spPr bwMode="auto">
            <a:xfrm>
              <a:off x="4785"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Client random</a:t>
              </a:r>
              <a:endParaRPr lang="en-US" altLang="en-US" sz="2800">
                <a:latin typeface="Times New Roman" panose="02020603050405020304" pitchFamily="18" charset="0"/>
              </a:endParaRPr>
            </a:p>
          </p:txBody>
        </p:sp>
        <p:sp>
          <p:nvSpPr>
            <p:cNvPr id="494602" name="Text Box 19">
              <a:extLst>
                <a:ext uri="{FF2B5EF4-FFF2-40B4-BE49-F238E27FC236}">
                  <a16:creationId xmlns:a16="http://schemas.microsoft.com/office/drawing/2014/main" id="{83FB8A5F-3597-6C78-BD09-3A7E349FEC14}"/>
                </a:ext>
              </a:extLst>
            </p:cNvPr>
            <p:cNvSpPr txBox="1">
              <a:spLocks noChangeArrowheads="1"/>
            </p:cNvSpPr>
            <p:nvPr/>
          </p:nvSpPr>
          <p:spPr bwMode="auto">
            <a:xfrm>
              <a:off x="6975" y="189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Server random</a:t>
              </a:r>
              <a:endParaRPr lang="en-US" altLang="en-US" sz="2800">
                <a:latin typeface="Times New Roman" panose="02020603050405020304" pitchFamily="18" charset="0"/>
              </a:endParaRPr>
            </a:p>
          </p:txBody>
        </p:sp>
        <p:sp>
          <p:nvSpPr>
            <p:cNvPr id="494603" name="Text Box 20">
              <a:extLst>
                <a:ext uri="{FF2B5EF4-FFF2-40B4-BE49-F238E27FC236}">
                  <a16:creationId xmlns:a16="http://schemas.microsoft.com/office/drawing/2014/main" id="{07D77573-FC74-347A-B443-FCECBE42A437}"/>
                </a:ext>
              </a:extLst>
            </p:cNvPr>
            <p:cNvSpPr txBox="1">
              <a:spLocks noChangeArrowheads="1"/>
            </p:cNvSpPr>
            <p:nvPr/>
          </p:nvSpPr>
          <p:spPr bwMode="auto">
            <a:xfrm>
              <a:off x="3645" y="2775"/>
              <a:ext cx="4005" cy="46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Message Digest Algorithms</a:t>
              </a:r>
              <a:endParaRPr lang="en-US" altLang="en-US" sz="2800">
                <a:latin typeface="Times New Roman" panose="02020603050405020304" pitchFamily="18" charset="0"/>
              </a:endParaRPr>
            </a:p>
          </p:txBody>
        </p:sp>
        <p:sp>
          <p:nvSpPr>
            <p:cNvPr id="494604" name="Text Box 21">
              <a:extLst>
                <a:ext uri="{FF2B5EF4-FFF2-40B4-BE49-F238E27FC236}">
                  <a16:creationId xmlns:a16="http://schemas.microsoft.com/office/drawing/2014/main" id="{D1959CF1-A137-80F3-C350-E2FBF2ADD355}"/>
                </a:ext>
              </a:extLst>
            </p:cNvPr>
            <p:cNvSpPr txBox="1">
              <a:spLocks noChangeArrowheads="1"/>
            </p:cNvSpPr>
            <p:nvPr/>
          </p:nvSpPr>
          <p:spPr bwMode="auto">
            <a:xfrm>
              <a:off x="4695" y="3660"/>
              <a:ext cx="1935" cy="435"/>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b="1">
                  <a:latin typeface="Times New Roman" panose="02020603050405020304" pitchFamily="18" charset="0"/>
                </a:rPr>
                <a:t>Symmetric key</a:t>
              </a:r>
              <a:endParaRPr lang="en-US" altLang="en-US" sz="2800">
                <a:latin typeface="Times New Roman" panose="02020603050405020304" pitchFamily="18" charset="0"/>
              </a:endParaRPr>
            </a:p>
          </p:txBody>
        </p:sp>
        <p:sp>
          <p:nvSpPr>
            <p:cNvPr id="494605" name="AutoShape 22">
              <a:extLst>
                <a:ext uri="{FF2B5EF4-FFF2-40B4-BE49-F238E27FC236}">
                  <a16:creationId xmlns:a16="http://schemas.microsoft.com/office/drawing/2014/main" id="{FBBC45ED-0E00-07B5-6BE3-7288C17791FE}"/>
                </a:ext>
              </a:extLst>
            </p:cNvPr>
            <p:cNvSpPr>
              <a:spLocks noChangeArrowheads="1"/>
            </p:cNvSpPr>
            <p:nvPr/>
          </p:nvSpPr>
          <p:spPr bwMode="auto">
            <a:xfrm>
              <a:off x="3930" y="2340"/>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06" name="AutoShape 23">
              <a:extLst>
                <a:ext uri="{FF2B5EF4-FFF2-40B4-BE49-F238E27FC236}">
                  <a16:creationId xmlns:a16="http://schemas.microsoft.com/office/drawing/2014/main" id="{693D16F5-8C8B-8B1C-066B-1318C48D5EDE}"/>
                </a:ext>
              </a:extLst>
            </p:cNvPr>
            <p:cNvSpPr>
              <a:spLocks noChangeArrowheads="1"/>
            </p:cNvSpPr>
            <p:nvPr/>
          </p:nvSpPr>
          <p:spPr bwMode="auto">
            <a:xfrm>
              <a:off x="5505" y="232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07" name="AutoShape 24">
              <a:extLst>
                <a:ext uri="{FF2B5EF4-FFF2-40B4-BE49-F238E27FC236}">
                  <a16:creationId xmlns:a16="http://schemas.microsoft.com/office/drawing/2014/main" id="{A6E02BDB-CA9C-60FC-4D0A-EEB9E193136E}"/>
                </a:ext>
              </a:extLst>
            </p:cNvPr>
            <p:cNvSpPr>
              <a:spLocks noChangeArrowheads="1"/>
            </p:cNvSpPr>
            <p:nvPr/>
          </p:nvSpPr>
          <p:spPr bwMode="auto">
            <a:xfrm>
              <a:off x="7230" y="2325"/>
              <a:ext cx="315" cy="450"/>
            </a:xfrm>
            <a:prstGeom prst="downArrow">
              <a:avLst>
                <a:gd name="adj1" fmla="val 50000"/>
                <a:gd name="adj2" fmla="val 35714"/>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4608" name="AutoShape 25">
              <a:extLst>
                <a:ext uri="{FF2B5EF4-FFF2-40B4-BE49-F238E27FC236}">
                  <a16:creationId xmlns:a16="http://schemas.microsoft.com/office/drawing/2014/main" id="{651A4F8D-0768-F1D7-15BD-FAE283BB984B}"/>
                </a:ext>
              </a:extLst>
            </p:cNvPr>
            <p:cNvSpPr>
              <a:spLocks noChangeArrowheads="1"/>
            </p:cNvSpPr>
            <p:nvPr/>
          </p:nvSpPr>
          <p:spPr bwMode="auto">
            <a:xfrm>
              <a:off x="5490" y="3225"/>
              <a:ext cx="315" cy="409"/>
            </a:xfrm>
            <a:prstGeom prst="downArrow">
              <a:avLst>
                <a:gd name="adj1" fmla="val 50000"/>
                <a:gd name="adj2" fmla="val 32460"/>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Slide Number Placeholder 4">
            <a:extLst>
              <a:ext uri="{FF2B5EF4-FFF2-40B4-BE49-F238E27FC236}">
                <a16:creationId xmlns:a16="http://schemas.microsoft.com/office/drawing/2014/main" id="{0A11E473-7C46-7727-0831-882BDAA72D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0A447BF-3285-423D-9FDF-F219E7210087}" type="slidenum">
              <a:rPr lang="en-US" altLang="en-US" sz="1400"/>
              <a:pPr>
                <a:spcBef>
                  <a:spcPct val="0"/>
                </a:spcBef>
                <a:buClrTx/>
                <a:buSzTx/>
                <a:buFontTx/>
                <a:buNone/>
              </a:pPr>
              <a:t>262</a:t>
            </a:fld>
            <a:endParaRPr lang="en-US" altLang="en-US" sz="1400"/>
          </a:p>
        </p:txBody>
      </p:sp>
      <p:sp>
        <p:nvSpPr>
          <p:cNvPr id="496643" name="Rectangle 2">
            <a:extLst>
              <a:ext uri="{FF2B5EF4-FFF2-40B4-BE49-F238E27FC236}">
                <a16:creationId xmlns:a16="http://schemas.microsoft.com/office/drawing/2014/main" id="{2E63762B-9124-7CA3-F010-8B459A907FF9}"/>
              </a:ext>
            </a:extLst>
          </p:cNvPr>
          <p:cNvSpPr>
            <a:spLocks noGrp="1" noChangeArrowheads="1"/>
          </p:cNvSpPr>
          <p:nvPr>
            <p:ph type="title"/>
          </p:nvPr>
        </p:nvSpPr>
        <p:spPr/>
        <p:txBody>
          <a:bodyPr/>
          <a:lstStyle/>
          <a:p>
            <a:pPr eaLnBrk="1" hangingPunct="1"/>
            <a:r>
              <a:rPr lang="en-US" altLang="en-US"/>
              <a:t>SSL Record Protocol</a:t>
            </a:r>
          </a:p>
        </p:txBody>
      </p:sp>
      <p:sp>
        <p:nvSpPr>
          <p:cNvPr id="496644" name="Rectangle 3">
            <a:extLst>
              <a:ext uri="{FF2B5EF4-FFF2-40B4-BE49-F238E27FC236}">
                <a16:creationId xmlns:a16="http://schemas.microsoft.com/office/drawing/2014/main" id="{D96BCCCA-41EE-0373-F62F-C241B635E88F}"/>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496645" name="Group 4">
            <a:extLst>
              <a:ext uri="{FF2B5EF4-FFF2-40B4-BE49-F238E27FC236}">
                <a16:creationId xmlns:a16="http://schemas.microsoft.com/office/drawing/2014/main" id="{8B8549E6-6D97-7997-003A-09C9A064FB05}"/>
              </a:ext>
            </a:extLst>
          </p:cNvPr>
          <p:cNvGrpSpPr>
            <a:grpSpLocks/>
          </p:cNvGrpSpPr>
          <p:nvPr/>
        </p:nvGrpSpPr>
        <p:grpSpPr bwMode="auto">
          <a:xfrm>
            <a:off x="2590800" y="1676400"/>
            <a:ext cx="6705600" cy="3962400"/>
            <a:chOff x="2280" y="1536"/>
            <a:chExt cx="8016" cy="6576"/>
          </a:xfrm>
        </p:grpSpPr>
        <p:sp>
          <p:nvSpPr>
            <p:cNvPr id="496646" name="Rectangle 5">
              <a:extLst>
                <a:ext uri="{FF2B5EF4-FFF2-40B4-BE49-F238E27FC236}">
                  <a16:creationId xmlns:a16="http://schemas.microsoft.com/office/drawing/2014/main" id="{E18EB9B7-E237-4335-7EF3-B7CFBBF17827}"/>
                </a:ext>
              </a:extLst>
            </p:cNvPr>
            <p:cNvSpPr>
              <a:spLocks noChangeArrowheads="1"/>
            </p:cNvSpPr>
            <p:nvPr/>
          </p:nvSpPr>
          <p:spPr bwMode="auto">
            <a:xfrm>
              <a:off x="2280" y="1536"/>
              <a:ext cx="8016" cy="65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496647" name="Text Box 6">
              <a:extLst>
                <a:ext uri="{FF2B5EF4-FFF2-40B4-BE49-F238E27FC236}">
                  <a16:creationId xmlns:a16="http://schemas.microsoft.com/office/drawing/2014/main" id="{D2649E80-E1F0-5992-029D-A8EE002800BD}"/>
                </a:ext>
              </a:extLst>
            </p:cNvPr>
            <p:cNvSpPr txBox="1">
              <a:spLocks noChangeArrowheads="1"/>
            </p:cNvSpPr>
            <p:nvPr/>
          </p:nvSpPr>
          <p:spPr bwMode="auto">
            <a:xfrm>
              <a:off x="3012" y="2114"/>
              <a:ext cx="4620" cy="420"/>
            </a:xfrm>
            <a:prstGeom prst="rect">
              <a:avLst/>
            </a:prstGeom>
            <a:solidFill>
              <a:srgbClr val="C0C0C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48" name="Text Box 7">
              <a:extLst>
                <a:ext uri="{FF2B5EF4-FFF2-40B4-BE49-F238E27FC236}">
                  <a16:creationId xmlns:a16="http://schemas.microsoft.com/office/drawing/2014/main" id="{7271637E-946E-8DDF-F79B-0ACCE60CE1FD}"/>
                </a:ext>
              </a:extLst>
            </p:cNvPr>
            <p:cNvSpPr txBox="1">
              <a:spLocks noChangeArrowheads="1"/>
            </p:cNvSpPr>
            <p:nvPr/>
          </p:nvSpPr>
          <p:spPr bwMode="auto">
            <a:xfrm>
              <a:off x="7752" y="2090"/>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Application data</a:t>
              </a:r>
            </a:p>
          </p:txBody>
        </p:sp>
        <p:sp>
          <p:nvSpPr>
            <p:cNvPr id="496649" name="Text Box 8" descr="Dashed downward diagonal">
              <a:extLst>
                <a:ext uri="{FF2B5EF4-FFF2-40B4-BE49-F238E27FC236}">
                  <a16:creationId xmlns:a16="http://schemas.microsoft.com/office/drawing/2014/main" id="{80BCB76C-A758-F506-064C-4C1B9539BEE0}"/>
                </a:ext>
              </a:extLst>
            </p:cNvPr>
            <p:cNvSpPr txBox="1">
              <a:spLocks noChangeArrowheads="1"/>
            </p:cNvSpPr>
            <p:nvPr/>
          </p:nvSpPr>
          <p:spPr bwMode="auto">
            <a:xfrm>
              <a:off x="3012" y="3086"/>
              <a:ext cx="1548" cy="42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50" name="Text Box 9" descr="Dashed downward diagonal">
              <a:extLst>
                <a:ext uri="{FF2B5EF4-FFF2-40B4-BE49-F238E27FC236}">
                  <a16:creationId xmlns:a16="http://schemas.microsoft.com/office/drawing/2014/main" id="{3B8670BB-C0F0-BD8F-F53C-62C9DB137A63}"/>
                </a:ext>
              </a:extLst>
            </p:cNvPr>
            <p:cNvSpPr txBox="1">
              <a:spLocks noChangeArrowheads="1"/>
            </p:cNvSpPr>
            <p:nvPr/>
          </p:nvSpPr>
          <p:spPr bwMode="auto">
            <a:xfrm>
              <a:off x="4560" y="3086"/>
              <a:ext cx="1536" cy="42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51" name="Text Box 10" descr="Dashed downward diagonal">
              <a:extLst>
                <a:ext uri="{FF2B5EF4-FFF2-40B4-BE49-F238E27FC236}">
                  <a16:creationId xmlns:a16="http://schemas.microsoft.com/office/drawing/2014/main" id="{C43B26D1-F90C-B99A-1CDB-03F22780FA3E}"/>
                </a:ext>
              </a:extLst>
            </p:cNvPr>
            <p:cNvSpPr txBox="1">
              <a:spLocks noChangeArrowheads="1"/>
            </p:cNvSpPr>
            <p:nvPr/>
          </p:nvSpPr>
          <p:spPr bwMode="auto">
            <a:xfrm>
              <a:off x="6096" y="3086"/>
              <a:ext cx="1536" cy="42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52" name="Line 11">
              <a:extLst>
                <a:ext uri="{FF2B5EF4-FFF2-40B4-BE49-F238E27FC236}">
                  <a16:creationId xmlns:a16="http://schemas.microsoft.com/office/drawing/2014/main" id="{E33F86AF-5F85-8371-B706-7E08E3CF5412}"/>
                </a:ext>
              </a:extLst>
            </p:cNvPr>
            <p:cNvSpPr>
              <a:spLocks noChangeShapeType="1"/>
            </p:cNvSpPr>
            <p:nvPr/>
          </p:nvSpPr>
          <p:spPr bwMode="auto">
            <a:xfrm>
              <a:off x="3012" y="254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53" name="Line 12">
              <a:extLst>
                <a:ext uri="{FF2B5EF4-FFF2-40B4-BE49-F238E27FC236}">
                  <a16:creationId xmlns:a16="http://schemas.microsoft.com/office/drawing/2014/main" id="{55405993-F85D-374B-9340-0EDF70042E68}"/>
                </a:ext>
              </a:extLst>
            </p:cNvPr>
            <p:cNvSpPr>
              <a:spLocks noChangeShapeType="1"/>
            </p:cNvSpPr>
            <p:nvPr/>
          </p:nvSpPr>
          <p:spPr bwMode="auto">
            <a:xfrm>
              <a:off x="4560" y="254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54" name="Line 13">
              <a:extLst>
                <a:ext uri="{FF2B5EF4-FFF2-40B4-BE49-F238E27FC236}">
                  <a16:creationId xmlns:a16="http://schemas.microsoft.com/office/drawing/2014/main" id="{5539829F-17AD-0761-7BB7-F2A685A8B32A}"/>
                </a:ext>
              </a:extLst>
            </p:cNvPr>
            <p:cNvSpPr>
              <a:spLocks noChangeShapeType="1"/>
            </p:cNvSpPr>
            <p:nvPr/>
          </p:nvSpPr>
          <p:spPr bwMode="auto">
            <a:xfrm>
              <a:off x="6096" y="254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55" name="Line 14">
              <a:extLst>
                <a:ext uri="{FF2B5EF4-FFF2-40B4-BE49-F238E27FC236}">
                  <a16:creationId xmlns:a16="http://schemas.microsoft.com/office/drawing/2014/main" id="{9FF53C25-21D9-E4A7-A8D0-8FE863ABBF48}"/>
                </a:ext>
              </a:extLst>
            </p:cNvPr>
            <p:cNvSpPr>
              <a:spLocks noChangeShapeType="1"/>
            </p:cNvSpPr>
            <p:nvPr/>
          </p:nvSpPr>
          <p:spPr bwMode="auto">
            <a:xfrm>
              <a:off x="7632" y="2558"/>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56" name="Text Box 15">
              <a:extLst>
                <a:ext uri="{FF2B5EF4-FFF2-40B4-BE49-F238E27FC236}">
                  <a16:creationId xmlns:a16="http://schemas.microsoft.com/office/drawing/2014/main" id="{D531C6CD-C9B6-566F-C08C-93DC6F0B7503}"/>
                </a:ext>
              </a:extLst>
            </p:cNvPr>
            <p:cNvSpPr txBox="1">
              <a:spLocks noChangeArrowheads="1"/>
            </p:cNvSpPr>
            <p:nvPr/>
          </p:nvSpPr>
          <p:spPr bwMode="auto">
            <a:xfrm>
              <a:off x="7764" y="3086"/>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Fragmentation</a:t>
              </a:r>
            </a:p>
          </p:txBody>
        </p:sp>
        <p:sp>
          <p:nvSpPr>
            <p:cNvPr id="496657" name="Text Box 16" descr="Zig zag">
              <a:extLst>
                <a:ext uri="{FF2B5EF4-FFF2-40B4-BE49-F238E27FC236}">
                  <a16:creationId xmlns:a16="http://schemas.microsoft.com/office/drawing/2014/main" id="{51BBF8F9-061B-7F78-80BB-3B54D39D0924}"/>
                </a:ext>
              </a:extLst>
            </p:cNvPr>
            <p:cNvSpPr txBox="1">
              <a:spLocks noChangeArrowheads="1"/>
            </p:cNvSpPr>
            <p:nvPr/>
          </p:nvSpPr>
          <p:spPr bwMode="auto">
            <a:xfrm>
              <a:off x="3000" y="4082"/>
              <a:ext cx="1020" cy="42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58" name="Line 17">
              <a:extLst>
                <a:ext uri="{FF2B5EF4-FFF2-40B4-BE49-F238E27FC236}">
                  <a16:creationId xmlns:a16="http://schemas.microsoft.com/office/drawing/2014/main" id="{0855B7C4-B236-F6DD-1696-B9AC1D73F538}"/>
                </a:ext>
              </a:extLst>
            </p:cNvPr>
            <p:cNvSpPr>
              <a:spLocks noChangeShapeType="1"/>
            </p:cNvSpPr>
            <p:nvPr/>
          </p:nvSpPr>
          <p:spPr bwMode="auto">
            <a:xfrm>
              <a:off x="3012" y="350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59" name="Line 18">
              <a:extLst>
                <a:ext uri="{FF2B5EF4-FFF2-40B4-BE49-F238E27FC236}">
                  <a16:creationId xmlns:a16="http://schemas.microsoft.com/office/drawing/2014/main" id="{F8065C81-33E3-50D4-7B89-FF1DDB411CD9}"/>
                </a:ext>
              </a:extLst>
            </p:cNvPr>
            <p:cNvSpPr>
              <a:spLocks noChangeShapeType="1"/>
            </p:cNvSpPr>
            <p:nvPr/>
          </p:nvSpPr>
          <p:spPr bwMode="auto">
            <a:xfrm flipH="1">
              <a:off x="3996" y="3530"/>
              <a:ext cx="564" cy="56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60" name="Text Box 19">
              <a:extLst>
                <a:ext uri="{FF2B5EF4-FFF2-40B4-BE49-F238E27FC236}">
                  <a16:creationId xmlns:a16="http://schemas.microsoft.com/office/drawing/2014/main" id="{6FFEBF3A-B84C-E893-59C7-7356CA328B72}"/>
                </a:ext>
              </a:extLst>
            </p:cNvPr>
            <p:cNvSpPr txBox="1">
              <a:spLocks noChangeArrowheads="1"/>
            </p:cNvSpPr>
            <p:nvPr/>
          </p:nvSpPr>
          <p:spPr bwMode="auto">
            <a:xfrm>
              <a:off x="7680" y="4070"/>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Compression</a:t>
              </a:r>
            </a:p>
          </p:txBody>
        </p:sp>
        <p:sp>
          <p:nvSpPr>
            <p:cNvPr id="496661" name="Text Box 20" descr="Zig zag">
              <a:extLst>
                <a:ext uri="{FF2B5EF4-FFF2-40B4-BE49-F238E27FC236}">
                  <a16:creationId xmlns:a16="http://schemas.microsoft.com/office/drawing/2014/main" id="{D18E2092-242A-C34B-0F66-8A509537749A}"/>
                </a:ext>
              </a:extLst>
            </p:cNvPr>
            <p:cNvSpPr txBox="1">
              <a:spLocks noChangeArrowheads="1"/>
            </p:cNvSpPr>
            <p:nvPr/>
          </p:nvSpPr>
          <p:spPr bwMode="auto">
            <a:xfrm>
              <a:off x="2988" y="5090"/>
              <a:ext cx="1020" cy="420"/>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62" name="Line 21">
              <a:extLst>
                <a:ext uri="{FF2B5EF4-FFF2-40B4-BE49-F238E27FC236}">
                  <a16:creationId xmlns:a16="http://schemas.microsoft.com/office/drawing/2014/main" id="{3E54C9ED-7DE5-92E1-0103-BCA35088B2F9}"/>
                </a:ext>
              </a:extLst>
            </p:cNvPr>
            <p:cNvSpPr>
              <a:spLocks noChangeShapeType="1"/>
            </p:cNvSpPr>
            <p:nvPr/>
          </p:nvSpPr>
          <p:spPr bwMode="auto">
            <a:xfrm>
              <a:off x="3000" y="4514"/>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63" name="Text Box 22" descr="Diagonal brick">
              <a:extLst>
                <a:ext uri="{FF2B5EF4-FFF2-40B4-BE49-F238E27FC236}">
                  <a16:creationId xmlns:a16="http://schemas.microsoft.com/office/drawing/2014/main" id="{3C8DCB88-B492-3B57-8559-0312AEB57CDF}"/>
                </a:ext>
              </a:extLst>
            </p:cNvPr>
            <p:cNvSpPr txBox="1">
              <a:spLocks noChangeArrowheads="1"/>
            </p:cNvSpPr>
            <p:nvPr/>
          </p:nvSpPr>
          <p:spPr bwMode="auto">
            <a:xfrm>
              <a:off x="4008" y="5090"/>
              <a:ext cx="312" cy="420"/>
            </a:xfrm>
            <a:prstGeom prst="rect">
              <a:avLst/>
            </a:prstGeom>
            <a:blipFill dpi="0" rotWithShape="0">
              <a:blip r:embed="rId5"/>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64" name="Line 23">
              <a:extLst>
                <a:ext uri="{FF2B5EF4-FFF2-40B4-BE49-F238E27FC236}">
                  <a16:creationId xmlns:a16="http://schemas.microsoft.com/office/drawing/2014/main" id="{FDC54C9D-FDD2-EDE8-279C-EDE58D5AEA10}"/>
                </a:ext>
              </a:extLst>
            </p:cNvPr>
            <p:cNvSpPr>
              <a:spLocks noChangeShapeType="1"/>
            </p:cNvSpPr>
            <p:nvPr/>
          </p:nvSpPr>
          <p:spPr bwMode="auto">
            <a:xfrm>
              <a:off x="4008" y="452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65" name="Line 24">
              <a:extLst>
                <a:ext uri="{FF2B5EF4-FFF2-40B4-BE49-F238E27FC236}">
                  <a16:creationId xmlns:a16="http://schemas.microsoft.com/office/drawing/2014/main" id="{BF540CFE-0C6E-1B4D-2FBF-D098152161E0}"/>
                </a:ext>
              </a:extLst>
            </p:cNvPr>
            <p:cNvSpPr>
              <a:spLocks noChangeShapeType="1"/>
            </p:cNvSpPr>
            <p:nvPr/>
          </p:nvSpPr>
          <p:spPr bwMode="auto">
            <a:xfrm>
              <a:off x="3804" y="4430"/>
              <a:ext cx="336" cy="68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96666" name="Text Box 25">
              <a:extLst>
                <a:ext uri="{FF2B5EF4-FFF2-40B4-BE49-F238E27FC236}">
                  <a16:creationId xmlns:a16="http://schemas.microsoft.com/office/drawing/2014/main" id="{86A6EA0A-C6BA-77E1-519B-DE5DE72D55F9}"/>
                </a:ext>
              </a:extLst>
            </p:cNvPr>
            <p:cNvSpPr txBox="1">
              <a:spLocks noChangeArrowheads="1"/>
            </p:cNvSpPr>
            <p:nvPr/>
          </p:nvSpPr>
          <p:spPr bwMode="auto">
            <a:xfrm>
              <a:off x="7740" y="5066"/>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Addition of MAC</a:t>
              </a:r>
            </a:p>
          </p:txBody>
        </p:sp>
        <p:sp>
          <p:nvSpPr>
            <p:cNvPr id="496667" name="Text Box 26" descr="Light vertical">
              <a:extLst>
                <a:ext uri="{FF2B5EF4-FFF2-40B4-BE49-F238E27FC236}">
                  <a16:creationId xmlns:a16="http://schemas.microsoft.com/office/drawing/2014/main" id="{09DDB0AE-BA48-EB13-4FFA-30CF8EC55B99}"/>
                </a:ext>
              </a:extLst>
            </p:cNvPr>
            <p:cNvSpPr txBox="1">
              <a:spLocks noChangeArrowheads="1"/>
            </p:cNvSpPr>
            <p:nvPr/>
          </p:nvSpPr>
          <p:spPr bwMode="auto">
            <a:xfrm>
              <a:off x="2976" y="6122"/>
              <a:ext cx="1344" cy="420"/>
            </a:xfrm>
            <a:prstGeom prst="rect">
              <a:avLst/>
            </a:prstGeom>
            <a:blipFill dpi="0" rotWithShape="0">
              <a:blip r:embed="rId6"/>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68" name="Line 27">
              <a:extLst>
                <a:ext uri="{FF2B5EF4-FFF2-40B4-BE49-F238E27FC236}">
                  <a16:creationId xmlns:a16="http://schemas.microsoft.com/office/drawing/2014/main" id="{9DF3996E-9BE2-7907-0D71-59CABB582CF3}"/>
                </a:ext>
              </a:extLst>
            </p:cNvPr>
            <p:cNvSpPr>
              <a:spLocks noChangeShapeType="1"/>
            </p:cNvSpPr>
            <p:nvPr/>
          </p:nvSpPr>
          <p:spPr bwMode="auto">
            <a:xfrm>
              <a:off x="2988" y="554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69" name="Line 28">
              <a:extLst>
                <a:ext uri="{FF2B5EF4-FFF2-40B4-BE49-F238E27FC236}">
                  <a16:creationId xmlns:a16="http://schemas.microsoft.com/office/drawing/2014/main" id="{460267E6-CF48-DF42-5CCB-BFA0220329AC}"/>
                </a:ext>
              </a:extLst>
            </p:cNvPr>
            <p:cNvSpPr>
              <a:spLocks noChangeShapeType="1"/>
            </p:cNvSpPr>
            <p:nvPr/>
          </p:nvSpPr>
          <p:spPr bwMode="auto">
            <a:xfrm>
              <a:off x="4320" y="5570"/>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70" name="Text Box 29">
              <a:extLst>
                <a:ext uri="{FF2B5EF4-FFF2-40B4-BE49-F238E27FC236}">
                  <a16:creationId xmlns:a16="http://schemas.microsoft.com/office/drawing/2014/main" id="{4AA09B5F-F60B-DE3B-CD1B-5DBD5D116EFE}"/>
                </a:ext>
              </a:extLst>
            </p:cNvPr>
            <p:cNvSpPr txBox="1">
              <a:spLocks noChangeArrowheads="1"/>
            </p:cNvSpPr>
            <p:nvPr/>
          </p:nvSpPr>
          <p:spPr bwMode="auto">
            <a:xfrm>
              <a:off x="7860" y="6086"/>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Encryption</a:t>
              </a:r>
            </a:p>
          </p:txBody>
        </p:sp>
        <p:sp>
          <p:nvSpPr>
            <p:cNvPr id="496671" name="Text Box 30" descr="Light vertical">
              <a:extLst>
                <a:ext uri="{FF2B5EF4-FFF2-40B4-BE49-F238E27FC236}">
                  <a16:creationId xmlns:a16="http://schemas.microsoft.com/office/drawing/2014/main" id="{C77A911C-23F9-440A-D9B4-BC29F0779683}"/>
                </a:ext>
              </a:extLst>
            </p:cNvPr>
            <p:cNvSpPr txBox="1">
              <a:spLocks noChangeArrowheads="1"/>
            </p:cNvSpPr>
            <p:nvPr/>
          </p:nvSpPr>
          <p:spPr bwMode="auto">
            <a:xfrm>
              <a:off x="2964" y="7142"/>
              <a:ext cx="1344" cy="420"/>
            </a:xfrm>
            <a:prstGeom prst="rect">
              <a:avLst/>
            </a:prstGeom>
            <a:blipFill dpi="0" rotWithShape="0">
              <a:blip r:embed="rId6"/>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72" name="Line 31">
              <a:extLst>
                <a:ext uri="{FF2B5EF4-FFF2-40B4-BE49-F238E27FC236}">
                  <a16:creationId xmlns:a16="http://schemas.microsoft.com/office/drawing/2014/main" id="{BDF19512-BD20-F49D-5ED0-8C7C009F73C4}"/>
                </a:ext>
              </a:extLst>
            </p:cNvPr>
            <p:cNvSpPr>
              <a:spLocks noChangeShapeType="1"/>
            </p:cNvSpPr>
            <p:nvPr/>
          </p:nvSpPr>
          <p:spPr bwMode="auto">
            <a:xfrm>
              <a:off x="2976" y="6566"/>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73" name="Line 32">
              <a:extLst>
                <a:ext uri="{FF2B5EF4-FFF2-40B4-BE49-F238E27FC236}">
                  <a16:creationId xmlns:a16="http://schemas.microsoft.com/office/drawing/2014/main" id="{15DE6D80-6734-6CE2-897E-2E6491B94D5C}"/>
                </a:ext>
              </a:extLst>
            </p:cNvPr>
            <p:cNvSpPr>
              <a:spLocks noChangeShapeType="1"/>
            </p:cNvSpPr>
            <p:nvPr/>
          </p:nvSpPr>
          <p:spPr bwMode="auto">
            <a:xfrm>
              <a:off x="4308" y="6590"/>
              <a:ext cx="0" cy="54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496674" name="Text Box 33" descr="Light horizontal">
              <a:extLst>
                <a:ext uri="{FF2B5EF4-FFF2-40B4-BE49-F238E27FC236}">
                  <a16:creationId xmlns:a16="http://schemas.microsoft.com/office/drawing/2014/main" id="{75699562-0272-7DE5-0331-DD1E9527EF0C}"/>
                </a:ext>
              </a:extLst>
            </p:cNvPr>
            <p:cNvSpPr txBox="1">
              <a:spLocks noChangeArrowheads="1"/>
            </p:cNvSpPr>
            <p:nvPr/>
          </p:nvSpPr>
          <p:spPr bwMode="auto">
            <a:xfrm>
              <a:off x="2640" y="7142"/>
              <a:ext cx="312" cy="420"/>
            </a:xfrm>
            <a:prstGeom prst="rect">
              <a:avLst/>
            </a:prstGeom>
            <a:blipFill dpi="0" rotWithShape="0">
              <a:blip r:embed="rId7"/>
              <a:srcRect/>
              <a:tile tx="0" ty="0" sx="100000" sy="100000" flip="none" algn="tl"/>
            </a:blip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200">
                <a:latin typeface="Times New Roman" panose="02020603050405020304" pitchFamily="18" charset="0"/>
              </a:endParaRPr>
            </a:p>
          </p:txBody>
        </p:sp>
        <p:sp>
          <p:nvSpPr>
            <p:cNvPr id="496675" name="Text Box 34">
              <a:extLst>
                <a:ext uri="{FF2B5EF4-FFF2-40B4-BE49-F238E27FC236}">
                  <a16:creationId xmlns:a16="http://schemas.microsoft.com/office/drawing/2014/main" id="{244B0A76-C499-304F-0B0C-14FBB1808C38}"/>
                </a:ext>
              </a:extLst>
            </p:cNvPr>
            <p:cNvSpPr txBox="1">
              <a:spLocks noChangeArrowheads="1"/>
            </p:cNvSpPr>
            <p:nvPr/>
          </p:nvSpPr>
          <p:spPr bwMode="auto">
            <a:xfrm>
              <a:off x="7728" y="7118"/>
              <a:ext cx="2100"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Append header</a:t>
              </a:r>
            </a:p>
          </p:txBody>
        </p:sp>
      </p:grpSp>
    </p:spTree>
  </p:cSld>
  <p:clrMapOvr>
    <a:masterClrMapping/>
  </p:clrMapOvr>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Slide Number Placeholder 5">
            <a:extLst>
              <a:ext uri="{FF2B5EF4-FFF2-40B4-BE49-F238E27FC236}">
                <a16:creationId xmlns:a16="http://schemas.microsoft.com/office/drawing/2014/main" id="{610FEC12-644F-A210-440C-40FC4DFE92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B2AEFF5-E17F-40A2-B914-3FF10319D298}" type="slidenum">
              <a:rPr lang="en-US" altLang="en-US" sz="1400"/>
              <a:pPr>
                <a:spcBef>
                  <a:spcPct val="0"/>
                </a:spcBef>
                <a:buClrTx/>
                <a:buSzTx/>
                <a:buFontTx/>
                <a:buNone/>
              </a:pPr>
              <a:t>263</a:t>
            </a:fld>
            <a:endParaRPr lang="en-US" altLang="en-US" sz="1400"/>
          </a:p>
        </p:txBody>
      </p:sp>
      <p:sp>
        <p:nvSpPr>
          <p:cNvPr id="498691" name="Rectangle 2">
            <a:extLst>
              <a:ext uri="{FF2B5EF4-FFF2-40B4-BE49-F238E27FC236}">
                <a16:creationId xmlns:a16="http://schemas.microsoft.com/office/drawing/2014/main" id="{47A27F7E-8B90-8791-89E3-FAC850F775F9}"/>
              </a:ext>
            </a:extLst>
          </p:cNvPr>
          <p:cNvSpPr>
            <a:spLocks noGrp="1" noChangeArrowheads="1"/>
          </p:cNvSpPr>
          <p:nvPr>
            <p:ph type="title"/>
          </p:nvPr>
        </p:nvSpPr>
        <p:spPr>
          <a:xfrm>
            <a:off x="2674939" y="214314"/>
            <a:ext cx="7793037" cy="776287"/>
          </a:xfrm>
        </p:spPr>
        <p:txBody>
          <a:bodyPr/>
          <a:lstStyle/>
          <a:p>
            <a:pPr eaLnBrk="1" hangingPunct="1"/>
            <a:r>
              <a:rPr lang="en-US" altLang="en-US" sz="4000"/>
              <a:t>SSL Alert Protocol</a:t>
            </a:r>
          </a:p>
        </p:txBody>
      </p:sp>
      <p:graphicFrame>
        <p:nvGraphicFramePr>
          <p:cNvPr id="405530" name="Group 26">
            <a:extLst>
              <a:ext uri="{FF2B5EF4-FFF2-40B4-BE49-F238E27FC236}">
                <a16:creationId xmlns:a16="http://schemas.microsoft.com/office/drawing/2014/main" id="{7410D3E1-65F5-B1B7-37B8-1F0E2482677E}"/>
              </a:ext>
            </a:extLst>
          </p:cNvPr>
          <p:cNvGraphicFramePr>
            <a:graphicFrameLocks noGrp="1"/>
          </p:cNvGraphicFramePr>
          <p:nvPr>
            <p:ph idx="1"/>
          </p:nvPr>
        </p:nvGraphicFramePr>
        <p:xfrm>
          <a:off x="2286000" y="1295400"/>
          <a:ext cx="7772400" cy="5334002"/>
        </p:xfrm>
        <a:graphic>
          <a:graphicData uri="http://schemas.openxmlformats.org/drawingml/2006/table">
            <a:tbl>
              <a:tblPr/>
              <a:tblGrid>
                <a:gridCol w="2386013">
                  <a:extLst>
                    <a:ext uri="{9D8B030D-6E8A-4147-A177-3AD203B41FA5}">
                      <a16:colId xmlns:a16="http://schemas.microsoft.com/office/drawing/2014/main" val="20000"/>
                    </a:ext>
                  </a:extLst>
                </a:gridCol>
                <a:gridCol w="5386387">
                  <a:extLst>
                    <a:ext uri="{9D8B030D-6E8A-4147-A177-3AD203B41FA5}">
                      <a16:colId xmlns:a16="http://schemas.microsoft.com/office/drawing/2014/main" val="20001"/>
                    </a:ext>
                  </a:extLst>
                </a:gridCol>
              </a:tblGrid>
              <a:tr h="736600">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1" i="0" u="none" strike="noStrike" cap="none" normalizeH="0" baseline="0">
                          <a:ln>
                            <a:noFill/>
                          </a:ln>
                          <a:solidFill>
                            <a:srgbClr val="FFFFFF"/>
                          </a:solidFill>
                          <a:effectLst/>
                          <a:latin typeface="Times New Roman" pitchFamily="18" charset="0"/>
                          <a:cs typeface="Times New Roman" pitchFamily="18" charset="0"/>
                        </a:rPr>
                        <a:t>Alert </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solidFill>
                      <a:srgbClr val="000080"/>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1" i="0" u="none" strike="noStrike" cap="none" normalizeH="0" baseline="0">
                          <a:ln>
                            <a:noFill/>
                          </a:ln>
                          <a:solidFill>
                            <a:srgbClr val="FFFFFF"/>
                          </a:solidFill>
                          <a:effectLst/>
                          <a:latin typeface="Times New Roman" pitchFamily="18" charset="0"/>
                          <a:cs typeface="Times New Roman" pitchFamily="18" charset="0"/>
                        </a:rPr>
                        <a:t>Description</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solidFill>
                      <a:srgbClr val="000080"/>
                    </a:solidFill>
                  </a:tcPr>
                </a:tc>
                <a:extLst>
                  <a:ext uri="{0D108BD9-81ED-4DB2-BD59-A6C34878D82A}">
                    <a16:rowId xmlns:a16="http://schemas.microsoft.com/office/drawing/2014/main" val="10000"/>
                  </a:ext>
                </a:extLst>
              </a:tr>
              <a:tr h="738188">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Unexpected message</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An inappropriate message was received.</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36600">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Bad record MAC</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 message is received without a correct MAC.</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38188">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Decompression failure</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The decompression function received an improper input. </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19221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Handshake failure</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Sender was unable to negotiate an acceptable set of security parameters from the available options.</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119221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Illegal parameters</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 field in the handshake message was out of range or was inconsistent with the other fields.</a:t>
                      </a:r>
                      <a:endParaRPr kumimoji="0" lang="en-US" sz="4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80"/>
                      </a:solidFill>
                      <a:prstDash val="solid"/>
                      <a:round/>
                      <a:headEnd type="none" w="sm" len="sm"/>
                      <a:tailEnd type="none" w="sm" len="sm"/>
                    </a:lnL>
                    <a:lnR w="12700" cap="flat" cmpd="sng" algn="ctr">
                      <a:solidFill>
                        <a:srgbClr val="000080"/>
                      </a:solidFill>
                      <a:prstDash val="solid"/>
                      <a:round/>
                      <a:headEnd type="none" w="sm" len="sm"/>
                      <a:tailEnd type="none" w="sm" len="sm"/>
                    </a:lnR>
                    <a:lnT w="12700" cap="flat" cmpd="sng" algn="ctr">
                      <a:solidFill>
                        <a:srgbClr val="000080"/>
                      </a:solidFill>
                      <a:prstDash val="solid"/>
                      <a:round/>
                      <a:headEnd type="none" w="sm" len="sm"/>
                      <a:tailEnd type="none" w="sm" len="sm"/>
                    </a:lnT>
                    <a:lnB w="12700" cap="flat" cmpd="sng" algn="ctr">
                      <a:solidFill>
                        <a:srgbClr val="000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16">
            <a:extLst>
              <a:ext uri="{FF2B5EF4-FFF2-40B4-BE49-F238E27FC236}">
                <a16:creationId xmlns:a16="http://schemas.microsoft.com/office/drawing/2014/main" id="{03EDB6F5-A250-B6DB-CB92-746739632A8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BAFD622-3617-44AE-9FF8-2CBF41F5E712}" type="slidenum">
              <a:rPr lang="en-US" altLang="en-US" sz="1400">
                <a:solidFill>
                  <a:schemeClr val="bg2"/>
                </a:solidFill>
              </a:rPr>
              <a:pPr>
                <a:spcBef>
                  <a:spcPct val="0"/>
                </a:spcBef>
                <a:buClrTx/>
                <a:buSzTx/>
                <a:buFontTx/>
                <a:buNone/>
              </a:pPr>
              <a:t>264</a:t>
            </a:fld>
            <a:endParaRPr lang="en-US" altLang="en-US" sz="1400">
              <a:solidFill>
                <a:schemeClr val="bg2"/>
              </a:solidFill>
            </a:endParaRPr>
          </a:p>
        </p:txBody>
      </p:sp>
      <p:sp>
        <p:nvSpPr>
          <p:cNvPr id="575491" name="Rectangle 4">
            <a:extLst>
              <a:ext uri="{FF2B5EF4-FFF2-40B4-BE49-F238E27FC236}">
                <a16:creationId xmlns:a16="http://schemas.microsoft.com/office/drawing/2014/main" id="{24013BE7-F0BC-B33F-9C34-66EC174AC6D0}"/>
              </a:ext>
            </a:extLst>
          </p:cNvPr>
          <p:cNvSpPr>
            <a:spLocks noGrp="1" noChangeArrowheads="1"/>
          </p:cNvSpPr>
          <p:nvPr>
            <p:ph type="ctrTitle"/>
          </p:nvPr>
        </p:nvSpPr>
        <p:spPr/>
        <p:txBody>
          <a:bodyPr/>
          <a:lstStyle/>
          <a:p>
            <a:pPr eaLnBrk="1" hangingPunct="1"/>
            <a:r>
              <a:rPr lang="en-US" altLang="en-US"/>
              <a:t>Email Security</a:t>
            </a:r>
          </a:p>
        </p:txBody>
      </p:sp>
      <p:sp>
        <p:nvSpPr>
          <p:cNvPr id="575492" name="Rectangle 5">
            <a:extLst>
              <a:ext uri="{FF2B5EF4-FFF2-40B4-BE49-F238E27FC236}">
                <a16:creationId xmlns:a16="http://schemas.microsoft.com/office/drawing/2014/main" id="{10B581ED-D556-A70E-16F4-F3EF51B164DF}"/>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16">
            <a:extLst>
              <a:ext uri="{FF2B5EF4-FFF2-40B4-BE49-F238E27FC236}">
                <a16:creationId xmlns:a16="http://schemas.microsoft.com/office/drawing/2014/main" id="{8D9E6E57-5A7C-CF72-CE49-1B445A97F54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D5760A5-9E83-406C-B581-ECB5816BB845}" type="slidenum">
              <a:rPr lang="en-US" altLang="en-US" sz="1400">
                <a:solidFill>
                  <a:schemeClr val="bg2"/>
                </a:solidFill>
              </a:rPr>
              <a:pPr>
                <a:spcBef>
                  <a:spcPct val="0"/>
                </a:spcBef>
                <a:buClrTx/>
                <a:buSzTx/>
                <a:buFontTx/>
                <a:buNone/>
              </a:pPr>
              <a:t>265</a:t>
            </a:fld>
            <a:endParaRPr lang="en-US" altLang="en-US" sz="1400">
              <a:solidFill>
                <a:schemeClr val="bg2"/>
              </a:solidFill>
            </a:endParaRPr>
          </a:p>
        </p:txBody>
      </p:sp>
      <p:sp>
        <p:nvSpPr>
          <p:cNvPr id="598019" name="Rectangle 2">
            <a:extLst>
              <a:ext uri="{FF2B5EF4-FFF2-40B4-BE49-F238E27FC236}">
                <a16:creationId xmlns:a16="http://schemas.microsoft.com/office/drawing/2014/main" id="{4D69A60F-EBF4-BBE2-42B5-ED363CA8B133}"/>
              </a:ext>
            </a:extLst>
          </p:cNvPr>
          <p:cNvSpPr>
            <a:spLocks noGrp="1" noChangeArrowheads="1"/>
          </p:cNvSpPr>
          <p:nvPr>
            <p:ph type="ctrTitle"/>
          </p:nvPr>
        </p:nvSpPr>
        <p:spPr/>
        <p:txBody>
          <a:bodyPr/>
          <a:lstStyle/>
          <a:p>
            <a:pPr eaLnBrk="1" hangingPunct="1"/>
            <a:r>
              <a:rPr lang="en-US" altLang="en-US"/>
              <a:t>Pretty Good Privacy (PGP)</a:t>
            </a:r>
            <a:endParaRPr lang="en-GB" altLang="en-US"/>
          </a:p>
        </p:txBody>
      </p:sp>
      <p:sp>
        <p:nvSpPr>
          <p:cNvPr id="598020" name="Rectangle 3">
            <a:extLst>
              <a:ext uri="{FF2B5EF4-FFF2-40B4-BE49-F238E27FC236}">
                <a16:creationId xmlns:a16="http://schemas.microsoft.com/office/drawing/2014/main" id="{6E971F2F-4857-3636-ABD3-9D885BE56ADA}"/>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Slide Number Placeholder 4">
            <a:extLst>
              <a:ext uri="{FF2B5EF4-FFF2-40B4-BE49-F238E27FC236}">
                <a16:creationId xmlns:a16="http://schemas.microsoft.com/office/drawing/2014/main" id="{2598A57B-30B2-EE1E-B5BB-1645EB1371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CE063B7-8A64-4078-89A0-099A68BE0836}" type="slidenum">
              <a:rPr lang="en-US" altLang="en-US" sz="1400"/>
              <a:pPr>
                <a:spcBef>
                  <a:spcPct val="0"/>
                </a:spcBef>
                <a:buClrTx/>
                <a:buSzTx/>
                <a:buFontTx/>
                <a:buNone/>
              </a:pPr>
              <a:t>266</a:t>
            </a:fld>
            <a:endParaRPr lang="en-US" altLang="en-US" sz="1400"/>
          </a:p>
        </p:txBody>
      </p:sp>
      <p:sp>
        <p:nvSpPr>
          <p:cNvPr id="600067" name="Rectangle 2">
            <a:extLst>
              <a:ext uri="{FF2B5EF4-FFF2-40B4-BE49-F238E27FC236}">
                <a16:creationId xmlns:a16="http://schemas.microsoft.com/office/drawing/2014/main" id="{2E9812BA-0188-EAF1-894C-91A0ACA22A33}"/>
              </a:ext>
            </a:extLst>
          </p:cNvPr>
          <p:cNvSpPr>
            <a:spLocks noGrp="1" noChangeArrowheads="1"/>
          </p:cNvSpPr>
          <p:nvPr>
            <p:ph type="title"/>
          </p:nvPr>
        </p:nvSpPr>
        <p:spPr>
          <a:xfrm>
            <a:off x="2133600" y="228600"/>
            <a:ext cx="7772400" cy="1143000"/>
          </a:xfrm>
        </p:spPr>
        <p:txBody>
          <a:bodyPr/>
          <a:lstStyle/>
          <a:p>
            <a:pPr eaLnBrk="1" hangingPunct="1"/>
            <a:r>
              <a:rPr lang="en-US" altLang="en-US"/>
              <a:t>PGP Security Features</a:t>
            </a:r>
          </a:p>
        </p:txBody>
      </p:sp>
      <p:sp>
        <p:nvSpPr>
          <p:cNvPr id="600068" name="Rectangle 3">
            <a:extLst>
              <a:ext uri="{FF2B5EF4-FFF2-40B4-BE49-F238E27FC236}">
                <a16:creationId xmlns:a16="http://schemas.microsoft.com/office/drawing/2014/main" id="{D94868D8-802A-DC1D-0334-2AEEAF82CA7A}"/>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00069" name="Group 4">
            <a:extLst>
              <a:ext uri="{FF2B5EF4-FFF2-40B4-BE49-F238E27FC236}">
                <a16:creationId xmlns:a16="http://schemas.microsoft.com/office/drawing/2014/main" id="{B0379856-41FD-70C6-B60F-B71774563B17}"/>
              </a:ext>
            </a:extLst>
          </p:cNvPr>
          <p:cNvGrpSpPr>
            <a:grpSpLocks/>
          </p:cNvGrpSpPr>
          <p:nvPr/>
        </p:nvGrpSpPr>
        <p:grpSpPr bwMode="auto">
          <a:xfrm>
            <a:off x="2590800" y="1981200"/>
            <a:ext cx="7162800" cy="3581400"/>
            <a:chOff x="2556" y="9723"/>
            <a:chExt cx="7128" cy="2292"/>
          </a:xfrm>
        </p:grpSpPr>
        <p:sp>
          <p:nvSpPr>
            <p:cNvPr id="600070" name="Rectangle 5">
              <a:extLst>
                <a:ext uri="{FF2B5EF4-FFF2-40B4-BE49-F238E27FC236}">
                  <a16:creationId xmlns:a16="http://schemas.microsoft.com/office/drawing/2014/main" id="{EC8798E4-74AF-C4B2-0194-C6185DA80D30}"/>
                </a:ext>
              </a:extLst>
            </p:cNvPr>
            <p:cNvSpPr>
              <a:spLocks noChangeArrowheads="1"/>
            </p:cNvSpPr>
            <p:nvPr/>
          </p:nvSpPr>
          <p:spPr bwMode="auto">
            <a:xfrm>
              <a:off x="2556" y="9723"/>
              <a:ext cx="7128" cy="229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0071" name="Text Box 6">
              <a:extLst>
                <a:ext uri="{FF2B5EF4-FFF2-40B4-BE49-F238E27FC236}">
                  <a16:creationId xmlns:a16="http://schemas.microsoft.com/office/drawing/2014/main" id="{21044AD0-6686-D7AB-E79B-0DEF499DC7A6}"/>
                </a:ext>
              </a:extLst>
            </p:cNvPr>
            <p:cNvSpPr txBox="1">
              <a:spLocks noChangeArrowheads="1"/>
            </p:cNvSpPr>
            <p:nvPr/>
          </p:nvSpPr>
          <p:spPr bwMode="auto">
            <a:xfrm>
              <a:off x="4572" y="10133"/>
              <a:ext cx="3228" cy="42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dirty="0">
                  <a:latin typeface="Times New Roman" panose="02020603050405020304" pitchFamily="18" charset="0"/>
                </a:rPr>
                <a:t>Pretty Good Privacy (PGP)</a:t>
              </a:r>
            </a:p>
          </p:txBody>
        </p:sp>
        <p:sp>
          <p:nvSpPr>
            <p:cNvPr id="600072" name="Text Box 7">
              <a:extLst>
                <a:ext uri="{FF2B5EF4-FFF2-40B4-BE49-F238E27FC236}">
                  <a16:creationId xmlns:a16="http://schemas.microsoft.com/office/drawing/2014/main" id="{3513B8D2-2684-5AFC-2BDE-90C53B338D5D}"/>
                </a:ext>
              </a:extLst>
            </p:cNvPr>
            <p:cNvSpPr txBox="1">
              <a:spLocks noChangeArrowheads="1"/>
            </p:cNvSpPr>
            <p:nvPr/>
          </p:nvSpPr>
          <p:spPr bwMode="auto">
            <a:xfrm>
              <a:off x="3336" y="11167"/>
              <a:ext cx="1752" cy="43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Encryption</a:t>
              </a:r>
            </a:p>
          </p:txBody>
        </p:sp>
        <p:sp>
          <p:nvSpPr>
            <p:cNvPr id="600073" name="Text Box 8">
              <a:extLst>
                <a:ext uri="{FF2B5EF4-FFF2-40B4-BE49-F238E27FC236}">
                  <a16:creationId xmlns:a16="http://schemas.microsoft.com/office/drawing/2014/main" id="{835843A7-68D2-B0F6-8963-69096E23BDBA}"/>
                </a:ext>
              </a:extLst>
            </p:cNvPr>
            <p:cNvSpPr txBox="1">
              <a:spLocks noChangeArrowheads="1"/>
            </p:cNvSpPr>
            <p:nvPr/>
          </p:nvSpPr>
          <p:spPr bwMode="auto">
            <a:xfrm>
              <a:off x="5220" y="11167"/>
              <a:ext cx="1752" cy="43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Non-repudiation</a:t>
              </a:r>
            </a:p>
          </p:txBody>
        </p:sp>
        <p:sp>
          <p:nvSpPr>
            <p:cNvPr id="600074" name="Text Box 9">
              <a:extLst>
                <a:ext uri="{FF2B5EF4-FFF2-40B4-BE49-F238E27FC236}">
                  <a16:creationId xmlns:a16="http://schemas.microsoft.com/office/drawing/2014/main" id="{5BD22DF1-A166-510E-5E3B-ECD6020D34C6}"/>
                </a:ext>
              </a:extLst>
            </p:cNvPr>
            <p:cNvSpPr txBox="1">
              <a:spLocks noChangeArrowheads="1"/>
            </p:cNvSpPr>
            <p:nvPr/>
          </p:nvSpPr>
          <p:spPr bwMode="auto">
            <a:xfrm>
              <a:off x="7116" y="11167"/>
              <a:ext cx="1812" cy="43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2000" b="1">
                  <a:latin typeface="Times New Roman" panose="02020603050405020304" pitchFamily="18" charset="0"/>
                </a:rPr>
                <a:t>Message integrity</a:t>
              </a:r>
            </a:p>
          </p:txBody>
        </p:sp>
        <p:sp>
          <p:nvSpPr>
            <p:cNvPr id="600075" name="Line 10">
              <a:extLst>
                <a:ext uri="{FF2B5EF4-FFF2-40B4-BE49-F238E27FC236}">
                  <a16:creationId xmlns:a16="http://schemas.microsoft.com/office/drawing/2014/main" id="{C788BA0F-A22F-2D76-4E63-4C2C157C1CC5}"/>
                </a:ext>
              </a:extLst>
            </p:cNvPr>
            <p:cNvSpPr>
              <a:spLocks noChangeShapeType="1"/>
            </p:cNvSpPr>
            <p:nvPr/>
          </p:nvSpPr>
          <p:spPr bwMode="auto">
            <a:xfrm>
              <a:off x="6024" y="10553"/>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0076" name="Line 11">
              <a:extLst>
                <a:ext uri="{FF2B5EF4-FFF2-40B4-BE49-F238E27FC236}">
                  <a16:creationId xmlns:a16="http://schemas.microsoft.com/office/drawing/2014/main" id="{510DDACF-6B35-21AF-FA8B-C764F7B3838A}"/>
                </a:ext>
              </a:extLst>
            </p:cNvPr>
            <p:cNvSpPr>
              <a:spLocks noChangeShapeType="1"/>
            </p:cNvSpPr>
            <p:nvPr/>
          </p:nvSpPr>
          <p:spPr bwMode="auto">
            <a:xfrm>
              <a:off x="4128" y="10829"/>
              <a:ext cx="39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0077" name="Line 12">
              <a:extLst>
                <a:ext uri="{FF2B5EF4-FFF2-40B4-BE49-F238E27FC236}">
                  <a16:creationId xmlns:a16="http://schemas.microsoft.com/office/drawing/2014/main" id="{53254378-1AFD-7DDF-D4F2-467D69323808}"/>
                </a:ext>
              </a:extLst>
            </p:cNvPr>
            <p:cNvSpPr>
              <a:spLocks noChangeShapeType="1"/>
            </p:cNvSpPr>
            <p:nvPr/>
          </p:nvSpPr>
          <p:spPr bwMode="auto">
            <a:xfrm>
              <a:off x="4128" y="10829"/>
              <a:ext cx="0" cy="3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0078" name="Line 13">
              <a:extLst>
                <a:ext uri="{FF2B5EF4-FFF2-40B4-BE49-F238E27FC236}">
                  <a16:creationId xmlns:a16="http://schemas.microsoft.com/office/drawing/2014/main" id="{25535A5D-7142-0DB3-8B65-DF8D70C74637}"/>
                </a:ext>
              </a:extLst>
            </p:cNvPr>
            <p:cNvSpPr>
              <a:spLocks noChangeShapeType="1"/>
            </p:cNvSpPr>
            <p:nvPr/>
          </p:nvSpPr>
          <p:spPr bwMode="auto">
            <a:xfrm>
              <a:off x="8064" y="10829"/>
              <a:ext cx="0"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ransition/>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Slide Number Placeholder 4">
            <a:extLst>
              <a:ext uri="{FF2B5EF4-FFF2-40B4-BE49-F238E27FC236}">
                <a16:creationId xmlns:a16="http://schemas.microsoft.com/office/drawing/2014/main" id="{9A4A4BE1-D92E-2CE8-2E1B-32A9FF92BE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4D3025C-89FA-4F42-B1CE-4B11EE0CFB90}" type="slidenum">
              <a:rPr lang="en-US" altLang="en-US" sz="1400"/>
              <a:pPr>
                <a:spcBef>
                  <a:spcPct val="0"/>
                </a:spcBef>
                <a:buClrTx/>
                <a:buSzTx/>
                <a:buFontTx/>
                <a:buNone/>
              </a:pPr>
              <a:t>267</a:t>
            </a:fld>
            <a:endParaRPr lang="en-US" altLang="en-US" sz="1400"/>
          </a:p>
        </p:txBody>
      </p:sp>
      <p:sp>
        <p:nvSpPr>
          <p:cNvPr id="602115" name="Rectangle 2">
            <a:extLst>
              <a:ext uri="{FF2B5EF4-FFF2-40B4-BE49-F238E27FC236}">
                <a16:creationId xmlns:a16="http://schemas.microsoft.com/office/drawing/2014/main" id="{1A729518-6FF1-343B-22A1-814D15C1C274}"/>
              </a:ext>
            </a:extLst>
          </p:cNvPr>
          <p:cNvSpPr>
            <a:spLocks noGrp="1" noChangeArrowheads="1"/>
          </p:cNvSpPr>
          <p:nvPr>
            <p:ph type="title"/>
          </p:nvPr>
        </p:nvSpPr>
        <p:spPr>
          <a:xfrm>
            <a:off x="2133600" y="228600"/>
            <a:ext cx="7772400" cy="1143000"/>
          </a:xfrm>
        </p:spPr>
        <p:txBody>
          <a:bodyPr/>
          <a:lstStyle/>
          <a:p>
            <a:pPr eaLnBrk="1" hangingPunct="1"/>
            <a:r>
              <a:rPr lang="en-US" altLang="en-US"/>
              <a:t>PGP Operations</a:t>
            </a:r>
          </a:p>
        </p:txBody>
      </p:sp>
      <p:sp>
        <p:nvSpPr>
          <p:cNvPr id="602116" name="Rectangle 3">
            <a:extLst>
              <a:ext uri="{FF2B5EF4-FFF2-40B4-BE49-F238E27FC236}">
                <a16:creationId xmlns:a16="http://schemas.microsoft.com/office/drawing/2014/main" id="{F3626605-BF17-13AF-A2D3-8D2C6E35F526}"/>
              </a:ext>
            </a:extLst>
          </p:cNvPr>
          <p:cNvSpPr>
            <a:spLocks noChangeArrowheads="1"/>
          </p:cNvSpPr>
          <p:nvPr/>
        </p:nvSpPr>
        <p:spPr bwMode="auto">
          <a:xfrm>
            <a:off x="5610225" y="30480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02117" name="Group 4">
            <a:extLst>
              <a:ext uri="{FF2B5EF4-FFF2-40B4-BE49-F238E27FC236}">
                <a16:creationId xmlns:a16="http://schemas.microsoft.com/office/drawing/2014/main" id="{487411C0-DB88-BB37-BAB9-8CEB09C3E9BF}"/>
              </a:ext>
            </a:extLst>
          </p:cNvPr>
          <p:cNvGrpSpPr>
            <a:grpSpLocks/>
          </p:cNvGrpSpPr>
          <p:nvPr/>
        </p:nvGrpSpPr>
        <p:grpSpPr bwMode="auto">
          <a:xfrm>
            <a:off x="3738563" y="1846263"/>
            <a:ext cx="4030662" cy="4343400"/>
            <a:chOff x="4332" y="1560"/>
            <a:chExt cx="3780" cy="4452"/>
          </a:xfrm>
        </p:grpSpPr>
        <p:sp>
          <p:nvSpPr>
            <p:cNvPr id="602118" name="Rectangle 5">
              <a:extLst>
                <a:ext uri="{FF2B5EF4-FFF2-40B4-BE49-F238E27FC236}">
                  <a16:creationId xmlns:a16="http://schemas.microsoft.com/office/drawing/2014/main" id="{DB908F2C-D578-B725-1ABE-C09008FF50D2}"/>
                </a:ext>
              </a:extLst>
            </p:cNvPr>
            <p:cNvSpPr>
              <a:spLocks noChangeArrowheads="1"/>
            </p:cNvSpPr>
            <p:nvPr/>
          </p:nvSpPr>
          <p:spPr bwMode="auto">
            <a:xfrm>
              <a:off x="4332" y="1560"/>
              <a:ext cx="3780" cy="445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2119" name="Text Box 6">
              <a:extLst>
                <a:ext uri="{FF2B5EF4-FFF2-40B4-BE49-F238E27FC236}">
                  <a16:creationId xmlns:a16="http://schemas.microsoft.com/office/drawing/2014/main" id="{7D001DF8-6F17-457E-4EF4-3BA6F1405F04}"/>
                </a:ext>
              </a:extLst>
            </p:cNvPr>
            <p:cNvSpPr txBox="1">
              <a:spLocks noChangeArrowheads="1"/>
            </p:cNvSpPr>
            <p:nvPr/>
          </p:nvSpPr>
          <p:spPr bwMode="auto">
            <a:xfrm>
              <a:off x="5064" y="2030"/>
              <a:ext cx="2424" cy="408"/>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1. Digital Signature</a:t>
              </a:r>
              <a:r>
                <a:rPr lang="en-US" altLang="en-US" sz="1200" b="1">
                  <a:latin typeface="Times New Roman" panose="02020603050405020304" pitchFamily="18" charset="0"/>
                </a:rPr>
                <a:t> </a:t>
              </a:r>
            </a:p>
          </p:txBody>
        </p:sp>
        <p:sp>
          <p:nvSpPr>
            <p:cNvPr id="602120" name="Text Box 7">
              <a:extLst>
                <a:ext uri="{FF2B5EF4-FFF2-40B4-BE49-F238E27FC236}">
                  <a16:creationId xmlns:a16="http://schemas.microsoft.com/office/drawing/2014/main" id="{033E91BB-35B5-08A8-BC71-A38195EFC9C3}"/>
                </a:ext>
              </a:extLst>
            </p:cNvPr>
            <p:cNvSpPr txBox="1">
              <a:spLocks noChangeArrowheads="1"/>
            </p:cNvSpPr>
            <p:nvPr/>
          </p:nvSpPr>
          <p:spPr bwMode="auto">
            <a:xfrm>
              <a:off x="5064" y="2810"/>
              <a:ext cx="2417" cy="408"/>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2. Compression</a:t>
              </a:r>
            </a:p>
          </p:txBody>
        </p:sp>
        <p:sp>
          <p:nvSpPr>
            <p:cNvPr id="602121" name="AutoShape 8">
              <a:extLst>
                <a:ext uri="{FF2B5EF4-FFF2-40B4-BE49-F238E27FC236}">
                  <a16:creationId xmlns:a16="http://schemas.microsoft.com/office/drawing/2014/main" id="{18D352B4-AC92-692C-3AAC-3B5AA5FA2847}"/>
                </a:ext>
              </a:extLst>
            </p:cNvPr>
            <p:cNvSpPr>
              <a:spLocks noChangeArrowheads="1"/>
            </p:cNvSpPr>
            <p:nvPr/>
          </p:nvSpPr>
          <p:spPr bwMode="auto">
            <a:xfrm>
              <a:off x="6048" y="2450"/>
              <a:ext cx="360" cy="360"/>
            </a:xfrm>
            <a:prstGeom prst="downArrow">
              <a:avLst>
                <a:gd name="adj1" fmla="val 50000"/>
                <a:gd name="adj2" fmla="val 25000"/>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2122" name="Text Box 9">
              <a:extLst>
                <a:ext uri="{FF2B5EF4-FFF2-40B4-BE49-F238E27FC236}">
                  <a16:creationId xmlns:a16="http://schemas.microsoft.com/office/drawing/2014/main" id="{1AF5F5FA-662E-7A28-2694-15F04BFDA08D}"/>
                </a:ext>
              </a:extLst>
            </p:cNvPr>
            <p:cNvSpPr txBox="1">
              <a:spLocks noChangeArrowheads="1"/>
            </p:cNvSpPr>
            <p:nvPr/>
          </p:nvSpPr>
          <p:spPr bwMode="auto">
            <a:xfrm>
              <a:off x="5064" y="3578"/>
              <a:ext cx="2424" cy="408"/>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3. Encryption</a:t>
              </a:r>
              <a:r>
                <a:rPr lang="en-US" altLang="en-US" sz="1200" b="1">
                  <a:latin typeface="Times New Roman" panose="02020603050405020304" pitchFamily="18" charset="0"/>
                </a:rPr>
                <a:t> </a:t>
              </a:r>
            </a:p>
          </p:txBody>
        </p:sp>
        <p:sp>
          <p:nvSpPr>
            <p:cNvPr id="602123" name="AutoShape 10">
              <a:extLst>
                <a:ext uri="{FF2B5EF4-FFF2-40B4-BE49-F238E27FC236}">
                  <a16:creationId xmlns:a16="http://schemas.microsoft.com/office/drawing/2014/main" id="{F2C07A03-9C6C-428F-D245-73D45F7F9A13}"/>
                </a:ext>
              </a:extLst>
            </p:cNvPr>
            <p:cNvSpPr>
              <a:spLocks noChangeArrowheads="1"/>
            </p:cNvSpPr>
            <p:nvPr/>
          </p:nvSpPr>
          <p:spPr bwMode="auto">
            <a:xfrm>
              <a:off x="6060" y="3218"/>
              <a:ext cx="360" cy="360"/>
            </a:xfrm>
            <a:prstGeom prst="downArrow">
              <a:avLst>
                <a:gd name="adj1" fmla="val 50000"/>
                <a:gd name="adj2" fmla="val 25000"/>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2124" name="Text Box 11">
              <a:extLst>
                <a:ext uri="{FF2B5EF4-FFF2-40B4-BE49-F238E27FC236}">
                  <a16:creationId xmlns:a16="http://schemas.microsoft.com/office/drawing/2014/main" id="{563A4F19-88B6-91D3-A897-03A79F29E42F}"/>
                </a:ext>
              </a:extLst>
            </p:cNvPr>
            <p:cNvSpPr txBox="1">
              <a:spLocks noChangeArrowheads="1"/>
            </p:cNvSpPr>
            <p:nvPr/>
          </p:nvSpPr>
          <p:spPr bwMode="auto">
            <a:xfrm>
              <a:off x="5076" y="4346"/>
              <a:ext cx="2424" cy="408"/>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4. Enveloping</a:t>
              </a:r>
            </a:p>
          </p:txBody>
        </p:sp>
        <p:sp>
          <p:nvSpPr>
            <p:cNvPr id="602125" name="AutoShape 12">
              <a:extLst>
                <a:ext uri="{FF2B5EF4-FFF2-40B4-BE49-F238E27FC236}">
                  <a16:creationId xmlns:a16="http://schemas.microsoft.com/office/drawing/2014/main" id="{F28FAF47-ABF4-4286-6B78-42412D9B836A}"/>
                </a:ext>
              </a:extLst>
            </p:cNvPr>
            <p:cNvSpPr>
              <a:spLocks noChangeArrowheads="1"/>
            </p:cNvSpPr>
            <p:nvPr/>
          </p:nvSpPr>
          <p:spPr bwMode="auto">
            <a:xfrm>
              <a:off x="6036" y="3986"/>
              <a:ext cx="360" cy="360"/>
            </a:xfrm>
            <a:prstGeom prst="downArrow">
              <a:avLst>
                <a:gd name="adj1" fmla="val 50000"/>
                <a:gd name="adj2" fmla="val 25000"/>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2126" name="Text Box 13">
              <a:extLst>
                <a:ext uri="{FF2B5EF4-FFF2-40B4-BE49-F238E27FC236}">
                  <a16:creationId xmlns:a16="http://schemas.microsoft.com/office/drawing/2014/main" id="{B7FDBFFF-58CD-A344-460B-BB23BE6E9757}"/>
                </a:ext>
              </a:extLst>
            </p:cNvPr>
            <p:cNvSpPr txBox="1">
              <a:spLocks noChangeArrowheads="1"/>
            </p:cNvSpPr>
            <p:nvPr/>
          </p:nvSpPr>
          <p:spPr bwMode="auto">
            <a:xfrm>
              <a:off x="5064" y="5126"/>
              <a:ext cx="2424" cy="408"/>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Times New Roman" panose="02020603050405020304" pitchFamily="18" charset="0"/>
                </a:rPr>
                <a:t>5. Base 64 encoding</a:t>
              </a:r>
            </a:p>
          </p:txBody>
        </p:sp>
        <p:sp>
          <p:nvSpPr>
            <p:cNvPr id="602127" name="AutoShape 14">
              <a:extLst>
                <a:ext uri="{FF2B5EF4-FFF2-40B4-BE49-F238E27FC236}">
                  <a16:creationId xmlns:a16="http://schemas.microsoft.com/office/drawing/2014/main" id="{13EF2E03-7159-97BB-3591-6F4768CAD183}"/>
                </a:ext>
              </a:extLst>
            </p:cNvPr>
            <p:cNvSpPr>
              <a:spLocks noChangeArrowheads="1"/>
            </p:cNvSpPr>
            <p:nvPr/>
          </p:nvSpPr>
          <p:spPr bwMode="auto">
            <a:xfrm>
              <a:off x="6024" y="4766"/>
              <a:ext cx="360" cy="360"/>
            </a:xfrm>
            <a:prstGeom prst="downArrow">
              <a:avLst>
                <a:gd name="adj1" fmla="val 50000"/>
                <a:gd name="adj2" fmla="val 25000"/>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ransition/>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Slide Number Placeholder 5">
            <a:extLst>
              <a:ext uri="{FF2B5EF4-FFF2-40B4-BE49-F238E27FC236}">
                <a16:creationId xmlns:a16="http://schemas.microsoft.com/office/drawing/2014/main" id="{01105281-89F8-A2D3-CAAA-58C65C60DE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2E15CE8-6DD5-4893-9A89-D6D0A60166B9}" type="slidenum">
              <a:rPr lang="en-US" altLang="en-US" sz="1400"/>
              <a:pPr>
                <a:spcBef>
                  <a:spcPct val="0"/>
                </a:spcBef>
                <a:buClrTx/>
                <a:buSzTx/>
                <a:buFontTx/>
                <a:buNone/>
              </a:pPr>
              <a:t>268</a:t>
            </a:fld>
            <a:endParaRPr lang="en-US" altLang="en-US" sz="1400"/>
          </a:p>
        </p:txBody>
      </p:sp>
      <p:sp>
        <p:nvSpPr>
          <p:cNvPr id="604163" name="Rectangle 2">
            <a:extLst>
              <a:ext uri="{FF2B5EF4-FFF2-40B4-BE49-F238E27FC236}">
                <a16:creationId xmlns:a16="http://schemas.microsoft.com/office/drawing/2014/main" id="{4252C439-F4B1-C36C-FADD-4FAE0F5AFEAA}"/>
              </a:ext>
            </a:extLst>
          </p:cNvPr>
          <p:cNvSpPr>
            <a:spLocks noGrp="1" noChangeArrowheads="1"/>
          </p:cNvSpPr>
          <p:nvPr>
            <p:ph type="title"/>
          </p:nvPr>
        </p:nvSpPr>
        <p:spPr/>
        <p:txBody>
          <a:bodyPr/>
          <a:lstStyle/>
          <a:p>
            <a:pPr eaLnBrk="1" hangingPunct="1"/>
            <a:r>
              <a:rPr lang="en-US" altLang="en-US"/>
              <a:t>Key Rings</a:t>
            </a:r>
            <a:endParaRPr lang="en-GB" altLang="en-US"/>
          </a:p>
        </p:txBody>
      </p:sp>
      <p:sp>
        <p:nvSpPr>
          <p:cNvPr id="604164" name="Rectangle 3">
            <a:extLst>
              <a:ext uri="{FF2B5EF4-FFF2-40B4-BE49-F238E27FC236}">
                <a16:creationId xmlns:a16="http://schemas.microsoft.com/office/drawing/2014/main" id="{7EE90C5B-953E-8A7A-C892-F76318B86694}"/>
              </a:ext>
            </a:extLst>
          </p:cNvPr>
          <p:cNvSpPr>
            <a:spLocks noGrp="1" noChangeArrowheads="1"/>
          </p:cNvSpPr>
          <p:nvPr>
            <p:ph type="body" idx="1"/>
          </p:nvPr>
        </p:nvSpPr>
        <p:spPr/>
        <p:txBody>
          <a:bodyPr/>
          <a:lstStyle/>
          <a:p>
            <a:pPr eaLnBrk="1" hangingPunct="1"/>
            <a:endParaRPr lang="en-GB" altLang="en-US"/>
          </a:p>
        </p:txBody>
      </p:sp>
      <p:grpSp>
        <p:nvGrpSpPr>
          <p:cNvPr id="604165" name="Group 4">
            <a:extLst>
              <a:ext uri="{FF2B5EF4-FFF2-40B4-BE49-F238E27FC236}">
                <a16:creationId xmlns:a16="http://schemas.microsoft.com/office/drawing/2014/main" id="{4DB96D7B-D3BF-5C0F-1401-C49BAF261091}"/>
              </a:ext>
            </a:extLst>
          </p:cNvPr>
          <p:cNvGrpSpPr>
            <a:grpSpLocks/>
          </p:cNvGrpSpPr>
          <p:nvPr/>
        </p:nvGrpSpPr>
        <p:grpSpPr bwMode="auto">
          <a:xfrm>
            <a:off x="2743200" y="2133601"/>
            <a:ext cx="7315200" cy="3870325"/>
            <a:chOff x="1993" y="2344"/>
            <a:chExt cx="7752" cy="4103"/>
          </a:xfrm>
        </p:grpSpPr>
        <p:sp>
          <p:nvSpPr>
            <p:cNvPr id="604166" name="Rectangle 5">
              <a:extLst>
                <a:ext uri="{FF2B5EF4-FFF2-40B4-BE49-F238E27FC236}">
                  <a16:creationId xmlns:a16="http://schemas.microsoft.com/office/drawing/2014/main" id="{F89B771F-4A97-5FAD-57A4-9D26480EA483}"/>
                </a:ext>
              </a:extLst>
            </p:cNvPr>
            <p:cNvSpPr>
              <a:spLocks noChangeArrowheads="1"/>
            </p:cNvSpPr>
            <p:nvPr/>
          </p:nvSpPr>
          <p:spPr bwMode="auto">
            <a:xfrm>
              <a:off x="1993" y="2344"/>
              <a:ext cx="7752" cy="4103"/>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167" name="Oval 6">
              <a:extLst>
                <a:ext uri="{FF2B5EF4-FFF2-40B4-BE49-F238E27FC236}">
                  <a16:creationId xmlns:a16="http://schemas.microsoft.com/office/drawing/2014/main" id="{FD0AB7A9-C730-B82F-1815-549DBA3784BC}"/>
                </a:ext>
              </a:extLst>
            </p:cNvPr>
            <p:cNvSpPr>
              <a:spLocks noChangeArrowheads="1"/>
            </p:cNvSpPr>
            <p:nvPr/>
          </p:nvSpPr>
          <p:spPr bwMode="auto">
            <a:xfrm>
              <a:off x="3181" y="2847"/>
              <a:ext cx="1089" cy="954"/>
            </a:xfrm>
            <a:prstGeom prst="ellipse">
              <a:avLst/>
            </a:prstGeom>
            <a:solidFill>
              <a:srgbClr val="000000">
                <a:alpha val="20000"/>
              </a:srgbClr>
            </a:solidFill>
            <a:ln w="190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600">
                <a:latin typeface="Times New Roman" panose="02020603050405020304" pitchFamily="18" charset="0"/>
              </a:endParaRPr>
            </a:p>
          </p:txBody>
        </p:sp>
        <p:grpSp>
          <p:nvGrpSpPr>
            <p:cNvPr id="604168" name="Group 7">
              <a:extLst>
                <a:ext uri="{FF2B5EF4-FFF2-40B4-BE49-F238E27FC236}">
                  <a16:creationId xmlns:a16="http://schemas.microsoft.com/office/drawing/2014/main" id="{104565AE-ED50-25F7-8FD7-D1EFD3A76D2D}"/>
                </a:ext>
              </a:extLst>
            </p:cNvPr>
            <p:cNvGrpSpPr>
              <a:grpSpLocks/>
            </p:cNvGrpSpPr>
            <p:nvPr/>
          </p:nvGrpSpPr>
          <p:grpSpPr bwMode="auto">
            <a:xfrm>
              <a:off x="3092" y="3637"/>
              <a:ext cx="500" cy="554"/>
              <a:chOff x="3092" y="3637"/>
              <a:chExt cx="500" cy="554"/>
            </a:xfrm>
          </p:grpSpPr>
          <p:grpSp>
            <p:nvGrpSpPr>
              <p:cNvPr id="604240" name="Group 8">
                <a:extLst>
                  <a:ext uri="{FF2B5EF4-FFF2-40B4-BE49-F238E27FC236}">
                    <a16:creationId xmlns:a16="http://schemas.microsoft.com/office/drawing/2014/main" id="{091AC70C-9888-2FD4-0314-F0902B4D4AFA}"/>
                  </a:ext>
                </a:extLst>
              </p:cNvPr>
              <p:cNvGrpSpPr>
                <a:grpSpLocks/>
              </p:cNvGrpSpPr>
              <p:nvPr/>
            </p:nvGrpSpPr>
            <p:grpSpPr bwMode="auto">
              <a:xfrm rot="2634582">
                <a:off x="3092" y="3659"/>
                <a:ext cx="454" cy="532"/>
                <a:chOff x="7331" y="10718"/>
                <a:chExt cx="790" cy="926"/>
              </a:xfrm>
            </p:grpSpPr>
            <p:sp>
              <p:nvSpPr>
                <p:cNvPr id="604247" name="Line 9">
                  <a:extLst>
                    <a:ext uri="{FF2B5EF4-FFF2-40B4-BE49-F238E27FC236}">
                      <a16:creationId xmlns:a16="http://schemas.microsoft.com/office/drawing/2014/main" id="{1D7D85DB-152B-DA65-759F-76E2A98DA819}"/>
                    </a:ext>
                  </a:extLst>
                </p:cNvPr>
                <p:cNvSpPr>
                  <a:spLocks noChangeShapeType="1"/>
                </p:cNvSpPr>
                <p:nvPr/>
              </p:nvSpPr>
              <p:spPr bwMode="auto">
                <a:xfrm rot="-7397742">
                  <a:off x="7320" y="11212"/>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48" name="Oval 10" descr="Sphere">
                  <a:extLst>
                    <a:ext uri="{FF2B5EF4-FFF2-40B4-BE49-F238E27FC236}">
                      <a16:creationId xmlns:a16="http://schemas.microsoft.com/office/drawing/2014/main" id="{BC99419E-190F-0925-97F5-2F6142814707}"/>
                    </a:ext>
                  </a:extLst>
                </p:cNvPr>
                <p:cNvSpPr>
                  <a:spLocks noChangeArrowheads="1"/>
                </p:cNvSpPr>
                <p:nvPr/>
              </p:nvSpPr>
              <p:spPr bwMode="auto">
                <a:xfrm rot="-7397742">
                  <a:off x="7403" y="10646"/>
                  <a:ext cx="144" cy="288"/>
                </a:xfrm>
                <a:prstGeom prst="ellipse">
                  <a:avLst/>
                </a:prstGeom>
                <a:blipFill dpi="0" rotWithShape="0">
                  <a:blip r:embed="rId3"/>
                  <a:srcRect/>
                  <a:tile tx="0" ty="0" sx="100000" sy="100000" flip="none" algn="tl"/>
                </a:blip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49" name="Line 11">
                  <a:extLst>
                    <a:ext uri="{FF2B5EF4-FFF2-40B4-BE49-F238E27FC236}">
                      <a16:creationId xmlns:a16="http://schemas.microsoft.com/office/drawing/2014/main" id="{96106A61-868B-6FE7-48C1-1EA8115F6C04}"/>
                    </a:ext>
                  </a:extLst>
                </p:cNvPr>
                <p:cNvSpPr>
                  <a:spLocks noChangeShapeType="1"/>
                </p:cNvSpPr>
                <p:nvPr/>
              </p:nvSpPr>
              <p:spPr bwMode="auto">
                <a:xfrm rot="-7397742">
                  <a:off x="8049" y="11461"/>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50" name="Line 12">
                  <a:extLst>
                    <a:ext uri="{FF2B5EF4-FFF2-40B4-BE49-F238E27FC236}">
                      <a16:creationId xmlns:a16="http://schemas.microsoft.com/office/drawing/2014/main" id="{1EF127E7-332C-C546-014E-913CE2C9099A}"/>
                    </a:ext>
                  </a:extLst>
                </p:cNvPr>
                <p:cNvSpPr>
                  <a:spLocks noChangeShapeType="1"/>
                </p:cNvSpPr>
                <p:nvPr/>
              </p:nvSpPr>
              <p:spPr bwMode="auto">
                <a:xfrm rot="-7397742">
                  <a:off x="7970" y="11341"/>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51" name="Line 13">
                  <a:extLst>
                    <a:ext uri="{FF2B5EF4-FFF2-40B4-BE49-F238E27FC236}">
                      <a16:creationId xmlns:a16="http://schemas.microsoft.com/office/drawing/2014/main" id="{209C9377-2F24-A4B5-1714-E921DDF85E8B}"/>
                    </a:ext>
                  </a:extLst>
                </p:cNvPr>
                <p:cNvSpPr>
                  <a:spLocks noChangeShapeType="1"/>
                </p:cNvSpPr>
                <p:nvPr/>
              </p:nvSpPr>
              <p:spPr bwMode="auto">
                <a:xfrm rot="-7397742">
                  <a:off x="7891" y="11221"/>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241" name="Group 14">
                <a:extLst>
                  <a:ext uri="{FF2B5EF4-FFF2-40B4-BE49-F238E27FC236}">
                    <a16:creationId xmlns:a16="http://schemas.microsoft.com/office/drawing/2014/main" id="{79688770-09BD-3FF5-DA59-C9519413837C}"/>
                  </a:ext>
                </a:extLst>
              </p:cNvPr>
              <p:cNvGrpSpPr>
                <a:grpSpLocks/>
              </p:cNvGrpSpPr>
              <p:nvPr/>
            </p:nvGrpSpPr>
            <p:grpSpPr bwMode="auto">
              <a:xfrm rot="-7397742">
                <a:off x="3252" y="3826"/>
                <a:ext cx="529" cy="151"/>
                <a:chOff x="6480" y="4032"/>
                <a:chExt cx="1008" cy="288"/>
              </a:xfrm>
            </p:grpSpPr>
            <p:sp>
              <p:nvSpPr>
                <p:cNvPr id="604242" name="Line 15">
                  <a:extLst>
                    <a:ext uri="{FF2B5EF4-FFF2-40B4-BE49-F238E27FC236}">
                      <a16:creationId xmlns:a16="http://schemas.microsoft.com/office/drawing/2014/main" id="{224B1961-A493-B5C0-D849-DED4CFD4BD39}"/>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43" name="Oval 16">
                  <a:extLst>
                    <a:ext uri="{FF2B5EF4-FFF2-40B4-BE49-F238E27FC236}">
                      <a16:creationId xmlns:a16="http://schemas.microsoft.com/office/drawing/2014/main" id="{52EEEF44-4BDD-534D-AAD8-CCCF9700964E}"/>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44" name="Line 17">
                  <a:extLst>
                    <a:ext uri="{FF2B5EF4-FFF2-40B4-BE49-F238E27FC236}">
                      <a16:creationId xmlns:a16="http://schemas.microsoft.com/office/drawing/2014/main" id="{A57B84B8-3D54-6818-0281-AC52CC387C60}"/>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45" name="Line 18">
                  <a:extLst>
                    <a:ext uri="{FF2B5EF4-FFF2-40B4-BE49-F238E27FC236}">
                      <a16:creationId xmlns:a16="http://schemas.microsoft.com/office/drawing/2014/main" id="{87BADB63-9B36-9738-4F9B-1EE6E077B482}"/>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46" name="Line 19">
                  <a:extLst>
                    <a:ext uri="{FF2B5EF4-FFF2-40B4-BE49-F238E27FC236}">
                      <a16:creationId xmlns:a16="http://schemas.microsoft.com/office/drawing/2014/main" id="{8B3C9814-1481-AFE1-8E63-DD4638F894C3}"/>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grpSp>
          <p:nvGrpSpPr>
            <p:cNvPr id="604169" name="Group 20">
              <a:extLst>
                <a:ext uri="{FF2B5EF4-FFF2-40B4-BE49-F238E27FC236}">
                  <a16:creationId xmlns:a16="http://schemas.microsoft.com/office/drawing/2014/main" id="{79863983-8C7D-1289-A16F-6699F5B488E7}"/>
                </a:ext>
              </a:extLst>
            </p:cNvPr>
            <p:cNvGrpSpPr>
              <a:grpSpLocks/>
            </p:cNvGrpSpPr>
            <p:nvPr/>
          </p:nvGrpSpPr>
          <p:grpSpPr bwMode="auto">
            <a:xfrm>
              <a:off x="3734" y="3609"/>
              <a:ext cx="500" cy="554"/>
              <a:chOff x="3092" y="3637"/>
              <a:chExt cx="500" cy="554"/>
            </a:xfrm>
          </p:grpSpPr>
          <p:grpSp>
            <p:nvGrpSpPr>
              <p:cNvPr id="604228" name="Group 21">
                <a:extLst>
                  <a:ext uri="{FF2B5EF4-FFF2-40B4-BE49-F238E27FC236}">
                    <a16:creationId xmlns:a16="http://schemas.microsoft.com/office/drawing/2014/main" id="{570AAA0F-B466-09BB-C8FE-3DB0272A7E8A}"/>
                  </a:ext>
                </a:extLst>
              </p:cNvPr>
              <p:cNvGrpSpPr>
                <a:grpSpLocks/>
              </p:cNvGrpSpPr>
              <p:nvPr/>
            </p:nvGrpSpPr>
            <p:grpSpPr bwMode="auto">
              <a:xfrm rot="2634582">
                <a:off x="3092" y="3659"/>
                <a:ext cx="454" cy="532"/>
                <a:chOff x="7331" y="10718"/>
                <a:chExt cx="790" cy="926"/>
              </a:xfrm>
            </p:grpSpPr>
            <p:sp>
              <p:nvSpPr>
                <p:cNvPr id="604235" name="Line 22">
                  <a:extLst>
                    <a:ext uri="{FF2B5EF4-FFF2-40B4-BE49-F238E27FC236}">
                      <a16:creationId xmlns:a16="http://schemas.microsoft.com/office/drawing/2014/main" id="{E71D6E78-E1D6-8A50-4D0E-A6E97D13BF76}"/>
                    </a:ext>
                  </a:extLst>
                </p:cNvPr>
                <p:cNvSpPr>
                  <a:spLocks noChangeShapeType="1"/>
                </p:cNvSpPr>
                <p:nvPr/>
              </p:nvSpPr>
              <p:spPr bwMode="auto">
                <a:xfrm rot="-7397742">
                  <a:off x="7320" y="11212"/>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6" name="Oval 23" descr="Sphere">
                  <a:extLst>
                    <a:ext uri="{FF2B5EF4-FFF2-40B4-BE49-F238E27FC236}">
                      <a16:creationId xmlns:a16="http://schemas.microsoft.com/office/drawing/2014/main" id="{CE280371-0989-FE85-57AC-8BC98D20C836}"/>
                    </a:ext>
                  </a:extLst>
                </p:cNvPr>
                <p:cNvSpPr>
                  <a:spLocks noChangeArrowheads="1"/>
                </p:cNvSpPr>
                <p:nvPr/>
              </p:nvSpPr>
              <p:spPr bwMode="auto">
                <a:xfrm rot="-7397742">
                  <a:off x="7403" y="10646"/>
                  <a:ext cx="144" cy="288"/>
                </a:xfrm>
                <a:prstGeom prst="ellipse">
                  <a:avLst/>
                </a:prstGeom>
                <a:blipFill dpi="0" rotWithShape="0">
                  <a:blip r:embed="rId3"/>
                  <a:srcRect/>
                  <a:tile tx="0" ty="0" sx="100000" sy="100000" flip="none" algn="tl"/>
                </a:blip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37" name="Line 24">
                  <a:extLst>
                    <a:ext uri="{FF2B5EF4-FFF2-40B4-BE49-F238E27FC236}">
                      <a16:creationId xmlns:a16="http://schemas.microsoft.com/office/drawing/2014/main" id="{5196C2D8-5A4E-8632-C268-BB2BFDA6E7E5}"/>
                    </a:ext>
                  </a:extLst>
                </p:cNvPr>
                <p:cNvSpPr>
                  <a:spLocks noChangeShapeType="1"/>
                </p:cNvSpPr>
                <p:nvPr/>
              </p:nvSpPr>
              <p:spPr bwMode="auto">
                <a:xfrm rot="-7397742">
                  <a:off x="8049" y="11461"/>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8" name="Line 25">
                  <a:extLst>
                    <a:ext uri="{FF2B5EF4-FFF2-40B4-BE49-F238E27FC236}">
                      <a16:creationId xmlns:a16="http://schemas.microsoft.com/office/drawing/2014/main" id="{C7576BD7-CB12-B5E8-7D3F-521C9C3770BB}"/>
                    </a:ext>
                  </a:extLst>
                </p:cNvPr>
                <p:cNvSpPr>
                  <a:spLocks noChangeShapeType="1"/>
                </p:cNvSpPr>
                <p:nvPr/>
              </p:nvSpPr>
              <p:spPr bwMode="auto">
                <a:xfrm rot="-7397742">
                  <a:off x="7970" y="11341"/>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9" name="Line 26">
                  <a:extLst>
                    <a:ext uri="{FF2B5EF4-FFF2-40B4-BE49-F238E27FC236}">
                      <a16:creationId xmlns:a16="http://schemas.microsoft.com/office/drawing/2014/main" id="{C71849BA-F582-C059-9D3F-14473EA9E807}"/>
                    </a:ext>
                  </a:extLst>
                </p:cNvPr>
                <p:cNvSpPr>
                  <a:spLocks noChangeShapeType="1"/>
                </p:cNvSpPr>
                <p:nvPr/>
              </p:nvSpPr>
              <p:spPr bwMode="auto">
                <a:xfrm rot="-7397742">
                  <a:off x="7891" y="11221"/>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229" name="Group 27">
                <a:extLst>
                  <a:ext uri="{FF2B5EF4-FFF2-40B4-BE49-F238E27FC236}">
                    <a16:creationId xmlns:a16="http://schemas.microsoft.com/office/drawing/2014/main" id="{4BE5DCEF-F6FA-D966-6365-0FA441FBACB7}"/>
                  </a:ext>
                </a:extLst>
              </p:cNvPr>
              <p:cNvGrpSpPr>
                <a:grpSpLocks/>
              </p:cNvGrpSpPr>
              <p:nvPr/>
            </p:nvGrpSpPr>
            <p:grpSpPr bwMode="auto">
              <a:xfrm rot="-7397742">
                <a:off x="3252" y="3826"/>
                <a:ext cx="529" cy="151"/>
                <a:chOff x="6480" y="4032"/>
                <a:chExt cx="1008" cy="288"/>
              </a:xfrm>
            </p:grpSpPr>
            <p:sp>
              <p:nvSpPr>
                <p:cNvPr id="604230" name="Line 28">
                  <a:extLst>
                    <a:ext uri="{FF2B5EF4-FFF2-40B4-BE49-F238E27FC236}">
                      <a16:creationId xmlns:a16="http://schemas.microsoft.com/office/drawing/2014/main" id="{E4B57AC9-6D5F-4F24-25BD-6C16DBF828A5}"/>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1" name="Oval 29">
                  <a:extLst>
                    <a:ext uri="{FF2B5EF4-FFF2-40B4-BE49-F238E27FC236}">
                      <a16:creationId xmlns:a16="http://schemas.microsoft.com/office/drawing/2014/main" id="{86254FC7-7F66-C847-E1DE-3F23DFDD977F}"/>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32" name="Line 30">
                  <a:extLst>
                    <a:ext uri="{FF2B5EF4-FFF2-40B4-BE49-F238E27FC236}">
                      <a16:creationId xmlns:a16="http://schemas.microsoft.com/office/drawing/2014/main" id="{4AA505AE-B40D-AC92-B24E-4ED7276D48F4}"/>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3" name="Line 31">
                  <a:extLst>
                    <a:ext uri="{FF2B5EF4-FFF2-40B4-BE49-F238E27FC236}">
                      <a16:creationId xmlns:a16="http://schemas.microsoft.com/office/drawing/2014/main" id="{C910F362-B5CE-EFD5-A59C-A6C84B097BC8}"/>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4" name="Line 32">
                  <a:extLst>
                    <a:ext uri="{FF2B5EF4-FFF2-40B4-BE49-F238E27FC236}">
                      <a16:creationId xmlns:a16="http://schemas.microsoft.com/office/drawing/2014/main" id="{36C5CA64-4497-92C0-ECCD-85CA350191A0}"/>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grpSp>
          <p:nvGrpSpPr>
            <p:cNvPr id="604170" name="Group 33">
              <a:extLst>
                <a:ext uri="{FF2B5EF4-FFF2-40B4-BE49-F238E27FC236}">
                  <a16:creationId xmlns:a16="http://schemas.microsoft.com/office/drawing/2014/main" id="{E10DF099-E75C-446B-C3CC-6AA12F530496}"/>
                </a:ext>
              </a:extLst>
            </p:cNvPr>
            <p:cNvGrpSpPr>
              <a:grpSpLocks/>
            </p:cNvGrpSpPr>
            <p:nvPr/>
          </p:nvGrpSpPr>
          <p:grpSpPr bwMode="auto">
            <a:xfrm rot="5176116">
              <a:off x="2696" y="3055"/>
              <a:ext cx="500" cy="554"/>
              <a:chOff x="3092" y="3637"/>
              <a:chExt cx="500" cy="554"/>
            </a:xfrm>
          </p:grpSpPr>
          <p:grpSp>
            <p:nvGrpSpPr>
              <p:cNvPr id="604216" name="Group 34">
                <a:extLst>
                  <a:ext uri="{FF2B5EF4-FFF2-40B4-BE49-F238E27FC236}">
                    <a16:creationId xmlns:a16="http://schemas.microsoft.com/office/drawing/2014/main" id="{05986F63-997C-C439-3A60-BA821E8C4008}"/>
                  </a:ext>
                </a:extLst>
              </p:cNvPr>
              <p:cNvGrpSpPr>
                <a:grpSpLocks/>
              </p:cNvGrpSpPr>
              <p:nvPr/>
            </p:nvGrpSpPr>
            <p:grpSpPr bwMode="auto">
              <a:xfrm rot="2634582">
                <a:off x="3092" y="3659"/>
                <a:ext cx="454" cy="532"/>
                <a:chOff x="7331" y="10718"/>
                <a:chExt cx="790" cy="926"/>
              </a:xfrm>
            </p:grpSpPr>
            <p:sp>
              <p:nvSpPr>
                <p:cNvPr id="604223" name="Line 35">
                  <a:extLst>
                    <a:ext uri="{FF2B5EF4-FFF2-40B4-BE49-F238E27FC236}">
                      <a16:creationId xmlns:a16="http://schemas.microsoft.com/office/drawing/2014/main" id="{F18AE8EA-1C33-9F79-38B7-A936AABD5F40}"/>
                    </a:ext>
                  </a:extLst>
                </p:cNvPr>
                <p:cNvSpPr>
                  <a:spLocks noChangeShapeType="1"/>
                </p:cNvSpPr>
                <p:nvPr/>
              </p:nvSpPr>
              <p:spPr bwMode="auto">
                <a:xfrm rot="-7397742">
                  <a:off x="7320" y="11212"/>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24" name="Oval 36" descr="Sphere">
                  <a:extLst>
                    <a:ext uri="{FF2B5EF4-FFF2-40B4-BE49-F238E27FC236}">
                      <a16:creationId xmlns:a16="http://schemas.microsoft.com/office/drawing/2014/main" id="{A6A69BAF-BE09-8371-0558-8F1EBD4E91CA}"/>
                    </a:ext>
                  </a:extLst>
                </p:cNvPr>
                <p:cNvSpPr>
                  <a:spLocks noChangeArrowheads="1"/>
                </p:cNvSpPr>
                <p:nvPr/>
              </p:nvSpPr>
              <p:spPr bwMode="auto">
                <a:xfrm rot="-7397742">
                  <a:off x="7403" y="10646"/>
                  <a:ext cx="144" cy="288"/>
                </a:xfrm>
                <a:prstGeom prst="ellipse">
                  <a:avLst/>
                </a:prstGeom>
                <a:blipFill dpi="0" rotWithShape="0">
                  <a:blip r:embed="rId3"/>
                  <a:srcRect/>
                  <a:tile tx="0" ty="0" sx="100000" sy="100000" flip="none" algn="tl"/>
                </a:blip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25" name="Line 37">
                  <a:extLst>
                    <a:ext uri="{FF2B5EF4-FFF2-40B4-BE49-F238E27FC236}">
                      <a16:creationId xmlns:a16="http://schemas.microsoft.com/office/drawing/2014/main" id="{D346B8B6-625F-E7C4-140A-BFAA03A8DED1}"/>
                    </a:ext>
                  </a:extLst>
                </p:cNvPr>
                <p:cNvSpPr>
                  <a:spLocks noChangeShapeType="1"/>
                </p:cNvSpPr>
                <p:nvPr/>
              </p:nvSpPr>
              <p:spPr bwMode="auto">
                <a:xfrm rot="-7397742">
                  <a:off x="8049" y="11461"/>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26" name="Line 38">
                  <a:extLst>
                    <a:ext uri="{FF2B5EF4-FFF2-40B4-BE49-F238E27FC236}">
                      <a16:creationId xmlns:a16="http://schemas.microsoft.com/office/drawing/2014/main" id="{D5C72365-946E-CB40-4343-593E6A81D2F9}"/>
                    </a:ext>
                  </a:extLst>
                </p:cNvPr>
                <p:cNvSpPr>
                  <a:spLocks noChangeShapeType="1"/>
                </p:cNvSpPr>
                <p:nvPr/>
              </p:nvSpPr>
              <p:spPr bwMode="auto">
                <a:xfrm rot="-7397742">
                  <a:off x="7970" y="11341"/>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27" name="Line 39">
                  <a:extLst>
                    <a:ext uri="{FF2B5EF4-FFF2-40B4-BE49-F238E27FC236}">
                      <a16:creationId xmlns:a16="http://schemas.microsoft.com/office/drawing/2014/main" id="{5162F1A6-11A1-C19B-12DB-7E3C75BA2C5C}"/>
                    </a:ext>
                  </a:extLst>
                </p:cNvPr>
                <p:cNvSpPr>
                  <a:spLocks noChangeShapeType="1"/>
                </p:cNvSpPr>
                <p:nvPr/>
              </p:nvSpPr>
              <p:spPr bwMode="auto">
                <a:xfrm rot="-7397742">
                  <a:off x="7891" y="11221"/>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217" name="Group 40">
                <a:extLst>
                  <a:ext uri="{FF2B5EF4-FFF2-40B4-BE49-F238E27FC236}">
                    <a16:creationId xmlns:a16="http://schemas.microsoft.com/office/drawing/2014/main" id="{986B6B77-05DB-0B9C-A98A-8D5D66FBF20F}"/>
                  </a:ext>
                </a:extLst>
              </p:cNvPr>
              <p:cNvGrpSpPr>
                <a:grpSpLocks/>
              </p:cNvGrpSpPr>
              <p:nvPr/>
            </p:nvGrpSpPr>
            <p:grpSpPr bwMode="auto">
              <a:xfrm rot="-7397742">
                <a:off x="3252" y="3826"/>
                <a:ext cx="529" cy="151"/>
                <a:chOff x="6480" y="4032"/>
                <a:chExt cx="1008" cy="288"/>
              </a:xfrm>
            </p:grpSpPr>
            <p:sp>
              <p:nvSpPr>
                <p:cNvPr id="604218" name="Line 41">
                  <a:extLst>
                    <a:ext uri="{FF2B5EF4-FFF2-40B4-BE49-F238E27FC236}">
                      <a16:creationId xmlns:a16="http://schemas.microsoft.com/office/drawing/2014/main" id="{1E8051B1-6BD0-56A6-E479-E4470B00E52D}"/>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9" name="Oval 42">
                  <a:extLst>
                    <a:ext uri="{FF2B5EF4-FFF2-40B4-BE49-F238E27FC236}">
                      <a16:creationId xmlns:a16="http://schemas.microsoft.com/office/drawing/2014/main" id="{8590923A-1730-E7D3-EE94-7741A0364702}"/>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20" name="Line 43">
                  <a:extLst>
                    <a:ext uri="{FF2B5EF4-FFF2-40B4-BE49-F238E27FC236}">
                      <a16:creationId xmlns:a16="http://schemas.microsoft.com/office/drawing/2014/main" id="{B414D863-AD76-BDF4-F514-B1A9A0EA9A2E}"/>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21" name="Line 44">
                  <a:extLst>
                    <a:ext uri="{FF2B5EF4-FFF2-40B4-BE49-F238E27FC236}">
                      <a16:creationId xmlns:a16="http://schemas.microsoft.com/office/drawing/2014/main" id="{90622434-04DA-4A4B-A2D3-4CEF78D2C451}"/>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22" name="Line 45">
                  <a:extLst>
                    <a:ext uri="{FF2B5EF4-FFF2-40B4-BE49-F238E27FC236}">
                      <a16:creationId xmlns:a16="http://schemas.microsoft.com/office/drawing/2014/main" id="{A1445E4E-4A69-BAF2-5116-3A426F82FE93}"/>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sp>
          <p:nvSpPr>
            <p:cNvPr id="604171" name="Text Box 46">
              <a:extLst>
                <a:ext uri="{FF2B5EF4-FFF2-40B4-BE49-F238E27FC236}">
                  <a16:creationId xmlns:a16="http://schemas.microsoft.com/office/drawing/2014/main" id="{E031EBA3-08F5-49CD-6A40-48D0E5C65A5B}"/>
                </a:ext>
              </a:extLst>
            </p:cNvPr>
            <p:cNvSpPr txBox="1">
              <a:spLocks noChangeArrowheads="1"/>
            </p:cNvSpPr>
            <p:nvPr/>
          </p:nvSpPr>
          <p:spPr bwMode="auto">
            <a:xfrm>
              <a:off x="2595" y="4923"/>
              <a:ext cx="2311" cy="10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Alice’s key ring, where she holds her own public-private key pairs. </a:t>
              </a:r>
            </a:p>
          </p:txBody>
        </p:sp>
        <p:sp>
          <p:nvSpPr>
            <p:cNvPr id="604172" name="Oval 47" descr="90%">
              <a:extLst>
                <a:ext uri="{FF2B5EF4-FFF2-40B4-BE49-F238E27FC236}">
                  <a16:creationId xmlns:a16="http://schemas.microsoft.com/office/drawing/2014/main" id="{EBCDBC8C-D1F5-EB73-583E-ADB1DD85F2D2}"/>
                </a:ext>
              </a:extLst>
            </p:cNvPr>
            <p:cNvSpPr>
              <a:spLocks noChangeArrowheads="1"/>
            </p:cNvSpPr>
            <p:nvPr/>
          </p:nvSpPr>
          <p:spPr bwMode="auto">
            <a:xfrm>
              <a:off x="6603" y="2702"/>
              <a:ext cx="1770" cy="1551"/>
            </a:xfrm>
            <a:prstGeom prst="ellipse">
              <a:avLst/>
            </a:prstGeom>
            <a:blipFill dpi="0" rotWithShape="0">
              <a:blip r:embed="rId4"/>
              <a:srcRect/>
              <a:tile tx="0" ty="0" sx="100000" sy="100000" flip="none" algn="tl"/>
            </a:blipFill>
            <a:ln w="19050">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GB" altLang="en-US" sz="1600">
                <a:latin typeface="Times New Roman" panose="02020603050405020304" pitchFamily="18" charset="0"/>
              </a:endParaRPr>
            </a:p>
          </p:txBody>
        </p:sp>
        <p:grpSp>
          <p:nvGrpSpPr>
            <p:cNvPr id="604173" name="Group 48">
              <a:extLst>
                <a:ext uri="{FF2B5EF4-FFF2-40B4-BE49-F238E27FC236}">
                  <a16:creationId xmlns:a16="http://schemas.microsoft.com/office/drawing/2014/main" id="{AC59F485-B7AE-5F5B-004F-43DF6596DFA5}"/>
                </a:ext>
              </a:extLst>
            </p:cNvPr>
            <p:cNvGrpSpPr>
              <a:grpSpLocks/>
            </p:cNvGrpSpPr>
            <p:nvPr/>
          </p:nvGrpSpPr>
          <p:grpSpPr bwMode="auto">
            <a:xfrm rot="-5400000">
              <a:off x="7342" y="4355"/>
              <a:ext cx="570" cy="163"/>
              <a:chOff x="6480" y="4032"/>
              <a:chExt cx="1008" cy="288"/>
            </a:xfrm>
          </p:grpSpPr>
          <p:sp>
            <p:nvSpPr>
              <p:cNvPr id="604211" name="Line 49">
                <a:extLst>
                  <a:ext uri="{FF2B5EF4-FFF2-40B4-BE49-F238E27FC236}">
                    <a16:creationId xmlns:a16="http://schemas.microsoft.com/office/drawing/2014/main" id="{97072EA3-3225-D7F1-7D3E-EB93004EF374}"/>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2" name="Oval 50">
                <a:extLst>
                  <a:ext uri="{FF2B5EF4-FFF2-40B4-BE49-F238E27FC236}">
                    <a16:creationId xmlns:a16="http://schemas.microsoft.com/office/drawing/2014/main" id="{AA46C353-851A-086E-7849-290432A875C9}"/>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13" name="Line 51">
                <a:extLst>
                  <a:ext uri="{FF2B5EF4-FFF2-40B4-BE49-F238E27FC236}">
                    <a16:creationId xmlns:a16="http://schemas.microsoft.com/office/drawing/2014/main" id="{87796485-3A0D-3D8B-24FB-9765A24B22FF}"/>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4" name="Line 52">
                <a:extLst>
                  <a:ext uri="{FF2B5EF4-FFF2-40B4-BE49-F238E27FC236}">
                    <a16:creationId xmlns:a16="http://schemas.microsoft.com/office/drawing/2014/main" id="{A99E3E95-02E5-A716-BA0A-32ACC73B2133}"/>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5" name="Line 53">
                <a:extLst>
                  <a:ext uri="{FF2B5EF4-FFF2-40B4-BE49-F238E27FC236}">
                    <a16:creationId xmlns:a16="http://schemas.microsoft.com/office/drawing/2014/main" id="{50B3C71A-8791-3982-CE35-CE7C64711AE2}"/>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4" name="Group 54">
              <a:extLst>
                <a:ext uri="{FF2B5EF4-FFF2-40B4-BE49-F238E27FC236}">
                  <a16:creationId xmlns:a16="http://schemas.microsoft.com/office/drawing/2014/main" id="{4AB7E5A4-6AF9-E131-08F1-5944A4CEFE7E}"/>
                </a:ext>
              </a:extLst>
            </p:cNvPr>
            <p:cNvGrpSpPr>
              <a:grpSpLocks/>
            </p:cNvGrpSpPr>
            <p:nvPr/>
          </p:nvGrpSpPr>
          <p:grpSpPr bwMode="auto">
            <a:xfrm rot="-7397742">
              <a:off x="7765" y="4261"/>
              <a:ext cx="570" cy="163"/>
              <a:chOff x="6480" y="4032"/>
              <a:chExt cx="1008" cy="288"/>
            </a:xfrm>
          </p:grpSpPr>
          <p:sp>
            <p:nvSpPr>
              <p:cNvPr id="604206" name="Line 55">
                <a:extLst>
                  <a:ext uri="{FF2B5EF4-FFF2-40B4-BE49-F238E27FC236}">
                    <a16:creationId xmlns:a16="http://schemas.microsoft.com/office/drawing/2014/main" id="{217DD235-2F14-4C03-B804-43C7DED74F33}"/>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7" name="Oval 56">
                <a:extLst>
                  <a:ext uri="{FF2B5EF4-FFF2-40B4-BE49-F238E27FC236}">
                    <a16:creationId xmlns:a16="http://schemas.microsoft.com/office/drawing/2014/main" id="{DF069544-D91B-01DA-1EBF-87249F3D27F7}"/>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08" name="Line 57">
                <a:extLst>
                  <a:ext uri="{FF2B5EF4-FFF2-40B4-BE49-F238E27FC236}">
                    <a16:creationId xmlns:a16="http://schemas.microsoft.com/office/drawing/2014/main" id="{72A655B5-F9CB-5E39-3263-74B912804AA1}"/>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9" name="Line 58">
                <a:extLst>
                  <a:ext uri="{FF2B5EF4-FFF2-40B4-BE49-F238E27FC236}">
                    <a16:creationId xmlns:a16="http://schemas.microsoft.com/office/drawing/2014/main" id="{59791385-1EF1-0BDB-00C1-479D3511736F}"/>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0" name="Line 59">
                <a:extLst>
                  <a:ext uri="{FF2B5EF4-FFF2-40B4-BE49-F238E27FC236}">
                    <a16:creationId xmlns:a16="http://schemas.microsoft.com/office/drawing/2014/main" id="{0281E139-B9E0-71F4-0414-87626A8C56AC}"/>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5" name="Group 60">
              <a:extLst>
                <a:ext uri="{FF2B5EF4-FFF2-40B4-BE49-F238E27FC236}">
                  <a16:creationId xmlns:a16="http://schemas.microsoft.com/office/drawing/2014/main" id="{E5037F06-FC5E-85EB-041F-14A9C62C19FF}"/>
                </a:ext>
              </a:extLst>
            </p:cNvPr>
            <p:cNvGrpSpPr>
              <a:grpSpLocks/>
            </p:cNvGrpSpPr>
            <p:nvPr/>
          </p:nvGrpSpPr>
          <p:grpSpPr bwMode="auto">
            <a:xfrm rot="-3926880">
              <a:off x="6956" y="4355"/>
              <a:ext cx="570" cy="163"/>
              <a:chOff x="6480" y="4032"/>
              <a:chExt cx="1008" cy="288"/>
            </a:xfrm>
          </p:grpSpPr>
          <p:sp>
            <p:nvSpPr>
              <p:cNvPr id="604201" name="Line 61">
                <a:extLst>
                  <a:ext uri="{FF2B5EF4-FFF2-40B4-BE49-F238E27FC236}">
                    <a16:creationId xmlns:a16="http://schemas.microsoft.com/office/drawing/2014/main" id="{408778E1-C281-ABF5-3053-01DFC06CA366}"/>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2" name="Oval 62">
                <a:extLst>
                  <a:ext uri="{FF2B5EF4-FFF2-40B4-BE49-F238E27FC236}">
                    <a16:creationId xmlns:a16="http://schemas.microsoft.com/office/drawing/2014/main" id="{6C463A57-5187-56E5-B018-A9A3BEE5FB38}"/>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203" name="Line 63">
                <a:extLst>
                  <a:ext uri="{FF2B5EF4-FFF2-40B4-BE49-F238E27FC236}">
                    <a16:creationId xmlns:a16="http://schemas.microsoft.com/office/drawing/2014/main" id="{BE1645AA-40E5-679E-CC91-CDBA51085AEA}"/>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4" name="Line 64">
                <a:extLst>
                  <a:ext uri="{FF2B5EF4-FFF2-40B4-BE49-F238E27FC236}">
                    <a16:creationId xmlns:a16="http://schemas.microsoft.com/office/drawing/2014/main" id="{F78E223C-0927-38C8-E823-74F32BD6FFB9}"/>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5" name="Line 65">
                <a:extLst>
                  <a:ext uri="{FF2B5EF4-FFF2-40B4-BE49-F238E27FC236}">
                    <a16:creationId xmlns:a16="http://schemas.microsoft.com/office/drawing/2014/main" id="{B8089BA6-0B82-C558-5D5B-B3499480481F}"/>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6" name="Group 66">
              <a:extLst>
                <a:ext uri="{FF2B5EF4-FFF2-40B4-BE49-F238E27FC236}">
                  <a16:creationId xmlns:a16="http://schemas.microsoft.com/office/drawing/2014/main" id="{C0EF320A-1F6B-FD65-A837-341B3995070F}"/>
                </a:ext>
              </a:extLst>
            </p:cNvPr>
            <p:cNvGrpSpPr>
              <a:grpSpLocks/>
            </p:cNvGrpSpPr>
            <p:nvPr/>
          </p:nvGrpSpPr>
          <p:grpSpPr bwMode="auto">
            <a:xfrm rot="-8068173">
              <a:off x="8045" y="4038"/>
              <a:ext cx="570" cy="163"/>
              <a:chOff x="6480" y="4032"/>
              <a:chExt cx="1008" cy="288"/>
            </a:xfrm>
          </p:grpSpPr>
          <p:sp>
            <p:nvSpPr>
              <p:cNvPr id="604196" name="Line 67">
                <a:extLst>
                  <a:ext uri="{FF2B5EF4-FFF2-40B4-BE49-F238E27FC236}">
                    <a16:creationId xmlns:a16="http://schemas.microsoft.com/office/drawing/2014/main" id="{0095807F-BE58-768D-86E1-415625B5A6F3}"/>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7" name="Oval 68">
                <a:extLst>
                  <a:ext uri="{FF2B5EF4-FFF2-40B4-BE49-F238E27FC236}">
                    <a16:creationId xmlns:a16="http://schemas.microsoft.com/office/drawing/2014/main" id="{6EEFC332-C9B2-1F13-FA1D-3B8C07A48377}"/>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198" name="Line 69">
                <a:extLst>
                  <a:ext uri="{FF2B5EF4-FFF2-40B4-BE49-F238E27FC236}">
                    <a16:creationId xmlns:a16="http://schemas.microsoft.com/office/drawing/2014/main" id="{8E8CFC17-287B-ACE5-4AF4-59DA9BA09929}"/>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9" name="Line 70">
                <a:extLst>
                  <a:ext uri="{FF2B5EF4-FFF2-40B4-BE49-F238E27FC236}">
                    <a16:creationId xmlns:a16="http://schemas.microsoft.com/office/drawing/2014/main" id="{6F3ADBD3-DF37-02B3-3EA6-3D54F69CBC4E}"/>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0" name="Line 71">
                <a:extLst>
                  <a:ext uri="{FF2B5EF4-FFF2-40B4-BE49-F238E27FC236}">
                    <a16:creationId xmlns:a16="http://schemas.microsoft.com/office/drawing/2014/main" id="{715FF001-389F-9EA1-4365-1D54A1E1A354}"/>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7" name="Group 72">
              <a:extLst>
                <a:ext uri="{FF2B5EF4-FFF2-40B4-BE49-F238E27FC236}">
                  <a16:creationId xmlns:a16="http://schemas.microsoft.com/office/drawing/2014/main" id="{E0DF3AB1-9E92-F419-6C09-64253D72F393}"/>
                </a:ext>
              </a:extLst>
            </p:cNvPr>
            <p:cNvGrpSpPr>
              <a:grpSpLocks/>
            </p:cNvGrpSpPr>
            <p:nvPr/>
          </p:nvGrpSpPr>
          <p:grpSpPr bwMode="auto">
            <a:xfrm rot="-3645890">
              <a:off x="6622" y="4221"/>
              <a:ext cx="570" cy="163"/>
              <a:chOff x="6480" y="4032"/>
              <a:chExt cx="1008" cy="288"/>
            </a:xfrm>
          </p:grpSpPr>
          <p:sp>
            <p:nvSpPr>
              <p:cNvPr id="604191" name="Line 73">
                <a:extLst>
                  <a:ext uri="{FF2B5EF4-FFF2-40B4-BE49-F238E27FC236}">
                    <a16:creationId xmlns:a16="http://schemas.microsoft.com/office/drawing/2014/main" id="{163C7878-C903-4453-C517-7AE4D1A8C806}"/>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2" name="Oval 74">
                <a:extLst>
                  <a:ext uri="{FF2B5EF4-FFF2-40B4-BE49-F238E27FC236}">
                    <a16:creationId xmlns:a16="http://schemas.microsoft.com/office/drawing/2014/main" id="{90B825D1-39AB-21BE-021D-0D3284C28252}"/>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193" name="Line 75">
                <a:extLst>
                  <a:ext uri="{FF2B5EF4-FFF2-40B4-BE49-F238E27FC236}">
                    <a16:creationId xmlns:a16="http://schemas.microsoft.com/office/drawing/2014/main" id="{1835B610-F2B2-94B5-B952-235A32204878}"/>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4" name="Line 76">
                <a:extLst>
                  <a:ext uri="{FF2B5EF4-FFF2-40B4-BE49-F238E27FC236}">
                    <a16:creationId xmlns:a16="http://schemas.microsoft.com/office/drawing/2014/main" id="{95453BF3-D1DC-5137-DBBB-18FF72CAF782}"/>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5" name="Line 77">
                <a:extLst>
                  <a:ext uri="{FF2B5EF4-FFF2-40B4-BE49-F238E27FC236}">
                    <a16:creationId xmlns:a16="http://schemas.microsoft.com/office/drawing/2014/main" id="{938A568E-CF5A-DFBE-7EA7-22C444BE724A}"/>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8" name="Group 78">
              <a:extLst>
                <a:ext uri="{FF2B5EF4-FFF2-40B4-BE49-F238E27FC236}">
                  <a16:creationId xmlns:a16="http://schemas.microsoft.com/office/drawing/2014/main" id="{21BC39F7-E92E-9F93-F42B-DD2491FE1083}"/>
                </a:ext>
              </a:extLst>
            </p:cNvPr>
            <p:cNvGrpSpPr>
              <a:grpSpLocks/>
            </p:cNvGrpSpPr>
            <p:nvPr/>
          </p:nvGrpSpPr>
          <p:grpSpPr bwMode="auto">
            <a:xfrm rot="-9500705">
              <a:off x="8229" y="3753"/>
              <a:ext cx="570" cy="163"/>
              <a:chOff x="6480" y="4032"/>
              <a:chExt cx="1008" cy="288"/>
            </a:xfrm>
          </p:grpSpPr>
          <p:sp>
            <p:nvSpPr>
              <p:cNvPr id="604186" name="Line 79">
                <a:extLst>
                  <a:ext uri="{FF2B5EF4-FFF2-40B4-BE49-F238E27FC236}">
                    <a16:creationId xmlns:a16="http://schemas.microsoft.com/office/drawing/2014/main" id="{C476F8B6-965D-C453-E7BC-AE0877CFC818}"/>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87" name="Oval 80">
                <a:extLst>
                  <a:ext uri="{FF2B5EF4-FFF2-40B4-BE49-F238E27FC236}">
                    <a16:creationId xmlns:a16="http://schemas.microsoft.com/office/drawing/2014/main" id="{63D09F07-D843-15AE-2072-509AB80B5330}"/>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188" name="Line 81">
                <a:extLst>
                  <a:ext uri="{FF2B5EF4-FFF2-40B4-BE49-F238E27FC236}">
                    <a16:creationId xmlns:a16="http://schemas.microsoft.com/office/drawing/2014/main" id="{FEE0F78C-1258-4D32-C574-2ABE49EA4192}"/>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89" name="Line 82">
                <a:extLst>
                  <a:ext uri="{FF2B5EF4-FFF2-40B4-BE49-F238E27FC236}">
                    <a16:creationId xmlns:a16="http://schemas.microsoft.com/office/drawing/2014/main" id="{FBCBC432-A1DB-E0D9-1921-9DF932E73301}"/>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90" name="Line 83">
                <a:extLst>
                  <a:ext uri="{FF2B5EF4-FFF2-40B4-BE49-F238E27FC236}">
                    <a16:creationId xmlns:a16="http://schemas.microsoft.com/office/drawing/2014/main" id="{3BFF9638-92C9-1C31-867F-123713F046AB}"/>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604179" name="Group 84">
              <a:extLst>
                <a:ext uri="{FF2B5EF4-FFF2-40B4-BE49-F238E27FC236}">
                  <a16:creationId xmlns:a16="http://schemas.microsoft.com/office/drawing/2014/main" id="{32893CFD-8FEA-9670-EF48-AA4B1CB9BC0D}"/>
                </a:ext>
              </a:extLst>
            </p:cNvPr>
            <p:cNvGrpSpPr>
              <a:grpSpLocks/>
            </p:cNvGrpSpPr>
            <p:nvPr/>
          </p:nvGrpSpPr>
          <p:grpSpPr bwMode="auto">
            <a:xfrm rot="-3459880">
              <a:off x="6387" y="4021"/>
              <a:ext cx="570" cy="163"/>
              <a:chOff x="6480" y="4032"/>
              <a:chExt cx="1008" cy="288"/>
            </a:xfrm>
          </p:grpSpPr>
          <p:sp>
            <p:nvSpPr>
              <p:cNvPr id="604181" name="Line 85">
                <a:extLst>
                  <a:ext uri="{FF2B5EF4-FFF2-40B4-BE49-F238E27FC236}">
                    <a16:creationId xmlns:a16="http://schemas.microsoft.com/office/drawing/2014/main" id="{754290F1-E52B-A1EC-2B55-8F9840BD2B55}"/>
                  </a:ext>
                </a:extLst>
              </p:cNvPr>
              <p:cNvSpPr>
                <a:spLocks noChangeShapeType="1"/>
              </p:cNvSpPr>
              <p:nvPr/>
            </p:nvSpPr>
            <p:spPr bwMode="auto">
              <a:xfrm>
                <a:off x="6480" y="4176"/>
                <a:ext cx="8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82" name="Oval 86">
                <a:extLst>
                  <a:ext uri="{FF2B5EF4-FFF2-40B4-BE49-F238E27FC236}">
                    <a16:creationId xmlns:a16="http://schemas.microsoft.com/office/drawing/2014/main" id="{FDB41B43-3312-0984-A17A-C6A8AF4632D7}"/>
                  </a:ext>
                </a:extLst>
              </p:cNvPr>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04183" name="Line 87">
                <a:extLst>
                  <a:ext uri="{FF2B5EF4-FFF2-40B4-BE49-F238E27FC236}">
                    <a16:creationId xmlns:a16="http://schemas.microsoft.com/office/drawing/2014/main" id="{6437892F-A73B-70EC-4729-E15D1F4729F9}"/>
                  </a:ext>
                </a:extLst>
              </p:cNvPr>
              <p:cNvSpPr>
                <a:spLocks noChangeShapeType="1"/>
              </p:cNvSpPr>
              <p:nvPr/>
            </p:nvSpPr>
            <p:spPr bwMode="auto">
              <a:xfrm>
                <a:off x="6480" y="4176"/>
                <a:ext cx="0" cy="14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84" name="Line 88">
                <a:extLst>
                  <a:ext uri="{FF2B5EF4-FFF2-40B4-BE49-F238E27FC236}">
                    <a16:creationId xmlns:a16="http://schemas.microsoft.com/office/drawing/2014/main" id="{9D6719FF-D2D3-C90B-7DBB-19ABA0C105C6}"/>
                  </a:ext>
                </a:extLst>
              </p:cNvPr>
              <p:cNvSpPr>
                <a:spLocks noChangeShapeType="1"/>
              </p:cNvSpPr>
              <p:nvPr/>
            </p:nvSpPr>
            <p:spPr bwMode="auto">
              <a:xfrm>
                <a:off x="6624" y="4176"/>
                <a:ext cx="0"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185" name="Line 89">
                <a:extLst>
                  <a:ext uri="{FF2B5EF4-FFF2-40B4-BE49-F238E27FC236}">
                    <a16:creationId xmlns:a16="http://schemas.microsoft.com/office/drawing/2014/main" id="{6383AF30-CC93-A77B-ADDE-CA0F2EC08CF1}"/>
                  </a:ext>
                </a:extLst>
              </p:cNvPr>
              <p:cNvSpPr>
                <a:spLocks noChangeShapeType="1"/>
              </p:cNvSpPr>
              <p:nvPr/>
            </p:nvSpPr>
            <p:spPr bwMode="auto">
              <a:xfrm>
                <a:off x="6768" y="4176"/>
                <a:ext cx="0" cy="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604180" name="Text Box 90">
              <a:extLst>
                <a:ext uri="{FF2B5EF4-FFF2-40B4-BE49-F238E27FC236}">
                  <a16:creationId xmlns:a16="http://schemas.microsoft.com/office/drawing/2014/main" id="{2600A7D4-1F23-CFF4-98E9-D1F183390EA8}"/>
                </a:ext>
              </a:extLst>
            </p:cNvPr>
            <p:cNvSpPr txBox="1">
              <a:spLocks noChangeArrowheads="1"/>
            </p:cNvSpPr>
            <p:nvPr/>
          </p:nvSpPr>
          <p:spPr bwMode="auto">
            <a:xfrm>
              <a:off x="6234" y="4923"/>
              <a:ext cx="2612" cy="10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600" b="1">
                  <a:latin typeface="Times New Roman" panose="02020603050405020304" pitchFamily="18" charset="0"/>
                </a:rPr>
                <a:t>Alice’s key ring, where she holds only the public keys of the other PGP users in the system</a:t>
              </a:r>
            </a:p>
          </p:txBody>
        </p:sp>
      </p:grpSp>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Slide Number Placeholder 5">
            <a:extLst>
              <a:ext uri="{FF2B5EF4-FFF2-40B4-BE49-F238E27FC236}">
                <a16:creationId xmlns:a16="http://schemas.microsoft.com/office/drawing/2014/main" id="{F6656180-3E07-1F48-EAD8-5C619E1BE0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13210F4-85A6-42F9-B792-CEE0FFBCB42C}" type="slidenum">
              <a:rPr lang="en-US" altLang="en-US" sz="1400"/>
              <a:pPr>
                <a:spcBef>
                  <a:spcPct val="0"/>
                </a:spcBef>
                <a:buClrTx/>
                <a:buSzTx/>
                <a:buFontTx/>
                <a:buNone/>
              </a:pPr>
              <a:t>269</a:t>
            </a:fld>
            <a:endParaRPr lang="en-US" altLang="en-US" sz="1400"/>
          </a:p>
        </p:txBody>
      </p:sp>
      <p:sp>
        <p:nvSpPr>
          <p:cNvPr id="606211" name="Rectangle 2">
            <a:extLst>
              <a:ext uri="{FF2B5EF4-FFF2-40B4-BE49-F238E27FC236}">
                <a16:creationId xmlns:a16="http://schemas.microsoft.com/office/drawing/2014/main" id="{BC0657B8-ABCE-FB4E-BDB5-36B1E8BDD0E5}"/>
              </a:ext>
            </a:extLst>
          </p:cNvPr>
          <p:cNvSpPr>
            <a:spLocks noGrp="1" noChangeArrowheads="1"/>
          </p:cNvSpPr>
          <p:nvPr>
            <p:ph type="title"/>
          </p:nvPr>
        </p:nvSpPr>
        <p:spPr/>
        <p:txBody>
          <a:bodyPr/>
          <a:lstStyle/>
          <a:p>
            <a:pPr eaLnBrk="1" hangingPunct="1"/>
            <a:r>
              <a:rPr lang="en-US" altLang="en-US"/>
              <a:t>How it works – 1</a:t>
            </a:r>
            <a:endParaRPr lang="en-GB" altLang="en-US"/>
          </a:p>
        </p:txBody>
      </p:sp>
      <p:sp>
        <p:nvSpPr>
          <p:cNvPr id="606212" name="Rectangle 3">
            <a:extLst>
              <a:ext uri="{FF2B5EF4-FFF2-40B4-BE49-F238E27FC236}">
                <a16:creationId xmlns:a16="http://schemas.microsoft.com/office/drawing/2014/main" id="{FFEC70A9-BFD0-EC29-1CBF-3A17B66790A6}"/>
              </a:ext>
            </a:extLst>
          </p:cNvPr>
          <p:cNvSpPr>
            <a:spLocks noGrp="1" noChangeArrowheads="1"/>
          </p:cNvSpPr>
          <p:nvPr>
            <p:ph type="body" idx="1"/>
          </p:nvPr>
        </p:nvSpPr>
        <p:spPr/>
        <p:txBody>
          <a:bodyPr/>
          <a:lstStyle/>
          <a:p>
            <a:pPr algn="just" eaLnBrk="1" hangingPunct="1"/>
            <a:r>
              <a:rPr lang="en-US" altLang="en-US" sz="1600">
                <a:cs typeface="Times New Roman" panose="02020603050405020304" pitchFamily="18" charset="0"/>
              </a:rPr>
              <a:t>1.</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needs to send a message to another user in the system.</a:t>
            </a:r>
          </a:p>
          <a:p>
            <a:pPr algn="just" eaLnBrk="1" hangingPunct="1"/>
            <a:r>
              <a:rPr lang="en-US" altLang="en-US" sz="1600">
                <a:cs typeface="Times New Roman" panose="02020603050405020304" pitchFamily="18" charset="0"/>
              </a:rPr>
              <a:t>(a)</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creates a message digest of the original message (using SHA-1), and encrypts it using her own private key (via the RSA or DSS algorithm) from one of the key pairs shown in the left side of the diagram. This produces a digital signature.</a:t>
            </a:r>
          </a:p>
          <a:p>
            <a:pPr algn="just" eaLnBrk="1" hangingPunct="1"/>
            <a:r>
              <a:rPr lang="en-US" altLang="en-US" sz="1600">
                <a:cs typeface="Times New Roman" panose="02020603050405020304" pitchFamily="18" charset="0"/>
              </a:rPr>
              <a:t>(b)</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creates a one-time symmetric key.</a:t>
            </a:r>
          </a:p>
          <a:p>
            <a:pPr algn="just" eaLnBrk="1" hangingPunct="1"/>
            <a:r>
              <a:rPr lang="en-US" altLang="en-US" sz="1600">
                <a:cs typeface="Times New Roman" panose="02020603050405020304" pitchFamily="18" charset="0"/>
              </a:rPr>
              <a:t>(c)</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uses the public key of the intended recipient (by looking up the key ring shown on the right side for the appropriate recipient) to encrypt the one-time symmetric key created above. RSA algorithm is used for this.</a:t>
            </a:r>
          </a:p>
          <a:p>
            <a:pPr algn="just" eaLnBrk="1" hangingPunct="1"/>
            <a:r>
              <a:rPr lang="en-US" altLang="en-US" sz="1600">
                <a:cs typeface="Times New Roman" panose="02020603050405020304" pitchFamily="18" charset="0"/>
              </a:rPr>
              <a:t>(d)</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encrypts the original message with the one-time symmetric key (using IDEA or DES-3 algorithm).</a:t>
            </a:r>
          </a:p>
          <a:p>
            <a:pPr algn="just" eaLnBrk="1" hangingPunct="1"/>
            <a:r>
              <a:rPr lang="en-US" altLang="en-US" sz="1600">
                <a:cs typeface="Times New Roman" panose="02020603050405020304" pitchFamily="18" charset="0"/>
              </a:rPr>
              <a:t>(e)</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encrypts the digital signature with the one-time symmetric key (using IDEA or DES-3 algorithm).</a:t>
            </a:r>
          </a:p>
          <a:p>
            <a:pPr eaLnBrk="1" hangingPunct="1"/>
            <a:r>
              <a:rPr lang="en-US" altLang="en-US" sz="1600">
                <a:cs typeface="Times New Roman" panose="02020603050405020304" pitchFamily="18" charset="0"/>
              </a:rPr>
              <a:t>Alice sends the output of steps (d) and (e) above to the receiver. What would the receiver need to do? This is explained below.</a:t>
            </a:r>
            <a:r>
              <a:rPr lang="en-GB" altLang="en-US" sz="1600"/>
              <a:t> </a:t>
            </a:r>
          </a:p>
        </p:txBody>
      </p:sp>
    </p:spTree>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Slide Number Placeholder 5">
            <a:extLst>
              <a:ext uri="{FF2B5EF4-FFF2-40B4-BE49-F238E27FC236}">
                <a16:creationId xmlns:a16="http://schemas.microsoft.com/office/drawing/2014/main" id="{B216198C-587D-EFA6-83E2-279686EB3F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9F72FA9-0AE7-4BA9-8032-7292246D7488}" type="slidenum">
              <a:rPr lang="en-US" altLang="en-US" sz="1400"/>
              <a:pPr>
                <a:spcBef>
                  <a:spcPct val="0"/>
                </a:spcBef>
                <a:buClrTx/>
                <a:buSzTx/>
                <a:buFontTx/>
                <a:buNone/>
              </a:pPr>
              <a:t>270</a:t>
            </a:fld>
            <a:endParaRPr lang="en-US" altLang="en-US" sz="1400"/>
          </a:p>
        </p:txBody>
      </p:sp>
      <p:sp>
        <p:nvSpPr>
          <p:cNvPr id="608259" name="Rectangle 2">
            <a:extLst>
              <a:ext uri="{FF2B5EF4-FFF2-40B4-BE49-F238E27FC236}">
                <a16:creationId xmlns:a16="http://schemas.microsoft.com/office/drawing/2014/main" id="{C5B9DAC4-08BA-2B37-77E3-945AB1FBCAD7}"/>
              </a:ext>
            </a:extLst>
          </p:cNvPr>
          <p:cNvSpPr>
            <a:spLocks noGrp="1" noChangeArrowheads="1"/>
          </p:cNvSpPr>
          <p:nvPr>
            <p:ph type="title"/>
          </p:nvPr>
        </p:nvSpPr>
        <p:spPr/>
        <p:txBody>
          <a:bodyPr/>
          <a:lstStyle/>
          <a:p>
            <a:pPr eaLnBrk="1" hangingPunct="1"/>
            <a:r>
              <a:rPr lang="en-US" altLang="en-US"/>
              <a:t>How it works – 2</a:t>
            </a:r>
            <a:endParaRPr lang="en-GB" altLang="en-US"/>
          </a:p>
        </p:txBody>
      </p:sp>
      <p:sp>
        <p:nvSpPr>
          <p:cNvPr id="608260" name="Rectangle 3">
            <a:extLst>
              <a:ext uri="{FF2B5EF4-FFF2-40B4-BE49-F238E27FC236}">
                <a16:creationId xmlns:a16="http://schemas.microsoft.com/office/drawing/2014/main" id="{E142B6CC-5035-E20F-5AFB-347191D3EC63}"/>
              </a:ext>
            </a:extLst>
          </p:cNvPr>
          <p:cNvSpPr>
            <a:spLocks noGrp="1" noChangeArrowheads="1"/>
          </p:cNvSpPr>
          <p:nvPr>
            <p:ph type="body" idx="1"/>
          </p:nvPr>
        </p:nvSpPr>
        <p:spPr/>
        <p:txBody>
          <a:bodyPr/>
          <a:lstStyle/>
          <a:p>
            <a:pPr algn="just" eaLnBrk="1" hangingPunct="1">
              <a:lnSpc>
                <a:spcPct val="90000"/>
              </a:lnSpc>
            </a:pPr>
            <a:r>
              <a:rPr lang="en-US" altLang="en-US" sz="1600">
                <a:cs typeface="Times New Roman" panose="02020603050405020304" pitchFamily="18" charset="0"/>
              </a:rPr>
              <a:t>1.</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Now suppose that Alice has received a message from one of the other users in the system.</a:t>
            </a:r>
          </a:p>
          <a:p>
            <a:pPr algn="just" eaLnBrk="1" hangingPunct="1">
              <a:lnSpc>
                <a:spcPct val="90000"/>
              </a:lnSpc>
            </a:pPr>
            <a:r>
              <a:rPr lang="en-US" altLang="en-US" sz="1600">
                <a:cs typeface="Times New Roman" panose="02020603050405020304" pitchFamily="18" charset="0"/>
              </a:rPr>
              <a:t>(a)</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uses her private key to obtain the one-time symmetric key created by the sender. Refer to steps (b) and (c) in the earlier explanation if you do not understand this.</a:t>
            </a:r>
          </a:p>
          <a:p>
            <a:pPr algn="just" eaLnBrk="1" hangingPunct="1">
              <a:lnSpc>
                <a:spcPct val="90000"/>
              </a:lnSpc>
            </a:pPr>
            <a:r>
              <a:rPr lang="en-US" altLang="en-US" sz="1600">
                <a:cs typeface="Times New Roman" panose="02020603050405020304" pitchFamily="18" charset="0"/>
              </a:rPr>
              <a:t>(b)</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uses the one-time symmetric key to decrypt the message. Refer to steps (b) and (d) in the earlier explanation if you do not understand this. </a:t>
            </a:r>
          </a:p>
          <a:p>
            <a:pPr algn="just" eaLnBrk="1" hangingPunct="1">
              <a:lnSpc>
                <a:spcPct val="90000"/>
              </a:lnSpc>
            </a:pPr>
            <a:r>
              <a:rPr lang="en-US" altLang="en-US" sz="1600">
                <a:cs typeface="Times New Roman" panose="02020603050405020304" pitchFamily="18" charset="0"/>
              </a:rPr>
              <a:t>(c)</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computes a message digest of the original message (say </a:t>
            </a:r>
            <a:r>
              <a:rPr lang="en-US" altLang="en-US" sz="1600" i="1">
                <a:cs typeface="Times New Roman" panose="02020603050405020304" pitchFamily="18" charset="0"/>
              </a:rPr>
              <a:t>MD1</a:t>
            </a:r>
            <a:r>
              <a:rPr lang="en-US" altLang="en-US" sz="1600">
                <a:cs typeface="Times New Roman" panose="02020603050405020304" pitchFamily="18" charset="0"/>
              </a:rPr>
              <a:t>).</a:t>
            </a:r>
          </a:p>
          <a:p>
            <a:pPr algn="just" eaLnBrk="1" hangingPunct="1">
              <a:lnSpc>
                <a:spcPct val="90000"/>
              </a:lnSpc>
            </a:pPr>
            <a:r>
              <a:rPr lang="en-US" altLang="en-US" sz="1600">
                <a:cs typeface="Times New Roman" panose="02020603050405020304" pitchFamily="18" charset="0"/>
              </a:rPr>
              <a:t>(d)</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now uses this one-time symmetric key to obtain the original digital signature. Refer to steps (b) and (e) in the earlier explanation if you do not understand this.</a:t>
            </a:r>
          </a:p>
          <a:p>
            <a:pPr algn="just" eaLnBrk="1" hangingPunct="1">
              <a:lnSpc>
                <a:spcPct val="90000"/>
              </a:lnSpc>
            </a:pPr>
            <a:r>
              <a:rPr lang="en-US" altLang="en-US" sz="1600">
                <a:cs typeface="Times New Roman" panose="02020603050405020304" pitchFamily="18" charset="0"/>
              </a:rPr>
              <a:t>(e)</a:t>
            </a:r>
            <a:r>
              <a:rPr lang="en-US" altLang="en-US" sz="1600">
                <a:latin typeface="Times New Roman" panose="02020603050405020304" pitchFamily="18" charset="0"/>
                <a:cs typeface="Times New Roman" panose="02020603050405020304" pitchFamily="18" charset="0"/>
              </a:rPr>
              <a:t>     </a:t>
            </a:r>
            <a:r>
              <a:rPr lang="en-US" altLang="en-US" sz="1600">
                <a:cs typeface="Times New Roman" panose="02020603050405020304" pitchFamily="18" charset="0"/>
              </a:rPr>
              <a:t>Alice uses the sender’s public key from the key ring shown in the right side of the diagram to decrypt the digital signature and gets back the original message digest (say </a:t>
            </a:r>
            <a:r>
              <a:rPr lang="en-US" altLang="en-US" sz="1600" i="1">
                <a:cs typeface="Times New Roman" panose="02020603050405020304" pitchFamily="18" charset="0"/>
              </a:rPr>
              <a:t>MD2</a:t>
            </a:r>
            <a:r>
              <a:rPr lang="en-US" altLang="en-US" sz="1600">
                <a:cs typeface="Times New Roman" panose="02020603050405020304" pitchFamily="18" charset="0"/>
              </a:rPr>
              <a:t>). </a:t>
            </a:r>
          </a:p>
          <a:p>
            <a:pPr eaLnBrk="1" hangingPunct="1">
              <a:lnSpc>
                <a:spcPct val="90000"/>
              </a:lnSpc>
            </a:pPr>
            <a:r>
              <a:rPr lang="en-US" altLang="en-US" sz="1600">
                <a:cs typeface="Times New Roman" panose="02020603050405020304" pitchFamily="18" charset="0"/>
              </a:rPr>
              <a:t>Alice compares message digests MD1 and MD2. If they match, Alice is sure about the message integrity and authentication of the message sender.</a:t>
            </a:r>
            <a:r>
              <a:rPr lang="en-GB" altLang="en-US" sz="1600"/>
              <a:t> </a:t>
            </a:r>
          </a:p>
        </p:txBody>
      </p:sp>
    </p:spTree>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Slide Number Placeholder 5">
            <a:extLst>
              <a:ext uri="{FF2B5EF4-FFF2-40B4-BE49-F238E27FC236}">
                <a16:creationId xmlns:a16="http://schemas.microsoft.com/office/drawing/2014/main" id="{A88878A6-CAC1-339A-8F01-4B96E9778E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A74D912-DB44-4C21-BFBF-150794B07800}" type="slidenum">
              <a:rPr lang="en-US" altLang="en-US" sz="1400"/>
              <a:pPr>
                <a:spcBef>
                  <a:spcPct val="0"/>
                </a:spcBef>
                <a:buClrTx/>
                <a:buSzTx/>
                <a:buFontTx/>
                <a:buNone/>
              </a:pPr>
              <a:t>271</a:t>
            </a:fld>
            <a:endParaRPr lang="en-US" altLang="en-US" sz="1400"/>
          </a:p>
        </p:txBody>
      </p:sp>
      <p:sp>
        <p:nvSpPr>
          <p:cNvPr id="610307" name="Rectangle 2">
            <a:extLst>
              <a:ext uri="{FF2B5EF4-FFF2-40B4-BE49-F238E27FC236}">
                <a16:creationId xmlns:a16="http://schemas.microsoft.com/office/drawing/2014/main" id="{FFFF28E4-56CB-FA57-61D9-83D357C572B1}"/>
              </a:ext>
            </a:extLst>
          </p:cNvPr>
          <p:cNvSpPr>
            <a:spLocks noGrp="1" noChangeArrowheads="1"/>
          </p:cNvSpPr>
          <p:nvPr>
            <p:ph type="title"/>
          </p:nvPr>
        </p:nvSpPr>
        <p:spPr/>
        <p:txBody>
          <a:bodyPr/>
          <a:lstStyle/>
          <a:p>
            <a:pPr eaLnBrk="1" hangingPunct="1"/>
            <a:r>
              <a:rPr lang="en-US" altLang="en-US"/>
              <a:t>PGP Certificates</a:t>
            </a:r>
            <a:endParaRPr lang="en-GB" altLang="en-US"/>
          </a:p>
        </p:txBody>
      </p:sp>
      <p:sp>
        <p:nvSpPr>
          <p:cNvPr id="610308" name="Rectangle 3">
            <a:extLst>
              <a:ext uri="{FF2B5EF4-FFF2-40B4-BE49-F238E27FC236}">
                <a16:creationId xmlns:a16="http://schemas.microsoft.com/office/drawing/2014/main" id="{8C5406B7-2B9D-99ED-420D-D46B1BC3D69F}"/>
              </a:ext>
            </a:extLst>
          </p:cNvPr>
          <p:cNvSpPr>
            <a:spLocks noGrp="1" noChangeArrowheads="1"/>
          </p:cNvSpPr>
          <p:nvPr>
            <p:ph type="body" idx="1"/>
          </p:nvPr>
        </p:nvSpPr>
        <p:spPr/>
        <p:txBody>
          <a:bodyPr/>
          <a:lstStyle/>
          <a:p>
            <a:pPr eaLnBrk="1" hangingPunct="1"/>
            <a:endParaRPr lang="en-GB" altLang="en-US"/>
          </a:p>
        </p:txBody>
      </p:sp>
      <p:grpSp>
        <p:nvGrpSpPr>
          <p:cNvPr id="610309" name="Group 4">
            <a:extLst>
              <a:ext uri="{FF2B5EF4-FFF2-40B4-BE49-F238E27FC236}">
                <a16:creationId xmlns:a16="http://schemas.microsoft.com/office/drawing/2014/main" id="{11864B6E-753B-063C-C8F3-50D4F35A9D70}"/>
              </a:ext>
            </a:extLst>
          </p:cNvPr>
          <p:cNvGrpSpPr>
            <a:grpSpLocks/>
          </p:cNvGrpSpPr>
          <p:nvPr/>
        </p:nvGrpSpPr>
        <p:grpSpPr bwMode="auto">
          <a:xfrm>
            <a:off x="2667000" y="1981201"/>
            <a:ext cx="7391400" cy="4151313"/>
            <a:chOff x="2193" y="5894"/>
            <a:chExt cx="8054" cy="4521"/>
          </a:xfrm>
        </p:grpSpPr>
        <p:sp>
          <p:nvSpPr>
            <p:cNvPr id="610310" name="Rectangle 5">
              <a:extLst>
                <a:ext uri="{FF2B5EF4-FFF2-40B4-BE49-F238E27FC236}">
                  <a16:creationId xmlns:a16="http://schemas.microsoft.com/office/drawing/2014/main" id="{EFD556FB-E341-FFAF-A29D-F637180FE8A4}"/>
                </a:ext>
              </a:extLst>
            </p:cNvPr>
            <p:cNvSpPr>
              <a:spLocks noChangeArrowheads="1"/>
            </p:cNvSpPr>
            <p:nvPr/>
          </p:nvSpPr>
          <p:spPr bwMode="auto">
            <a:xfrm>
              <a:off x="2193" y="5894"/>
              <a:ext cx="8054" cy="4521"/>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10311" name="computr1">
              <a:extLst>
                <a:ext uri="{FF2B5EF4-FFF2-40B4-BE49-F238E27FC236}">
                  <a16:creationId xmlns:a16="http://schemas.microsoft.com/office/drawing/2014/main" id="{A6B0FAC2-719D-D5D2-2898-BD629BD11315}"/>
                </a:ext>
              </a:extLst>
            </p:cNvPr>
            <p:cNvSpPr>
              <a:spLocks noEditPoints="1" noChangeArrowheads="1"/>
            </p:cNvSpPr>
            <p:nvPr/>
          </p:nvSpPr>
          <p:spPr bwMode="auto">
            <a:xfrm>
              <a:off x="2663" y="6601"/>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610312" name="computr1">
              <a:extLst>
                <a:ext uri="{FF2B5EF4-FFF2-40B4-BE49-F238E27FC236}">
                  <a16:creationId xmlns:a16="http://schemas.microsoft.com/office/drawing/2014/main" id="{299E6205-682B-EDB6-1E2A-853C9F140E2B}"/>
                </a:ext>
              </a:extLst>
            </p:cNvPr>
            <p:cNvSpPr>
              <a:spLocks noEditPoints="1" noChangeArrowheads="1"/>
            </p:cNvSpPr>
            <p:nvPr/>
          </p:nvSpPr>
          <p:spPr bwMode="auto">
            <a:xfrm>
              <a:off x="2663" y="8415"/>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610313" name="AutoShape 8">
              <a:extLst>
                <a:ext uri="{FF2B5EF4-FFF2-40B4-BE49-F238E27FC236}">
                  <a16:creationId xmlns:a16="http://schemas.microsoft.com/office/drawing/2014/main" id="{52BD7D2A-7262-E0D3-65CF-FA04116B27F9}"/>
                </a:ext>
              </a:extLst>
            </p:cNvPr>
            <p:cNvSpPr>
              <a:spLocks noChangeArrowheads="1"/>
            </p:cNvSpPr>
            <p:nvPr/>
          </p:nvSpPr>
          <p:spPr bwMode="auto">
            <a:xfrm>
              <a:off x="4359" y="7062"/>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0314" name="AutoShape 9">
              <a:extLst>
                <a:ext uri="{FF2B5EF4-FFF2-40B4-BE49-F238E27FC236}">
                  <a16:creationId xmlns:a16="http://schemas.microsoft.com/office/drawing/2014/main" id="{F586434F-A7BC-F1C7-12F9-5DA4388A0E4C}"/>
                </a:ext>
              </a:extLst>
            </p:cNvPr>
            <p:cNvSpPr>
              <a:spLocks noChangeArrowheads="1"/>
            </p:cNvSpPr>
            <p:nvPr/>
          </p:nvSpPr>
          <p:spPr bwMode="auto">
            <a:xfrm>
              <a:off x="4359" y="8742"/>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0315" name="AutoShape 10">
              <a:extLst>
                <a:ext uri="{FF2B5EF4-FFF2-40B4-BE49-F238E27FC236}">
                  <a16:creationId xmlns:a16="http://schemas.microsoft.com/office/drawing/2014/main" id="{B2B5708A-00D8-2813-1A50-11493B5A7CBC}"/>
                </a:ext>
              </a:extLst>
            </p:cNvPr>
            <p:cNvSpPr>
              <a:spLocks noChangeArrowheads="1"/>
            </p:cNvSpPr>
            <p:nvPr/>
          </p:nvSpPr>
          <p:spPr bwMode="auto">
            <a:xfrm>
              <a:off x="5676" y="6291"/>
              <a:ext cx="1892" cy="1591"/>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A</a:t>
              </a:r>
            </a:p>
          </p:txBody>
        </p:sp>
        <p:sp>
          <p:nvSpPr>
            <p:cNvPr id="610316" name="AutoShape 11">
              <a:extLst>
                <a:ext uri="{FF2B5EF4-FFF2-40B4-BE49-F238E27FC236}">
                  <a16:creationId xmlns:a16="http://schemas.microsoft.com/office/drawing/2014/main" id="{C4AD2A46-28F5-43E2-7691-0EBB72C325F7}"/>
                </a:ext>
              </a:extLst>
            </p:cNvPr>
            <p:cNvSpPr>
              <a:spLocks noChangeArrowheads="1"/>
            </p:cNvSpPr>
            <p:nvPr/>
          </p:nvSpPr>
          <p:spPr bwMode="auto">
            <a:xfrm>
              <a:off x="5665" y="8306"/>
              <a:ext cx="1892" cy="1591"/>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C</a:t>
              </a:r>
            </a:p>
          </p:txBody>
        </p:sp>
        <p:sp>
          <p:nvSpPr>
            <p:cNvPr id="610317" name="computr1">
              <a:extLst>
                <a:ext uri="{FF2B5EF4-FFF2-40B4-BE49-F238E27FC236}">
                  <a16:creationId xmlns:a16="http://schemas.microsoft.com/office/drawing/2014/main" id="{D94AF10D-7863-BCC5-684A-FECE97F1CCFA}"/>
                </a:ext>
              </a:extLst>
            </p:cNvPr>
            <p:cNvSpPr>
              <a:spLocks noEditPoints="1" noChangeArrowheads="1"/>
            </p:cNvSpPr>
            <p:nvPr/>
          </p:nvSpPr>
          <p:spPr bwMode="auto">
            <a:xfrm>
              <a:off x="8445" y="7510"/>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610318" name="AutoShape 13">
              <a:extLst>
                <a:ext uri="{FF2B5EF4-FFF2-40B4-BE49-F238E27FC236}">
                  <a16:creationId xmlns:a16="http://schemas.microsoft.com/office/drawing/2014/main" id="{60E2A0D6-7B1A-D56A-CD00-A79EFD577956}"/>
                </a:ext>
              </a:extLst>
            </p:cNvPr>
            <p:cNvSpPr>
              <a:spLocks noChangeArrowheads="1"/>
            </p:cNvSpPr>
            <p:nvPr/>
          </p:nvSpPr>
          <p:spPr bwMode="auto">
            <a:xfrm rot="2391615">
              <a:off x="7662" y="7135"/>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0319" name="AutoShape 14">
              <a:extLst>
                <a:ext uri="{FF2B5EF4-FFF2-40B4-BE49-F238E27FC236}">
                  <a16:creationId xmlns:a16="http://schemas.microsoft.com/office/drawing/2014/main" id="{F277ACC8-E890-C738-11B2-298D3230F30D}"/>
                </a:ext>
              </a:extLst>
            </p:cNvPr>
            <p:cNvSpPr>
              <a:spLocks noChangeArrowheads="1"/>
            </p:cNvSpPr>
            <p:nvPr/>
          </p:nvSpPr>
          <p:spPr bwMode="auto">
            <a:xfrm rot="-2209568">
              <a:off x="7617" y="8899"/>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grpSp>
    </p:spTree>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Slide Number Placeholder 5">
            <a:extLst>
              <a:ext uri="{FF2B5EF4-FFF2-40B4-BE49-F238E27FC236}">
                <a16:creationId xmlns:a16="http://schemas.microsoft.com/office/drawing/2014/main" id="{94F4A44E-DA2E-C16F-2C20-E761715CCB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F3F7991-C248-4190-8782-DED1680B4970}" type="slidenum">
              <a:rPr lang="en-US" altLang="en-US" sz="1400"/>
              <a:pPr>
                <a:spcBef>
                  <a:spcPct val="0"/>
                </a:spcBef>
                <a:buClrTx/>
                <a:buSzTx/>
                <a:buFontTx/>
                <a:buNone/>
              </a:pPr>
              <a:t>272</a:t>
            </a:fld>
            <a:endParaRPr lang="en-US" altLang="en-US" sz="1400"/>
          </a:p>
        </p:txBody>
      </p:sp>
      <p:sp>
        <p:nvSpPr>
          <p:cNvPr id="612355" name="Rectangle 2">
            <a:extLst>
              <a:ext uri="{FF2B5EF4-FFF2-40B4-BE49-F238E27FC236}">
                <a16:creationId xmlns:a16="http://schemas.microsoft.com/office/drawing/2014/main" id="{5E38FA4C-B645-C281-A59D-B86BC2B87DA1}"/>
              </a:ext>
            </a:extLst>
          </p:cNvPr>
          <p:cNvSpPr>
            <a:spLocks noGrp="1" noChangeArrowheads="1"/>
          </p:cNvSpPr>
          <p:nvPr>
            <p:ph type="title"/>
          </p:nvPr>
        </p:nvSpPr>
        <p:spPr/>
        <p:txBody>
          <a:bodyPr/>
          <a:lstStyle/>
          <a:p>
            <a:pPr eaLnBrk="1" hangingPunct="1"/>
            <a:r>
              <a:rPr lang="en-US" altLang="en-US"/>
              <a:t>Introducer Trust</a:t>
            </a:r>
            <a:endParaRPr lang="en-GB" altLang="en-US"/>
          </a:p>
        </p:txBody>
      </p:sp>
      <p:sp>
        <p:nvSpPr>
          <p:cNvPr id="612356" name="Rectangle 3">
            <a:extLst>
              <a:ext uri="{FF2B5EF4-FFF2-40B4-BE49-F238E27FC236}">
                <a16:creationId xmlns:a16="http://schemas.microsoft.com/office/drawing/2014/main" id="{8A5B3AB3-2CD9-C4CE-419E-CE50EECA8C31}"/>
              </a:ext>
            </a:extLst>
          </p:cNvPr>
          <p:cNvSpPr>
            <a:spLocks noGrp="1" noChangeArrowheads="1"/>
          </p:cNvSpPr>
          <p:nvPr>
            <p:ph type="body" idx="1"/>
          </p:nvPr>
        </p:nvSpPr>
        <p:spPr/>
        <p:txBody>
          <a:bodyPr/>
          <a:lstStyle/>
          <a:p>
            <a:pPr eaLnBrk="1" hangingPunct="1"/>
            <a:endParaRPr lang="en-GB" altLang="en-US"/>
          </a:p>
        </p:txBody>
      </p:sp>
      <p:grpSp>
        <p:nvGrpSpPr>
          <p:cNvPr id="612357" name="Group 4">
            <a:extLst>
              <a:ext uri="{FF2B5EF4-FFF2-40B4-BE49-F238E27FC236}">
                <a16:creationId xmlns:a16="http://schemas.microsoft.com/office/drawing/2014/main" id="{475EC7A6-8073-6DDA-130A-C108A71E6DF0}"/>
              </a:ext>
            </a:extLst>
          </p:cNvPr>
          <p:cNvGrpSpPr>
            <a:grpSpLocks/>
          </p:cNvGrpSpPr>
          <p:nvPr/>
        </p:nvGrpSpPr>
        <p:grpSpPr bwMode="auto">
          <a:xfrm>
            <a:off x="2514600" y="1676401"/>
            <a:ext cx="7772400" cy="4568825"/>
            <a:chOff x="1948" y="3321"/>
            <a:chExt cx="8255" cy="6715"/>
          </a:xfrm>
        </p:grpSpPr>
        <p:sp>
          <p:nvSpPr>
            <p:cNvPr id="612358" name="Rectangle 5">
              <a:extLst>
                <a:ext uri="{FF2B5EF4-FFF2-40B4-BE49-F238E27FC236}">
                  <a16:creationId xmlns:a16="http://schemas.microsoft.com/office/drawing/2014/main" id="{17558073-8102-D2A7-173D-5E7DD07B2B97}"/>
                </a:ext>
              </a:extLst>
            </p:cNvPr>
            <p:cNvSpPr>
              <a:spLocks noChangeArrowheads="1"/>
            </p:cNvSpPr>
            <p:nvPr/>
          </p:nvSpPr>
          <p:spPr bwMode="auto">
            <a:xfrm>
              <a:off x="1948" y="3321"/>
              <a:ext cx="8255" cy="671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12359" name="computr1">
              <a:extLst>
                <a:ext uri="{FF2B5EF4-FFF2-40B4-BE49-F238E27FC236}">
                  <a16:creationId xmlns:a16="http://schemas.microsoft.com/office/drawing/2014/main" id="{8A7420B5-8045-F72E-7D54-40F1FC0A34C1}"/>
                </a:ext>
              </a:extLst>
            </p:cNvPr>
            <p:cNvSpPr>
              <a:spLocks noEditPoints="1" noChangeArrowheads="1"/>
            </p:cNvSpPr>
            <p:nvPr/>
          </p:nvSpPr>
          <p:spPr bwMode="auto">
            <a:xfrm>
              <a:off x="2418" y="4028"/>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612360" name="computr1">
              <a:extLst>
                <a:ext uri="{FF2B5EF4-FFF2-40B4-BE49-F238E27FC236}">
                  <a16:creationId xmlns:a16="http://schemas.microsoft.com/office/drawing/2014/main" id="{D94CC06E-2E9F-DB6C-AFA8-99EEF77A1494}"/>
                </a:ext>
              </a:extLst>
            </p:cNvPr>
            <p:cNvSpPr>
              <a:spLocks noEditPoints="1" noChangeArrowheads="1"/>
            </p:cNvSpPr>
            <p:nvPr/>
          </p:nvSpPr>
          <p:spPr bwMode="auto">
            <a:xfrm>
              <a:off x="2418" y="5842"/>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612361" name="AutoShape 8">
              <a:extLst>
                <a:ext uri="{FF2B5EF4-FFF2-40B4-BE49-F238E27FC236}">
                  <a16:creationId xmlns:a16="http://schemas.microsoft.com/office/drawing/2014/main" id="{12C49287-AE3A-AC5A-2448-F7E6996BCA19}"/>
                </a:ext>
              </a:extLst>
            </p:cNvPr>
            <p:cNvSpPr>
              <a:spLocks noChangeArrowheads="1"/>
            </p:cNvSpPr>
            <p:nvPr/>
          </p:nvSpPr>
          <p:spPr bwMode="auto">
            <a:xfrm>
              <a:off x="4114" y="4489"/>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62" name="AutoShape 9">
              <a:extLst>
                <a:ext uri="{FF2B5EF4-FFF2-40B4-BE49-F238E27FC236}">
                  <a16:creationId xmlns:a16="http://schemas.microsoft.com/office/drawing/2014/main" id="{115A0BEE-B108-E01D-5CE2-F4CF33C4217D}"/>
                </a:ext>
              </a:extLst>
            </p:cNvPr>
            <p:cNvSpPr>
              <a:spLocks noChangeArrowheads="1"/>
            </p:cNvSpPr>
            <p:nvPr/>
          </p:nvSpPr>
          <p:spPr bwMode="auto">
            <a:xfrm>
              <a:off x="4114" y="6169"/>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63" name="AutoShape 10">
              <a:extLst>
                <a:ext uri="{FF2B5EF4-FFF2-40B4-BE49-F238E27FC236}">
                  <a16:creationId xmlns:a16="http://schemas.microsoft.com/office/drawing/2014/main" id="{64041082-6623-717B-8B77-F3B37E456510}"/>
                </a:ext>
              </a:extLst>
            </p:cNvPr>
            <p:cNvSpPr>
              <a:spLocks noChangeArrowheads="1"/>
            </p:cNvSpPr>
            <p:nvPr/>
          </p:nvSpPr>
          <p:spPr bwMode="auto">
            <a:xfrm>
              <a:off x="5431" y="3634"/>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Trust: Full</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A</a:t>
              </a:r>
            </a:p>
          </p:txBody>
        </p:sp>
        <p:sp>
          <p:nvSpPr>
            <p:cNvPr id="612364" name="AutoShape 11">
              <a:extLst>
                <a:ext uri="{FF2B5EF4-FFF2-40B4-BE49-F238E27FC236}">
                  <a16:creationId xmlns:a16="http://schemas.microsoft.com/office/drawing/2014/main" id="{49FE2EED-B0E4-21BF-6449-C4B79E39E950}"/>
                </a:ext>
              </a:extLst>
            </p:cNvPr>
            <p:cNvSpPr>
              <a:spLocks noChangeArrowheads="1"/>
            </p:cNvSpPr>
            <p:nvPr/>
          </p:nvSpPr>
          <p:spPr bwMode="auto">
            <a:xfrm>
              <a:off x="5420" y="5733"/>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Trust: Partial</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C</a:t>
              </a:r>
            </a:p>
          </p:txBody>
        </p:sp>
        <p:sp>
          <p:nvSpPr>
            <p:cNvPr id="612365" name="computr1">
              <a:extLst>
                <a:ext uri="{FF2B5EF4-FFF2-40B4-BE49-F238E27FC236}">
                  <a16:creationId xmlns:a16="http://schemas.microsoft.com/office/drawing/2014/main" id="{28C6F210-1865-FDB0-EA19-666D63C9F5BA}"/>
                </a:ext>
              </a:extLst>
            </p:cNvPr>
            <p:cNvSpPr>
              <a:spLocks noEditPoints="1" noChangeArrowheads="1"/>
            </p:cNvSpPr>
            <p:nvPr/>
          </p:nvSpPr>
          <p:spPr bwMode="auto">
            <a:xfrm>
              <a:off x="8200" y="4937"/>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612366" name="AutoShape 13">
              <a:extLst>
                <a:ext uri="{FF2B5EF4-FFF2-40B4-BE49-F238E27FC236}">
                  <a16:creationId xmlns:a16="http://schemas.microsoft.com/office/drawing/2014/main" id="{8C0943D2-F7A6-CADE-00DB-8C1C7B6145EE}"/>
                </a:ext>
              </a:extLst>
            </p:cNvPr>
            <p:cNvSpPr>
              <a:spLocks noChangeArrowheads="1"/>
            </p:cNvSpPr>
            <p:nvPr/>
          </p:nvSpPr>
          <p:spPr bwMode="auto">
            <a:xfrm rot="2391615">
              <a:off x="7417" y="4562"/>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67" name="AutoShape 14">
              <a:extLst>
                <a:ext uri="{FF2B5EF4-FFF2-40B4-BE49-F238E27FC236}">
                  <a16:creationId xmlns:a16="http://schemas.microsoft.com/office/drawing/2014/main" id="{D1FEAED4-95B3-8CFF-D9DE-2A8D738F94F8}"/>
                </a:ext>
              </a:extLst>
            </p:cNvPr>
            <p:cNvSpPr>
              <a:spLocks noChangeArrowheads="1"/>
            </p:cNvSpPr>
            <p:nvPr/>
          </p:nvSpPr>
          <p:spPr bwMode="auto">
            <a:xfrm rot="-2209568">
              <a:off x="7372" y="6326"/>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68" name="AutoShape 15">
              <a:extLst>
                <a:ext uri="{FF2B5EF4-FFF2-40B4-BE49-F238E27FC236}">
                  <a16:creationId xmlns:a16="http://schemas.microsoft.com/office/drawing/2014/main" id="{F383C3C1-D526-6D10-DFBC-BE9B8F45706B}"/>
                </a:ext>
              </a:extLst>
            </p:cNvPr>
            <p:cNvSpPr>
              <a:spLocks noChangeArrowheads="1"/>
            </p:cNvSpPr>
            <p:nvPr/>
          </p:nvSpPr>
          <p:spPr bwMode="auto">
            <a:xfrm rot="5400000">
              <a:off x="8506" y="6838"/>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69" name="AutoShape 16">
              <a:extLst>
                <a:ext uri="{FF2B5EF4-FFF2-40B4-BE49-F238E27FC236}">
                  <a16:creationId xmlns:a16="http://schemas.microsoft.com/office/drawing/2014/main" id="{40EB890B-AAD4-05DA-1263-68F06D7B73B3}"/>
                </a:ext>
              </a:extLst>
            </p:cNvPr>
            <p:cNvSpPr>
              <a:spLocks noChangeArrowheads="1"/>
            </p:cNvSpPr>
            <p:nvPr/>
          </p:nvSpPr>
          <p:spPr bwMode="auto">
            <a:xfrm>
              <a:off x="7937" y="7781"/>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D</a:t>
              </a:r>
            </a:p>
            <a:p>
              <a:pPr algn="ctr">
                <a:spcBef>
                  <a:spcPct val="0"/>
                </a:spcBef>
                <a:buClrTx/>
                <a:buSzTx/>
                <a:buFontTx/>
                <a:buNone/>
              </a:pPr>
              <a:r>
                <a:rPr lang="en-US" altLang="en-US" sz="1200" b="1">
                  <a:latin typeface="Times New Roman" panose="02020603050405020304" pitchFamily="18" charset="0"/>
                </a:rPr>
                <a:t>Trust: None</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B</a:t>
              </a:r>
            </a:p>
          </p:txBody>
        </p:sp>
        <p:sp>
          <p:nvSpPr>
            <p:cNvPr id="612370" name="computr1">
              <a:extLst>
                <a:ext uri="{FF2B5EF4-FFF2-40B4-BE49-F238E27FC236}">
                  <a16:creationId xmlns:a16="http://schemas.microsoft.com/office/drawing/2014/main" id="{A3D79F35-5A50-8783-FACF-DEF472505515}"/>
                </a:ext>
              </a:extLst>
            </p:cNvPr>
            <p:cNvSpPr>
              <a:spLocks noEditPoints="1" noChangeArrowheads="1"/>
            </p:cNvSpPr>
            <p:nvPr/>
          </p:nvSpPr>
          <p:spPr bwMode="auto">
            <a:xfrm>
              <a:off x="5471" y="8208"/>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612371" name="AutoShape 18">
              <a:extLst>
                <a:ext uri="{FF2B5EF4-FFF2-40B4-BE49-F238E27FC236}">
                  <a16:creationId xmlns:a16="http://schemas.microsoft.com/office/drawing/2014/main" id="{588B0B25-DAEE-50C9-453C-D1A3C0182B19}"/>
                </a:ext>
              </a:extLst>
            </p:cNvPr>
            <p:cNvSpPr>
              <a:spLocks noChangeArrowheads="1"/>
            </p:cNvSpPr>
            <p:nvPr/>
          </p:nvSpPr>
          <p:spPr bwMode="auto">
            <a:xfrm rot="10800000">
              <a:off x="6899" y="8503"/>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72" name="AutoShape 19">
              <a:extLst>
                <a:ext uri="{FF2B5EF4-FFF2-40B4-BE49-F238E27FC236}">
                  <a16:creationId xmlns:a16="http://schemas.microsoft.com/office/drawing/2014/main" id="{275E301C-DB4A-9507-2384-503E5BA829D1}"/>
                </a:ext>
              </a:extLst>
            </p:cNvPr>
            <p:cNvSpPr>
              <a:spLocks noChangeArrowheads="1"/>
            </p:cNvSpPr>
            <p:nvPr/>
          </p:nvSpPr>
          <p:spPr bwMode="auto">
            <a:xfrm>
              <a:off x="2646" y="7849"/>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C</a:t>
              </a:r>
            </a:p>
            <a:p>
              <a:pPr algn="ctr">
                <a:spcBef>
                  <a:spcPct val="0"/>
                </a:spcBef>
                <a:buClrTx/>
                <a:buSzTx/>
                <a:buFontTx/>
                <a:buNone/>
              </a:pPr>
              <a:r>
                <a:rPr lang="en-US" altLang="en-US" sz="1200" b="1">
                  <a:latin typeface="Times New Roman" panose="02020603050405020304" pitchFamily="18" charset="0"/>
                </a:rPr>
                <a:t>Trust: Partial</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D</a:t>
              </a:r>
            </a:p>
          </p:txBody>
        </p:sp>
        <p:sp>
          <p:nvSpPr>
            <p:cNvPr id="612373" name="AutoShape 20">
              <a:extLst>
                <a:ext uri="{FF2B5EF4-FFF2-40B4-BE49-F238E27FC236}">
                  <a16:creationId xmlns:a16="http://schemas.microsoft.com/office/drawing/2014/main" id="{5AACF569-3299-DD34-A8E1-E414E1074844}"/>
                </a:ext>
              </a:extLst>
            </p:cNvPr>
            <p:cNvSpPr>
              <a:spLocks noChangeArrowheads="1"/>
            </p:cNvSpPr>
            <p:nvPr/>
          </p:nvSpPr>
          <p:spPr bwMode="auto">
            <a:xfrm rot="10800000">
              <a:off x="4627" y="8492"/>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2374" name="AutoShape 21">
              <a:extLst>
                <a:ext uri="{FF2B5EF4-FFF2-40B4-BE49-F238E27FC236}">
                  <a16:creationId xmlns:a16="http://schemas.microsoft.com/office/drawing/2014/main" id="{EABD8F79-762B-2334-1FF8-5B7522681A4C}"/>
                </a:ext>
              </a:extLst>
            </p:cNvPr>
            <p:cNvSpPr>
              <a:spLocks noChangeArrowheads="1"/>
            </p:cNvSpPr>
            <p:nvPr/>
          </p:nvSpPr>
          <p:spPr bwMode="auto">
            <a:xfrm rot="-8154563">
              <a:off x="2986" y="7296"/>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gr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Slide Number Placeholder 5">
            <a:extLst>
              <a:ext uri="{FF2B5EF4-FFF2-40B4-BE49-F238E27FC236}">
                <a16:creationId xmlns:a16="http://schemas.microsoft.com/office/drawing/2014/main" id="{CB14574C-D18D-E1AB-C0EA-CAB556456A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08C3424-EC4D-49E1-BEAD-AF236F6C5660}" type="slidenum">
              <a:rPr lang="en-US" altLang="en-US" sz="1400"/>
              <a:pPr>
                <a:spcBef>
                  <a:spcPct val="0"/>
                </a:spcBef>
                <a:buClrTx/>
                <a:buSzTx/>
                <a:buFontTx/>
                <a:buNone/>
              </a:pPr>
              <a:t>273</a:t>
            </a:fld>
            <a:endParaRPr lang="en-US" altLang="en-US" sz="1400"/>
          </a:p>
        </p:txBody>
      </p:sp>
      <p:sp>
        <p:nvSpPr>
          <p:cNvPr id="614403" name="Rectangle 2">
            <a:extLst>
              <a:ext uri="{FF2B5EF4-FFF2-40B4-BE49-F238E27FC236}">
                <a16:creationId xmlns:a16="http://schemas.microsoft.com/office/drawing/2014/main" id="{A2598299-4142-E814-72B7-0FD46DE14CD7}"/>
              </a:ext>
            </a:extLst>
          </p:cNvPr>
          <p:cNvSpPr>
            <a:spLocks noGrp="1" noChangeArrowheads="1"/>
          </p:cNvSpPr>
          <p:nvPr>
            <p:ph type="title"/>
          </p:nvPr>
        </p:nvSpPr>
        <p:spPr>
          <a:xfrm>
            <a:off x="2674939" y="214314"/>
            <a:ext cx="7793037" cy="623887"/>
          </a:xfrm>
        </p:spPr>
        <p:txBody>
          <a:bodyPr>
            <a:normAutofit fontScale="90000"/>
          </a:bodyPr>
          <a:lstStyle/>
          <a:p>
            <a:pPr eaLnBrk="1" hangingPunct="1"/>
            <a:r>
              <a:rPr lang="en-US" altLang="en-US"/>
              <a:t>Certificate Trust</a:t>
            </a:r>
            <a:endParaRPr lang="en-GB" altLang="en-US"/>
          </a:p>
        </p:txBody>
      </p:sp>
      <p:sp>
        <p:nvSpPr>
          <p:cNvPr id="614404" name="Rectangle 3">
            <a:extLst>
              <a:ext uri="{FF2B5EF4-FFF2-40B4-BE49-F238E27FC236}">
                <a16:creationId xmlns:a16="http://schemas.microsoft.com/office/drawing/2014/main" id="{228DDE8A-EF21-9EF6-B818-312E95FC50C3}"/>
              </a:ext>
            </a:extLst>
          </p:cNvPr>
          <p:cNvSpPr>
            <a:spLocks noGrp="1" noChangeArrowheads="1"/>
          </p:cNvSpPr>
          <p:nvPr>
            <p:ph type="body" idx="1"/>
          </p:nvPr>
        </p:nvSpPr>
        <p:spPr/>
        <p:txBody>
          <a:bodyPr/>
          <a:lstStyle/>
          <a:p>
            <a:pPr eaLnBrk="1" hangingPunct="1"/>
            <a:endParaRPr lang="en-GB" altLang="en-US"/>
          </a:p>
        </p:txBody>
      </p:sp>
      <p:grpSp>
        <p:nvGrpSpPr>
          <p:cNvPr id="614405" name="Group 4">
            <a:extLst>
              <a:ext uri="{FF2B5EF4-FFF2-40B4-BE49-F238E27FC236}">
                <a16:creationId xmlns:a16="http://schemas.microsoft.com/office/drawing/2014/main" id="{FDA63134-5E29-1BF4-E9CF-931B4AFE207E}"/>
              </a:ext>
            </a:extLst>
          </p:cNvPr>
          <p:cNvGrpSpPr>
            <a:grpSpLocks/>
          </p:cNvGrpSpPr>
          <p:nvPr/>
        </p:nvGrpSpPr>
        <p:grpSpPr bwMode="auto">
          <a:xfrm>
            <a:off x="1752600" y="762000"/>
            <a:ext cx="8458200" cy="5867400"/>
            <a:chOff x="1820" y="1722"/>
            <a:chExt cx="8255" cy="10634"/>
          </a:xfrm>
        </p:grpSpPr>
        <p:sp>
          <p:nvSpPr>
            <p:cNvPr id="614406" name="Rectangle 5">
              <a:extLst>
                <a:ext uri="{FF2B5EF4-FFF2-40B4-BE49-F238E27FC236}">
                  <a16:creationId xmlns:a16="http://schemas.microsoft.com/office/drawing/2014/main" id="{0C494B54-7D24-258A-C25B-38EEA6C3E77E}"/>
                </a:ext>
              </a:extLst>
            </p:cNvPr>
            <p:cNvSpPr>
              <a:spLocks noChangeArrowheads="1"/>
            </p:cNvSpPr>
            <p:nvPr/>
          </p:nvSpPr>
          <p:spPr bwMode="auto">
            <a:xfrm>
              <a:off x="1820" y="1722"/>
              <a:ext cx="8255" cy="1063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14407" name="computr1">
              <a:extLst>
                <a:ext uri="{FF2B5EF4-FFF2-40B4-BE49-F238E27FC236}">
                  <a16:creationId xmlns:a16="http://schemas.microsoft.com/office/drawing/2014/main" id="{77B90C9E-2D54-0215-15DC-EFB5B7414B35}"/>
                </a:ext>
              </a:extLst>
            </p:cNvPr>
            <p:cNvSpPr>
              <a:spLocks noEditPoints="1" noChangeArrowheads="1"/>
            </p:cNvSpPr>
            <p:nvPr/>
          </p:nvSpPr>
          <p:spPr bwMode="auto">
            <a:xfrm>
              <a:off x="2290" y="4037"/>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A</a:t>
              </a:r>
            </a:p>
          </p:txBody>
        </p:sp>
        <p:sp>
          <p:nvSpPr>
            <p:cNvPr id="614408" name="computr1">
              <a:extLst>
                <a:ext uri="{FF2B5EF4-FFF2-40B4-BE49-F238E27FC236}">
                  <a16:creationId xmlns:a16="http://schemas.microsoft.com/office/drawing/2014/main" id="{777CAD43-39BF-3C45-1094-A66BC51AB6E5}"/>
                </a:ext>
              </a:extLst>
            </p:cNvPr>
            <p:cNvSpPr>
              <a:spLocks noEditPoints="1" noChangeArrowheads="1"/>
            </p:cNvSpPr>
            <p:nvPr/>
          </p:nvSpPr>
          <p:spPr bwMode="auto">
            <a:xfrm>
              <a:off x="2290" y="5851"/>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a:t>
              </a:r>
            </a:p>
          </p:txBody>
        </p:sp>
        <p:sp>
          <p:nvSpPr>
            <p:cNvPr id="614409" name="AutoShape 8">
              <a:extLst>
                <a:ext uri="{FF2B5EF4-FFF2-40B4-BE49-F238E27FC236}">
                  <a16:creationId xmlns:a16="http://schemas.microsoft.com/office/drawing/2014/main" id="{10819F09-B432-238D-2F6C-B5A11D0CE2C5}"/>
                </a:ext>
              </a:extLst>
            </p:cNvPr>
            <p:cNvSpPr>
              <a:spLocks noChangeArrowheads="1"/>
            </p:cNvSpPr>
            <p:nvPr/>
          </p:nvSpPr>
          <p:spPr bwMode="auto">
            <a:xfrm>
              <a:off x="3986" y="4498"/>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4410" name="AutoShape 9">
              <a:extLst>
                <a:ext uri="{FF2B5EF4-FFF2-40B4-BE49-F238E27FC236}">
                  <a16:creationId xmlns:a16="http://schemas.microsoft.com/office/drawing/2014/main" id="{B4F003D3-2D23-F088-2D5C-91A5B1386C6B}"/>
                </a:ext>
              </a:extLst>
            </p:cNvPr>
            <p:cNvSpPr>
              <a:spLocks noChangeArrowheads="1"/>
            </p:cNvSpPr>
            <p:nvPr/>
          </p:nvSpPr>
          <p:spPr bwMode="auto">
            <a:xfrm>
              <a:off x="3986" y="6178"/>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4411" name="AutoShape 10">
              <a:extLst>
                <a:ext uri="{FF2B5EF4-FFF2-40B4-BE49-F238E27FC236}">
                  <a16:creationId xmlns:a16="http://schemas.microsoft.com/office/drawing/2014/main" id="{F969A54A-84E0-9669-B18E-6B23E97933D5}"/>
                </a:ext>
              </a:extLst>
            </p:cNvPr>
            <p:cNvSpPr>
              <a:spLocks noChangeArrowheads="1"/>
            </p:cNvSpPr>
            <p:nvPr/>
          </p:nvSpPr>
          <p:spPr bwMode="auto">
            <a:xfrm>
              <a:off x="5135" y="3643"/>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Trust: Full</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A</a:t>
              </a:r>
            </a:p>
          </p:txBody>
        </p:sp>
        <p:sp>
          <p:nvSpPr>
            <p:cNvPr id="614412" name="AutoShape 11">
              <a:extLst>
                <a:ext uri="{FF2B5EF4-FFF2-40B4-BE49-F238E27FC236}">
                  <a16:creationId xmlns:a16="http://schemas.microsoft.com/office/drawing/2014/main" id="{3F348948-27DB-305D-F663-3543649ED600}"/>
                </a:ext>
              </a:extLst>
            </p:cNvPr>
            <p:cNvSpPr>
              <a:spLocks noChangeArrowheads="1"/>
            </p:cNvSpPr>
            <p:nvPr/>
          </p:nvSpPr>
          <p:spPr bwMode="auto">
            <a:xfrm>
              <a:off x="5124" y="5742"/>
              <a:ext cx="1892" cy="1675"/>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u="sng">
                  <a:latin typeface="Times New Roman" panose="02020603050405020304" pitchFamily="18" charset="0"/>
                </a:rPr>
                <a:t>Digital Certificate</a:t>
              </a:r>
            </a:p>
            <a:p>
              <a:pPr algn="ctr">
                <a:spcBef>
                  <a:spcPct val="0"/>
                </a:spcBef>
                <a:buClrTx/>
                <a:buSzTx/>
                <a:buFontTx/>
                <a:buNone/>
              </a:pPr>
              <a:endParaRPr lang="en-US" altLang="en-US" sz="1200" b="1">
                <a:latin typeface="Times New Roman" panose="02020603050405020304" pitchFamily="18" charset="0"/>
              </a:endParaRPr>
            </a:p>
            <a:p>
              <a:pPr algn="ctr">
                <a:spcBef>
                  <a:spcPct val="0"/>
                </a:spcBef>
                <a:buClrTx/>
                <a:buSzTx/>
                <a:buFontTx/>
                <a:buNone/>
              </a:pPr>
              <a:r>
                <a:rPr lang="en-US" altLang="en-US" sz="1200" b="1">
                  <a:latin typeface="Times New Roman" panose="02020603050405020304" pitchFamily="18" charset="0"/>
                </a:rPr>
                <a:t>User: B</a:t>
              </a:r>
            </a:p>
            <a:p>
              <a:pPr algn="ctr">
                <a:spcBef>
                  <a:spcPct val="0"/>
                </a:spcBef>
                <a:buClrTx/>
                <a:buSzTx/>
                <a:buFontTx/>
                <a:buNone/>
              </a:pPr>
              <a:r>
                <a:rPr lang="en-US" altLang="en-US" sz="1200" b="1">
                  <a:latin typeface="Times New Roman" panose="02020603050405020304" pitchFamily="18" charset="0"/>
                </a:rPr>
                <a:t>Trust: Partial</a:t>
              </a:r>
            </a:p>
            <a:p>
              <a:pPr algn="ctr">
                <a:spcBef>
                  <a:spcPct val="0"/>
                </a:spcBef>
                <a:buClrTx/>
                <a:buSzTx/>
                <a:buFontTx/>
                <a:buNone/>
              </a:pPr>
              <a:r>
                <a:rPr lang="en-US" altLang="en-US" sz="1200" b="1">
                  <a:latin typeface="Times New Roman" panose="02020603050405020304" pitchFamily="18" charset="0"/>
                </a:rPr>
                <a:t>…</a:t>
              </a:r>
            </a:p>
            <a:p>
              <a:pPr algn="ctr">
                <a:spcBef>
                  <a:spcPct val="0"/>
                </a:spcBef>
                <a:buClrTx/>
                <a:buSzTx/>
                <a:buFontTx/>
                <a:buNone/>
              </a:pPr>
              <a:r>
                <a:rPr lang="en-US" altLang="en-US" sz="1200" b="1">
                  <a:latin typeface="Times New Roman" panose="02020603050405020304" pitchFamily="18" charset="0"/>
                </a:rPr>
                <a:t>Issued by: C</a:t>
              </a:r>
            </a:p>
          </p:txBody>
        </p:sp>
        <p:sp>
          <p:nvSpPr>
            <p:cNvPr id="614413" name="computr1">
              <a:extLst>
                <a:ext uri="{FF2B5EF4-FFF2-40B4-BE49-F238E27FC236}">
                  <a16:creationId xmlns:a16="http://schemas.microsoft.com/office/drawing/2014/main" id="{F9874F3E-5FFB-8BE6-E01E-7DAA57613C5F}"/>
                </a:ext>
              </a:extLst>
            </p:cNvPr>
            <p:cNvSpPr>
              <a:spLocks noEditPoints="1" noChangeArrowheads="1"/>
            </p:cNvSpPr>
            <p:nvPr/>
          </p:nvSpPr>
          <p:spPr bwMode="auto">
            <a:xfrm>
              <a:off x="8072" y="4946"/>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t>
              </a:r>
            </a:p>
          </p:txBody>
        </p:sp>
        <p:sp>
          <p:nvSpPr>
            <p:cNvPr id="614414" name="AutoShape 13">
              <a:extLst>
                <a:ext uri="{FF2B5EF4-FFF2-40B4-BE49-F238E27FC236}">
                  <a16:creationId xmlns:a16="http://schemas.microsoft.com/office/drawing/2014/main" id="{B489B5FC-FE69-E24E-95D8-093BB621E86F}"/>
                </a:ext>
              </a:extLst>
            </p:cNvPr>
            <p:cNvSpPr>
              <a:spLocks noChangeArrowheads="1"/>
            </p:cNvSpPr>
            <p:nvPr/>
          </p:nvSpPr>
          <p:spPr bwMode="auto">
            <a:xfrm rot="2391615">
              <a:off x="7289" y="4571"/>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4415" name="AutoShape 14">
              <a:extLst>
                <a:ext uri="{FF2B5EF4-FFF2-40B4-BE49-F238E27FC236}">
                  <a16:creationId xmlns:a16="http://schemas.microsoft.com/office/drawing/2014/main" id="{D7E1D617-CFB6-D412-3070-62DDE44241D0}"/>
                </a:ext>
              </a:extLst>
            </p:cNvPr>
            <p:cNvSpPr>
              <a:spLocks noChangeArrowheads="1"/>
            </p:cNvSpPr>
            <p:nvPr/>
          </p:nvSpPr>
          <p:spPr bwMode="auto">
            <a:xfrm rot="-2209568">
              <a:off x="7244" y="6335"/>
              <a:ext cx="820" cy="26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2 w 21600"/>
                <a:gd name="T13" fmla="*/ 5400 h 21600"/>
                <a:gd name="T14" fmla="*/ 18887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solidFill>
                <a:srgbClr val="000000"/>
              </a:solidFill>
              <a:miter lim="800000"/>
              <a:headEnd/>
              <a:tailEnd/>
            </a:ln>
          </p:spPr>
          <p:txBody>
            <a:bodyPr/>
            <a:lstStyle/>
            <a:p>
              <a:endParaRPr lang="en-IN"/>
            </a:p>
          </p:txBody>
        </p:sp>
        <p:sp>
          <p:nvSpPr>
            <p:cNvPr id="614416" name="Text Box 15">
              <a:extLst>
                <a:ext uri="{FF2B5EF4-FFF2-40B4-BE49-F238E27FC236}">
                  <a16:creationId xmlns:a16="http://schemas.microsoft.com/office/drawing/2014/main" id="{029484DE-DEF3-D5B4-796D-571E66B574CF}"/>
                </a:ext>
              </a:extLst>
            </p:cNvPr>
            <p:cNvSpPr txBox="1">
              <a:spLocks noChangeArrowheads="1"/>
            </p:cNvSpPr>
            <p:nvPr/>
          </p:nvSpPr>
          <p:spPr bwMode="auto">
            <a:xfrm>
              <a:off x="2244" y="1909"/>
              <a:ext cx="7367" cy="1139"/>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Background information: A and C have issued certificates to B. B sends these certificates to D, so that D can extract B’s public key out of any of those certificates and use it in communication with B. However, D does not trust A at all, but trusts C fully. </a:t>
              </a:r>
            </a:p>
          </p:txBody>
        </p:sp>
        <p:sp>
          <p:nvSpPr>
            <p:cNvPr id="614417" name="Line 16">
              <a:extLst>
                <a:ext uri="{FF2B5EF4-FFF2-40B4-BE49-F238E27FC236}">
                  <a16:creationId xmlns:a16="http://schemas.microsoft.com/office/drawing/2014/main" id="{5EE01EAE-9F94-7E64-D721-079C0EEEBE69}"/>
                </a:ext>
              </a:extLst>
            </p:cNvPr>
            <p:cNvSpPr>
              <a:spLocks noChangeShapeType="1"/>
            </p:cNvSpPr>
            <p:nvPr/>
          </p:nvSpPr>
          <p:spPr bwMode="auto">
            <a:xfrm>
              <a:off x="8489" y="6413"/>
              <a:ext cx="0" cy="1490"/>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IN"/>
            </a:p>
          </p:txBody>
        </p:sp>
        <p:sp>
          <p:nvSpPr>
            <p:cNvPr id="614418" name="AutoShape 17">
              <a:extLst>
                <a:ext uri="{FF2B5EF4-FFF2-40B4-BE49-F238E27FC236}">
                  <a16:creationId xmlns:a16="http://schemas.microsoft.com/office/drawing/2014/main" id="{6121DEF4-FDD4-52CE-F85F-A4672C10BC19}"/>
                </a:ext>
              </a:extLst>
            </p:cNvPr>
            <p:cNvSpPr>
              <a:spLocks noChangeArrowheads="1"/>
            </p:cNvSpPr>
            <p:nvPr/>
          </p:nvSpPr>
          <p:spPr bwMode="auto">
            <a:xfrm>
              <a:off x="8730" y="6317"/>
              <a:ext cx="663" cy="587"/>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C1</a:t>
              </a:r>
            </a:p>
          </p:txBody>
        </p:sp>
        <p:sp>
          <p:nvSpPr>
            <p:cNvPr id="614419" name="AutoShape 18">
              <a:extLst>
                <a:ext uri="{FF2B5EF4-FFF2-40B4-BE49-F238E27FC236}">
                  <a16:creationId xmlns:a16="http://schemas.microsoft.com/office/drawing/2014/main" id="{CC5A9B0A-9763-0020-E8AF-062F60BF13A8}"/>
                </a:ext>
              </a:extLst>
            </p:cNvPr>
            <p:cNvSpPr>
              <a:spLocks noChangeArrowheads="1"/>
            </p:cNvSpPr>
            <p:nvPr/>
          </p:nvSpPr>
          <p:spPr bwMode="auto">
            <a:xfrm>
              <a:off x="8735" y="7227"/>
              <a:ext cx="663" cy="587"/>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C2</a:t>
              </a:r>
              <a:endParaRPr lang="en-US" altLang="en-US" sz="1200">
                <a:latin typeface="Times New Roman" panose="02020603050405020304" pitchFamily="18" charset="0"/>
              </a:endParaRPr>
            </a:p>
          </p:txBody>
        </p:sp>
        <p:sp>
          <p:nvSpPr>
            <p:cNvPr id="614420" name="computr1">
              <a:extLst>
                <a:ext uri="{FF2B5EF4-FFF2-40B4-BE49-F238E27FC236}">
                  <a16:creationId xmlns:a16="http://schemas.microsoft.com/office/drawing/2014/main" id="{42FBC20D-8CFE-8547-2914-5F7AA8035CC5}"/>
                </a:ext>
              </a:extLst>
            </p:cNvPr>
            <p:cNvSpPr>
              <a:spLocks noEditPoints="1" noChangeArrowheads="1"/>
            </p:cNvSpPr>
            <p:nvPr/>
          </p:nvSpPr>
          <p:spPr bwMode="auto">
            <a:xfrm>
              <a:off x="8094" y="8200"/>
              <a:ext cx="1324" cy="1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7 w 21600"/>
                <a:gd name="T43" fmla="*/ 2540 h 21600"/>
                <a:gd name="T44" fmla="*/ 16755 w 21600"/>
                <a:gd name="T45" fmla="*/ 11155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a:t>
              </a:r>
            </a:p>
          </p:txBody>
        </p:sp>
        <p:sp>
          <p:nvSpPr>
            <p:cNvPr id="614421" name="Line 20">
              <a:extLst>
                <a:ext uri="{FF2B5EF4-FFF2-40B4-BE49-F238E27FC236}">
                  <a16:creationId xmlns:a16="http://schemas.microsoft.com/office/drawing/2014/main" id="{A48A9E03-7010-7D09-19A2-839F5ECE5BB9}"/>
                </a:ext>
              </a:extLst>
            </p:cNvPr>
            <p:cNvSpPr>
              <a:spLocks noChangeShapeType="1"/>
            </p:cNvSpPr>
            <p:nvPr/>
          </p:nvSpPr>
          <p:spPr bwMode="auto">
            <a:xfrm flipH="1" flipV="1">
              <a:off x="7351" y="8623"/>
              <a:ext cx="5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4422" name="AutoShape 21">
              <a:extLst>
                <a:ext uri="{FF2B5EF4-FFF2-40B4-BE49-F238E27FC236}">
                  <a16:creationId xmlns:a16="http://schemas.microsoft.com/office/drawing/2014/main" id="{3948D9CF-C57C-9886-720D-3535C4847E7A}"/>
                </a:ext>
              </a:extLst>
            </p:cNvPr>
            <p:cNvSpPr>
              <a:spLocks noChangeArrowheads="1"/>
            </p:cNvSpPr>
            <p:nvPr/>
          </p:nvSpPr>
          <p:spPr bwMode="auto">
            <a:xfrm>
              <a:off x="3684" y="7887"/>
              <a:ext cx="2478" cy="1892"/>
            </a:xfrm>
            <a:prstGeom prst="flowChartMagneticDisk">
              <a:avLst/>
            </a:prstGeom>
            <a:solidFill>
              <a:srgbClr val="FFFFFF"/>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800" b="1" u="sng">
                  <a:latin typeface="Times New Roman" panose="02020603050405020304" pitchFamily="18" charset="0"/>
                </a:rPr>
                <a:t>User Issuer Certificate trust</a:t>
              </a:r>
            </a:p>
            <a:p>
              <a:pPr>
                <a:spcBef>
                  <a:spcPct val="0"/>
                </a:spcBef>
                <a:buClrTx/>
                <a:buSzTx/>
                <a:buFontTx/>
                <a:buNone/>
              </a:pPr>
              <a:r>
                <a:rPr lang="en-US" altLang="en-US" sz="800" b="1">
                  <a:latin typeface="Times New Roman" panose="02020603050405020304" pitchFamily="18" charset="0"/>
                </a:rPr>
                <a:t>B    A    None</a:t>
              </a:r>
            </a:p>
            <a:p>
              <a:pPr>
                <a:spcBef>
                  <a:spcPct val="0"/>
                </a:spcBef>
                <a:buClrTx/>
                <a:buSzTx/>
                <a:buFontTx/>
                <a:buNone/>
              </a:pPr>
              <a:r>
                <a:rPr lang="en-US" altLang="en-US" sz="800" b="1">
                  <a:latin typeface="Times New Roman" panose="02020603050405020304" pitchFamily="18" charset="0"/>
                </a:rPr>
                <a:t>B    C   Complete</a:t>
              </a:r>
            </a:p>
          </p:txBody>
        </p:sp>
        <p:sp>
          <p:nvSpPr>
            <p:cNvPr id="614423" name="AutoShape 22">
              <a:extLst>
                <a:ext uri="{FF2B5EF4-FFF2-40B4-BE49-F238E27FC236}">
                  <a16:creationId xmlns:a16="http://schemas.microsoft.com/office/drawing/2014/main" id="{2B823004-F647-C50A-F37E-4D314755F5CE}"/>
                </a:ext>
              </a:extLst>
            </p:cNvPr>
            <p:cNvSpPr>
              <a:spLocks noChangeArrowheads="1"/>
            </p:cNvSpPr>
            <p:nvPr/>
          </p:nvSpPr>
          <p:spPr bwMode="auto">
            <a:xfrm>
              <a:off x="6375" y="8350"/>
              <a:ext cx="663" cy="587"/>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C1</a:t>
              </a:r>
            </a:p>
          </p:txBody>
        </p:sp>
        <p:sp>
          <p:nvSpPr>
            <p:cNvPr id="614424" name="AutoShape 23">
              <a:extLst>
                <a:ext uri="{FF2B5EF4-FFF2-40B4-BE49-F238E27FC236}">
                  <a16:creationId xmlns:a16="http://schemas.microsoft.com/office/drawing/2014/main" id="{EBA810E1-E1D0-699D-92C5-31FD1D15BE73}"/>
                </a:ext>
              </a:extLst>
            </p:cNvPr>
            <p:cNvSpPr>
              <a:spLocks noChangeArrowheads="1"/>
            </p:cNvSpPr>
            <p:nvPr/>
          </p:nvSpPr>
          <p:spPr bwMode="auto">
            <a:xfrm>
              <a:off x="6665" y="9141"/>
              <a:ext cx="663" cy="587"/>
            </a:xfrm>
            <a:prstGeom prst="foldedCorner">
              <a:avLst>
                <a:gd name="adj" fmla="val 12500"/>
              </a:avLst>
            </a:prstGeom>
            <a:solidFill>
              <a:srgbClr val="C0C0C0">
                <a:alpha val="50195"/>
              </a:srgbClr>
            </a:solidFill>
            <a:ln w="9525">
              <a:solidFill>
                <a:srgbClr val="000000"/>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C2</a:t>
              </a:r>
              <a:endParaRPr lang="en-US" altLang="en-US" sz="1200">
                <a:latin typeface="Times New Roman" panose="02020603050405020304" pitchFamily="18" charset="0"/>
              </a:endParaRPr>
            </a:p>
          </p:txBody>
        </p:sp>
        <p:sp>
          <p:nvSpPr>
            <p:cNvPr id="614425" name="Line 24">
              <a:extLst>
                <a:ext uri="{FF2B5EF4-FFF2-40B4-BE49-F238E27FC236}">
                  <a16:creationId xmlns:a16="http://schemas.microsoft.com/office/drawing/2014/main" id="{2A42064C-295A-FC65-1B8D-E4CBDE66E502}"/>
                </a:ext>
              </a:extLst>
            </p:cNvPr>
            <p:cNvSpPr>
              <a:spLocks noChangeShapeType="1"/>
            </p:cNvSpPr>
            <p:nvPr/>
          </p:nvSpPr>
          <p:spPr bwMode="auto">
            <a:xfrm>
              <a:off x="5191" y="8791"/>
              <a:ext cx="77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26" name="Line 25">
              <a:extLst>
                <a:ext uri="{FF2B5EF4-FFF2-40B4-BE49-F238E27FC236}">
                  <a16:creationId xmlns:a16="http://schemas.microsoft.com/office/drawing/2014/main" id="{819F1638-BF88-2833-6A2D-6DF184CDBC55}"/>
                </a:ext>
              </a:extLst>
            </p:cNvPr>
            <p:cNvSpPr>
              <a:spLocks noChangeShapeType="1"/>
            </p:cNvSpPr>
            <p:nvPr/>
          </p:nvSpPr>
          <p:spPr bwMode="auto">
            <a:xfrm>
              <a:off x="5961" y="8590"/>
              <a:ext cx="0" cy="2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27" name="Line 26">
              <a:extLst>
                <a:ext uri="{FF2B5EF4-FFF2-40B4-BE49-F238E27FC236}">
                  <a16:creationId xmlns:a16="http://schemas.microsoft.com/office/drawing/2014/main" id="{FA888D61-F0FA-8672-75B8-9109FD4DAB92}"/>
                </a:ext>
              </a:extLst>
            </p:cNvPr>
            <p:cNvSpPr>
              <a:spLocks noChangeShapeType="1"/>
            </p:cNvSpPr>
            <p:nvPr/>
          </p:nvSpPr>
          <p:spPr bwMode="auto">
            <a:xfrm>
              <a:off x="5961" y="8590"/>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4428" name="Line 27">
              <a:extLst>
                <a:ext uri="{FF2B5EF4-FFF2-40B4-BE49-F238E27FC236}">
                  <a16:creationId xmlns:a16="http://schemas.microsoft.com/office/drawing/2014/main" id="{9C35420A-BC1D-4446-535E-E558CB37A90A}"/>
                </a:ext>
              </a:extLst>
            </p:cNvPr>
            <p:cNvSpPr>
              <a:spLocks noChangeShapeType="1"/>
            </p:cNvSpPr>
            <p:nvPr/>
          </p:nvSpPr>
          <p:spPr bwMode="auto">
            <a:xfrm>
              <a:off x="5465" y="8981"/>
              <a:ext cx="60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29" name="Line 28">
              <a:extLst>
                <a:ext uri="{FF2B5EF4-FFF2-40B4-BE49-F238E27FC236}">
                  <a16:creationId xmlns:a16="http://schemas.microsoft.com/office/drawing/2014/main" id="{FB899CBE-1199-2F66-0D37-69646735EB0C}"/>
                </a:ext>
              </a:extLst>
            </p:cNvPr>
            <p:cNvSpPr>
              <a:spLocks noChangeShapeType="1"/>
            </p:cNvSpPr>
            <p:nvPr/>
          </p:nvSpPr>
          <p:spPr bwMode="auto">
            <a:xfrm>
              <a:off x="6068" y="8981"/>
              <a:ext cx="0" cy="4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30" name="Line 29">
              <a:extLst>
                <a:ext uri="{FF2B5EF4-FFF2-40B4-BE49-F238E27FC236}">
                  <a16:creationId xmlns:a16="http://schemas.microsoft.com/office/drawing/2014/main" id="{019374E4-6DF0-29DA-24B1-14B17F79FF8C}"/>
                </a:ext>
              </a:extLst>
            </p:cNvPr>
            <p:cNvSpPr>
              <a:spLocks noChangeShapeType="1"/>
            </p:cNvSpPr>
            <p:nvPr/>
          </p:nvSpPr>
          <p:spPr bwMode="auto">
            <a:xfrm>
              <a:off x="6067" y="9383"/>
              <a:ext cx="6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4431" name="Text Box 30">
              <a:extLst>
                <a:ext uri="{FF2B5EF4-FFF2-40B4-BE49-F238E27FC236}">
                  <a16:creationId xmlns:a16="http://schemas.microsoft.com/office/drawing/2014/main" id="{3F49435E-848F-AB6D-B744-DA89FDB4DB02}"/>
                </a:ext>
              </a:extLst>
            </p:cNvPr>
            <p:cNvSpPr txBox="1">
              <a:spLocks noChangeArrowheads="1"/>
            </p:cNvSpPr>
            <p:nvPr/>
          </p:nvSpPr>
          <p:spPr bwMode="auto">
            <a:xfrm>
              <a:off x="2261" y="10539"/>
              <a:ext cx="7367" cy="1507"/>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Result: When B sends the two certificates (issued by A and C to her) to D, D adds them to his database of certificates. It is actually the ring of public keys of other users, as discussed earlier. Apart from adding them there, D records the fact that it does not want to trust B’s certificate issued by A (since D does not trust A), but wants to trust B’s certificate issued by C (since D trusts C).</a:t>
              </a:r>
            </a:p>
          </p:txBody>
        </p:sp>
      </p:grpSp>
    </p:spTree>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Slide Number Placeholder 5">
            <a:extLst>
              <a:ext uri="{FF2B5EF4-FFF2-40B4-BE49-F238E27FC236}">
                <a16:creationId xmlns:a16="http://schemas.microsoft.com/office/drawing/2014/main" id="{4C77D95E-6F71-DCEC-F95B-7EEEED1B4C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A74AF6D-A5D1-471E-8081-493DED11B6EF}" type="slidenum">
              <a:rPr lang="en-US" altLang="en-US" sz="1400"/>
              <a:pPr>
                <a:spcBef>
                  <a:spcPct val="0"/>
                </a:spcBef>
                <a:buClrTx/>
                <a:buSzTx/>
                <a:buFontTx/>
                <a:buNone/>
              </a:pPr>
              <a:t>274</a:t>
            </a:fld>
            <a:endParaRPr lang="en-US" altLang="en-US" sz="1400"/>
          </a:p>
        </p:txBody>
      </p:sp>
      <p:sp>
        <p:nvSpPr>
          <p:cNvPr id="591875" name="Rectangle 2">
            <a:extLst>
              <a:ext uri="{FF2B5EF4-FFF2-40B4-BE49-F238E27FC236}">
                <a16:creationId xmlns:a16="http://schemas.microsoft.com/office/drawing/2014/main" id="{972055A9-923C-F756-B34E-890E9ACCCEBE}"/>
              </a:ext>
            </a:extLst>
          </p:cNvPr>
          <p:cNvSpPr>
            <a:spLocks noGrp="1" noChangeArrowheads="1"/>
          </p:cNvSpPr>
          <p:nvPr>
            <p:ph type="title"/>
          </p:nvPr>
        </p:nvSpPr>
        <p:spPr/>
        <p:txBody>
          <a:bodyPr/>
          <a:lstStyle/>
          <a:p>
            <a:pPr eaLnBrk="1" hangingPunct="1"/>
            <a:r>
              <a:rPr lang="en-US" altLang="en-US"/>
              <a:t>Base-64 Encoding Concept</a:t>
            </a:r>
            <a:endParaRPr lang="en-GB" altLang="en-US"/>
          </a:p>
        </p:txBody>
      </p:sp>
      <p:sp>
        <p:nvSpPr>
          <p:cNvPr id="591876" name="Rectangle 3">
            <a:extLst>
              <a:ext uri="{FF2B5EF4-FFF2-40B4-BE49-F238E27FC236}">
                <a16:creationId xmlns:a16="http://schemas.microsoft.com/office/drawing/2014/main" id="{F4456F68-4652-66E1-2FDF-98BF7ED75930}"/>
              </a:ext>
            </a:extLst>
          </p:cNvPr>
          <p:cNvSpPr>
            <a:spLocks noGrp="1" noChangeArrowheads="1"/>
          </p:cNvSpPr>
          <p:nvPr>
            <p:ph type="body" idx="1"/>
          </p:nvPr>
        </p:nvSpPr>
        <p:spPr/>
        <p:txBody>
          <a:bodyPr/>
          <a:lstStyle/>
          <a:p>
            <a:pPr eaLnBrk="1" hangingPunct="1"/>
            <a:r>
              <a:rPr lang="en-US" altLang="en-US">
                <a:cs typeface="Times New Roman" panose="02020603050405020304" pitchFamily="18" charset="0"/>
              </a:rPr>
              <a:t>The binary input is processed in blocks of 3 octets, or 24 bits. </a:t>
            </a:r>
          </a:p>
          <a:p>
            <a:pPr eaLnBrk="1" hangingPunct="1"/>
            <a:r>
              <a:rPr lang="en-US" altLang="en-US">
                <a:cs typeface="Times New Roman" panose="02020603050405020304" pitchFamily="18" charset="0"/>
              </a:rPr>
              <a:t>These 24 bits are considered to be made up of 4 sets, each of 6 bits. </a:t>
            </a:r>
          </a:p>
          <a:p>
            <a:pPr eaLnBrk="1" hangingPunct="1"/>
            <a:r>
              <a:rPr lang="en-US" altLang="en-US">
                <a:cs typeface="Times New Roman" panose="02020603050405020304" pitchFamily="18" charset="0"/>
              </a:rPr>
              <a:t>Each such set of 6 bits is mapped into an 8-bit output ASCII character value in this process.</a:t>
            </a:r>
            <a:r>
              <a:rPr lang="en-GB" altLang="en-US"/>
              <a:t> </a:t>
            </a:r>
          </a:p>
        </p:txBody>
      </p:sp>
    </p:spTree>
    <p:extLst>
      <p:ext uri="{BB962C8B-B14F-4D97-AF65-F5344CB8AC3E}">
        <p14:creationId xmlns:p14="http://schemas.microsoft.com/office/powerpoint/2010/main" val="1774235919"/>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Slide Number Placeholder 5">
            <a:extLst>
              <a:ext uri="{FF2B5EF4-FFF2-40B4-BE49-F238E27FC236}">
                <a16:creationId xmlns:a16="http://schemas.microsoft.com/office/drawing/2014/main" id="{7685CE5F-127D-1C02-C6DE-BC413CDD35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E2F5B60-4CC3-49E5-A957-CDD8A71E3B9C}" type="slidenum">
              <a:rPr lang="en-US" altLang="en-US" sz="1400"/>
              <a:pPr>
                <a:spcBef>
                  <a:spcPct val="0"/>
                </a:spcBef>
                <a:buClrTx/>
                <a:buSzTx/>
                <a:buFontTx/>
                <a:buNone/>
              </a:pPr>
              <a:t>275</a:t>
            </a:fld>
            <a:endParaRPr lang="en-US" altLang="en-US" sz="1400"/>
          </a:p>
        </p:txBody>
      </p:sp>
      <p:sp>
        <p:nvSpPr>
          <p:cNvPr id="593923" name="Rectangle 2">
            <a:extLst>
              <a:ext uri="{FF2B5EF4-FFF2-40B4-BE49-F238E27FC236}">
                <a16:creationId xmlns:a16="http://schemas.microsoft.com/office/drawing/2014/main" id="{657210BE-0AC3-0DF2-F3BA-10843D1D8891}"/>
              </a:ext>
            </a:extLst>
          </p:cNvPr>
          <p:cNvSpPr>
            <a:spLocks noGrp="1" noChangeArrowheads="1"/>
          </p:cNvSpPr>
          <p:nvPr>
            <p:ph type="title"/>
          </p:nvPr>
        </p:nvSpPr>
        <p:spPr/>
        <p:txBody>
          <a:bodyPr/>
          <a:lstStyle/>
          <a:p>
            <a:pPr eaLnBrk="1" hangingPunct="1"/>
            <a:r>
              <a:rPr lang="en-US" altLang="en-US"/>
              <a:t>Mapping Table</a:t>
            </a:r>
            <a:endParaRPr lang="en-GB" altLang="en-US"/>
          </a:p>
        </p:txBody>
      </p:sp>
      <p:sp>
        <p:nvSpPr>
          <p:cNvPr id="593924" name="Rectangle 3">
            <a:extLst>
              <a:ext uri="{FF2B5EF4-FFF2-40B4-BE49-F238E27FC236}">
                <a16:creationId xmlns:a16="http://schemas.microsoft.com/office/drawing/2014/main" id="{C8869F18-331E-A714-0622-83B820F71DDA}"/>
              </a:ext>
            </a:extLst>
          </p:cNvPr>
          <p:cNvSpPr>
            <a:spLocks noGrp="1" noChangeArrowheads="1"/>
          </p:cNvSpPr>
          <p:nvPr>
            <p:ph type="body" idx="1"/>
          </p:nvPr>
        </p:nvSpPr>
        <p:spPr/>
        <p:txBody>
          <a:bodyPr/>
          <a:lstStyle/>
          <a:p>
            <a:pPr eaLnBrk="1" hangingPunct="1"/>
            <a:endParaRPr lang="en-GB" altLang="en-US"/>
          </a:p>
        </p:txBody>
      </p:sp>
      <p:grpSp>
        <p:nvGrpSpPr>
          <p:cNvPr id="593925" name="Group 906">
            <a:extLst>
              <a:ext uri="{FF2B5EF4-FFF2-40B4-BE49-F238E27FC236}">
                <a16:creationId xmlns:a16="http://schemas.microsoft.com/office/drawing/2014/main" id="{6E2DDF42-92D4-5649-E639-78A9F0775798}"/>
              </a:ext>
            </a:extLst>
          </p:cNvPr>
          <p:cNvGrpSpPr>
            <a:grpSpLocks/>
          </p:cNvGrpSpPr>
          <p:nvPr/>
        </p:nvGrpSpPr>
        <p:grpSpPr bwMode="auto">
          <a:xfrm>
            <a:off x="1752600" y="1981200"/>
            <a:ext cx="8915400" cy="4191000"/>
            <a:chOff x="-2" y="-2"/>
            <a:chExt cx="4236" cy="6082"/>
          </a:xfrm>
        </p:grpSpPr>
        <p:grpSp>
          <p:nvGrpSpPr>
            <p:cNvPr id="593926" name="Group 904">
              <a:extLst>
                <a:ext uri="{FF2B5EF4-FFF2-40B4-BE49-F238E27FC236}">
                  <a16:creationId xmlns:a16="http://schemas.microsoft.com/office/drawing/2014/main" id="{B95DDF11-F264-B237-736E-FA065C90BF4C}"/>
                </a:ext>
              </a:extLst>
            </p:cNvPr>
            <p:cNvGrpSpPr>
              <a:grpSpLocks/>
            </p:cNvGrpSpPr>
            <p:nvPr/>
          </p:nvGrpSpPr>
          <p:grpSpPr bwMode="auto">
            <a:xfrm>
              <a:off x="0" y="0"/>
              <a:ext cx="4232" cy="6078"/>
              <a:chOff x="0" y="0"/>
              <a:chExt cx="4232" cy="6078"/>
            </a:xfrm>
          </p:grpSpPr>
          <p:grpSp>
            <p:nvGrpSpPr>
              <p:cNvPr id="593928" name="Group 603">
                <a:extLst>
                  <a:ext uri="{FF2B5EF4-FFF2-40B4-BE49-F238E27FC236}">
                    <a16:creationId xmlns:a16="http://schemas.microsoft.com/office/drawing/2014/main" id="{88CA110B-8193-5BF2-778D-8693976F02CE}"/>
                  </a:ext>
                </a:extLst>
              </p:cNvPr>
              <p:cNvGrpSpPr>
                <a:grpSpLocks/>
              </p:cNvGrpSpPr>
              <p:nvPr/>
            </p:nvGrpSpPr>
            <p:grpSpPr bwMode="auto">
              <a:xfrm>
                <a:off x="0" y="0"/>
                <a:ext cx="529" cy="423"/>
                <a:chOff x="0" y="0"/>
                <a:chExt cx="529" cy="423"/>
              </a:xfrm>
            </p:grpSpPr>
            <p:sp>
              <p:nvSpPr>
                <p:cNvPr id="594372" name="Rectangle 602">
                  <a:extLst>
                    <a:ext uri="{FF2B5EF4-FFF2-40B4-BE49-F238E27FC236}">
                      <a16:creationId xmlns:a16="http://schemas.microsoft.com/office/drawing/2014/main" id="{ACDC1B1E-2AD3-02A8-6A6C-F5D68763A62C}"/>
                    </a:ext>
                  </a:extLst>
                </p:cNvPr>
                <p:cNvSpPr>
                  <a:spLocks noChangeArrowheads="1"/>
                </p:cNvSpPr>
                <p:nvPr/>
              </p:nvSpPr>
              <p:spPr bwMode="auto">
                <a:xfrm>
                  <a:off x="0"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73" name="Group 601">
                  <a:extLst>
                    <a:ext uri="{FF2B5EF4-FFF2-40B4-BE49-F238E27FC236}">
                      <a16:creationId xmlns:a16="http://schemas.microsoft.com/office/drawing/2014/main" id="{BB8E5A85-A179-7B27-2925-43BCD834DE20}"/>
                    </a:ext>
                  </a:extLst>
                </p:cNvPr>
                <p:cNvGrpSpPr>
                  <a:grpSpLocks/>
                </p:cNvGrpSpPr>
                <p:nvPr/>
              </p:nvGrpSpPr>
              <p:grpSpPr bwMode="auto">
                <a:xfrm>
                  <a:off x="0" y="0"/>
                  <a:ext cx="529" cy="423"/>
                  <a:chOff x="0" y="0"/>
                  <a:chExt cx="529" cy="423"/>
                </a:xfrm>
              </p:grpSpPr>
              <p:sp>
                <p:nvSpPr>
                  <p:cNvPr id="594374" name="Rectangle 456">
                    <a:extLst>
                      <a:ext uri="{FF2B5EF4-FFF2-40B4-BE49-F238E27FC236}">
                        <a16:creationId xmlns:a16="http://schemas.microsoft.com/office/drawing/2014/main" id="{F83E3C06-07FB-0D9C-3FB2-496C4B456A72}"/>
                      </a:ext>
                    </a:extLst>
                  </p:cNvPr>
                  <p:cNvSpPr>
                    <a:spLocks noChangeArrowheads="1"/>
                  </p:cNvSpPr>
                  <p:nvPr/>
                </p:nvSpPr>
                <p:spPr bwMode="auto">
                  <a:xfrm>
                    <a:off x="43"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6-bit value</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75" name="Rectangle 600">
                    <a:extLst>
                      <a:ext uri="{FF2B5EF4-FFF2-40B4-BE49-F238E27FC236}">
                        <a16:creationId xmlns:a16="http://schemas.microsoft.com/office/drawing/2014/main" id="{2F721649-1546-6C8A-4F1F-C147FB97EFB0}"/>
                      </a:ext>
                    </a:extLst>
                  </p:cNvPr>
                  <p:cNvSpPr>
                    <a:spLocks noChangeArrowheads="1"/>
                  </p:cNvSpPr>
                  <p:nvPr/>
                </p:nvSpPr>
                <p:spPr bwMode="auto">
                  <a:xfrm>
                    <a:off x="0"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29" name="Group 607">
                <a:extLst>
                  <a:ext uri="{FF2B5EF4-FFF2-40B4-BE49-F238E27FC236}">
                    <a16:creationId xmlns:a16="http://schemas.microsoft.com/office/drawing/2014/main" id="{8DA5D53E-ECA8-C538-7385-4FD74B382EF3}"/>
                  </a:ext>
                </a:extLst>
              </p:cNvPr>
              <p:cNvGrpSpPr>
                <a:grpSpLocks/>
              </p:cNvGrpSpPr>
              <p:nvPr/>
            </p:nvGrpSpPr>
            <p:grpSpPr bwMode="auto">
              <a:xfrm>
                <a:off x="529" y="0"/>
                <a:ext cx="529" cy="423"/>
                <a:chOff x="529" y="0"/>
                <a:chExt cx="529" cy="423"/>
              </a:xfrm>
            </p:grpSpPr>
            <p:sp>
              <p:nvSpPr>
                <p:cNvPr id="594368" name="Rectangle 606">
                  <a:extLst>
                    <a:ext uri="{FF2B5EF4-FFF2-40B4-BE49-F238E27FC236}">
                      <a16:creationId xmlns:a16="http://schemas.microsoft.com/office/drawing/2014/main" id="{4CA53586-17E7-CB9C-6711-2A613B43BA8F}"/>
                    </a:ext>
                  </a:extLst>
                </p:cNvPr>
                <p:cNvSpPr>
                  <a:spLocks noChangeArrowheads="1"/>
                </p:cNvSpPr>
                <p:nvPr/>
              </p:nvSpPr>
              <p:spPr bwMode="auto">
                <a:xfrm>
                  <a:off x="529"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69" name="Group 605">
                  <a:extLst>
                    <a:ext uri="{FF2B5EF4-FFF2-40B4-BE49-F238E27FC236}">
                      <a16:creationId xmlns:a16="http://schemas.microsoft.com/office/drawing/2014/main" id="{F5883A37-CCC8-628D-96D7-4A8B2B787209}"/>
                    </a:ext>
                  </a:extLst>
                </p:cNvPr>
                <p:cNvGrpSpPr>
                  <a:grpSpLocks/>
                </p:cNvGrpSpPr>
                <p:nvPr/>
              </p:nvGrpSpPr>
              <p:grpSpPr bwMode="auto">
                <a:xfrm>
                  <a:off x="529" y="0"/>
                  <a:ext cx="529" cy="423"/>
                  <a:chOff x="529" y="0"/>
                  <a:chExt cx="529" cy="423"/>
                </a:xfrm>
              </p:grpSpPr>
              <p:sp>
                <p:nvSpPr>
                  <p:cNvPr id="594370" name="Rectangle 457">
                    <a:extLst>
                      <a:ext uri="{FF2B5EF4-FFF2-40B4-BE49-F238E27FC236}">
                        <a16:creationId xmlns:a16="http://schemas.microsoft.com/office/drawing/2014/main" id="{43CF8257-02A5-FDDF-DEA7-3EE9681958F7}"/>
                      </a:ext>
                    </a:extLst>
                  </p:cNvPr>
                  <p:cNvSpPr>
                    <a:spLocks noChangeArrowheads="1"/>
                  </p:cNvSpPr>
                  <p:nvPr/>
                </p:nvSpPr>
                <p:spPr bwMode="auto">
                  <a:xfrm>
                    <a:off x="572"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Character</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71" name="Rectangle 604">
                    <a:extLst>
                      <a:ext uri="{FF2B5EF4-FFF2-40B4-BE49-F238E27FC236}">
                        <a16:creationId xmlns:a16="http://schemas.microsoft.com/office/drawing/2014/main" id="{14FE9C57-7B73-D69C-6C43-0257B01A2C80}"/>
                      </a:ext>
                    </a:extLst>
                  </p:cNvPr>
                  <p:cNvSpPr>
                    <a:spLocks noChangeArrowheads="1"/>
                  </p:cNvSpPr>
                  <p:nvPr/>
                </p:nvSpPr>
                <p:spPr bwMode="auto">
                  <a:xfrm>
                    <a:off x="529"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0" name="Group 611">
                <a:extLst>
                  <a:ext uri="{FF2B5EF4-FFF2-40B4-BE49-F238E27FC236}">
                    <a16:creationId xmlns:a16="http://schemas.microsoft.com/office/drawing/2014/main" id="{0954AB68-21F0-629B-D34E-37BB0B5B3AC1}"/>
                  </a:ext>
                </a:extLst>
              </p:cNvPr>
              <p:cNvGrpSpPr>
                <a:grpSpLocks/>
              </p:cNvGrpSpPr>
              <p:nvPr/>
            </p:nvGrpSpPr>
            <p:grpSpPr bwMode="auto">
              <a:xfrm>
                <a:off x="1058" y="0"/>
                <a:ext cx="529" cy="423"/>
                <a:chOff x="1058" y="0"/>
                <a:chExt cx="529" cy="423"/>
              </a:xfrm>
            </p:grpSpPr>
            <p:sp>
              <p:nvSpPr>
                <p:cNvPr id="594364" name="Rectangle 610">
                  <a:extLst>
                    <a:ext uri="{FF2B5EF4-FFF2-40B4-BE49-F238E27FC236}">
                      <a16:creationId xmlns:a16="http://schemas.microsoft.com/office/drawing/2014/main" id="{E4EA3779-7549-8081-1F15-EE1AAB1E6763}"/>
                    </a:ext>
                  </a:extLst>
                </p:cNvPr>
                <p:cNvSpPr>
                  <a:spLocks noChangeArrowheads="1"/>
                </p:cNvSpPr>
                <p:nvPr/>
              </p:nvSpPr>
              <p:spPr bwMode="auto">
                <a:xfrm>
                  <a:off x="1058"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65" name="Group 609">
                  <a:extLst>
                    <a:ext uri="{FF2B5EF4-FFF2-40B4-BE49-F238E27FC236}">
                      <a16:creationId xmlns:a16="http://schemas.microsoft.com/office/drawing/2014/main" id="{81CA7F07-0C25-B753-2140-854028014978}"/>
                    </a:ext>
                  </a:extLst>
                </p:cNvPr>
                <p:cNvGrpSpPr>
                  <a:grpSpLocks/>
                </p:cNvGrpSpPr>
                <p:nvPr/>
              </p:nvGrpSpPr>
              <p:grpSpPr bwMode="auto">
                <a:xfrm>
                  <a:off x="1058" y="0"/>
                  <a:ext cx="529" cy="423"/>
                  <a:chOff x="1058" y="0"/>
                  <a:chExt cx="529" cy="423"/>
                </a:xfrm>
              </p:grpSpPr>
              <p:sp>
                <p:nvSpPr>
                  <p:cNvPr id="594366" name="Rectangle 458">
                    <a:extLst>
                      <a:ext uri="{FF2B5EF4-FFF2-40B4-BE49-F238E27FC236}">
                        <a16:creationId xmlns:a16="http://schemas.microsoft.com/office/drawing/2014/main" id="{672D89FD-6452-2849-A2F0-615720AFFD3B}"/>
                      </a:ext>
                    </a:extLst>
                  </p:cNvPr>
                  <p:cNvSpPr>
                    <a:spLocks noChangeArrowheads="1"/>
                  </p:cNvSpPr>
                  <p:nvPr/>
                </p:nvSpPr>
                <p:spPr bwMode="auto">
                  <a:xfrm>
                    <a:off x="1101"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6-bit value</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67" name="Rectangle 608">
                    <a:extLst>
                      <a:ext uri="{FF2B5EF4-FFF2-40B4-BE49-F238E27FC236}">
                        <a16:creationId xmlns:a16="http://schemas.microsoft.com/office/drawing/2014/main" id="{210509AF-6D90-7F7C-1BF2-D2E91A0E4D23}"/>
                      </a:ext>
                    </a:extLst>
                  </p:cNvPr>
                  <p:cNvSpPr>
                    <a:spLocks noChangeArrowheads="1"/>
                  </p:cNvSpPr>
                  <p:nvPr/>
                </p:nvSpPr>
                <p:spPr bwMode="auto">
                  <a:xfrm>
                    <a:off x="1058"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1" name="Group 615">
                <a:extLst>
                  <a:ext uri="{FF2B5EF4-FFF2-40B4-BE49-F238E27FC236}">
                    <a16:creationId xmlns:a16="http://schemas.microsoft.com/office/drawing/2014/main" id="{17A19D2A-F41C-3726-BE43-6ADA9B195ED3}"/>
                  </a:ext>
                </a:extLst>
              </p:cNvPr>
              <p:cNvGrpSpPr>
                <a:grpSpLocks/>
              </p:cNvGrpSpPr>
              <p:nvPr/>
            </p:nvGrpSpPr>
            <p:grpSpPr bwMode="auto">
              <a:xfrm>
                <a:off x="1587" y="0"/>
                <a:ext cx="529" cy="423"/>
                <a:chOff x="1587" y="0"/>
                <a:chExt cx="529" cy="423"/>
              </a:xfrm>
            </p:grpSpPr>
            <p:sp>
              <p:nvSpPr>
                <p:cNvPr id="594360" name="Rectangle 614">
                  <a:extLst>
                    <a:ext uri="{FF2B5EF4-FFF2-40B4-BE49-F238E27FC236}">
                      <a16:creationId xmlns:a16="http://schemas.microsoft.com/office/drawing/2014/main" id="{B872CAF9-F106-11CC-71AE-5E75D3FA2D4F}"/>
                    </a:ext>
                  </a:extLst>
                </p:cNvPr>
                <p:cNvSpPr>
                  <a:spLocks noChangeArrowheads="1"/>
                </p:cNvSpPr>
                <p:nvPr/>
              </p:nvSpPr>
              <p:spPr bwMode="auto">
                <a:xfrm>
                  <a:off x="1587"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61" name="Group 613">
                  <a:extLst>
                    <a:ext uri="{FF2B5EF4-FFF2-40B4-BE49-F238E27FC236}">
                      <a16:creationId xmlns:a16="http://schemas.microsoft.com/office/drawing/2014/main" id="{EA96537A-C3C8-1FAA-162E-EBBD5DA33B4F}"/>
                    </a:ext>
                  </a:extLst>
                </p:cNvPr>
                <p:cNvGrpSpPr>
                  <a:grpSpLocks/>
                </p:cNvGrpSpPr>
                <p:nvPr/>
              </p:nvGrpSpPr>
              <p:grpSpPr bwMode="auto">
                <a:xfrm>
                  <a:off x="1587" y="0"/>
                  <a:ext cx="529" cy="423"/>
                  <a:chOff x="1587" y="0"/>
                  <a:chExt cx="529" cy="423"/>
                </a:xfrm>
              </p:grpSpPr>
              <p:sp>
                <p:nvSpPr>
                  <p:cNvPr id="594362" name="Rectangle 459">
                    <a:extLst>
                      <a:ext uri="{FF2B5EF4-FFF2-40B4-BE49-F238E27FC236}">
                        <a16:creationId xmlns:a16="http://schemas.microsoft.com/office/drawing/2014/main" id="{45BB56CD-4EDD-7FF1-E572-D22A24807742}"/>
                      </a:ext>
                    </a:extLst>
                  </p:cNvPr>
                  <p:cNvSpPr>
                    <a:spLocks noChangeArrowheads="1"/>
                  </p:cNvSpPr>
                  <p:nvPr/>
                </p:nvSpPr>
                <p:spPr bwMode="auto">
                  <a:xfrm>
                    <a:off x="1630"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Character</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63" name="Rectangle 612">
                    <a:extLst>
                      <a:ext uri="{FF2B5EF4-FFF2-40B4-BE49-F238E27FC236}">
                        <a16:creationId xmlns:a16="http://schemas.microsoft.com/office/drawing/2014/main" id="{0EA98ECE-5052-D088-D3A4-6335BF25E710}"/>
                      </a:ext>
                    </a:extLst>
                  </p:cNvPr>
                  <p:cNvSpPr>
                    <a:spLocks noChangeArrowheads="1"/>
                  </p:cNvSpPr>
                  <p:nvPr/>
                </p:nvSpPr>
                <p:spPr bwMode="auto">
                  <a:xfrm>
                    <a:off x="1587"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2" name="Group 619">
                <a:extLst>
                  <a:ext uri="{FF2B5EF4-FFF2-40B4-BE49-F238E27FC236}">
                    <a16:creationId xmlns:a16="http://schemas.microsoft.com/office/drawing/2014/main" id="{60BA402D-EE1C-DDF2-5D93-FC38233B331A}"/>
                  </a:ext>
                </a:extLst>
              </p:cNvPr>
              <p:cNvGrpSpPr>
                <a:grpSpLocks/>
              </p:cNvGrpSpPr>
              <p:nvPr/>
            </p:nvGrpSpPr>
            <p:grpSpPr bwMode="auto">
              <a:xfrm>
                <a:off x="2116" y="0"/>
                <a:ext cx="529" cy="423"/>
                <a:chOff x="2116" y="0"/>
                <a:chExt cx="529" cy="423"/>
              </a:xfrm>
            </p:grpSpPr>
            <p:sp>
              <p:nvSpPr>
                <p:cNvPr id="594356" name="Rectangle 618">
                  <a:extLst>
                    <a:ext uri="{FF2B5EF4-FFF2-40B4-BE49-F238E27FC236}">
                      <a16:creationId xmlns:a16="http://schemas.microsoft.com/office/drawing/2014/main" id="{AF75BDD0-BE5C-921B-20CD-B20E23CFB8F4}"/>
                    </a:ext>
                  </a:extLst>
                </p:cNvPr>
                <p:cNvSpPr>
                  <a:spLocks noChangeArrowheads="1"/>
                </p:cNvSpPr>
                <p:nvPr/>
              </p:nvSpPr>
              <p:spPr bwMode="auto">
                <a:xfrm>
                  <a:off x="2116"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57" name="Group 617">
                  <a:extLst>
                    <a:ext uri="{FF2B5EF4-FFF2-40B4-BE49-F238E27FC236}">
                      <a16:creationId xmlns:a16="http://schemas.microsoft.com/office/drawing/2014/main" id="{7385391C-5092-474E-37D3-D3B922217618}"/>
                    </a:ext>
                  </a:extLst>
                </p:cNvPr>
                <p:cNvGrpSpPr>
                  <a:grpSpLocks/>
                </p:cNvGrpSpPr>
                <p:nvPr/>
              </p:nvGrpSpPr>
              <p:grpSpPr bwMode="auto">
                <a:xfrm>
                  <a:off x="2116" y="0"/>
                  <a:ext cx="529" cy="423"/>
                  <a:chOff x="2116" y="0"/>
                  <a:chExt cx="529" cy="423"/>
                </a:xfrm>
              </p:grpSpPr>
              <p:sp>
                <p:nvSpPr>
                  <p:cNvPr id="594358" name="Rectangle 460">
                    <a:extLst>
                      <a:ext uri="{FF2B5EF4-FFF2-40B4-BE49-F238E27FC236}">
                        <a16:creationId xmlns:a16="http://schemas.microsoft.com/office/drawing/2014/main" id="{7ADF49A0-29C1-D99F-9C1F-29024BB1D06E}"/>
                      </a:ext>
                    </a:extLst>
                  </p:cNvPr>
                  <p:cNvSpPr>
                    <a:spLocks noChangeArrowheads="1"/>
                  </p:cNvSpPr>
                  <p:nvPr/>
                </p:nvSpPr>
                <p:spPr bwMode="auto">
                  <a:xfrm>
                    <a:off x="2159"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6-bit value</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59" name="Rectangle 616">
                    <a:extLst>
                      <a:ext uri="{FF2B5EF4-FFF2-40B4-BE49-F238E27FC236}">
                        <a16:creationId xmlns:a16="http://schemas.microsoft.com/office/drawing/2014/main" id="{E92C56A3-324B-48CE-4F56-3FA4AA2C11A1}"/>
                      </a:ext>
                    </a:extLst>
                  </p:cNvPr>
                  <p:cNvSpPr>
                    <a:spLocks noChangeArrowheads="1"/>
                  </p:cNvSpPr>
                  <p:nvPr/>
                </p:nvSpPr>
                <p:spPr bwMode="auto">
                  <a:xfrm>
                    <a:off x="2116"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3" name="Group 623">
                <a:extLst>
                  <a:ext uri="{FF2B5EF4-FFF2-40B4-BE49-F238E27FC236}">
                    <a16:creationId xmlns:a16="http://schemas.microsoft.com/office/drawing/2014/main" id="{4E546D8A-36A6-92AE-6DFC-51405AFB5557}"/>
                  </a:ext>
                </a:extLst>
              </p:cNvPr>
              <p:cNvGrpSpPr>
                <a:grpSpLocks/>
              </p:cNvGrpSpPr>
              <p:nvPr/>
            </p:nvGrpSpPr>
            <p:grpSpPr bwMode="auto">
              <a:xfrm>
                <a:off x="2645" y="0"/>
                <a:ext cx="529" cy="423"/>
                <a:chOff x="2645" y="0"/>
                <a:chExt cx="529" cy="423"/>
              </a:xfrm>
            </p:grpSpPr>
            <p:sp>
              <p:nvSpPr>
                <p:cNvPr id="594352" name="Rectangle 622">
                  <a:extLst>
                    <a:ext uri="{FF2B5EF4-FFF2-40B4-BE49-F238E27FC236}">
                      <a16:creationId xmlns:a16="http://schemas.microsoft.com/office/drawing/2014/main" id="{5C93E2D9-2E2C-C614-8733-372A196ADB31}"/>
                    </a:ext>
                  </a:extLst>
                </p:cNvPr>
                <p:cNvSpPr>
                  <a:spLocks noChangeArrowheads="1"/>
                </p:cNvSpPr>
                <p:nvPr/>
              </p:nvSpPr>
              <p:spPr bwMode="auto">
                <a:xfrm>
                  <a:off x="2645"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53" name="Group 621">
                  <a:extLst>
                    <a:ext uri="{FF2B5EF4-FFF2-40B4-BE49-F238E27FC236}">
                      <a16:creationId xmlns:a16="http://schemas.microsoft.com/office/drawing/2014/main" id="{88A3E52C-5B2F-4E72-F966-EACBF7A52258}"/>
                    </a:ext>
                  </a:extLst>
                </p:cNvPr>
                <p:cNvGrpSpPr>
                  <a:grpSpLocks/>
                </p:cNvGrpSpPr>
                <p:nvPr/>
              </p:nvGrpSpPr>
              <p:grpSpPr bwMode="auto">
                <a:xfrm>
                  <a:off x="2645" y="0"/>
                  <a:ext cx="529" cy="423"/>
                  <a:chOff x="2645" y="0"/>
                  <a:chExt cx="529" cy="423"/>
                </a:xfrm>
              </p:grpSpPr>
              <p:sp>
                <p:nvSpPr>
                  <p:cNvPr id="594354" name="Rectangle 461">
                    <a:extLst>
                      <a:ext uri="{FF2B5EF4-FFF2-40B4-BE49-F238E27FC236}">
                        <a16:creationId xmlns:a16="http://schemas.microsoft.com/office/drawing/2014/main" id="{1037A31B-E587-D569-755F-5FE724156306}"/>
                      </a:ext>
                    </a:extLst>
                  </p:cNvPr>
                  <p:cNvSpPr>
                    <a:spLocks noChangeArrowheads="1"/>
                  </p:cNvSpPr>
                  <p:nvPr/>
                </p:nvSpPr>
                <p:spPr bwMode="auto">
                  <a:xfrm>
                    <a:off x="2688"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Character</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55" name="Rectangle 620">
                    <a:extLst>
                      <a:ext uri="{FF2B5EF4-FFF2-40B4-BE49-F238E27FC236}">
                        <a16:creationId xmlns:a16="http://schemas.microsoft.com/office/drawing/2014/main" id="{CCF4E851-F4C2-5124-8F74-D3D5553FF491}"/>
                      </a:ext>
                    </a:extLst>
                  </p:cNvPr>
                  <p:cNvSpPr>
                    <a:spLocks noChangeArrowheads="1"/>
                  </p:cNvSpPr>
                  <p:nvPr/>
                </p:nvSpPr>
                <p:spPr bwMode="auto">
                  <a:xfrm>
                    <a:off x="2645"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4" name="Group 627">
                <a:extLst>
                  <a:ext uri="{FF2B5EF4-FFF2-40B4-BE49-F238E27FC236}">
                    <a16:creationId xmlns:a16="http://schemas.microsoft.com/office/drawing/2014/main" id="{BDD52E6A-4002-A3F9-A528-A2EEBA00672C}"/>
                  </a:ext>
                </a:extLst>
              </p:cNvPr>
              <p:cNvGrpSpPr>
                <a:grpSpLocks/>
              </p:cNvGrpSpPr>
              <p:nvPr/>
            </p:nvGrpSpPr>
            <p:grpSpPr bwMode="auto">
              <a:xfrm>
                <a:off x="3174" y="0"/>
                <a:ext cx="529" cy="423"/>
                <a:chOff x="3174" y="0"/>
                <a:chExt cx="529" cy="423"/>
              </a:xfrm>
            </p:grpSpPr>
            <p:sp>
              <p:nvSpPr>
                <p:cNvPr id="594348" name="Rectangle 626">
                  <a:extLst>
                    <a:ext uri="{FF2B5EF4-FFF2-40B4-BE49-F238E27FC236}">
                      <a16:creationId xmlns:a16="http://schemas.microsoft.com/office/drawing/2014/main" id="{2C05549E-277A-63DE-22D5-5E917D2ED11F}"/>
                    </a:ext>
                  </a:extLst>
                </p:cNvPr>
                <p:cNvSpPr>
                  <a:spLocks noChangeArrowheads="1"/>
                </p:cNvSpPr>
                <p:nvPr/>
              </p:nvSpPr>
              <p:spPr bwMode="auto">
                <a:xfrm>
                  <a:off x="3174"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49" name="Group 625">
                  <a:extLst>
                    <a:ext uri="{FF2B5EF4-FFF2-40B4-BE49-F238E27FC236}">
                      <a16:creationId xmlns:a16="http://schemas.microsoft.com/office/drawing/2014/main" id="{8CEB2A64-CED0-40C8-B879-AE0333E1741C}"/>
                    </a:ext>
                  </a:extLst>
                </p:cNvPr>
                <p:cNvGrpSpPr>
                  <a:grpSpLocks/>
                </p:cNvGrpSpPr>
                <p:nvPr/>
              </p:nvGrpSpPr>
              <p:grpSpPr bwMode="auto">
                <a:xfrm>
                  <a:off x="3174" y="0"/>
                  <a:ext cx="529" cy="423"/>
                  <a:chOff x="3174" y="0"/>
                  <a:chExt cx="529" cy="423"/>
                </a:xfrm>
              </p:grpSpPr>
              <p:sp>
                <p:nvSpPr>
                  <p:cNvPr id="594350" name="Rectangle 462">
                    <a:extLst>
                      <a:ext uri="{FF2B5EF4-FFF2-40B4-BE49-F238E27FC236}">
                        <a16:creationId xmlns:a16="http://schemas.microsoft.com/office/drawing/2014/main" id="{C32701AA-E04C-B6CB-D9BC-C5171577C5CB}"/>
                      </a:ext>
                    </a:extLst>
                  </p:cNvPr>
                  <p:cNvSpPr>
                    <a:spLocks noChangeArrowheads="1"/>
                  </p:cNvSpPr>
                  <p:nvPr/>
                </p:nvSpPr>
                <p:spPr bwMode="auto">
                  <a:xfrm>
                    <a:off x="3217"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6-bit value</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51" name="Rectangle 624">
                    <a:extLst>
                      <a:ext uri="{FF2B5EF4-FFF2-40B4-BE49-F238E27FC236}">
                        <a16:creationId xmlns:a16="http://schemas.microsoft.com/office/drawing/2014/main" id="{1318D4B9-A855-75F6-AC9F-0DB9C10DDC03}"/>
                      </a:ext>
                    </a:extLst>
                  </p:cNvPr>
                  <p:cNvSpPr>
                    <a:spLocks noChangeArrowheads="1"/>
                  </p:cNvSpPr>
                  <p:nvPr/>
                </p:nvSpPr>
                <p:spPr bwMode="auto">
                  <a:xfrm>
                    <a:off x="3174"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5" name="Group 631">
                <a:extLst>
                  <a:ext uri="{FF2B5EF4-FFF2-40B4-BE49-F238E27FC236}">
                    <a16:creationId xmlns:a16="http://schemas.microsoft.com/office/drawing/2014/main" id="{A7343D8A-13A2-FF15-C9A3-261BB86CBE41}"/>
                  </a:ext>
                </a:extLst>
              </p:cNvPr>
              <p:cNvGrpSpPr>
                <a:grpSpLocks/>
              </p:cNvGrpSpPr>
              <p:nvPr/>
            </p:nvGrpSpPr>
            <p:grpSpPr bwMode="auto">
              <a:xfrm>
                <a:off x="3703" y="0"/>
                <a:ext cx="529" cy="423"/>
                <a:chOff x="3703" y="0"/>
                <a:chExt cx="529" cy="423"/>
              </a:xfrm>
            </p:grpSpPr>
            <p:sp>
              <p:nvSpPr>
                <p:cNvPr id="594344" name="Rectangle 630">
                  <a:extLst>
                    <a:ext uri="{FF2B5EF4-FFF2-40B4-BE49-F238E27FC236}">
                      <a16:creationId xmlns:a16="http://schemas.microsoft.com/office/drawing/2014/main" id="{92D8CCF2-C016-6F5D-AAA8-790AD63D39AE}"/>
                    </a:ext>
                  </a:extLst>
                </p:cNvPr>
                <p:cNvSpPr>
                  <a:spLocks noChangeArrowheads="1"/>
                </p:cNvSpPr>
                <p:nvPr/>
              </p:nvSpPr>
              <p:spPr bwMode="auto">
                <a:xfrm>
                  <a:off x="3703" y="0"/>
                  <a:ext cx="529"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594345" name="Group 629">
                  <a:extLst>
                    <a:ext uri="{FF2B5EF4-FFF2-40B4-BE49-F238E27FC236}">
                      <a16:creationId xmlns:a16="http://schemas.microsoft.com/office/drawing/2014/main" id="{A3359DA6-6DF8-86E2-0AB7-B1FBA87CA3AE}"/>
                    </a:ext>
                  </a:extLst>
                </p:cNvPr>
                <p:cNvGrpSpPr>
                  <a:grpSpLocks/>
                </p:cNvGrpSpPr>
                <p:nvPr/>
              </p:nvGrpSpPr>
              <p:grpSpPr bwMode="auto">
                <a:xfrm>
                  <a:off x="3703" y="0"/>
                  <a:ext cx="529" cy="423"/>
                  <a:chOff x="3703" y="0"/>
                  <a:chExt cx="529" cy="423"/>
                </a:xfrm>
              </p:grpSpPr>
              <p:sp>
                <p:nvSpPr>
                  <p:cNvPr id="594346" name="Rectangle 463">
                    <a:extLst>
                      <a:ext uri="{FF2B5EF4-FFF2-40B4-BE49-F238E27FC236}">
                        <a16:creationId xmlns:a16="http://schemas.microsoft.com/office/drawing/2014/main" id="{BF64A1BD-5620-64B6-D67B-AD4A31DB5BC7}"/>
                      </a:ext>
                    </a:extLst>
                  </p:cNvPr>
                  <p:cNvSpPr>
                    <a:spLocks noChangeArrowheads="1"/>
                  </p:cNvSpPr>
                  <p:nvPr/>
                </p:nvSpPr>
                <p:spPr bwMode="auto">
                  <a:xfrm>
                    <a:off x="3746" y="0"/>
                    <a:ext cx="443" cy="42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b="1">
                        <a:solidFill>
                          <a:srgbClr val="FFFFFF"/>
                        </a:solidFill>
                        <a:latin typeface="Arial" panose="020B0604020202020204" pitchFamily="34" charset="0"/>
                        <a:cs typeface="Times New Roman" panose="02020603050405020304" pitchFamily="18" charset="0"/>
                      </a:rPr>
                      <a:t>Character</a:t>
                    </a:r>
                    <a:endParaRPr lang="en-US" altLang="en-US" sz="12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2000">
                      <a:latin typeface="Arial" panose="020B0604020202020204" pitchFamily="34" charset="0"/>
                    </a:endParaRPr>
                  </a:p>
                </p:txBody>
              </p:sp>
              <p:sp>
                <p:nvSpPr>
                  <p:cNvPr id="594347" name="Rectangle 628">
                    <a:extLst>
                      <a:ext uri="{FF2B5EF4-FFF2-40B4-BE49-F238E27FC236}">
                        <a16:creationId xmlns:a16="http://schemas.microsoft.com/office/drawing/2014/main" id="{A8101BE9-5EA7-CB70-2DE0-3A22B6AFA27A}"/>
                      </a:ext>
                    </a:extLst>
                  </p:cNvPr>
                  <p:cNvSpPr>
                    <a:spLocks noChangeArrowheads="1"/>
                  </p:cNvSpPr>
                  <p:nvPr/>
                </p:nvSpPr>
                <p:spPr bwMode="auto">
                  <a:xfrm>
                    <a:off x="3703" y="0"/>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593936" name="Group 633">
                <a:extLst>
                  <a:ext uri="{FF2B5EF4-FFF2-40B4-BE49-F238E27FC236}">
                    <a16:creationId xmlns:a16="http://schemas.microsoft.com/office/drawing/2014/main" id="{039CD2F2-9E19-8EA0-1DD1-788A506B4AF3}"/>
                  </a:ext>
                </a:extLst>
              </p:cNvPr>
              <p:cNvGrpSpPr>
                <a:grpSpLocks/>
              </p:cNvGrpSpPr>
              <p:nvPr/>
            </p:nvGrpSpPr>
            <p:grpSpPr bwMode="auto">
              <a:xfrm>
                <a:off x="0" y="423"/>
                <a:ext cx="529" cy="327"/>
                <a:chOff x="0" y="423"/>
                <a:chExt cx="529" cy="327"/>
              </a:xfrm>
            </p:grpSpPr>
            <p:sp>
              <p:nvSpPr>
                <p:cNvPr id="594342" name="Rectangle 464">
                  <a:extLst>
                    <a:ext uri="{FF2B5EF4-FFF2-40B4-BE49-F238E27FC236}">
                      <a16:creationId xmlns:a16="http://schemas.microsoft.com/office/drawing/2014/main" id="{628F418E-DC87-DF62-4265-0116EE4146DA}"/>
                    </a:ext>
                  </a:extLst>
                </p:cNvPr>
                <p:cNvSpPr>
                  <a:spLocks noChangeArrowheads="1"/>
                </p:cNvSpPr>
                <p:nvPr/>
              </p:nvSpPr>
              <p:spPr bwMode="auto">
                <a:xfrm>
                  <a:off x="43"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0</a:t>
                  </a:r>
                </a:p>
                <a:p>
                  <a:pPr algn="just">
                    <a:spcBef>
                      <a:spcPct val="0"/>
                    </a:spcBef>
                    <a:buClrTx/>
                    <a:buSzTx/>
                    <a:buFontTx/>
                    <a:buNone/>
                  </a:pPr>
                  <a:endParaRPr lang="en-US" altLang="en-US" sz="2000">
                    <a:latin typeface="Arial" panose="020B0604020202020204" pitchFamily="34" charset="0"/>
                  </a:endParaRPr>
                </a:p>
              </p:txBody>
            </p:sp>
            <p:sp>
              <p:nvSpPr>
                <p:cNvPr id="594343" name="Rectangle 632">
                  <a:extLst>
                    <a:ext uri="{FF2B5EF4-FFF2-40B4-BE49-F238E27FC236}">
                      <a16:creationId xmlns:a16="http://schemas.microsoft.com/office/drawing/2014/main" id="{428F13C1-5D7C-B1B2-58C6-542812037532}"/>
                    </a:ext>
                  </a:extLst>
                </p:cNvPr>
                <p:cNvSpPr>
                  <a:spLocks noChangeArrowheads="1"/>
                </p:cNvSpPr>
                <p:nvPr/>
              </p:nvSpPr>
              <p:spPr bwMode="auto">
                <a:xfrm>
                  <a:off x="0"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37" name="Group 635">
                <a:extLst>
                  <a:ext uri="{FF2B5EF4-FFF2-40B4-BE49-F238E27FC236}">
                    <a16:creationId xmlns:a16="http://schemas.microsoft.com/office/drawing/2014/main" id="{BB1700CA-8616-7FA7-9EB1-072D95B5C95F}"/>
                  </a:ext>
                </a:extLst>
              </p:cNvPr>
              <p:cNvGrpSpPr>
                <a:grpSpLocks/>
              </p:cNvGrpSpPr>
              <p:nvPr/>
            </p:nvGrpSpPr>
            <p:grpSpPr bwMode="auto">
              <a:xfrm>
                <a:off x="529" y="423"/>
                <a:ext cx="529" cy="327"/>
                <a:chOff x="529" y="423"/>
                <a:chExt cx="529" cy="327"/>
              </a:xfrm>
            </p:grpSpPr>
            <p:sp>
              <p:nvSpPr>
                <p:cNvPr id="594340" name="Rectangle 465">
                  <a:extLst>
                    <a:ext uri="{FF2B5EF4-FFF2-40B4-BE49-F238E27FC236}">
                      <a16:creationId xmlns:a16="http://schemas.microsoft.com/office/drawing/2014/main" id="{33B83C88-EDE8-FBC0-8F13-653C9DE7FD85}"/>
                    </a:ext>
                  </a:extLst>
                </p:cNvPr>
                <p:cNvSpPr>
                  <a:spLocks noChangeArrowheads="1"/>
                </p:cNvSpPr>
                <p:nvPr/>
              </p:nvSpPr>
              <p:spPr bwMode="auto">
                <a:xfrm>
                  <a:off x="572"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A</a:t>
                  </a:r>
                </a:p>
                <a:p>
                  <a:pPr algn="just">
                    <a:spcBef>
                      <a:spcPct val="0"/>
                    </a:spcBef>
                    <a:buClrTx/>
                    <a:buSzTx/>
                    <a:buFontTx/>
                    <a:buNone/>
                  </a:pPr>
                  <a:endParaRPr lang="en-US" altLang="en-US" sz="2000">
                    <a:latin typeface="Arial" panose="020B0604020202020204" pitchFamily="34" charset="0"/>
                  </a:endParaRPr>
                </a:p>
              </p:txBody>
            </p:sp>
            <p:sp>
              <p:nvSpPr>
                <p:cNvPr id="594341" name="Rectangle 634">
                  <a:extLst>
                    <a:ext uri="{FF2B5EF4-FFF2-40B4-BE49-F238E27FC236}">
                      <a16:creationId xmlns:a16="http://schemas.microsoft.com/office/drawing/2014/main" id="{015156C1-3B27-4676-4779-9BC6BD811C1A}"/>
                    </a:ext>
                  </a:extLst>
                </p:cNvPr>
                <p:cNvSpPr>
                  <a:spLocks noChangeArrowheads="1"/>
                </p:cNvSpPr>
                <p:nvPr/>
              </p:nvSpPr>
              <p:spPr bwMode="auto">
                <a:xfrm>
                  <a:off x="529"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38" name="Group 637">
                <a:extLst>
                  <a:ext uri="{FF2B5EF4-FFF2-40B4-BE49-F238E27FC236}">
                    <a16:creationId xmlns:a16="http://schemas.microsoft.com/office/drawing/2014/main" id="{C8A66D89-2454-6771-D70F-8EDE0E73DA03}"/>
                  </a:ext>
                </a:extLst>
              </p:cNvPr>
              <p:cNvGrpSpPr>
                <a:grpSpLocks/>
              </p:cNvGrpSpPr>
              <p:nvPr/>
            </p:nvGrpSpPr>
            <p:grpSpPr bwMode="auto">
              <a:xfrm>
                <a:off x="1058" y="423"/>
                <a:ext cx="529" cy="327"/>
                <a:chOff x="1058" y="423"/>
                <a:chExt cx="529" cy="327"/>
              </a:xfrm>
            </p:grpSpPr>
            <p:sp>
              <p:nvSpPr>
                <p:cNvPr id="594338" name="Rectangle 466">
                  <a:extLst>
                    <a:ext uri="{FF2B5EF4-FFF2-40B4-BE49-F238E27FC236}">
                      <a16:creationId xmlns:a16="http://schemas.microsoft.com/office/drawing/2014/main" id="{CA3DAA69-2F1E-CEB6-0E5F-E6E9240A0624}"/>
                    </a:ext>
                  </a:extLst>
                </p:cNvPr>
                <p:cNvSpPr>
                  <a:spLocks noChangeArrowheads="1"/>
                </p:cNvSpPr>
                <p:nvPr/>
              </p:nvSpPr>
              <p:spPr bwMode="auto">
                <a:xfrm>
                  <a:off x="1101"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16</a:t>
                  </a:r>
                </a:p>
                <a:p>
                  <a:pPr algn="just">
                    <a:spcBef>
                      <a:spcPct val="0"/>
                    </a:spcBef>
                    <a:buClrTx/>
                    <a:buSzTx/>
                    <a:buFontTx/>
                    <a:buNone/>
                  </a:pPr>
                  <a:endParaRPr lang="en-US" altLang="en-US" sz="2000">
                    <a:latin typeface="Arial" panose="020B0604020202020204" pitchFamily="34" charset="0"/>
                  </a:endParaRPr>
                </a:p>
              </p:txBody>
            </p:sp>
            <p:sp>
              <p:nvSpPr>
                <p:cNvPr id="594339" name="Rectangle 636">
                  <a:extLst>
                    <a:ext uri="{FF2B5EF4-FFF2-40B4-BE49-F238E27FC236}">
                      <a16:creationId xmlns:a16="http://schemas.microsoft.com/office/drawing/2014/main" id="{559D78C6-25A5-7C58-78E3-F66A20634222}"/>
                    </a:ext>
                  </a:extLst>
                </p:cNvPr>
                <p:cNvSpPr>
                  <a:spLocks noChangeArrowheads="1"/>
                </p:cNvSpPr>
                <p:nvPr/>
              </p:nvSpPr>
              <p:spPr bwMode="auto">
                <a:xfrm>
                  <a:off x="1058"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39" name="Group 639">
                <a:extLst>
                  <a:ext uri="{FF2B5EF4-FFF2-40B4-BE49-F238E27FC236}">
                    <a16:creationId xmlns:a16="http://schemas.microsoft.com/office/drawing/2014/main" id="{89C4BD8C-07F9-1C61-AAA5-C0826BBCBF7E}"/>
                  </a:ext>
                </a:extLst>
              </p:cNvPr>
              <p:cNvGrpSpPr>
                <a:grpSpLocks/>
              </p:cNvGrpSpPr>
              <p:nvPr/>
            </p:nvGrpSpPr>
            <p:grpSpPr bwMode="auto">
              <a:xfrm>
                <a:off x="1587" y="423"/>
                <a:ext cx="529" cy="327"/>
                <a:chOff x="1587" y="423"/>
                <a:chExt cx="529" cy="327"/>
              </a:xfrm>
            </p:grpSpPr>
            <p:sp>
              <p:nvSpPr>
                <p:cNvPr id="594336" name="Rectangle 467">
                  <a:extLst>
                    <a:ext uri="{FF2B5EF4-FFF2-40B4-BE49-F238E27FC236}">
                      <a16:creationId xmlns:a16="http://schemas.microsoft.com/office/drawing/2014/main" id="{F8479282-34D3-8179-8729-2CF388F98B5F}"/>
                    </a:ext>
                  </a:extLst>
                </p:cNvPr>
                <p:cNvSpPr>
                  <a:spLocks noChangeArrowheads="1"/>
                </p:cNvSpPr>
                <p:nvPr/>
              </p:nvSpPr>
              <p:spPr bwMode="auto">
                <a:xfrm>
                  <a:off x="1630"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Q</a:t>
                  </a:r>
                </a:p>
                <a:p>
                  <a:pPr algn="just">
                    <a:spcBef>
                      <a:spcPct val="0"/>
                    </a:spcBef>
                    <a:buClrTx/>
                    <a:buSzTx/>
                    <a:buFontTx/>
                    <a:buNone/>
                  </a:pPr>
                  <a:endParaRPr lang="en-US" altLang="en-US" sz="2000">
                    <a:latin typeface="Arial" panose="020B0604020202020204" pitchFamily="34" charset="0"/>
                  </a:endParaRPr>
                </a:p>
              </p:txBody>
            </p:sp>
            <p:sp>
              <p:nvSpPr>
                <p:cNvPr id="594337" name="Rectangle 638">
                  <a:extLst>
                    <a:ext uri="{FF2B5EF4-FFF2-40B4-BE49-F238E27FC236}">
                      <a16:creationId xmlns:a16="http://schemas.microsoft.com/office/drawing/2014/main" id="{1B09D8FF-AB53-B248-E043-787B8FBB79CC}"/>
                    </a:ext>
                  </a:extLst>
                </p:cNvPr>
                <p:cNvSpPr>
                  <a:spLocks noChangeArrowheads="1"/>
                </p:cNvSpPr>
                <p:nvPr/>
              </p:nvSpPr>
              <p:spPr bwMode="auto">
                <a:xfrm>
                  <a:off x="1587"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0" name="Group 641">
                <a:extLst>
                  <a:ext uri="{FF2B5EF4-FFF2-40B4-BE49-F238E27FC236}">
                    <a16:creationId xmlns:a16="http://schemas.microsoft.com/office/drawing/2014/main" id="{6E9EADC6-34C1-967A-A46C-A843E707EF60}"/>
                  </a:ext>
                </a:extLst>
              </p:cNvPr>
              <p:cNvGrpSpPr>
                <a:grpSpLocks/>
              </p:cNvGrpSpPr>
              <p:nvPr/>
            </p:nvGrpSpPr>
            <p:grpSpPr bwMode="auto">
              <a:xfrm>
                <a:off x="2116" y="423"/>
                <a:ext cx="529" cy="327"/>
                <a:chOff x="2116" y="423"/>
                <a:chExt cx="529" cy="327"/>
              </a:xfrm>
            </p:grpSpPr>
            <p:sp>
              <p:nvSpPr>
                <p:cNvPr id="594334" name="Rectangle 468">
                  <a:extLst>
                    <a:ext uri="{FF2B5EF4-FFF2-40B4-BE49-F238E27FC236}">
                      <a16:creationId xmlns:a16="http://schemas.microsoft.com/office/drawing/2014/main" id="{AE3B0C0E-9889-D9A2-C428-74A3728E3692}"/>
                    </a:ext>
                  </a:extLst>
                </p:cNvPr>
                <p:cNvSpPr>
                  <a:spLocks noChangeArrowheads="1"/>
                </p:cNvSpPr>
                <p:nvPr/>
              </p:nvSpPr>
              <p:spPr bwMode="auto">
                <a:xfrm>
                  <a:off x="2159"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32</a:t>
                  </a:r>
                </a:p>
                <a:p>
                  <a:pPr algn="just">
                    <a:spcBef>
                      <a:spcPct val="0"/>
                    </a:spcBef>
                    <a:buClrTx/>
                    <a:buSzTx/>
                    <a:buFontTx/>
                    <a:buNone/>
                  </a:pPr>
                  <a:endParaRPr lang="en-US" altLang="en-US" sz="2000">
                    <a:latin typeface="Arial" panose="020B0604020202020204" pitchFamily="34" charset="0"/>
                  </a:endParaRPr>
                </a:p>
              </p:txBody>
            </p:sp>
            <p:sp>
              <p:nvSpPr>
                <p:cNvPr id="594335" name="Rectangle 640">
                  <a:extLst>
                    <a:ext uri="{FF2B5EF4-FFF2-40B4-BE49-F238E27FC236}">
                      <a16:creationId xmlns:a16="http://schemas.microsoft.com/office/drawing/2014/main" id="{2BCF83FB-7C90-5F0B-21AA-29A8BE5766D0}"/>
                    </a:ext>
                  </a:extLst>
                </p:cNvPr>
                <p:cNvSpPr>
                  <a:spLocks noChangeArrowheads="1"/>
                </p:cNvSpPr>
                <p:nvPr/>
              </p:nvSpPr>
              <p:spPr bwMode="auto">
                <a:xfrm>
                  <a:off x="2116"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1" name="Group 643">
                <a:extLst>
                  <a:ext uri="{FF2B5EF4-FFF2-40B4-BE49-F238E27FC236}">
                    <a16:creationId xmlns:a16="http://schemas.microsoft.com/office/drawing/2014/main" id="{2FB3451F-4AD7-D268-4035-4C9BF83DC2BE}"/>
                  </a:ext>
                </a:extLst>
              </p:cNvPr>
              <p:cNvGrpSpPr>
                <a:grpSpLocks/>
              </p:cNvGrpSpPr>
              <p:nvPr/>
            </p:nvGrpSpPr>
            <p:grpSpPr bwMode="auto">
              <a:xfrm>
                <a:off x="2645" y="423"/>
                <a:ext cx="529" cy="327"/>
                <a:chOff x="2645" y="423"/>
                <a:chExt cx="529" cy="327"/>
              </a:xfrm>
            </p:grpSpPr>
            <p:sp>
              <p:nvSpPr>
                <p:cNvPr id="594332" name="Rectangle 469">
                  <a:extLst>
                    <a:ext uri="{FF2B5EF4-FFF2-40B4-BE49-F238E27FC236}">
                      <a16:creationId xmlns:a16="http://schemas.microsoft.com/office/drawing/2014/main" id="{FFAF2A9D-4987-592D-6DBA-85A78C218656}"/>
                    </a:ext>
                  </a:extLst>
                </p:cNvPr>
                <p:cNvSpPr>
                  <a:spLocks noChangeArrowheads="1"/>
                </p:cNvSpPr>
                <p:nvPr/>
              </p:nvSpPr>
              <p:spPr bwMode="auto">
                <a:xfrm>
                  <a:off x="2688"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G</a:t>
                  </a:r>
                </a:p>
                <a:p>
                  <a:pPr algn="just">
                    <a:spcBef>
                      <a:spcPct val="0"/>
                    </a:spcBef>
                    <a:buClrTx/>
                    <a:buSzTx/>
                    <a:buFontTx/>
                    <a:buNone/>
                  </a:pPr>
                  <a:endParaRPr lang="en-US" altLang="en-US" sz="2000">
                    <a:latin typeface="Arial" panose="020B0604020202020204" pitchFamily="34" charset="0"/>
                  </a:endParaRPr>
                </a:p>
              </p:txBody>
            </p:sp>
            <p:sp>
              <p:nvSpPr>
                <p:cNvPr id="594333" name="Rectangle 642">
                  <a:extLst>
                    <a:ext uri="{FF2B5EF4-FFF2-40B4-BE49-F238E27FC236}">
                      <a16:creationId xmlns:a16="http://schemas.microsoft.com/office/drawing/2014/main" id="{DB7A93BC-0A2F-5E1E-001C-C16CA5789D0F}"/>
                    </a:ext>
                  </a:extLst>
                </p:cNvPr>
                <p:cNvSpPr>
                  <a:spLocks noChangeArrowheads="1"/>
                </p:cNvSpPr>
                <p:nvPr/>
              </p:nvSpPr>
              <p:spPr bwMode="auto">
                <a:xfrm>
                  <a:off x="2645"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2" name="Group 645">
                <a:extLst>
                  <a:ext uri="{FF2B5EF4-FFF2-40B4-BE49-F238E27FC236}">
                    <a16:creationId xmlns:a16="http://schemas.microsoft.com/office/drawing/2014/main" id="{3E637039-BD47-A137-AE93-0C1FD051D15D}"/>
                  </a:ext>
                </a:extLst>
              </p:cNvPr>
              <p:cNvGrpSpPr>
                <a:grpSpLocks/>
              </p:cNvGrpSpPr>
              <p:nvPr/>
            </p:nvGrpSpPr>
            <p:grpSpPr bwMode="auto">
              <a:xfrm>
                <a:off x="3174" y="423"/>
                <a:ext cx="529" cy="327"/>
                <a:chOff x="3174" y="423"/>
                <a:chExt cx="529" cy="327"/>
              </a:xfrm>
            </p:grpSpPr>
            <p:sp>
              <p:nvSpPr>
                <p:cNvPr id="594330" name="Rectangle 470">
                  <a:extLst>
                    <a:ext uri="{FF2B5EF4-FFF2-40B4-BE49-F238E27FC236}">
                      <a16:creationId xmlns:a16="http://schemas.microsoft.com/office/drawing/2014/main" id="{8107187E-9FE5-D13A-8FF5-BEF6EACF9CB3}"/>
                    </a:ext>
                  </a:extLst>
                </p:cNvPr>
                <p:cNvSpPr>
                  <a:spLocks noChangeArrowheads="1"/>
                </p:cNvSpPr>
                <p:nvPr/>
              </p:nvSpPr>
              <p:spPr bwMode="auto">
                <a:xfrm>
                  <a:off x="3217"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48</a:t>
                  </a:r>
                </a:p>
                <a:p>
                  <a:pPr algn="just">
                    <a:spcBef>
                      <a:spcPct val="0"/>
                    </a:spcBef>
                    <a:buClrTx/>
                    <a:buSzTx/>
                    <a:buFontTx/>
                    <a:buNone/>
                  </a:pPr>
                  <a:endParaRPr lang="en-US" altLang="en-US" sz="2000">
                    <a:latin typeface="Arial" panose="020B0604020202020204" pitchFamily="34" charset="0"/>
                  </a:endParaRPr>
                </a:p>
              </p:txBody>
            </p:sp>
            <p:sp>
              <p:nvSpPr>
                <p:cNvPr id="594331" name="Rectangle 644">
                  <a:extLst>
                    <a:ext uri="{FF2B5EF4-FFF2-40B4-BE49-F238E27FC236}">
                      <a16:creationId xmlns:a16="http://schemas.microsoft.com/office/drawing/2014/main" id="{4591743E-5D2C-9C0D-A1CD-F9BF71660753}"/>
                    </a:ext>
                  </a:extLst>
                </p:cNvPr>
                <p:cNvSpPr>
                  <a:spLocks noChangeArrowheads="1"/>
                </p:cNvSpPr>
                <p:nvPr/>
              </p:nvSpPr>
              <p:spPr bwMode="auto">
                <a:xfrm>
                  <a:off x="3174"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3" name="Group 647">
                <a:extLst>
                  <a:ext uri="{FF2B5EF4-FFF2-40B4-BE49-F238E27FC236}">
                    <a16:creationId xmlns:a16="http://schemas.microsoft.com/office/drawing/2014/main" id="{D6B3EFD6-CE3E-A291-9DDE-90513C62EEFD}"/>
                  </a:ext>
                </a:extLst>
              </p:cNvPr>
              <p:cNvGrpSpPr>
                <a:grpSpLocks/>
              </p:cNvGrpSpPr>
              <p:nvPr/>
            </p:nvGrpSpPr>
            <p:grpSpPr bwMode="auto">
              <a:xfrm>
                <a:off x="3703" y="423"/>
                <a:ext cx="529" cy="327"/>
                <a:chOff x="3703" y="423"/>
                <a:chExt cx="529" cy="327"/>
              </a:xfrm>
            </p:grpSpPr>
            <p:sp>
              <p:nvSpPr>
                <p:cNvPr id="594328" name="Rectangle 471">
                  <a:extLst>
                    <a:ext uri="{FF2B5EF4-FFF2-40B4-BE49-F238E27FC236}">
                      <a16:creationId xmlns:a16="http://schemas.microsoft.com/office/drawing/2014/main" id="{6788CB73-C074-D350-CE08-A993813249F4}"/>
                    </a:ext>
                  </a:extLst>
                </p:cNvPr>
                <p:cNvSpPr>
                  <a:spLocks noChangeArrowheads="1"/>
                </p:cNvSpPr>
                <p:nvPr/>
              </p:nvSpPr>
              <p:spPr bwMode="auto">
                <a:xfrm>
                  <a:off x="3746" y="42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a:t>
                  </a:r>
                </a:p>
                <a:p>
                  <a:pPr algn="just">
                    <a:spcBef>
                      <a:spcPct val="0"/>
                    </a:spcBef>
                    <a:buClrTx/>
                    <a:buSzTx/>
                    <a:buFontTx/>
                    <a:buNone/>
                  </a:pPr>
                  <a:endParaRPr lang="en-US" altLang="en-US" sz="2000">
                    <a:latin typeface="Arial" panose="020B0604020202020204" pitchFamily="34" charset="0"/>
                  </a:endParaRPr>
                </a:p>
              </p:txBody>
            </p:sp>
            <p:sp>
              <p:nvSpPr>
                <p:cNvPr id="594329" name="Rectangle 646">
                  <a:extLst>
                    <a:ext uri="{FF2B5EF4-FFF2-40B4-BE49-F238E27FC236}">
                      <a16:creationId xmlns:a16="http://schemas.microsoft.com/office/drawing/2014/main" id="{2C70508C-7F80-2294-C19F-EAF8E09A167E}"/>
                    </a:ext>
                  </a:extLst>
                </p:cNvPr>
                <p:cNvSpPr>
                  <a:spLocks noChangeArrowheads="1"/>
                </p:cNvSpPr>
                <p:nvPr/>
              </p:nvSpPr>
              <p:spPr bwMode="auto">
                <a:xfrm>
                  <a:off x="3703" y="42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4" name="Group 649">
                <a:extLst>
                  <a:ext uri="{FF2B5EF4-FFF2-40B4-BE49-F238E27FC236}">
                    <a16:creationId xmlns:a16="http://schemas.microsoft.com/office/drawing/2014/main" id="{1AD74F7A-43C1-F73E-266F-89553A3AFB4D}"/>
                  </a:ext>
                </a:extLst>
              </p:cNvPr>
              <p:cNvGrpSpPr>
                <a:grpSpLocks/>
              </p:cNvGrpSpPr>
              <p:nvPr/>
            </p:nvGrpSpPr>
            <p:grpSpPr bwMode="auto">
              <a:xfrm>
                <a:off x="0" y="750"/>
                <a:ext cx="529" cy="327"/>
                <a:chOff x="0" y="750"/>
                <a:chExt cx="529" cy="327"/>
              </a:xfrm>
            </p:grpSpPr>
            <p:sp>
              <p:nvSpPr>
                <p:cNvPr id="594326" name="Rectangle 472">
                  <a:extLst>
                    <a:ext uri="{FF2B5EF4-FFF2-40B4-BE49-F238E27FC236}">
                      <a16:creationId xmlns:a16="http://schemas.microsoft.com/office/drawing/2014/main" id="{F9DC9F9E-5331-1A19-C08A-36751C8C929A}"/>
                    </a:ext>
                  </a:extLst>
                </p:cNvPr>
                <p:cNvSpPr>
                  <a:spLocks noChangeArrowheads="1"/>
                </p:cNvSpPr>
                <p:nvPr/>
              </p:nvSpPr>
              <p:spPr bwMode="auto">
                <a:xfrm>
                  <a:off x="43"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a:t>
                  </a:r>
                </a:p>
                <a:p>
                  <a:pPr algn="just">
                    <a:spcBef>
                      <a:spcPct val="0"/>
                    </a:spcBef>
                    <a:buClrTx/>
                    <a:buSzTx/>
                    <a:buFontTx/>
                    <a:buNone/>
                  </a:pPr>
                  <a:endParaRPr lang="en-US" altLang="en-US" sz="2000">
                    <a:latin typeface="Arial" panose="020B0604020202020204" pitchFamily="34" charset="0"/>
                  </a:endParaRPr>
                </a:p>
              </p:txBody>
            </p:sp>
            <p:sp>
              <p:nvSpPr>
                <p:cNvPr id="594327" name="Rectangle 648">
                  <a:extLst>
                    <a:ext uri="{FF2B5EF4-FFF2-40B4-BE49-F238E27FC236}">
                      <a16:creationId xmlns:a16="http://schemas.microsoft.com/office/drawing/2014/main" id="{A39F8D99-8856-37B0-297C-1AAEBA6676C9}"/>
                    </a:ext>
                  </a:extLst>
                </p:cNvPr>
                <p:cNvSpPr>
                  <a:spLocks noChangeArrowheads="1"/>
                </p:cNvSpPr>
                <p:nvPr/>
              </p:nvSpPr>
              <p:spPr bwMode="auto">
                <a:xfrm>
                  <a:off x="0"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5" name="Group 651">
                <a:extLst>
                  <a:ext uri="{FF2B5EF4-FFF2-40B4-BE49-F238E27FC236}">
                    <a16:creationId xmlns:a16="http://schemas.microsoft.com/office/drawing/2014/main" id="{79B9C16C-6E5A-CD30-1E75-790C04EB8D4E}"/>
                  </a:ext>
                </a:extLst>
              </p:cNvPr>
              <p:cNvGrpSpPr>
                <a:grpSpLocks/>
              </p:cNvGrpSpPr>
              <p:nvPr/>
            </p:nvGrpSpPr>
            <p:grpSpPr bwMode="auto">
              <a:xfrm>
                <a:off x="529" y="750"/>
                <a:ext cx="529" cy="327"/>
                <a:chOff x="529" y="750"/>
                <a:chExt cx="529" cy="327"/>
              </a:xfrm>
            </p:grpSpPr>
            <p:sp>
              <p:nvSpPr>
                <p:cNvPr id="594324" name="Rectangle 473">
                  <a:extLst>
                    <a:ext uri="{FF2B5EF4-FFF2-40B4-BE49-F238E27FC236}">
                      <a16:creationId xmlns:a16="http://schemas.microsoft.com/office/drawing/2014/main" id="{0DEC2B56-BD76-6B56-030F-D30D32A35B7A}"/>
                    </a:ext>
                  </a:extLst>
                </p:cNvPr>
                <p:cNvSpPr>
                  <a:spLocks noChangeArrowheads="1"/>
                </p:cNvSpPr>
                <p:nvPr/>
              </p:nvSpPr>
              <p:spPr bwMode="auto">
                <a:xfrm>
                  <a:off x="572"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B</a:t>
                  </a:r>
                </a:p>
                <a:p>
                  <a:pPr algn="just">
                    <a:spcBef>
                      <a:spcPct val="0"/>
                    </a:spcBef>
                    <a:buClrTx/>
                    <a:buSzTx/>
                    <a:buFontTx/>
                    <a:buNone/>
                  </a:pPr>
                  <a:endParaRPr lang="en-US" altLang="en-US" sz="2000">
                    <a:latin typeface="Arial" panose="020B0604020202020204" pitchFamily="34" charset="0"/>
                  </a:endParaRPr>
                </a:p>
              </p:txBody>
            </p:sp>
            <p:sp>
              <p:nvSpPr>
                <p:cNvPr id="594325" name="Rectangle 650">
                  <a:extLst>
                    <a:ext uri="{FF2B5EF4-FFF2-40B4-BE49-F238E27FC236}">
                      <a16:creationId xmlns:a16="http://schemas.microsoft.com/office/drawing/2014/main" id="{3D7B94EE-FD52-EF01-25DC-D1FED3E6D1C4}"/>
                    </a:ext>
                  </a:extLst>
                </p:cNvPr>
                <p:cNvSpPr>
                  <a:spLocks noChangeArrowheads="1"/>
                </p:cNvSpPr>
                <p:nvPr/>
              </p:nvSpPr>
              <p:spPr bwMode="auto">
                <a:xfrm>
                  <a:off x="529"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6" name="Group 653">
                <a:extLst>
                  <a:ext uri="{FF2B5EF4-FFF2-40B4-BE49-F238E27FC236}">
                    <a16:creationId xmlns:a16="http://schemas.microsoft.com/office/drawing/2014/main" id="{B54099B7-6BC7-4DAB-A7F4-DEAC142BE8D7}"/>
                  </a:ext>
                </a:extLst>
              </p:cNvPr>
              <p:cNvGrpSpPr>
                <a:grpSpLocks/>
              </p:cNvGrpSpPr>
              <p:nvPr/>
            </p:nvGrpSpPr>
            <p:grpSpPr bwMode="auto">
              <a:xfrm>
                <a:off x="1058" y="750"/>
                <a:ext cx="529" cy="327"/>
                <a:chOff x="1058" y="750"/>
                <a:chExt cx="529" cy="327"/>
              </a:xfrm>
            </p:grpSpPr>
            <p:sp>
              <p:nvSpPr>
                <p:cNvPr id="594322" name="Rectangle 474">
                  <a:extLst>
                    <a:ext uri="{FF2B5EF4-FFF2-40B4-BE49-F238E27FC236}">
                      <a16:creationId xmlns:a16="http://schemas.microsoft.com/office/drawing/2014/main" id="{71FE90FB-026F-694C-629C-116CD84321F3}"/>
                    </a:ext>
                  </a:extLst>
                </p:cNvPr>
                <p:cNvSpPr>
                  <a:spLocks noChangeArrowheads="1"/>
                </p:cNvSpPr>
                <p:nvPr/>
              </p:nvSpPr>
              <p:spPr bwMode="auto">
                <a:xfrm>
                  <a:off x="1101"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17</a:t>
                  </a:r>
                </a:p>
                <a:p>
                  <a:pPr algn="just">
                    <a:spcBef>
                      <a:spcPct val="0"/>
                    </a:spcBef>
                    <a:buClrTx/>
                    <a:buSzTx/>
                    <a:buFontTx/>
                    <a:buNone/>
                  </a:pPr>
                  <a:endParaRPr lang="en-US" altLang="en-US" sz="2000">
                    <a:latin typeface="Arial" panose="020B0604020202020204" pitchFamily="34" charset="0"/>
                  </a:endParaRPr>
                </a:p>
              </p:txBody>
            </p:sp>
            <p:sp>
              <p:nvSpPr>
                <p:cNvPr id="594323" name="Rectangle 652">
                  <a:extLst>
                    <a:ext uri="{FF2B5EF4-FFF2-40B4-BE49-F238E27FC236}">
                      <a16:creationId xmlns:a16="http://schemas.microsoft.com/office/drawing/2014/main" id="{3EAAC722-74A8-F5F2-F5F1-E1BFF55BA1CC}"/>
                    </a:ext>
                  </a:extLst>
                </p:cNvPr>
                <p:cNvSpPr>
                  <a:spLocks noChangeArrowheads="1"/>
                </p:cNvSpPr>
                <p:nvPr/>
              </p:nvSpPr>
              <p:spPr bwMode="auto">
                <a:xfrm>
                  <a:off x="1058"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7" name="Group 655">
                <a:extLst>
                  <a:ext uri="{FF2B5EF4-FFF2-40B4-BE49-F238E27FC236}">
                    <a16:creationId xmlns:a16="http://schemas.microsoft.com/office/drawing/2014/main" id="{300A103D-84B5-BCDD-18AD-3F748E47AEE3}"/>
                  </a:ext>
                </a:extLst>
              </p:cNvPr>
              <p:cNvGrpSpPr>
                <a:grpSpLocks/>
              </p:cNvGrpSpPr>
              <p:nvPr/>
            </p:nvGrpSpPr>
            <p:grpSpPr bwMode="auto">
              <a:xfrm>
                <a:off x="1587" y="750"/>
                <a:ext cx="529" cy="327"/>
                <a:chOff x="1587" y="750"/>
                <a:chExt cx="529" cy="327"/>
              </a:xfrm>
            </p:grpSpPr>
            <p:sp>
              <p:nvSpPr>
                <p:cNvPr id="594320" name="Rectangle 475">
                  <a:extLst>
                    <a:ext uri="{FF2B5EF4-FFF2-40B4-BE49-F238E27FC236}">
                      <a16:creationId xmlns:a16="http://schemas.microsoft.com/office/drawing/2014/main" id="{48DB8B51-FFF4-6011-DCA5-FC8F531E9813}"/>
                    </a:ext>
                  </a:extLst>
                </p:cNvPr>
                <p:cNvSpPr>
                  <a:spLocks noChangeArrowheads="1"/>
                </p:cNvSpPr>
                <p:nvPr/>
              </p:nvSpPr>
              <p:spPr bwMode="auto">
                <a:xfrm>
                  <a:off x="1630"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R</a:t>
                  </a:r>
                </a:p>
                <a:p>
                  <a:pPr algn="just">
                    <a:spcBef>
                      <a:spcPct val="0"/>
                    </a:spcBef>
                    <a:buClrTx/>
                    <a:buSzTx/>
                    <a:buFontTx/>
                    <a:buNone/>
                  </a:pPr>
                  <a:endParaRPr lang="en-US" altLang="en-US" sz="2000">
                    <a:latin typeface="Arial" panose="020B0604020202020204" pitchFamily="34" charset="0"/>
                  </a:endParaRPr>
                </a:p>
              </p:txBody>
            </p:sp>
            <p:sp>
              <p:nvSpPr>
                <p:cNvPr id="594321" name="Rectangle 654">
                  <a:extLst>
                    <a:ext uri="{FF2B5EF4-FFF2-40B4-BE49-F238E27FC236}">
                      <a16:creationId xmlns:a16="http://schemas.microsoft.com/office/drawing/2014/main" id="{2EF1F727-4733-74BF-647A-438F2A2CA67B}"/>
                    </a:ext>
                  </a:extLst>
                </p:cNvPr>
                <p:cNvSpPr>
                  <a:spLocks noChangeArrowheads="1"/>
                </p:cNvSpPr>
                <p:nvPr/>
              </p:nvSpPr>
              <p:spPr bwMode="auto">
                <a:xfrm>
                  <a:off x="1587"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8" name="Group 657">
                <a:extLst>
                  <a:ext uri="{FF2B5EF4-FFF2-40B4-BE49-F238E27FC236}">
                    <a16:creationId xmlns:a16="http://schemas.microsoft.com/office/drawing/2014/main" id="{85757AB8-0062-2A6D-DABE-D64D02DC25F5}"/>
                  </a:ext>
                </a:extLst>
              </p:cNvPr>
              <p:cNvGrpSpPr>
                <a:grpSpLocks/>
              </p:cNvGrpSpPr>
              <p:nvPr/>
            </p:nvGrpSpPr>
            <p:grpSpPr bwMode="auto">
              <a:xfrm>
                <a:off x="2116" y="750"/>
                <a:ext cx="529" cy="327"/>
                <a:chOff x="2116" y="750"/>
                <a:chExt cx="529" cy="327"/>
              </a:xfrm>
            </p:grpSpPr>
            <p:sp>
              <p:nvSpPr>
                <p:cNvPr id="594318" name="Rectangle 476">
                  <a:extLst>
                    <a:ext uri="{FF2B5EF4-FFF2-40B4-BE49-F238E27FC236}">
                      <a16:creationId xmlns:a16="http://schemas.microsoft.com/office/drawing/2014/main" id="{F4BC088B-F30E-290B-8AA0-769210110769}"/>
                    </a:ext>
                  </a:extLst>
                </p:cNvPr>
                <p:cNvSpPr>
                  <a:spLocks noChangeArrowheads="1"/>
                </p:cNvSpPr>
                <p:nvPr/>
              </p:nvSpPr>
              <p:spPr bwMode="auto">
                <a:xfrm>
                  <a:off x="2159"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33</a:t>
                  </a:r>
                </a:p>
                <a:p>
                  <a:pPr algn="just">
                    <a:spcBef>
                      <a:spcPct val="0"/>
                    </a:spcBef>
                    <a:buClrTx/>
                    <a:buSzTx/>
                    <a:buFontTx/>
                    <a:buNone/>
                  </a:pPr>
                  <a:endParaRPr lang="en-US" altLang="en-US" sz="2000">
                    <a:latin typeface="Arial" panose="020B0604020202020204" pitchFamily="34" charset="0"/>
                  </a:endParaRPr>
                </a:p>
              </p:txBody>
            </p:sp>
            <p:sp>
              <p:nvSpPr>
                <p:cNvPr id="594319" name="Rectangle 656">
                  <a:extLst>
                    <a:ext uri="{FF2B5EF4-FFF2-40B4-BE49-F238E27FC236}">
                      <a16:creationId xmlns:a16="http://schemas.microsoft.com/office/drawing/2014/main" id="{FF236E4B-8B0F-1A1D-ACB5-A99DE89CFCBC}"/>
                    </a:ext>
                  </a:extLst>
                </p:cNvPr>
                <p:cNvSpPr>
                  <a:spLocks noChangeArrowheads="1"/>
                </p:cNvSpPr>
                <p:nvPr/>
              </p:nvSpPr>
              <p:spPr bwMode="auto">
                <a:xfrm>
                  <a:off x="2116"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49" name="Group 659">
                <a:extLst>
                  <a:ext uri="{FF2B5EF4-FFF2-40B4-BE49-F238E27FC236}">
                    <a16:creationId xmlns:a16="http://schemas.microsoft.com/office/drawing/2014/main" id="{F59F821C-AC96-9C98-5C35-62A3B9E99D7D}"/>
                  </a:ext>
                </a:extLst>
              </p:cNvPr>
              <p:cNvGrpSpPr>
                <a:grpSpLocks/>
              </p:cNvGrpSpPr>
              <p:nvPr/>
            </p:nvGrpSpPr>
            <p:grpSpPr bwMode="auto">
              <a:xfrm>
                <a:off x="2645" y="750"/>
                <a:ext cx="529" cy="327"/>
                <a:chOff x="2645" y="750"/>
                <a:chExt cx="529" cy="327"/>
              </a:xfrm>
            </p:grpSpPr>
            <p:sp>
              <p:nvSpPr>
                <p:cNvPr id="594316" name="Rectangle 477">
                  <a:extLst>
                    <a:ext uri="{FF2B5EF4-FFF2-40B4-BE49-F238E27FC236}">
                      <a16:creationId xmlns:a16="http://schemas.microsoft.com/office/drawing/2014/main" id="{BEE03D61-2672-A79C-06DC-6B876080E47F}"/>
                    </a:ext>
                  </a:extLst>
                </p:cNvPr>
                <p:cNvSpPr>
                  <a:spLocks noChangeArrowheads="1"/>
                </p:cNvSpPr>
                <p:nvPr/>
              </p:nvSpPr>
              <p:spPr bwMode="auto">
                <a:xfrm>
                  <a:off x="2688"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H</a:t>
                  </a:r>
                </a:p>
                <a:p>
                  <a:pPr algn="just">
                    <a:spcBef>
                      <a:spcPct val="0"/>
                    </a:spcBef>
                    <a:buClrTx/>
                    <a:buSzTx/>
                    <a:buFontTx/>
                    <a:buNone/>
                  </a:pPr>
                  <a:endParaRPr lang="en-US" altLang="en-US" sz="2000">
                    <a:latin typeface="Arial" panose="020B0604020202020204" pitchFamily="34" charset="0"/>
                  </a:endParaRPr>
                </a:p>
              </p:txBody>
            </p:sp>
            <p:sp>
              <p:nvSpPr>
                <p:cNvPr id="594317" name="Rectangle 658">
                  <a:extLst>
                    <a:ext uri="{FF2B5EF4-FFF2-40B4-BE49-F238E27FC236}">
                      <a16:creationId xmlns:a16="http://schemas.microsoft.com/office/drawing/2014/main" id="{DFCD0E45-B427-1558-5005-C83585FACC01}"/>
                    </a:ext>
                  </a:extLst>
                </p:cNvPr>
                <p:cNvSpPr>
                  <a:spLocks noChangeArrowheads="1"/>
                </p:cNvSpPr>
                <p:nvPr/>
              </p:nvSpPr>
              <p:spPr bwMode="auto">
                <a:xfrm>
                  <a:off x="2645"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0" name="Group 661">
                <a:extLst>
                  <a:ext uri="{FF2B5EF4-FFF2-40B4-BE49-F238E27FC236}">
                    <a16:creationId xmlns:a16="http://schemas.microsoft.com/office/drawing/2014/main" id="{89AA736A-3EB5-D111-4BFE-146A5E5D455E}"/>
                  </a:ext>
                </a:extLst>
              </p:cNvPr>
              <p:cNvGrpSpPr>
                <a:grpSpLocks/>
              </p:cNvGrpSpPr>
              <p:nvPr/>
            </p:nvGrpSpPr>
            <p:grpSpPr bwMode="auto">
              <a:xfrm>
                <a:off x="3174" y="750"/>
                <a:ext cx="529" cy="327"/>
                <a:chOff x="3174" y="750"/>
                <a:chExt cx="529" cy="327"/>
              </a:xfrm>
            </p:grpSpPr>
            <p:sp>
              <p:nvSpPr>
                <p:cNvPr id="594314" name="Rectangle 478">
                  <a:extLst>
                    <a:ext uri="{FF2B5EF4-FFF2-40B4-BE49-F238E27FC236}">
                      <a16:creationId xmlns:a16="http://schemas.microsoft.com/office/drawing/2014/main" id="{7801CD3B-5E16-6239-18F4-477DD4B60607}"/>
                    </a:ext>
                  </a:extLst>
                </p:cNvPr>
                <p:cNvSpPr>
                  <a:spLocks noChangeArrowheads="1"/>
                </p:cNvSpPr>
                <p:nvPr/>
              </p:nvSpPr>
              <p:spPr bwMode="auto">
                <a:xfrm>
                  <a:off x="3217"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49</a:t>
                  </a:r>
                </a:p>
                <a:p>
                  <a:pPr algn="just">
                    <a:spcBef>
                      <a:spcPct val="0"/>
                    </a:spcBef>
                    <a:buClrTx/>
                    <a:buSzTx/>
                    <a:buFontTx/>
                    <a:buNone/>
                  </a:pPr>
                  <a:endParaRPr lang="en-US" altLang="en-US" sz="2000">
                    <a:latin typeface="Arial" panose="020B0604020202020204" pitchFamily="34" charset="0"/>
                  </a:endParaRPr>
                </a:p>
              </p:txBody>
            </p:sp>
            <p:sp>
              <p:nvSpPr>
                <p:cNvPr id="594315" name="Rectangle 660">
                  <a:extLst>
                    <a:ext uri="{FF2B5EF4-FFF2-40B4-BE49-F238E27FC236}">
                      <a16:creationId xmlns:a16="http://schemas.microsoft.com/office/drawing/2014/main" id="{D76EC3BB-2B01-9660-2A6E-A31719B09668}"/>
                    </a:ext>
                  </a:extLst>
                </p:cNvPr>
                <p:cNvSpPr>
                  <a:spLocks noChangeArrowheads="1"/>
                </p:cNvSpPr>
                <p:nvPr/>
              </p:nvSpPr>
              <p:spPr bwMode="auto">
                <a:xfrm>
                  <a:off x="3174"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1" name="Group 663">
                <a:extLst>
                  <a:ext uri="{FF2B5EF4-FFF2-40B4-BE49-F238E27FC236}">
                    <a16:creationId xmlns:a16="http://schemas.microsoft.com/office/drawing/2014/main" id="{66FE30DB-F211-9FA7-4D17-DB02D07FB329}"/>
                  </a:ext>
                </a:extLst>
              </p:cNvPr>
              <p:cNvGrpSpPr>
                <a:grpSpLocks/>
              </p:cNvGrpSpPr>
              <p:nvPr/>
            </p:nvGrpSpPr>
            <p:grpSpPr bwMode="auto">
              <a:xfrm>
                <a:off x="3703" y="750"/>
                <a:ext cx="529" cy="327"/>
                <a:chOff x="3703" y="750"/>
                <a:chExt cx="529" cy="327"/>
              </a:xfrm>
            </p:grpSpPr>
            <p:sp>
              <p:nvSpPr>
                <p:cNvPr id="594312" name="Rectangle 479">
                  <a:extLst>
                    <a:ext uri="{FF2B5EF4-FFF2-40B4-BE49-F238E27FC236}">
                      <a16:creationId xmlns:a16="http://schemas.microsoft.com/office/drawing/2014/main" id="{B95F43C7-836D-C1AE-C3D8-F1CBBE720D7A}"/>
                    </a:ext>
                  </a:extLst>
                </p:cNvPr>
                <p:cNvSpPr>
                  <a:spLocks noChangeArrowheads="1"/>
                </p:cNvSpPr>
                <p:nvPr/>
              </p:nvSpPr>
              <p:spPr bwMode="auto">
                <a:xfrm>
                  <a:off x="3746" y="75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x</a:t>
                  </a:r>
                </a:p>
                <a:p>
                  <a:pPr algn="just">
                    <a:spcBef>
                      <a:spcPct val="0"/>
                    </a:spcBef>
                    <a:buClrTx/>
                    <a:buSzTx/>
                    <a:buFontTx/>
                    <a:buNone/>
                  </a:pPr>
                  <a:endParaRPr lang="en-US" altLang="en-US" sz="2000">
                    <a:latin typeface="Arial" panose="020B0604020202020204" pitchFamily="34" charset="0"/>
                  </a:endParaRPr>
                </a:p>
              </p:txBody>
            </p:sp>
            <p:sp>
              <p:nvSpPr>
                <p:cNvPr id="594313" name="Rectangle 662">
                  <a:extLst>
                    <a:ext uri="{FF2B5EF4-FFF2-40B4-BE49-F238E27FC236}">
                      <a16:creationId xmlns:a16="http://schemas.microsoft.com/office/drawing/2014/main" id="{0EF37AC6-4587-2D15-686B-7C80CAC7C550}"/>
                    </a:ext>
                  </a:extLst>
                </p:cNvPr>
                <p:cNvSpPr>
                  <a:spLocks noChangeArrowheads="1"/>
                </p:cNvSpPr>
                <p:nvPr/>
              </p:nvSpPr>
              <p:spPr bwMode="auto">
                <a:xfrm>
                  <a:off x="3703" y="75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2" name="Group 665">
                <a:extLst>
                  <a:ext uri="{FF2B5EF4-FFF2-40B4-BE49-F238E27FC236}">
                    <a16:creationId xmlns:a16="http://schemas.microsoft.com/office/drawing/2014/main" id="{8DA4C8C7-28D7-AF8C-EB68-354B1380EAD5}"/>
                  </a:ext>
                </a:extLst>
              </p:cNvPr>
              <p:cNvGrpSpPr>
                <a:grpSpLocks/>
              </p:cNvGrpSpPr>
              <p:nvPr/>
            </p:nvGrpSpPr>
            <p:grpSpPr bwMode="auto">
              <a:xfrm>
                <a:off x="0" y="1077"/>
                <a:ext cx="529" cy="327"/>
                <a:chOff x="0" y="1077"/>
                <a:chExt cx="529" cy="327"/>
              </a:xfrm>
            </p:grpSpPr>
            <p:sp>
              <p:nvSpPr>
                <p:cNvPr id="594310" name="Rectangle 480">
                  <a:extLst>
                    <a:ext uri="{FF2B5EF4-FFF2-40B4-BE49-F238E27FC236}">
                      <a16:creationId xmlns:a16="http://schemas.microsoft.com/office/drawing/2014/main" id="{00C5235D-0CBE-9D3C-8202-1069BC12508D}"/>
                    </a:ext>
                  </a:extLst>
                </p:cNvPr>
                <p:cNvSpPr>
                  <a:spLocks noChangeArrowheads="1"/>
                </p:cNvSpPr>
                <p:nvPr/>
              </p:nvSpPr>
              <p:spPr bwMode="auto">
                <a:xfrm>
                  <a:off x="43"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a:t>
                  </a:r>
                </a:p>
                <a:p>
                  <a:pPr algn="just">
                    <a:spcBef>
                      <a:spcPct val="0"/>
                    </a:spcBef>
                    <a:buClrTx/>
                    <a:buSzTx/>
                    <a:buFontTx/>
                    <a:buNone/>
                  </a:pPr>
                  <a:endParaRPr lang="en-US" altLang="en-US" sz="2000">
                    <a:latin typeface="Arial" panose="020B0604020202020204" pitchFamily="34" charset="0"/>
                  </a:endParaRPr>
                </a:p>
              </p:txBody>
            </p:sp>
            <p:sp>
              <p:nvSpPr>
                <p:cNvPr id="594311" name="Rectangle 664">
                  <a:extLst>
                    <a:ext uri="{FF2B5EF4-FFF2-40B4-BE49-F238E27FC236}">
                      <a16:creationId xmlns:a16="http://schemas.microsoft.com/office/drawing/2014/main" id="{0EEC4C94-F7EF-9CF1-B501-82BF0610352C}"/>
                    </a:ext>
                  </a:extLst>
                </p:cNvPr>
                <p:cNvSpPr>
                  <a:spLocks noChangeArrowheads="1"/>
                </p:cNvSpPr>
                <p:nvPr/>
              </p:nvSpPr>
              <p:spPr bwMode="auto">
                <a:xfrm>
                  <a:off x="0"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3" name="Group 667">
                <a:extLst>
                  <a:ext uri="{FF2B5EF4-FFF2-40B4-BE49-F238E27FC236}">
                    <a16:creationId xmlns:a16="http://schemas.microsoft.com/office/drawing/2014/main" id="{712201E6-9EE9-6E01-CA0C-D7352220298E}"/>
                  </a:ext>
                </a:extLst>
              </p:cNvPr>
              <p:cNvGrpSpPr>
                <a:grpSpLocks/>
              </p:cNvGrpSpPr>
              <p:nvPr/>
            </p:nvGrpSpPr>
            <p:grpSpPr bwMode="auto">
              <a:xfrm>
                <a:off x="529" y="1077"/>
                <a:ext cx="529" cy="327"/>
                <a:chOff x="529" y="1077"/>
                <a:chExt cx="529" cy="327"/>
              </a:xfrm>
            </p:grpSpPr>
            <p:sp>
              <p:nvSpPr>
                <p:cNvPr id="594308" name="Rectangle 481">
                  <a:extLst>
                    <a:ext uri="{FF2B5EF4-FFF2-40B4-BE49-F238E27FC236}">
                      <a16:creationId xmlns:a16="http://schemas.microsoft.com/office/drawing/2014/main" id="{500FE4C1-ED8F-88C8-D10F-33FB97868D02}"/>
                    </a:ext>
                  </a:extLst>
                </p:cNvPr>
                <p:cNvSpPr>
                  <a:spLocks noChangeArrowheads="1"/>
                </p:cNvSpPr>
                <p:nvPr/>
              </p:nvSpPr>
              <p:spPr bwMode="auto">
                <a:xfrm>
                  <a:off x="572"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C</a:t>
                  </a:r>
                </a:p>
                <a:p>
                  <a:pPr algn="just">
                    <a:spcBef>
                      <a:spcPct val="0"/>
                    </a:spcBef>
                    <a:buClrTx/>
                    <a:buSzTx/>
                    <a:buFontTx/>
                    <a:buNone/>
                  </a:pPr>
                  <a:endParaRPr lang="en-US" altLang="en-US" sz="2000">
                    <a:latin typeface="Arial" panose="020B0604020202020204" pitchFamily="34" charset="0"/>
                  </a:endParaRPr>
                </a:p>
              </p:txBody>
            </p:sp>
            <p:sp>
              <p:nvSpPr>
                <p:cNvPr id="594309" name="Rectangle 666">
                  <a:extLst>
                    <a:ext uri="{FF2B5EF4-FFF2-40B4-BE49-F238E27FC236}">
                      <a16:creationId xmlns:a16="http://schemas.microsoft.com/office/drawing/2014/main" id="{13D43F46-2B5E-557F-677D-5AE03A3E0971}"/>
                    </a:ext>
                  </a:extLst>
                </p:cNvPr>
                <p:cNvSpPr>
                  <a:spLocks noChangeArrowheads="1"/>
                </p:cNvSpPr>
                <p:nvPr/>
              </p:nvSpPr>
              <p:spPr bwMode="auto">
                <a:xfrm>
                  <a:off x="529"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4" name="Group 669">
                <a:extLst>
                  <a:ext uri="{FF2B5EF4-FFF2-40B4-BE49-F238E27FC236}">
                    <a16:creationId xmlns:a16="http://schemas.microsoft.com/office/drawing/2014/main" id="{91CC0B49-0337-61BE-385E-1414652E5CAC}"/>
                  </a:ext>
                </a:extLst>
              </p:cNvPr>
              <p:cNvGrpSpPr>
                <a:grpSpLocks/>
              </p:cNvGrpSpPr>
              <p:nvPr/>
            </p:nvGrpSpPr>
            <p:grpSpPr bwMode="auto">
              <a:xfrm>
                <a:off x="1058" y="1077"/>
                <a:ext cx="529" cy="327"/>
                <a:chOff x="1058" y="1077"/>
                <a:chExt cx="529" cy="327"/>
              </a:xfrm>
            </p:grpSpPr>
            <p:sp>
              <p:nvSpPr>
                <p:cNvPr id="594306" name="Rectangle 482">
                  <a:extLst>
                    <a:ext uri="{FF2B5EF4-FFF2-40B4-BE49-F238E27FC236}">
                      <a16:creationId xmlns:a16="http://schemas.microsoft.com/office/drawing/2014/main" id="{E8CD8EA8-7BA9-364D-3B31-66E3B0EAFC86}"/>
                    </a:ext>
                  </a:extLst>
                </p:cNvPr>
                <p:cNvSpPr>
                  <a:spLocks noChangeArrowheads="1"/>
                </p:cNvSpPr>
                <p:nvPr/>
              </p:nvSpPr>
              <p:spPr bwMode="auto">
                <a:xfrm>
                  <a:off x="1101"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18</a:t>
                  </a:r>
                </a:p>
                <a:p>
                  <a:pPr algn="just">
                    <a:spcBef>
                      <a:spcPct val="0"/>
                    </a:spcBef>
                    <a:buClrTx/>
                    <a:buSzTx/>
                    <a:buFontTx/>
                    <a:buNone/>
                  </a:pPr>
                  <a:endParaRPr lang="en-US" altLang="en-US" sz="2000">
                    <a:latin typeface="Arial" panose="020B0604020202020204" pitchFamily="34" charset="0"/>
                  </a:endParaRPr>
                </a:p>
              </p:txBody>
            </p:sp>
            <p:sp>
              <p:nvSpPr>
                <p:cNvPr id="594307" name="Rectangle 668">
                  <a:extLst>
                    <a:ext uri="{FF2B5EF4-FFF2-40B4-BE49-F238E27FC236}">
                      <a16:creationId xmlns:a16="http://schemas.microsoft.com/office/drawing/2014/main" id="{1DC0FE6E-07D4-5275-1511-2935BAA6E47E}"/>
                    </a:ext>
                  </a:extLst>
                </p:cNvPr>
                <p:cNvSpPr>
                  <a:spLocks noChangeArrowheads="1"/>
                </p:cNvSpPr>
                <p:nvPr/>
              </p:nvSpPr>
              <p:spPr bwMode="auto">
                <a:xfrm>
                  <a:off x="1058"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5" name="Group 671">
                <a:extLst>
                  <a:ext uri="{FF2B5EF4-FFF2-40B4-BE49-F238E27FC236}">
                    <a16:creationId xmlns:a16="http://schemas.microsoft.com/office/drawing/2014/main" id="{77752B0C-1AFE-6F2C-9D1B-9980B0F0122F}"/>
                  </a:ext>
                </a:extLst>
              </p:cNvPr>
              <p:cNvGrpSpPr>
                <a:grpSpLocks/>
              </p:cNvGrpSpPr>
              <p:nvPr/>
            </p:nvGrpSpPr>
            <p:grpSpPr bwMode="auto">
              <a:xfrm>
                <a:off x="1587" y="1077"/>
                <a:ext cx="529" cy="327"/>
                <a:chOff x="1587" y="1077"/>
                <a:chExt cx="529" cy="327"/>
              </a:xfrm>
            </p:grpSpPr>
            <p:sp>
              <p:nvSpPr>
                <p:cNvPr id="594304" name="Rectangle 483">
                  <a:extLst>
                    <a:ext uri="{FF2B5EF4-FFF2-40B4-BE49-F238E27FC236}">
                      <a16:creationId xmlns:a16="http://schemas.microsoft.com/office/drawing/2014/main" id="{9FC46F28-49E1-787D-0F4A-EEB705F95752}"/>
                    </a:ext>
                  </a:extLst>
                </p:cNvPr>
                <p:cNvSpPr>
                  <a:spLocks noChangeArrowheads="1"/>
                </p:cNvSpPr>
                <p:nvPr/>
              </p:nvSpPr>
              <p:spPr bwMode="auto">
                <a:xfrm>
                  <a:off x="1630"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a:t>
                  </a:r>
                </a:p>
                <a:p>
                  <a:pPr algn="just">
                    <a:spcBef>
                      <a:spcPct val="0"/>
                    </a:spcBef>
                    <a:buClrTx/>
                    <a:buSzTx/>
                    <a:buFontTx/>
                    <a:buNone/>
                  </a:pPr>
                  <a:endParaRPr lang="en-US" altLang="en-US" sz="2000">
                    <a:latin typeface="Arial" panose="020B0604020202020204" pitchFamily="34" charset="0"/>
                  </a:endParaRPr>
                </a:p>
              </p:txBody>
            </p:sp>
            <p:sp>
              <p:nvSpPr>
                <p:cNvPr id="594305" name="Rectangle 670">
                  <a:extLst>
                    <a:ext uri="{FF2B5EF4-FFF2-40B4-BE49-F238E27FC236}">
                      <a16:creationId xmlns:a16="http://schemas.microsoft.com/office/drawing/2014/main" id="{2B84C13A-FB3F-775E-AF98-35C731A2DC28}"/>
                    </a:ext>
                  </a:extLst>
                </p:cNvPr>
                <p:cNvSpPr>
                  <a:spLocks noChangeArrowheads="1"/>
                </p:cNvSpPr>
                <p:nvPr/>
              </p:nvSpPr>
              <p:spPr bwMode="auto">
                <a:xfrm>
                  <a:off x="1587"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6" name="Group 673">
                <a:extLst>
                  <a:ext uri="{FF2B5EF4-FFF2-40B4-BE49-F238E27FC236}">
                    <a16:creationId xmlns:a16="http://schemas.microsoft.com/office/drawing/2014/main" id="{A8168C08-C021-AFD2-49BC-64690D339F1C}"/>
                  </a:ext>
                </a:extLst>
              </p:cNvPr>
              <p:cNvGrpSpPr>
                <a:grpSpLocks/>
              </p:cNvGrpSpPr>
              <p:nvPr/>
            </p:nvGrpSpPr>
            <p:grpSpPr bwMode="auto">
              <a:xfrm>
                <a:off x="2116" y="1077"/>
                <a:ext cx="529" cy="327"/>
                <a:chOff x="2116" y="1077"/>
                <a:chExt cx="529" cy="327"/>
              </a:xfrm>
            </p:grpSpPr>
            <p:sp>
              <p:nvSpPr>
                <p:cNvPr id="594302" name="Rectangle 484">
                  <a:extLst>
                    <a:ext uri="{FF2B5EF4-FFF2-40B4-BE49-F238E27FC236}">
                      <a16:creationId xmlns:a16="http://schemas.microsoft.com/office/drawing/2014/main" id="{9C588A7C-5D84-1269-F227-9730085D02B4}"/>
                    </a:ext>
                  </a:extLst>
                </p:cNvPr>
                <p:cNvSpPr>
                  <a:spLocks noChangeArrowheads="1"/>
                </p:cNvSpPr>
                <p:nvPr/>
              </p:nvSpPr>
              <p:spPr bwMode="auto">
                <a:xfrm>
                  <a:off x="2159"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34</a:t>
                  </a:r>
                </a:p>
                <a:p>
                  <a:pPr algn="just">
                    <a:spcBef>
                      <a:spcPct val="0"/>
                    </a:spcBef>
                    <a:buClrTx/>
                    <a:buSzTx/>
                    <a:buFontTx/>
                    <a:buNone/>
                  </a:pPr>
                  <a:endParaRPr lang="en-US" altLang="en-US" sz="2000">
                    <a:latin typeface="Arial" panose="020B0604020202020204" pitchFamily="34" charset="0"/>
                  </a:endParaRPr>
                </a:p>
              </p:txBody>
            </p:sp>
            <p:sp>
              <p:nvSpPr>
                <p:cNvPr id="594303" name="Rectangle 672">
                  <a:extLst>
                    <a:ext uri="{FF2B5EF4-FFF2-40B4-BE49-F238E27FC236}">
                      <a16:creationId xmlns:a16="http://schemas.microsoft.com/office/drawing/2014/main" id="{724D4C36-921E-6BC9-E03F-1C28DF96301B}"/>
                    </a:ext>
                  </a:extLst>
                </p:cNvPr>
                <p:cNvSpPr>
                  <a:spLocks noChangeArrowheads="1"/>
                </p:cNvSpPr>
                <p:nvPr/>
              </p:nvSpPr>
              <p:spPr bwMode="auto">
                <a:xfrm>
                  <a:off x="2116"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7" name="Group 675">
                <a:extLst>
                  <a:ext uri="{FF2B5EF4-FFF2-40B4-BE49-F238E27FC236}">
                    <a16:creationId xmlns:a16="http://schemas.microsoft.com/office/drawing/2014/main" id="{D4EF8C2D-E5CC-6A5F-B008-4C50F8891ED8}"/>
                  </a:ext>
                </a:extLst>
              </p:cNvPr>
              <p:cNvGrpSpPr>
                <a:grpSpLocks/>
              </p:cNvGrpSpPr>
              <p:nvPr/>
            </p:nvGrpSpPr>
            <p:grpSpPr bwMode="auto">
              <a:xfrm>
                <a:off x="2645" y="1077"/>
                <a:ext cx="529" cy="327"/>
                <a:chOff x="2645" y="1077"/>
                <a:chExt cx="529" cy="327"/>
              </a:xfrm>
            </p:grpSpPr>
            <p:sp>
              <p:nvSpPr>
                <p:cNvPr id="594300" name="Rectangle 485">
                  <a:extLst>
                    <a:ext uri="{FF2B5EF4-FFF2-40B4-BE49-F238E27FC236}">
                      <a16:creationId xmlns:a16="http://schemas.microsoft.com/office/drawing/2014/main" id="{C48FDE07-4060-4715-7A37-0ABDC9613AB3}"/>
                    </a:ext>
                  </a:extLst>
                </p:cNvPr>
                <p:cNvSpPr>
                  <a:spLocks noChangeArrowheads="1"/>
                </p:cNvSpPr>
                <p:nvPr/>
              </p:nvSpPr>
              <p:spPr bwMode="auto">
                <a:xfrm>
                  <a:off x="2688"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a:t>
                  </a:r>
                </a:p>
                <a:p>
                  <a:pPr algn="just">
                    <a:spcBef>
                      <a:spcPct val="0"/>
                    </a:spcBef>
                    <a:buClrTx/>
                    <a:buSzTx/>
                    <a:buFontTx/>
                    <a:buNone/>
                  </a:pPr>
                  <a:endParaRPr lang="en-US" altLang="en-US" sz="2000">
                    <a:latin typeface="Arial" panose="020B0604020202020204" pitchFamily="34" charset="0"/>
                  </a:endParaRPr>
                </a:p>
              </p:txBody>
            </p:sp>
            <p:sp>
              <p:nvSpPr>
                <p:cNvPr id="594301" name="Rectangle 674">
                  <a:extLst>
                    <a:ext uri="{FF2B5EF4-FFF2-40B4-BE49-F238E27FC236}">
                      <a16:creationId xmlns:a16="http://schemas.microsoft.com/office/drawing/2014/main" id="{A237BF33-CE3B-B2B8-3A15-E0B0E4CE48B1}"/>
                    </a:ext>
                  </a:extLst>
                </p:cNvPr>
                <p:cNvSpPr>
                  <a:spLocks noChangeArrowheads="1"/>
                </p:cNvSpPr>
                <p:nvPr/>
              </p:nvSpPr>
              <p:spPr bwMode="auto">
                <a:xfrm>
                  <a:off x="2645"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8" name="Group 677">
                <a:extLst>
                  <a:ext uri="{FF2B5EF4-FFF2-40B4-BE49-F238E27FC236}">
                    <a16:creationId xmlns:a16="http://schemas.microsoft.com/office/drawing/2014/main" id="{362851EE-445A-CB3D-558A-A467528C5B93}"/>
                  </a:ext>
                </a:extLst>
              </p:cNvPr>
              <p:cNvGrpSpPr>
                <a:grpSpLocks/>
              </p:cNvGrpSpPr>
              <p:nvPr/>
            </p:nvGrpSpPr>
            <p:grpSpPr bwMode="auto">
              <a:xfrm>
                <a:off x="3174" y="1077"/>
                <a:ext cx="529" cy="327"/>
                <a:chOff x="3174" y="1077"/>
                <a:chExt cx="529" cy="327"/>
              </a:xfrm>
            </p:grpSpPr>
            <p:sp>
              <p:nvSpPr>
                <p:cNvPr id="594298" name="Rectangle 486">
                  <a:extLst>
                    <a:ext uri="{FF2B5EF4-FFF2-40B4-BE49-F238E27FC236}">
                      <a16:creationId xmlns:a16="http://schemas.microsoft.com/office/drawing/2014/main" id="{800D57C4-ACCF-0A39-3F97-76C72E101BC1}"/>
                    </a:ext>
                  </a:extLst>
                </p:cNvPr>
                <p:cNvSpPr>
                  <a:spLocks noChangeArrowheads="1"/>
                </p:cNvSpPr>
                <p:nvPr/>
              </p:nvSpPr>
              <p:spPr bwMode="auto">
                <a:xfrm>
                  <a:off x="3217"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50</a:t>
                  </a:r>
                </a:p>
                <a:p>
                  <a:pPr algn="just">
                    <a:spcBef>
                      <a:spcPct val="0"/>
                    </a:spcBef>
                    <a:buClrTx/>
                    <a:buSzTx/>
                    <a:buFontTx/>
                    <a:buNone/>
                  </a:pPr>
                  <a:endParaRPr lang="en-US" altLang="en-US" sz="2000">
                    <a:latin typeface="Arial" panose="020B0604020202020204" pitchFamily="34" charset="0"/>
                  </a:endParaRPr>
                </a:p>
              </p:txBody>
            </p:sp>
            <p:sp>
              <p:nvSpPr>
                <p:cNvPr id="594299" name="Rectangle 676">
                  <a:extLst>
                    <a:ext uri="{FF2B5EF4-FFF2-40B4-BE49-F238E27FC236}">
                      <a16:creationId xmlns:a16="http://schemas.microsoft.com/office/drawing/2014/main" id="{0A2F12AD-CFD3-DD99-4699-06BE96E86C6C}"/>
                    </a:ext>
                  </a:extLst>
                </p:cNvPr>
                <p:cNvSpPr>
                  <a:spLocks noChangeArrowheads="1"/>
                </p:cNvSpPr>
                <p:nvPr/>
              </p:nvSpPr>
              <p:spPr bwMode="auto">
                <a:xfrm>
                  <a:off x="3174"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59" name="Group 679">
                <a:extLst>
                  <a:ext uri="{FF2B5EF4-FFF2-40B4-BE49-F238E27FC236}">
                    <a16:creationId xmlns:a16="http://schemas.microsoft.com/office/drawing/2014/main" id="{127DF1F7-C6B7-690C-14D7-7AB2488536D6}"/>
                  </a:ext>
                </a:extLst>
              </p:cNvPr>
              <p:cNvGrpSpPr>
                <a:grpSpLocks/>
              </p:cNvGrpSpPr>
              <p:nvPr/>
            </p:nvGrpSpPr>
            <p:grpSpPr bwMode="auto">
              <a:xfrm>
                <a:off x="3703" y="1077"/>
                <a:ext cx="529" cy="327"/>
                <a:chOff x="3703" y="1077"/>
                <a:chExt cx="529" cy="327"/>
              </a:xfrm>
            </p:grpSpPr>
            <p:sp>
              <p:nvSpPr>
                <p:cNvPr id="594296" name="Rectangle 487">
                  <a:extLst>
                    <a:ext uri="{FF2B5EF4-FFF2-40B4-BE49-F238E27FC236}">
                      <a16:creationId xmlns:a16="http://schemas.microsoft.com/office/drawing/2014/main" id="{FBC1ECA5-FBB2-8874-293B-71B5F069C2EA}"/>
                    </a:ext>
                  </a:extLst>
                </p:cNvPr>
                <p:cNvSpPr>
                  <a:spLocks noChangeArrowheads="1"/>
                </p:cNvSpPr>
                <p:nvPr/>
              </p:nvSpPr>
              <p:spPr bwMode="auto">
                <a:xfrm>
                  <a:off x="3746" y="107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y</a:t>
                  </a:r>
                </a:p>
                <a:p>
                  <a:pPr algn="just">
                    <a:spcBef>
                      <a:spcPct val="0"/>
                    </a:spcBef>
                    <a:buClrTx/>
                    <a:buSzTx/>
                    <a:buFontTx/>
                    <a:buNone/>
                  </a:pPr>
                  <a:endParaRPr lang="en-US" altLang="en-US" sz="2000">
                    <a:latin typeface="Arial" panose="020B0604020202020204" pitchFamily="34" charset="0"/>
                  </a:endParaRPr>
                </a:p>
              </p:txBody>
            </p:sp>
            <p:sp>
              <p:nvSpPr>
                <p:cNvPr id="594297" name="Rectangle 678">
                  <a:extLst>
                    <a:ext uri="{FF2B5EF4-FFF2-40B4-BE49-F238E27FC236}">
                      <a16:creationId xmlns:a16="http://schemas.microsoft.com/office/drawing/2014/main" id="{25A71F44-5122-7E4E-E26B-3CD01ADD8FA7}"/>
                    </a:ext>
                  </a:extLst>
                </p:cNvPr>
                <p:cNvSpPr>
                  <a:spLocks noChangeArrowheads="1"/>
                </p:cNvSpPr>
                <p:nvPr/>
              </p:nvSpPr>
              <p:spPr bwMode="auto">
                <a:xfrm>
                  <a:off x="3703" y="107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0" name="Group 681">
                <a:extLst>
                  <a:ext uri="{FF2B5EF4-FFF2-40B4-BE49-F238E27FC236}">
                    <a16:creationId xmlns:a16="http://schemas.microsoft.com/office/drawing/2014/main" id="{E2490953-3137-43EA-5201-DC12AFCEBE5F}"/>
                  </a:ext>
                </a:extLst>
              </p:cNvPr>
              <p:cNvGrpSpPr>
                <a:grpSpLocks/>
              </p:cNvGrpSpPr>
              <p:nvPr/>
            </p:nvGrpSpPr>
            <p:grpSpPr bwMode="auto">
              <a:xfrm>
                <a:off x="0" y="1404"/>
                <a:ext cx="529" cy="327"/>
                <a:chOff x="0" y="1404"/>
                <a:chExt cx="529" cy="327"/>
              </a:xfrm>
            </p:grpSpPr>
            <p:sp>
              <p:nvSpPr>
                <p:cNvPr id="594294" name="Rectangle 488">
                  <a:extLst>
                    <a:ext uri="{FF2B5EF4-FFF2-40B4-BE49-F238E27FC236}">
                      <a16:creationId xmlns:a16="http://schemas.microsoft.com/office/drawing/2014/main" id="{5AA2FF22-7B66-7902-4163-0C2431FEF48F}"/>
                    </a:ext>
                  </a:extLst>
                </p:cNvPr>
                <p:cNvSpPr>
                  <a:spLocks noChangeArrowheads="1"/>
                </p:cNvSpPr>
                <p:nvPr/>
              </p:nvSpPr>
              <p:spPr bwMode="auto">
                <a:xfrm>
                  <a:off x="43"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a:t>
                  </a:r>
                </a:p>
                <a:p>
                  <a:pPr algn="just">
                    <a:spcBef>
                      <a:spcPct val="0"/>
                    </a:spcBef>
                    <a:buClrTx/>
                    <a:buSzTx/>
                    <a:buFontTx/>
                    <a:buNone/>
                  </a:pPr>
                  <a:endParaRPr lang="en-US" altLang="en-US" sz="2000">
                    <a:latin typeface="Arial" panose="020B0604020202020204" pitchFamily="34" charset="0"/>
                  </a:endParaRPr>
                </a:p>
              </p:txBody>
            </p:sp>
            <p:sp>
              <p:nvSpPr>
                <p:cNvPr id="594295" name="Rectangle 680">
                  <a:extLst>
                    <a:ext uri="{FF2B5EF4-FFF2-40B4-BE49-F238E27FC236}">
                      <a16:creationId xmlns:a16="http://schemas.microsoft.com/office/drawing/2014/main" id="{63EC51CD-3574-866B-F327-AF11C93758AF}"/>
                    </a:ext>
                  </a:extLst>
                </p:cNvPr>
                <p:cNvSpPr>
                  <a:spLocks noChangeArrowheads="1"/>
                </p:cNvSpPr>
                <p:nvPr/>
              </p:nvSpPr>
              <p:spPr bwMode="auto">
                <a:xfrm>
                  <a:off x="0"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1" name="Group 683">
                <a:extLst>
                  <a:ext uri="{FF2B5EF4-FFF2-40B4-BE49-F238E27FC236}">
                    <a16:creationId xmlns:a16="http://schemas.microsoft.com/office/drawing/2014/main" id="{C58A262B-9264-C487-48F2-0320EE024CD9}"/>
                  </a:ext>
                </a:extLst>
              </p:cNvPr>
              <p:cNvGrpSpPr>
                <a:grpSpLocks/>
              </p:cNvGrpSpPr>
              <p:nvPr/>
            </p:nvGrpSpPr>
            <p:grpSpPr bwMode="auto">
              <a:xfrm>
                <a:off x="529" y="1404"/>
                <a:ext cx="529" cy="327"/>
                <a:chOff x="529" y="1404"/>
                <a:chExt cx="529" cy="327"/>
              </a:xfrm>
            </p:grpSpPr>
            <p:sp>
              <p:nvSpPr>
                <p:cNvPr id="594292" name="Rectangle 489">
                  <a:extLst>
                    <a:ext uri="{FF2B5EF4-FFF2-40B4-BE49-F238E27FC236}">
                      <a16:creationId xmlns:a16="http://schemas.microsoft.com/office/drawing/2014/main" id="{940C3109-41B1-E16A-940C-52946B73221B}"/>
                    </a:ext>
                  </a:extLst>
                </p:cNvPr>
                <p:cNvSpPr>
                  <a:spLocks noChangeArrowheads="1"/>
                </p:cNvSpPr>
                <p:nvPr/>
              </p:nvSpPr>
              <p:spPr bwMode="auto">
                <a:xfrm>
                  <a:off x="572"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
                  </a:r>
                </a:p>
                <a:p>
                  <a:pPr algn="just">
                    <a:spcBef>
                      <a:spcPct val="0"/>
                    </a:spcBef>
                    <a:buClrTx/>
                    <a:buSzTx/>
                    <a:buFontTx/>
                    <a:buNone/>
                  </a:pPr>
                  <a:endParaRPr lang="en-US" altLang="en-US" sz="2000">
                    <a:latin typeface="Arial" panose="020B0604020202020204" pitchFamily="34" charset="0"/>
                  </a:endParaRPr>
                </a:p>
              </p:txBody>
            </p:sp>
            <p:sp>
              <p:nvSpPr>
                <p:cNvPr id="594293" name="Rectangle 682">
                  <a:extLst>
                    <a:ext uri="{FF2B5EF4-FFF2-40B4-BE49-F238E27FC236}">
                      <a16:creationId xmlns:a16="http://schemas.microsoft.com/office/drawing/2014/main" id="{7A5971E7-FC40-45B7-BF3D-FF31B5AF52DA}"/>
                    </a:ext>
                  </a:extLst>
                </p:cNvPr>
                <p:cNvSpPr>
                  <a:spLocks noChangeArrowheads="1"/>
                </p:cNvSpPr>
                <p:nvPr/>
              </p:nvSpPr>
              <p:spPr bwMode="auto">
                <a:xfrm>
                  <a:off x="529"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2" name="Group 685">
                <a:extLst>
                  <a:ext uri="{FF2B5EF4-FFF2-40B4-BE49-F238E27FC236}">
                    <a16:creationId xmlns:a16="http://schemas.microsoft.com/office/drawing/2014/main" id="{E7687E97-F903-830C-10B4-E324118743C5}"/>
                  </a:ext>
                </a:extLst>
              </p:cNvPr>
              <p:cNvGrpSpPr>
                <a:grpSpLocks/>
              </p:cNvGrpSpPr>
              <p:nvPr/>
            </p:nvGrpSpPr>
            <p:grpSpPr bwMode="auto">
              <a:xfrm>
                <a:off x="1058" y="1404"/>
                <a:ext cx="529" cy="327"/>
                <a:chOff x="1058" y="1404"/>
                <a:chExt cx="529" cy="327"/>
              </a:xfrm>
            </p:grpSpPr>
            <p:sp>
              <p:nvSpPr>
                <p:cNvPr id="594290" name="Rectangle 490">
                  <a:extLst>
                    <a:ext uri="{FF2B5EF4-FFF2-40B4-BE49-F238E27FC236}">
                      <a16:creationId xmlns:a16="http://schemas.microsoft.com/office/drawing/2014/main" id="{D0ADFBEB-1502-9E93-65B2-715B3052C35E}"/>
                    </a:ext>
                  </a:extLst>
                </p:cNvPr>
                <p:cNvSpPr>
                  <a:spLocks noChangeArrowheads="1"/>
                </p:cNvSpPr>
                <p:nvPr/>
              </p:nvSpPr>
              <p:spPr bwMode="auto">
                <a:xfrm>
                  <a:off x="1101"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19</a:t>
                  </a:r>
                </a:p>
                <a:p>
                  <a:pPr algn="just">
                    <a:spcBef>
                      <a:spcPct val="0"/>
                    </a:spcBef>
                    <a:buClrTx/>
                    <a:buSzTx/>
                    <a:buFontTx/>
                    <a:buNone/>
                  </a:pPr>
                  <a:endParaRPr lang="en-US" altLang="en-US" sz="2000">
                    <a:latin typeface="Arial" panose="020B0604020202020204" pitchFamily="34" charset="0"/>
                  </a:endParaRPr>
                </a:p>
              </p:txBody>
            </p:sp>
            <p:sp>
              <p:nvSpPr>
                <p:cNvPr id="594291" name="Rectangle 684">
                  <a:extLst>
                    <a:ext uri="{FF2B5EF4-FFF2-40B4-BE49-F238E27FC236}">
                      <a16:creationId xmlns:a16="http://schemas.microsoft.com/office/drawing/2014/main" id="{C3CAD536-3824-D4E0-D43A-DE60487937B1}"/>
                    </a:ext>
                  </a:extLst>
                </p:cNvPr>
                <p:cNvSpPr>
                  <a:spLocks noChangeArrowheads="1"/>
                </p:cNvSpPr>
                <p:nvPr/>
              </p:nvSpPr>
              <p:spPr bwMode="auto">
                <a:xfrm>
                  <a:off x="1058"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3" name="Group 687">
                <a:extLst>
                  <a:ext uri="{FF2B5EF4-FFF2-40B4-BE49-F238E27FC236}">
                    <a16:creationId xmlns:a16="http://schemas.microsoft.com/office/drawing/2014/main" id="{A340FAEC-3271-2880-5F74-ED6B4BD88075}"/>
                  </a:ext>
                </a:extLst>
              </p:cNvPr>
              <p:cNvGrpSpPr>
                <a:grpSpLocks/>
              </p:cNvGrpSpPr>
              <p:nvPr/>
            </p:nvGrpSpPr>
            <p:grpSpPr bwMode="auto">
              <a:xfrm>
                <a:off x="1587" y="1404"/>
                <a:ext cx="529" cy="327"/>
                <a:chOff x="1587" y="1404"/>
                <a:chExt cx="529" cy="327"/>
              </a:xfrm>
            </p:grpSpPr>
            <p:sp>
              <p:nvSpPr>
                <p:cNvPr id="594288" name="Rectangle 491">
                  <a:extLst>
                    <a:ext uri="{FF2B5EF4-FFF2-40B4-BE49-F238E27FC236}">
                      <a16:creationId xmlns:a16="http://schemas.microsoft.com/office/drawing/2014/main" id="{E4BC48C3-139D-D791-D8D5-1FE45938AB04}"/>
                    </a:ext>
                  </a:extLst>
                </p:cNvPr>
                <p:cNvSpPr>
                  <a:spLocks noChangeArrowheads="1"/>
                </p:cNvSpPr>
                <p:nvPr/>
              </p:nvSpPr>
              <p:spPr bwMode="auto">
                <a:xfrm>
                  <a:off x="1630"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T</a:t>
                  </a:r>
                </a:p>
                <a:p>
                  <a:pPr algn="just">
                    <a:spcBef>
                      <a:spcPct val="0"/>
                    </a:spcBef>
                    <a:buClrTx/>
                    <a:buSzTx/>
                    <a:buFontTx/>
                    <a:buNone/>
                  </a:pPr>
                  <a:endParaRPr lang="en-US" altLang="en-US" sz="2000">
                    <a:latin typeface="Arial" panose="020B0604020202020204" pitchFamily="34" charset="0"/>
                  </a:endParaRPr>
                </a:p>
              </p:txBody>
            </p:sp>
            <p:sp>
              <p:nvSpPr>
                <p:cNvPr id="594289" name="Rectangle 686">
                  <a:extLst>
                    <a:ext uri="{FF2B5EF4-FFF2-40B4-BE49-F238E27FC236}">
                      <a16:creationId xmlns:a16="http://schemas.microsoft.com/office/drawing/2014/main" id="{1F0A3F56-201A-A6A0-5BEF-DB6EDFAE405E}"/>
                    </a:ext>
                  </a:extLst>
                </p:cNvPr>
                <p:cNvSpPr>
                  <a:spLocks noChangeArrowheads="1"/>
                </p:cNvSpPr>
                <p:nvPr/>
              </p:nvSpPr>
              <p:spPr bwMode="auto">
                <a:xfrm>
                  <a:off x="1587"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4" name="Group 689">
                <a:extLst>
                  <a:ext uri="{FF2B5EF4-FFF2-40B4-BE49-F238E27FC236}">
                    <a16:creationId xmlns:a16="http://schemas.microsoft.com/office/drawing/2014/main" id="{A72C32B7-F661-E15C-9132-83FCE743CCC3}"/>
                  </a:ext>
                </a:extLst>
              </p:cNvPr>
              <p:cNvGrpSpPr>
                <a:grpSpLocks/>
              </p:cNvGrpSpPr>
              <p:nvPr/>
            </p:nvGrpSpPr>
            <p:grpSpPr bwMode="auto">
              <a:xfrm>
                <a:off x="2116" y="1404"/>
                <a:ext cx="529" cy="327"/>
                <a:chOff x="2116" y="1404"/>
                <a:chExt cx="529" cy="327"/>
              </a:xfrm>
            </p:grpSpPr>
            <p:sp>
              <p:nvSpPr>
                <p:cNvPr id="594286" name="Rectangle 492">
                  <a:extLst>
                    <a:ext uri="{FF2B5EF4-FFF2-40B4-BE49-F238E27FC236}">
                      <a16:creationId xmlns:a16="http://schemas.microsoft.com/office/drawing/2014/main" id="{50736418-E2BC-81BC-2EC8-FD417756918C}"/>
                    </a:ext>
                  </a:extLst>
                </p:cNvPr>
                <p:cNvSpPr>
                  <a:spLocks noChangeArrowheads="1"/>
                </p:cNvSpPr>
                <p:nvPr/>
              </p:nvSpPr>
              <p:spPr bwMode="auto">
                <a:xfrm>
                  <a:off x="2159"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35</a:t>
                  </a:r>
                </a:p>
                <a:p>
                  <a:pPr algn="just">
                    <a:spcBef>
                      <a:spcPct val="0"/>
                    </a:spcBef>
                    <a:buClrTx/>
                    <a:buSzTx/>
                    <a:buFontTx/>
                    <a:buNone/>
                  </a:pPr>
                  <a:endParaRPr lang="en-US" altLang="en-US" sz="2000">
                    <a:latin typeface="Arial" panose="020B0604020202020204" pitchFamily="34" charset="0"/>
                  </a:endParaRPr>
                </a:p>
              </p:txBody>
            </p:sp>
            <p:sp>
              <p:nvSpPr>
                <p:cNvPr id="594287" name="Rectangle 688">
                  <a:extLst>
                    <a:ext uri="{FF2B5EF4-FFF2-40B4-BE49-F238E27FC236}">
                      <a16:creationId xmlns:a16="http://schemas.microsoft.com/office/drawing/2014/main" id="{1737A43A-8863-A646-4E57-C7D4AAEF81E5}"/>
                    </a:ext>
                  </a:extLst>
                </p:cNvPr>
                <p:cNvSpPr>
                  <a:spLocks noChangeArrowheads="1"/>
                </p:cNvSpPr>
                <p:nvPr/>
              </p:nvSpPr>
              <p:spPr bwMode="auto">
                <a:xfrm>
                  <a:off x="2116"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5" name="Group 691">
                <a:extLst>
                  <a:ext uri="{FF2B5EF4-FFF2-40B4-BE49-F238E27FC236}">
                    <a16:creationId xmlns:a16="http://schemas.microsoft.com/office/drawing/2014/main" id="{15F24F9F-D2A7-6A17-B737-09CBF93921EC}"/>
                  </a:ext>
                </a:extLst>
              </p:cNvPr>
              <p:cNvGrpSpPr>
                <a:grpSpLocks/>
              </p:cNvGrpSpPr>
              <p:nvPr/>
            </p:nvGrpSpPr>
            <p:grpSpPr bwMode="auto">
              <a:xfrm>
                <a:off x="2645" y="1404"/>
                <a:ext cx="529" cy="327"/>
                <a:chOff x="2645" y="1404"/>
                <a:chExt cx="529" cy="327"/>
              </a:xfrm>
            </p:grpSpPr>
            <p:sp>
              <p:nvSpPr>
                <p:cNvPr id="594284" name="Rectangle 493">
                  <a:extLst>
                    <a:ext uri="{FF2B5EF4-FFF2-40B4-BE49-F238E27FC236}">
                      <a16:creationId xmlns:a16="http://schemas.microsoft.com/office/drawing/2014/main" id="{CC0DC849-AF8D-62D3-933B-897E6B55FC36}"/>
                    </a:ext>
                  </a:extLst>
                </p:cNvPr>
                <p:cNvSpPr>
                  <a:spLocks noChangeArrowheads="1"/>
                </p:cNvSpPr>
                <p:nvPr/>
              </p:nvSpPr>
              <p:spPr bwMode="auto">
                <a:xfrm>
                  <a:off x="2688"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J</a:t>
                  </a:r>
                </a:p>
                <a:p>
                  <a:pPr algn="just">
                    <a:spcBef>
                      <a:spcPct val="0"/>
                    </a:spcBef>
                    <a:buClrTx/>
                    <a:buSzTx/>
                    <a:buFontTx/>
                    <a:buNone/>
                  </a:pPr>
                  <a:endParaRPr lang="en-US" altLang="en-US" sz="2000">
                    <a:latin typeface="Arial" panose="020B0604020202020204" pitchFamily="34" charset="0"/>
                  </a:endParaRPr>
                </a:p>
              </p:txBody>
            </p:sp>
            <p:sp>
              <p:nvSpPr>
                <p:cNvPr id="594285" name="Rectangle 690">
                  <a:extLst>
                    <a:ext uri="{FF2B5EF4-FFF2-40B4-BE49-F238E27FC236}">
                      <a16:creationId xmlns:a16="http://schemas.microsoft.com/office/drawing/2014/main" id="{CA1CC799-AE97-9C71-5B78-5E19607C8F20}"/>
                    </a:ext>
                  </a:extLst>
                </p:cNvPr>
                <p:cNvSpPr>
                  <a:spLocks noChangeArrowheads="1"/>
                </p:cNvSpPr>
                <p:nvPr/>
              </p:nvSpPr>
              <p:spPr bwMode="auto">
                <a:xfrm>
                  <a:off x="2645"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6" name="Group 693">
                <a:extLst>
                  <a:ext uri="{FF2B5EF4-FFF2-40B4-BE49-F238E27FC236}">
                    <a16:creationId xmlns:a16="http://schemas.microsoft.com/office/drawing/2014/main" id="{19E99044-934E-1624-702A-944A68E25385}"/>
                  </a:ext>
                </a:extLst>
              </p:cNvPr>
              <p:cNvGrpSpPr>
                <a:grpSpLocks/>
              </p:cNvGrpSpPr>
              <p:nvPr/>
            </p:nvGrpSpPr>
            <p:grpSpPr bwMode="auto">
              <a:xfrm>
                <a:off x="3174" y="1404"/>
                <a:ext cx="529" cy="327"/>
                <a:chOff x="3174" y="1404"/>
                <a:chExt cx="529" cy="327"/>
              </a:xfrm>
            </p:grpSpPr>
            <p:sp>
              <p:nvSpPr>
                <p:cNvPr id="594282" name="Rectangle 494">
                  <a:extLst>
                    <a:ext uri="{FF2B5EF4-FFF2-40B4-BE49-F238E27FC236}">
                      <a16:creationId xmlns:a16="http://schemas.microsoft.com/office/drawing/2014/main" id="{56A6B433-50D0-1FF5-90C1-CDBCE9B5A72B}"/>
                    </a:ext>
                  </a:extLst>
                </p:cNvPr>
                <p:cNvSpPr>
                  <a:spLocks noChangeArrowheads="1"/>
                </p:cNvSpPr>
                <p:nvPr/>
              </p:nvSpPr>
              <p:spPr bwMode="auto">
                <a:xfrm>
                  <a:off x="3217"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51</a:t>
                  </a:r>
                </a:p>
                <a:p>
                  <a:pPr algn="just">
                    <a:spcBef>
                      <a:spcPct val="0"/>
                    </a:spcBef>
                    <a:buClrTx/>
                    <a:buSzTx/>
                    <a:buFontTx/>
                    <a:buNone/>
                  </a:pPr>
                  <a:endParaRPr lang="en-US" altLang="en-US" sz="2000">
                    <a:latin typeface="Arial" panose="020B0604020202020204" pitchFamily="34" charset="0"/>
                  </a:endParaRPr>
                </a:p>
              </p:txBody>
            </p:sp>
            <p:sp>
              <p:nvSpPr>
                <p:cNvPr id="594283" name="Rectangle 692">
                  <a:extLst>
                    <a:ext uri="{FF2B5EF4-FFF2-40B4-BE49-F238E27FC236}">
                      <a16:creationId xmlns:a16="http://schemas.microsoft.com/office/drawing/2014/main" id="{A250B40F-854B-FEF1-6785-8F14D035A165}"/>
                    </a:ext>
                  </a:extLst>
                </p:cNvPr>
                <p:cNvSpPr>
                  <a:spLocks noChangeArrowheads="1"/>
                </p:cNvSpPr>
                <p:nvPr/>
              </p:nvSpPr>
              <p:spPr bwMode="auto">
                <a:xfrm>
                  <a:off x="3174"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7" name="Group 695">
                <a:extLst>
                  <a:ext uri="{FF2B5EF4-FFF2-40B4-BE49-F238E27FC236}">
                    <a16:creationId xmlns:a16="http://schemas.microsoft.com/office/drawing/2014/main" id="{7831AF3A-F9FD-7D0E-85AD-1D0A2C63885D}"/>
                  </a:ext>
                </a:extLst>
              </p:cNvPr>
              <p:cNvGrpSpPr>
                <a:grpSpLocks/>
              </p:cNvGrpSpPr>
              <p:nvPr/>
            </p:nvGrpSpPr>
            <p:grpSpPr bwMode="auto">
              <a:xfrm>
                <a:off x="3703" y="1404"/>
                <a:ext cx="529" cy="327"/>
                <a:chOff x="3703" y="1404"/>
                <a:chExt cx="529" cy="327"/>
              </a:xfrm>
            </p:grpSpPr>
            <p:sp>
              <p:nvSpPr>
                <p:cNvPr id="594280" name="Rectangle 495">
                  <a:extLst>
                    <a:ext uri="{FF2B5EF4-FFF2-40B4-BE49-F238E27FC236}">
                      <a16:creationId xmlns:a16="http://schemas.microsoft.com/office/drawing/2014/main" id="{1C9CFEE7-004B-B5A0-0D69-BB8BDBB480C7}"/>
                    </a:ext>
                  </a:extLst>
                </p:cNvPr>
                <p:cNvSpPr>
                  <a:spLocks noChangeArrowheads="1"/>
                </p:cNvSpPr>
                <p:nvPr/>
              </p:nvSpPr>
              <p:spPr bwMode="auto">
                <a:xfrm>
                  <a:off x="3746" y="140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z</a:t>
                  </a:r>
                </a:p>
                <a:p>
                  <a:pPr algn="just">
                    <a:spcBef>
                      <a:spcPct val="0"/>
                    </a:spcBef>
                    <a:buClrTx/>
                    <a:buSzTx/>
                    <a:buFontTx/>
                    <a:buNone/>
                  </a:pPr>
                  <a:endParaRPr lang="en-US" altLang="en-US" sz="2000">
                    <a:latin typeface="Arial" panose="020B0604020202020204" pitchFamily="34" charset="0"/>
                  </a:endParaRPr>
                </a:p>
              </p:txBody>
            </p:sp>
            <p:sp>
              <p:nvSpPr>
                <p:cNvPr id="594281" name="Rectangle 694">
                  <a:extLst>
                    <a:ext uri="{FF2B5EF4-FFF2-40B4-BE49-F238E27FC236}">
                      <a16:creationId xmlns:a16="http://schemas.microsoft.com/office/drawing/2014/main" id="{4D3EF589-F66D-0171-590A-7D737AA3E686}"/>
                    </a:ext>
                  </a:extLst>
                </p:cNvPr>
                <p:cNvSpPr>
                  <a:spLocks noChangeArrowheads="1"/>
                </p:cNvSpPr>
                <p:nvPr/>
              </p:nvSpPr>
              <p:spPr bwMode="auto">
                <a:xfrm>
                  <a:off x="3703" y="140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8" name="Group 697">
                <a:extLst>
                  <a:ext uri="{FF2B5EF4-FFF2-40B4-BE49-F238E27FC236}">
                    <a16:creationId xmlns:a16="http://schemas.microsoft.com/office/drawing/2014/main" id="{A941633B-C72B-65B6-35FD-D68AC68886E5}"/>
                  </a:ext>
                </a:extLst>
              </p:cNvPr>
              <p:cNvGrpSpPr>
                <a:grpSpLocks/>
              </p:cNvGrpSpPr>
              <p:nvPr/>
            </p:nvGrpSpPr>
            <p:grpSpPr bwMode="auto">
              <a:xfrm>
                <a:off x="0" y="1731"/>
                <a:ext cx="529" cy="327"/>
                <a:chOff x="0" y="1731"/>
                <a:chExt cx="529" cy="327"/>
              </a:xfrm>
            </p:grpSpPr>
            <p:sp>
              <p:nvSpPr>
                <p:cNvPr id="594278" name="Rectangle 496">
                  <a:extLst>
                    <a:ext uri="{FF2B5EF4-FFF2-40B4-BE49-F238E27FC236}">
                      <a16:creationId xmlns:a16="http://schemas.microsoft.com/office/drawing/2014/main" id="{1A01352A-DCA9-584B-ED8C-3560B9B64CED}"/>
                    </a:ext>
                  </a:extLst>
                </p:cNvPr>
                <p:cNvSpPr>
                  <a:spLocks noChangeArrowheads="1"/>
                </p:cNvSpPr>
                <p:nvPr/>
              </p:nvSpPr>
              <p:spPr bwMode="auto">
                <a:xfrm>
                  <a:off x="43"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a:t>
                  </a:r>
                </a:p>
                <a:p>
                  <a:pPr algn="just">
                    <a:spcBef>
                      <a:spcPct val="0"/>
                    </a:spcBef>
                    <a:buClrTx/>
                    <a:buSzTx/>
                    <a:buFontTx/>
                    <a:buNone/>
                  </a:pPr>
                  <a:endParaRPr lang="en-US" altLang="en-US" sz="2000">
                    <a:latin typeface="Arial" panose="020B0604020202020204" pitchFamily="34" charset="0"/>
                  </a:endParaRPr>
                </a:p>
              </p:txBody>
            </p:sp>
            <p:sp>
              <p:nvSpPr>
                <p:cNvPr id="594279" name="Rectangle 696">
                  <a:extLst>
                    <a:ext uri="{FF2B5EF4-FFF2-40B4-BE49-F238E27FC236}">
                      <a16:creationId xmlns:a16="http://schemas.microsoft.com/office/drawing/2014/main" id="{6D659BEF-5169-FB7E-68C7-6030B41219F0}"/>
                    </a:ext>
                  </a:extLst>
                </p:cNvPr>
                <p:cNvSpPr>
                  <a:spLocks noChangeArrowheads="1"/>
                </p:cNvSpPr>
                <p:nvPr/>
              </p:nvSpPr>
              <p:spPr bwMode="auto">
                <a:xfrm>
                  <a:off x="0"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69" name="Group 699">
                <a:extLst>
                  <a:ext uri="{FF2B5EF4-FFF2-40B4-BE49-F238E27FC236}">
                    <a16:creationId xmlns:a16="http://schemas.microsoft.com/office/drawing/2014/main" id="{2E7690D3-3532-5A29-42FE-71DAB683E977}"/>
                  </a:ext>
                </a:extLst>
              </p:cNvPr>
              <p:cNvGrpSpPr>
                <a:grpSpLocks/>
              </p:cNvGrpSpPr>
              <p:nvPr/>
            </p:nvGrpSpPr>
            <p:grpSpPr bwMode="auto">
              <a:xfrm>
                <a:off x="529" y="1731"/>
                <a:ext cx="529" cy="327"/>
                <a:chOff x="529" y="1731"/>
                <a:chExt cx="529" cy="327"/>
              </a:xfrm>
            </p:grpSpPr>
            <p:sp>
              <p:nvSpPr>
                <p:cNvPr id="594276" name="Rectangle 497">
                  <a:extLst>
                    <a:ext uri="{FF2B5EF4-FFF2-40B4-BE49-F238E27FC236}">
                      <a16:creationId xmlns:a16="http://schemas.microsoft.com/office/drawing/2014/main" id="{3D1A74B9-0499-A953-6194-B969E7507AA4}"/>
                    </a:ext>
                  </a:extLst>
                </p:cNvPr>
                <p:cNvSpPr>
                  <a:spLocks noChangeArrowheads="1"/>
                </p:cNvSpPr>
                <p:nvPr/>
              </p:nvSpPr>
              <p:spPr bwMode="auto">
                <a:xfrm>
                  <a:off x="572"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a:t>
                  </a:r>
                </a:p>
                <a:p>
                  <a:pPr algn="just">
                    <a:spcBef>
                      <a:spcPct val="0"/>
                    </a:spcBef>
                    <a:buClrTx/>
                    <a:buSzTx/>
                    <a:buFontTx/>
                    <a:buNone/>
                  </a:pPr>
                  <a:endParaRPr lang="en-US" altLang="en-US" sz="2000">
                    <a:latin typeface="Arial" panose="020B0604020202020204" pitchFamily="34" charset="0"/>
                  </a:endParaRPr>
                </a:p>
              </p:txBody>
            </p:sp>
            <p:sp>
              <p:nvSpPr>
                <p:cNvPr id="594277" name="Rectangle 698">
                  <a:extLst>
                    <a:ext uri="{FF2B5EF4-FFF2-40B4-BE49-F238E27FC236}">
                      <a16:creationId xmlns:a16="http://schemas.microsoft.com/office/drawing/2014/main" id="{8E787ADB-9D16-F5C8-2E90-6F28F5BAAE5D}"/>
                    </a:ext>
                  </a:extLst>
                </p:cNvPr>
                <p:cNvSpPr>
                  <a:spLocks noChangeArrowheads="1"/>
                </p:cNvSpPr>
                <p:nvPr/>
              </p:nvSpPr>
              <p:spPr bwMode="auto">
                <a:xfrm>
                  <a:off x="529"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0" name="Group 701">
                <a:extLst>
                  <a:ext uri="{FF2B5EF4-FFF2-40B4-BE49-F238E27FC236}">
                    <a16:creationId xmlns:a16="http://schemas.microsoft.com/office/drawing/2014/main" id="{74A404E1-D5A4-F94E-3546-C5BBA67F5635}"/>
                  </a:ext>
                </a:extLst>
              </p:cNvPr>
              <p:cNvGrpSpPr>
                <a:grpSpLocks/>
              </p:cNvGrpSpPr>
              <p:nvPr/>
            </p:nvGrpSpPr>
            <p:grpSpPr bwMode="auto">
              <a:xfrm>
                <a:off x="1058" y="1731"/>
                <a:ext cx="529" cy="327"/>
                <a:chOff x="1058" y="1731"/>
                <a:chExt cx="529" cy="327"/>
              </a:xfrm>
            </p:grpSpPr>
            <p:sp>
              <p:nvSpPr>
                <p:cNvPr id="594274" name="Rectangle 498">
                  <a:extLst>
                    <a:ext uri="{FF2B5EF4-FFF2-40B4-BE49-F238E27FC236}">
                      <a16:creationId xmlns:a16="http://schemas.microsoft.com/office/drawing/2014/main" id="{B5CCEAF9-2382-D015-0830-34ABF5733232}"/>
                    </a:ext>
                  </a:extLst>
                </p:cNvPr>
                <p:cNvSpPr>
                  <a:spLocks noChangeArrowheads="1"/>
                </p:cNvSpPr>
                <p:nvPr/>
              </p:nvSpPr>
              <p:spPr bwMode="auto">
                <a:xfrm>
                  <a:off x="1101"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20</a:t>
                  </a:r>
                </a:p>
                <a:p>
                  <a:pPr algn="just">
                    <a:spcBef>
                      <a:spcPct val="0"/>
                    </a:spcBef>
                    <a:buClrTx/>
                    <a:buSzTx/>
                    <a:buFontTx/>
                    <a:buNone/>
                  </a:pPr>
                  <a:endParaRPr lang="en-US" altLang="en-US" sz="2000">
                    <a:latin typeface="Arial" panose="020B0604020202020204" pitchFamily="34" charset="0"/>
                  </a:endParaRPr>
                </a:p>
              </p:txBody>
            </p:sp>
            <p:sp>
              <p:nvSpPr>
                <p:cNvPr id="594275" name="Rectangle 700">
                  <a:extLst>
                    <a:ext uri="{FF2B5EF4-FFF2-40B4-BE49-F238E27FC236}">
                      <a16:creationId xmlns:a16="http://schemas.microsoft.com/office/drawing/2014/main" id="{EB790DCB-4D8F-AF13-08A5-21E904F5491C}"/>
                    </a:ext>
                  </a:extLst>
                </p:cNvPr>
                <p:cNvSpPr>
                  <a:spLocks noChangeArrowheads="1"/>
                </p:cNvSpPr>
                <p:nvPr/>
              </p:nvSpPr>
              <p:spPr bwMode="auto">
                <a:xfrm>
                  <a:off x="1058"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1" name="Group 703">
                <a:extLst>
                  <a:ext uri="{FF2B5EF4-FFF2-40B4-BE49-F238E27FC236}">
                    <a16:creationId xmlns:a16="http://schemas.microsoft.com/office/drawing/2014/main" id="{E2719B9E-E068-D609-AE23-766FD8E86077}"/>
                  </a:ext>
                </a:extLst>
              </p:cNvPr>
              <p:cNvGrpSpPr>
                <a:grpSpLocks/>
              </p:cNvGrpSpPr>
              <p:nvPr/>
            </p:nvGrpSpPr>
            <p:grpSpPr bwMode="auto">
              <a:xfrm>
                <a:off x="1587" y="1731"/>
                <a:ext cx="529" cy="327"/>
                <a:chOff x="1587" y="1731"/>
                <a:chExt cx="529" cy="327"/>
              </a:xfrm>
            </p:grpSpPr>
            <p:sp>
              <p:nvSpPr>
                <p:cNvPr id="594272" name="Rectangle 499">
                  <a:extLst>
                    <a:ext uri="{FF2B5EF4-FFF2-40B4-BE49-F238E27FC236}">
                      <a16:creationId xmlns:a16="http://schemas.microsoft.com/office/drawing/2014/main" id="{2FBAF6C2-1093-232C-BA1C-4283397D8D9D}"/>
                    </a:ext>
                  </a:extLst>
                </p:cNvPr>
                <p:cNvSpPr>
                  <a:spLocks noChangeArrowheads="1"/>
                </p:cNvSpPr>
                <p:nvPr/>
              </p:nvSpPr>
              <p:spPr bwMode="auto">
                <a:xfrm>
                  <a:off x="1630"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U</a:t>
                  </a:r>
                </a:p>
                <a:p>
                  <a:pPr algn="just">
                    <a:spcBef>
                      <a:spcPct val="0"/>
                    </a:spcBef>
                    <a:buClrTx/>
                    <a:buSzTx/>
                    <a:buFontTx/>
                    <a:buNone/>
                  </a:pPr>
                  <a:endParaRPr lang="en-US" altLang="en-US" sz="2000">
                    <a:latin typeface="Arial" panose="020B0604020202020204" pitchFamily="34" charset="0"/>
                  </a:endParaRPr>
                </a:p>
              </p:txBody>
            </p:sp>
            <p:sp>
              <p:nvSpPr>
                <p:cNvPr id="594273" name="Rectangle 702">
                  <a:extLst>
                    <a:ext uri="{FF2B5EF4-FFF2-40B4-BE49-F238E27FC236}">
                      <a16:creationId xmlns:a16="http://schemas.microsoft.com/office/drawing/2014/main" id="{4B43BFA4-8299-3131-0A6D-0DE9DDCF55C3}"/>
                    </a:ext>
                  </a:extLst>
                </p:cNvPr>
                <p:cNvSpPr>
                  <a:spLocks noChangeArrowheads="1"/>
                </p:cNvSpPr>
                <p:nvPr/>
              </p:nvSpPr>
              <p:spPr bwMode="auto">
                <a:xfrm>
                  <a:off x="1587"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2" name="Group 705">
                <a:extLst>
                  <a:ext uri="{FF2B5EF4-FFF2-40B4-BE49-F238E27FC236}">
                    <a16:creationId xmlns:a16="http://schemas.microsoft.com/office/drawing/2014/main" id="{BD0E2EC8-5465-9B2A-1B5D-BB2953CEAE11}"/>
                  </a:ext>
                </a:extLst>
              </p:cNvPr>
              <p:cNvGrpSpPr>
                <a:grpSpLocks/>
              </p:cNvGrpSpPr>
              <p:nvPr/>
            </p:nvGrpSpPr>
            <p:grpSpPr bwMode="auto">
              <a:xfrm>
                <a:off x="2116" y="1731"/>
                <a:ext cx="529" cy="327"/>
                <a:chOff x="2116" y="1731"/>
                <a:chExt cx="529" cy="327"/>
              </a:xfrm>
            </p:grpSpPr>
            <p:sp>
              <p:nvSpPr>
                <p:cNvPr id="594270" name="Rectangle 500">
                  <a:extLst>
                    <a:ext uri="{FF2B5EF4-FFF2-40B4-BE49-F238E27FC236}">
                      <a16:creationId xmlns:a16="http://schemas.microsoft.com/office/drawing/2014/main" id="{7D5C1F39-6C66-80A8-29A9-9477227E5B2E}"/>
                    </a:ext>
                  </a:extLst>
                </p:cNvPr>
                <p:cNvSpPr>
                  <a:spLocks noChangeArrowheads="1"/>
                </p:cNvSpPr>
                <p:nvPr/>
              </p:nvSpPr>
              <p:spPr bwMode="auto">
                <a:xfrm>
                  <a:off x="2159"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36</a:t>
                  </a:r>
                </a:p>
                <a:p>
                  <a:pPr algn="just">
                    <a:spcBef>
                      <a:spcPct val="0"/>
                    </a:spcBef>
                    <a:buClrTx/>
                    <a:buSzTx/>
                    <a:buFontTx/>
                    <a:buNone/>
                  </a:pPr>
                  <a:endParaRPr lang="en-US" altLang="en-US" sz="2000">
                    <a:latin typeface="Arial" panose="020B0604020202020204" pitchFamily="34" charset="0"/>
                  </a:endParaRPr>
                </a:p>
              </p:txBody>
            </p:sp>
            <p:sp>
              <p:nvSpPr>
                <p:cNvPr id="594271" name="Rectangle 704">
                  <a:extLst>
                    <a:ext uri="{FF2B5EF4-FFF2-40B4-BE49-F238E27FC236}">
                      <a16:creationId xmlns:a16="http://schemas.microsoft.com/office/drawing/2014/main" id="{BDFF3673-3654-A696-9E29-CB99129C2DC0}"/>
                    </a:ext>
                  </a:extLst>
                </p:cNvPr>
                <p:cNvSpPr>
                  <a:spLocks noChangeArrowheads="1"/>
                </p:cNvSpPr>
                <p:nvPr/>
              </p:nvSpPr>
              <p:spPr bwMode="auto">
                <a:xfrm>
                  <a:off x="2116"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3" name="Group 707">
                <a:extLst>
                  <a:ext uri="{FF2B5EF4-FFF2-40B4-BE49-F238E27FC236}">
                    <a16:creationId xmlns:a16="http://schemas.microsoft.com/office/drawing/2014/main" id="{02A8321E-D9D8-F65D-3690-616A9DBB3523}"/>
                  </a:ext>
                </a:extLst>
              </p:cNvPr>
              <p:cNvGrpSpPr>
                <a:grpSpLocks/>
              </p:cNvGrpSpPr>
              <p:nvPr/>
            </p:nvGrpSpPr>
            <p:grpSpPr bwMode="auto">
              <a:xfrm>
                <a:off x="2645" y="1731"/>
                <a:ext cx="529" cy="327"/>
                <a:chOff x="2645" y="1731"/>
                <a:chExt cx="529" cy="327"/>
              </a:xfrm>
            </p:grpSpPr>
            <p:sp>
              <p:nvSpPr>
                <p:cNvPr id="594268" name="Rectangle 501">
                  <a:extLst>
                    <a:ext uri="{FF2B5EF4-FFF2-40B4-BE49-F238E27FC236}">
                      <a16:creationId xmlns:a16="http://schemas.microsoft.com/office/drawing/2014/main" id="{0412DEBD-AF43-CE2A-CBDC-6B9C405567A9}"/>
                    </a:ext>
                  </a:extLst>
                </p:cNvPr>
                <p:cNvSpPr>
                  <a:spLocks noChangeArrowheads="1"/>
                </p:cNvSpPr>
                <p:nvPr/>
              </p:nvSpPr>
              <p:spPr bwMode="auto">
                <a:xfrm>
                  <a:off x="2688"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K</a:t>
                  </a:r>
                </a:p>
                <a:p>
                  <a:pPr algn="just">
                    <a:spcBef>
                      <a:spcPct val="0"/>
                    </a:spcBef>
                    <a:buClrTx/>
                    <a:buSzTx/>
                    <a:buFontTx/>
                    <a:buNone/>
                  </a:pPr>
                  <a:endParaRPr lang="en-US" altLang="en-US" sz="2000">
                    <a:latin typeface="Arial" panose="020B0604020202020204" pitchFamily="34" charset="0"/>
                  </a:endParaRPr>
                </a:p>
              </p:txBody>
            </p:sp>
            <p:sp>
              <p:nvSpPr>
                <p:cNvPr id="594269" name="Rectangle 706">
                  <a:extLst>
                    <a:ext uri="{FF2B5EF4-FFF2-40B4-BE49-F238E27FC236}">
                      <a16:creationId xmlns:a16="http://schemas.microsoft.com/office/drawing/2014/main" id="{07CEA16F-44BF-AA3F-6890-985DF01E9900}"/>
                    </a:ext>
                  </a:extLst>
                </p:cNvPr>
                <p:cNvSpPr>
                  <a:spLocks noChangeArrowheads="1"/>
                </p:cNvSpPr>
                <p:nvPr/>
              </p:nvSpPr>
              <p:spPr bwMode="auto">
                <a:xfrm>
                  <a:off x="2645"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4" name="Group 709">
                <a:extLst>
                  <a:ext uri="{FF2B5EF4-FFF2-40B4-BE49-F238E27FC236}">
                    <a16:creationId xmlns:a16="http://schemas.microsoft.com/office/drawing/2014/main" id="{8DBF4687-49FC-5599-8778-1914642E3F09}"/>
                  </a:ext>
                </a:extLst>
              </p:cNvPr>
              <p:cNvGrpSpPr>
                <a:grpSpLocks/>
              </p:cNvGrpSpPr>
              <p:nvPr/>
            </p:nvGrpSpPr>
            <p:grpSpPr bwMode="auto">
              <a:xfrm>
                <a:off x="3174" y="1731"/>
                <a:ext cx="529" cy="327"/>
                <a:chOff x="3174" y="1731"/>
                <a:chExt cx="529" cy="327"/>
              </a:xfrm>
            </p:grpSpPr>
            <p:sp>
              <p:nvSpPr>
                <p:cNvPr id="594266" name="Rectangle 502">
                  <a:extLst>
                    <a:ext uri="{FF2B5EF4-FFF2-40B4-BE49-F238E27FC236}">
                      <a16:creationId xmlns:a16="http://schemas.microsoft.com/office/drawing/2014/main" id="{59BA8AB0-7010-C927-675A-3D872F05F098}"/>
                    </a:ext>
                  </a:extLst>
                </p:cNvPr>
                <p:cNvSpPr>
                  <a:spLocks noChangeArrowheads="1"/>
                </p:cNvSpPr>
                <p:nvPr/>
              </p:nvSpPr>
              <p:spPr bwMode="auto">
                <a:xfrm>
                  <a:off x="3217"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52</a:t>
                  </a:r>
                </a:p>
                <a:p>
                  <a:pPr algn="just">
                    <a:spcBef>
                      <a:spcPct val="0"/>
                    </a:spcBef>
                    <a:buClrTx/>
                    <a:buSzTx/>
                    <a:buFontTx/>
                    <a:buNone/>
                  </a:pPr>
                  <a:endParaRPr lang="en-US" altLang="en-US" sz="2000">
                    <a:latin typeface="Arial" panose="020B0604020202020204" pitchFamily="34" charset="0"/>
                  </a:endParaRPr>
                </a:p>
              </p:txBody>
            </p:sp>
            <p:sp>
              <p:nvSpPr>
                <p:cNvPr id="594267" name="Rectangle 708">
                  <a:extLst>
                    <a:ext uri="{FF2B5EF4-FFF2-40B4-BE49-F238E27FC236}">
                      <a16:creationId xmlns:a16="http://schemas.microsoft.com/office/drawing/2014/main" id="{68E31F08-539C-FE8F-0FF0-EEE74EFFC861}"/>
                    </a:ext>
                  </a:extLst>
                </p:cNvPr>
                <p:cNvSpPr>
                  <a:spLocks noChangeArrowheads="1"/>
                </p:cNvSpPr>
                <p:nvPr/>
              </p:nvSpPr>
              <p:spPr bwMode="auto">
                <a:xfrm>
                  <a:off x="3174"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5" name="Group 711">
                <a:extLst>
                  <a:ext uri="{FF2B5EF4-FFF2-40B4-BE49-F238E27FC236}">
                    <a16:creationId xmlns:a16="http://schemas.microsoft.com/office/drawing/2014/main" id="{1E2DABFD-4D0F-1C46-5D41-6D0ACCBE013B}"/>
                  </a:ext>
                </a:extLst>
              </p:cNvPr>
              <p:cNvGrpSpPr>
                <a:grpSpLocks/>
              </p:cNvGrpSpPr>
              <p:nvPr/>
            </p:nvGrpSpPr>
            <p:grpSpPr bwMode="auto">
              <a:xfrm>
                <a:off x="3703" y="1731"/>
                <a:ext cx="529" cy="327"/>
                <a:chOff x="3703" y="1731"/>
                <a:chExt cx="529" cy="327"/>
              </a:xfrm>
            </p:grpSpPr>
            <p:sp>
              <p:nvSpPr>
                <p:cNvPr id="594264" name="Rectangle 503">
                  <a:extLst>
                    <a:ext uri="{FF2B5EF4-FFF2-40B4-BE49-F238E27FC236}">
                      <a16:creationId xmlns:a16="http://schemas.microsoft.com/office/drawing/2014/main" id="{2B0241B2-CD23-07B6-B859-3138FC1F7725}"/>
                    </a:ext>
                  </a:extLst>
                </p:cNvPr>
                <p:cNvSpPr>
                  <a:spLocks noChangeArrowheads="1"/>
                </p:cNvSpPr>
                <p:nvPr/>
              </p:nvSpPr>
              <p:spPr bwMode="auto">
                <a:xfrm>
                  <a:off x="3746" y="173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0</a:t>
                  </a:r>
                </a:p>
                <a:p>
                  <a:pPr algn="just">
                    <a:spcBef>
                      <a:spcPct val="0"/>
                    </a:spcBef>
                    <a:buClrTx/>
                    <a:buSzTx/>
                    <a:buFontTx/>
                    <a:buNone/>
                  </a:pPr>
                  <a:endParaRPr lang="en-US" altLang="en-US" sz="2000">
                    <a:latin typeface="Arial" panose="020B0604020202020204" pitchFamily="34" charset="0"/>
                  </a:endParaRPr>
                </a:p>
              </p:txBody>
            </p:sp>
            <p:sp>
              <p:nvSpPr>
                <p:cNvPr id="594265" name="Rectangle 710">
                  <a:extLst>
                    <a:ext uri="{FF2B5EF4-FFF2-40B4-BE49-F238E27FC236}">
                      <a16:creationId xmlns:a16="http://schemas.microsoft.com/office/drawing/2014/main" id="{74509FFF-747F-888C-257C-B09438E1674C}"/>
                    </a:ext>
                  </a:extLst>
                </p:cNvPr>
                <p:cNvSpPr>
                  <a:spLocks noChangeArrowheads="1"/>
                </p:cNvSpPr>
                <p:nvPr/>
              </p:nvSpPr>
              <p:spPr bwMode="auto">
                <a:xfrm>
                  <a:off x="3703" y="173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6" name="Group 713">
                <a:extLst>
                  <a:ext uri="{FF2B5EF4-FFF2-40B4-BE49-F238E27FC236}">
                    <a16:creationId xmlns:a16="http://schemas.microsoft.com/office/drawing/2014/main" id="{69EF45BC-F6EF-F215-15AF-DC6E6D1F21B8}"/>
                  </a:ext>
                </a:extLst>
              </p:cNvPr>
              <p:cNvGrpSpPr>
                <a:grpSpLocks/>
              </p:cNvGrpSpPr>
              <p:nvPr/>
            </p:nvGrpSpPr>
            <p:grpSpPr bwMode="auto">
              <a:xfrm>
                <a:off x="0" y="2058"/>
                <a:ext cx="529" cy="327"/>
                <a:chOff x="0" y="2058"/>
                <a:chExt cx="529" cy="327"/>
              </a:xfrm>
            </p:grpSpPr>
            <p:sp>
              <p:nvSpPr>
                <p:cNvPr id="594262" name="Rectangle 504">
                  <a:extLst>
                    <a:ext uri="{FF2B5EF4-FFF2-40B4-BE49-F238E27FC236}">
                      <a16:creationId xmlns:a16="http://schemas.microsoft.com/office/drawing/2014/main" id="{8E233CE8-D741-D102-8E7A-9C60AFBDFF6B}"/>
                    </a:ext>
                  </a:extLst>
                </p:cNvPr>
                <p:cNvSpPr>
                  <a:spLocks noChangeArrowheads="1"/>
                </p:cNvSpPr>
                <p:nvPr/>
              </p:nvSpPr>
              <p:spPr bwMode="auto">
                <a:xfrm>
                  <a:off x="43"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a:t>
                  </a:r>
                </a:p>
                <a:p>
                  <a:pPr algn="just">
                    <a:spcBef>
                      <a:spcPct val="0"/>
                    </a:spcBef>
                    <a:buClrTx/>
                    <a:buSzTx/>
                    <a:buFontTx/>
                    <a:buNone/>
                  </a:pPr>
                  <a:endParaRPr lang="en-US" altLang="en-US" sz="2000">
                    <a:latin typeface="Arial" panose="020B0604020202020204" pitchFamily="34" charset="0"/>
                  </a:endParaRPr>
                </a:p>
              </p:txBody>
            </p:sp>
            <p:sp>
              <p:nvSpPr>
                <p:cNvPr id="594263" name="Rectangle 712">
                  <a:extLst>
                    <a:ext uri="{FF2B5EF4-FFF2-40B4-BE49-F238E27FC236}">
                      <a16:creationId xmlns:a16="http://schemas.microsoft.com/office/drawing/2014/main" id="{A8814EE4-F3BC-CA06-DBE8-CE9695F3BEE3}"/>
                    </a:ext>
                  </a:extLst>
                </p:cNvPr>
                <p:cNvSpPr>
                  <a:spLocks noChangeArrowheads="1"/>
                </p:cNvSpPr>
                <p:nvPr/>
              </p:nvSpPr>
              <p:spPr bwMode="auto">
                <a:xfrm>
                  <a:off x="0"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7" name="Group 715">
                <a:extLst>
                  <a:ext uri="{FF2B5EF4-FFF2-40B4-BE49-F238E27FC236}">
                    <a16:creationId xmlns:a16="http://schemas.microsoft.com/office/drawing/2014/main" id="{0512AFF6-2509-4A7B-DBC3-581787F6D9CD}"/>
                  </a:ext>
                </a:extLst>
              </p:cNvPr>
              <p:cNvGrpSpPr>
                <a:grpSpLocks/>
              </p:cNvGrpSpPr>
              <p:nvPr/>
            </p:nvGrpSpPr>
            <p:grpSpPr bwMode="auto">
              <a:xfrm>
                <a:off x="529" y="2058"/>
                <a:ext cx="529" cy="327"/>
                <a:chOff x="529" y="2058"/>
                <a:chExt cx="529" cy="327"/>
              </a:xfrm>
            </p:grpSpPr>
            <p:sp>
              <p:nvSpPr>
                <p:cNvPr id="594260" name="Rectangle 505">
                  <a:extLst>
                    <a:ext uri="{FF2B5EF4-FFF2-40B4-BE49-F238E27FC236}">
                      <a16:creationId xmlns:a16="http://schemas.microsoft.com/office/drawing/2014/main" id="{67F06FEC-A664-D4D3-A0D6-32BCF02DA8CD}"/>
                    </a:ext>
                  </a:extLst>
                </p:cNvPr>
                <p:cNvSpPr>
                  <a:spLocks noChangeArrowheads="1"/>
                </p:cNvSpPr>
                <p:nvPr/>
              </p:nvSpPr>
              <p:spPr bwMode="auto">
                <a:xfrm>
                  <a:off x="572"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a:t>
                  </a:r>
                </a:p>
                <a:p>
                  <a:pPr algn="just">
                    <a:spcBef>
                      <a:spcPct val="0"/>
                    </a:spcBef>
                    <a:buClrTx/>
                    <a:buSzTx/>
                    <a:buFontTx/>
                    <a:buNone/>
                  </a:pPr>
                  <a:endParaRPr lang="en-US" altLang="en-US" sz="2000">
                    <a:latin typeface="Arial" panose="020B0604020202020204" pitchFamily="34" charset="0"/>
                  </a:endParaRPr>
                </a:p>
              </p:txBody>
            </p:sp>
            <p:sp>
              <p:nvSpPr>
                <p:cNvPr id="594261" name="Rectangle 714">
                  <a:extLst>
                    <a:ext uri="{FF2B5EF4-FFF2-40B4-BE49-F238E27FC236}">
                      <a16:creationId xmlns:a16="http://schemas.microsoft.com/office/drawing/2014/main" id="{37262392-9871-6458-E5AE-AAFEAC04EDAD}"/>
                    </a:ext>
                  </a:extLst>
                </p:cNvPr>
                <p:cNvSpPr>
                  <a:spLocks noChangeArrowheads="1"/>
                </p:cNvSpPr>
                <p:nvPr/>
              </p:nvSpPr>
              <p:spPr bwMode="auto">
                <a:xfrm>
                  <a:off x="529"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8" name="Group 717">
                <a:extLst>
                  <a:ext uri="{FF2B5EF4-FFF2-40B4-BE49-F238E27FC236}">
                    <a16:creationId xmlns:a16="http://schemas.microsoft.com/office/drawing/2014/main" id="{09CFB954-8452-CEF2-9B44-CAF4946C5A32}"/>
                  </a:ext>
                </a:extLst>
              </p:cNvPr>
              <p:cNvGrpSpPr>
                <a:grpSpLocks/>
              </p:cNvGrpSpPr>
              <p:nvPr/>
            </p:nvGrpSpPr>
            <p:grpSpPr bwMode="auto">
              <a:xfrm>
                <a:off x="1058" y="2058"/>
                <a:ext cx="529" cy="327"/>
                <a:chOff x="1058" y="2058"/>
                <a:chExt cx="529" cy="327"/>
              </a:xfrm>
            </p:grpSpPr>
            <p:sp>
              <p:nvSpPr>
                <p:cNvPr id="594258" name="Rectangle 506">
                  <a:extLst>
                    <a:ext uri="{FF2B5EF4-FFF2-40B4-BE49-F238E27FC236}">
                      <a16:creationId xmlns:a16="http://schemas.microsoft.com/office/drawing/2014/main" id="{44ED8182-E839-613F-2C27-C2C5C9BD58EF}"/>
                    </a:ext>
                  </a:extLst>
                </p:cNvPr>
                <p:cNvSpPr>
                  <a:spLocks noChangeArrowheads="1"/>
                </p:cNvSpPr>
                <p:nvPr/>
              </p:nvSpPr>
              <p:spPr bwMode="auto">
                <a:xfrm>
                  <a:off x="1101"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21</a:t>
                  </a:r>
                </a:p>
                <a:p>
                  <a:pPr algn="just">
                    <a:spcBef>
                      <a:spcPct val="0"/>
                    </a:spcBef>
                    <a:buClrTx/>
                    <a:buSzTx/>
                    <a:buFontTx/>
                    <a:buNone/>
                  </a:pPr>
                  <a:endParaRPr lang="en-US" altLang="en-US" sz="2000">
                    <a:latin typeface="Arial" panose="020B0604020202020204" pitchFamily="34" charset="0"/>
                  </a:endParaRPr>
                </a:p>
              </p:txBody>
            </p:sp>
            <p:sp>
              <p:nvSpPr>
                <p:cNvPr id="594259" name="Rectangle 716">
                  <a:extLst>
                    <a:ext uri="{FF2B5EF4-FFF2-40B4-BE49-F238E27FC236}">
                      <a16:creationId xmlns:a16="http://schemas.microsoft.com/office/drawing/2014/main" id="{512F7929-A8D9-5F72-3CEB-10C33E20C60E}"/>
                    </a:ext>
                  </a:extLst>
                </p:cNvPr>
                <p:cNvSpPr>
                  <a:spLocks noChangeArrowheads="1"/>
                </p:cNvSpPr>
                <p:nvPr/>
              </p:nvSpPr>
              <p:spPr bwMode="auto">
                <a:xfrm>
                  <a:off x="1058"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79" name="Group 719">
                <a:extLst>
                  <a:ext uri="{FF2B5EF4-FFF2-40B4-BE49-F238E27FC236}">
                    <a16:creationId xmlns:a16="http://schemas.microsoft.com/office/drawing/2014/main" id="{4A4B85F6-21D8-C9B7-85E0-B33CAC115D8C}"/>
                  </a:ext>
                </a:extLst>
              </p:cNvPr>
              <p:cNvGrpSpPr>
                <a:grpSpLocks/>
              </p:cNvGrpSpPr>
              <p:nvPr/>
            </p:nvGrpSpPr>
            <p:grpSpPr bwMode="auto">
              <a:xfrm>
                <a:off x="1587" y="2058"/>
                <a:ext cx="529" cy="327"/>
                <a:chOff x="1587" y="2058"/>
                <a:chExt cx="529" cy="327"/>
              </a:xfrm>
            </p:grpSpPr>
            <p:sp>
              <p:nvSpPr>
                <p:cNvPr id="594256" name="Rectangle 507">
                  <a:extLst>
                    <a:ext uri="{FF2B5EF4-FFF2-40B4-BE49-F238E27FC236}">
                      <a16:creationId xmlns:a16="http://schemas.microsoft.com/office/drawing/2014/main" id="{D319F799-5760-4E19-2875-392067ED246C}"/>
                    </a:ext>
                  </a:extLst>
                </p:cNvPr>
                <p:cNvSpPr>
                  <a:spLocks noChangeArrowheads="1"/>
                </p:cNvSpPr>
                <p:nvPr/>
              </p:nvSpPr>
              <p:spPr bwMode="auto">
                <a:xfrm>
                  <a:off x="1630"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a:t>
                  </a:r>
                </a:p>
                <a:p>
                  <a:pPr algn="just">
                    <a:spcBef>
                      <a:spcPct val="0"/>
                    </a:spcBef>
                    <a:buClrTx/>
                    <a:buSzTx/>
                    <a:buFontTx/>
                    <a:buNone/>
                  </a:pPr>
                  <a:endParaRPr lang="en-US" altLang="en-US" sz="2000">
                    <a:latin typeface="Arial" panose="020B0604020202020204" pitchFamily="34" charset="0"/>
                  </a:endParaRPr>
                </a:p>
              </p:txBody>
            </p:sp>
            <p:sp>
              <p:nvSpPr>
                <p:cNvPr id="594257" name="Rectangle 718">
                  <a:extLst>
                    <a:ext uri="{FF2B5EF4-FFF2-40B4-BE49-F238E27FC236}">
                      <a16:creationId xmlns:a16="http://schemas.microsoft.com/office/drawing/2014/main" id="{C4E3C6E7-8EB2-AE97-DAEC-653BCC1782EA}"/>
                    </a:ext>
                  </a:extLst>
                </p:cNvPr>
                <p:cNvSpPr>
                  <a:spLocks noChangeArrowheads="1"/>
                </p:cNvSpPr>
                <p:nvPr/>
              </p:nvSpPr>
              <p:spPr bwMode="auto">
                <a:xfrm>
                  <a:off x="1587"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0" name="Group 721">
                <a:extLst>
                  <a:ext uri="{FF2B5EF4-FFF2-40B4-BE49-F238E27FC236}">
                    <a16:creationId xmlns:a16="http://schemas.microsoft.com/office/drawing/2014/main" id="{206CA1A9-79C6-2A7F-AFEE-7D967E0B5056}"/>
                  </a:ext>
                </a:extLst>
              </p:cNvPr>
              <p:cNvGrpSpPr>
                <a:grpSpLocks/>
              </p:cNvGrpSpPr>
              <p:nvPr/>
            </p:nvGrpSpPr>
            <p:grpSpPr bwMode="auto">
              <a:xfrm>
                <a:off x="2116" y="2058"/>
                <a:ext cx="529" cy="327"/>
                <a:chOff x="2116" y="2058"/>
                <a:chExt cx="529" cy="327"/>
              </a:xfrm>
            </p:grpSpPr>
            <p:sp>
              <p:nvSpPr>
                <p:cNvPr id="594254" name="Rectangle 508">
                  <a:extLst>
                    <a:ext uri="{FF2B5EF4-FFF2-40B4-BE49-F238E27FC236}">
                      <a16:creationId xmlns:a16="http://schemas.microsoft.com/office/drawing/2014/main" id="{4B678735-8FA5-7B34-C9E7-2DF4ECDD219C}"/>
                    </a:ext>
                  </a:extLst>
                </p:cNvPr>
                <p:cNvSpPr>
                  <a:spLocks noChangeArrowheads="1"/>
                </p:cNvSpPr>
                <p:nvPr/>
              </p:nvSpPr>
              <p:spPr bwMode="auto">
                <a:xfrm>
                  <a:off x="2159"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37</a:t>
                  </a:r>
                </a:p>
                <a:p>
                  <a:pPr algn="just">
                    <a:spcBef>
                      <a:spcPct val="0"/>
                    </a:spcBef>
                    <a:buClrTx/>
                    <a:buSzTx/>
                    <a:buFontTx/>
                    <a:buNone/>
                  </a:pPr>
                  <a:endParaRPr lang="en-US" altLang="en-US" sz="2000">
                    <a:latin typeface="Arial" panose="020B0604020202020204" pitchFamily="34" charset="0"/>
                  </a:endParaRPr>
                </a:p>
              </p:txBody>
            </p:sp>
            <p:sp>
              <p:nvSpPr>
                <p:cNvPr id="594255" name="Rectangle 720">
                  <a:extLst>
                    <a:ext uri="{FF2B5EF4-FFF2-40B4-BE49-F238E27FC236}">
                      <a16:creationId xmlns:a16="http://schemas.microsoft.com/office/drawing/2014/main" id="{988D062E-ADE2-4C65-B471-FADB178772D9}"/>
                    </a:ext>
                  </a:extLst>
                </p:cNvPr>
                <p:cNvSpPr>
                  <a:spLocks noChangeArrowheads="1"/>
                </p:cNvSpPr>
                <p:nvPr/>
              </p:nvSpPr>
              <p:spPr bwMode="auto">
                <a:xfrm>
                  <a:off x="2116"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1" name="Group 723">
                <a:extLst>
                  <a:ext uri="{FF2B5EF4-FFF2-40B4-BE49-F238E27FC236}">
                    <a16:creationId xmlns:a16="http://schemas.microsoft.com/office/drawing/2014/main" id="{534A9717-9EEA-5B4A-07B7-5A0D0FB86C73}"/>
                  </a:ext>
                </a:extLst>
              </p:cNvPr>
              <p:cNvGrpSpPr>
                <a:grpSpLocks/>
              </p:cNvGrpSpPr>
              <p:nvPr/>
            </p:nvGrpSpPr>
            <p:grpSpPr bwMode="auto">
              <a:xfrm>
                <a:off x="2645" y="2058"/>
                <a:ext cx="529" cy="327"/>
                <a:chOff x="2645" y="2058"/>
                <a:chExt cx="529" cy="327"/>
              </a:xfrm>
            </p:grpSpPr>
            <p:sp>
              <p:nvSpPr>
                <p:cNvPr id="594252" name="Rectangle 509">
                  <a:extLst>
                    <a:ext uri="{FF2B5EF4-FFF2-40B4-BE49-F238E27FC236}">
                      <a16:creationId xmlns:a16="http://schemas.microsoft.com/office/drawing/2014/main" id="{FEA2B6EF-0725-DFB6-16F8-0C13F4E8E2B5}"/>
                    </a:ext>
                  </a:extLst>
                </p:cNvPr>
                <p:cNvSpPr>
                  <a:spLocks noChangeArrowheads="1"/>
                </p:cNvSpPr>
                <p:nvPr/>
              </p:nvSpPr>
              <p:spPr bwMode="auto">
                <a:xfrm>
                  <a:off x="2688"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L</a:t>
                  </a:r>
                </a:p>
                <a:p>
                  <a:pPr algn="just">
                    <a:spcBef>
                      <a:spcPct val="0"/>
                    </a:spcBef>
                    <a:buClrTx/>
                    <a:buSzTx/>
                    <a:buFontTx/>
                    <a:buNone/>
                  </a:pPr>
                  <a:endParaRPr lang="en-US" altLang="en-US" sz="2000">
                    <a:latin typeface="Arial" panose="020B0604020202020204" pitchFamily="34" charset="0"/>
                  </a:endParaRPr>
                </a:p>
              </p:txBody>
            </p:sp>
            <p:sp>
              <p:nvSpPr>
                <p:cNvPr id="594253" name="Rectangle 722">
                  <a:extLst>
                    <a:ext uri="{FF2B5EF4-FFF2-40B4-BE49-F238E27FC236}">
                      <a16:creationId xmlns:a16="http://schemas.microsoft.com/office/drawing/2014/main" id="{16790A09-ACB0-BD61-C7BF-AC9CCD205EAE}"/>
                    </a:ext>
                  </a:extLst>
                </p:cNvPr>
                <p:cNvSpPr>
                  <a:spLocks noChangeArrowheads="1"/>
                </p:cNvSpPr>
                <p:nvPr/>
              </p:nvSpPr>
              <p:spPr bwMode="auto">
                <a:xfrm>
                  <a:off x="2645"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2" name="Group 725">
                <a:extLst>
                  <a:ext uri="{FF2B5EF4-FFF2-40B4-BE49-F238E27FC236}">
                    <a16:creationId xmlns:a16="http://schemas.microsoft.com/office/drawing/2014/main" id="{CC7FAA9B-EDEC-742E-84F1-ECA3843E0A8C}"/>
                  </a:ext>
                </a:extLst>
              </p:cNvPr>
              <p:cNvGrpSpPr>
                <a:grpSpLocks/>
              </p:cNvGrpSpPr>
              <p:nvPr/>
            </p:nvGrpSpPr>
            <p:grpSpPr bwMode="auto">
              <a:xfrm>
                <a:off x="3174" y="2058"/>
                <a:ext cx="529" cy="327"/>
                <a:chOff x="3174" y="2058"/>
                <a:chExt cx="529" cy="327"/>
              </a:xfrm>
            </p:grpSpPr>
            <p:sp>
              <p:nvSpPr>
                <p:cNvPr id="594250" name="Rectangle 510">
                  <a:extLst>
                    <a:ext uri="{FF2B5EF4-FFF2-40B4-BE49-F238E27FC236}">
                      <a16:creationId xmlns:a16="http://schemas.microsoft.com/office/drawing/2014/main" id="{2AFC2359-F8C7-FF13-51CB-FDB5E0634407}"/>
                    </a:ext>
                  </a:extLst>
                </p:cNvPr>
                <p:cNvSpPr>
                  <a:spLocks noChangeArrowheads="1"/>
                </p:cNvSpPr>
                <p:nvPr/>
              </p:nvSpPr>
              <p:spPr bwMode="auto">
                <a:xfrm>
                  <a:off x="3217"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53</a:t>
                  </a:r>
                </a:p>
                <a:p>
                  <a:pPr algn="just">
                    <a:spcBef>
                      <a:spcPct val="0"/>
                    </a:spcBef>
                    <a:buClrTx/>
                    <a:buSzTx/>
                    <a:buFontTx/>
                    <a:buNone/>
                  </a:pPr>
                  <a:endParaRPr lang="en-US" altLang="en-US" sz="2000">
                    <a:latin typeface="Arial" panose="020B0604020202020204" pitchFamily="34" charset="0"/>
                  </a:endParaRPr>
                </a:p>
              </p:txBody>
            </p:sp>
            <p:sp>
              <p:nvSpPr>
                <p:cNvPr id="594251" name="Rectangle 724">
                  <a:extLst>
                    <a:ext uri="{FF2B5EF4-FFF2-40B4-BE49-F238E27FC236}">
                      <a16:creationId xmlns:a16="http://schemas.microsoft.com/office/drawing/2014/main" id="{A6E81834-1E8A-FEAF-3225-4B0870C102E6}"/>
                    </a:ext>
                  </a:extLst>
                </p:cNvPr>
                <p:cNvSpPr>
                  <a:spLocks noChangeArrowheads="1"/>
                </p:cNvSpPr>
                <p:nvPr/>
              </p:nvSpPr>
              <p:spPr bwMode="auto">
                <a:xfrm>
                  <a:off x="3174"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3" name="Group 727">
                <a:extLst>
                  <a:ext uri="{FF2B5EF4-FFF2-40B4-BE49-F238E27FC236}">
                    <a16:creationId xmlns:a16="http://schemas.microsoft.com/office/drawing/2014/main" id="{27F6415A-A2AF-FF9F-0750-B10B2D2EE721}"/>
                  </a:ext>
                </a:extLst>
              </p:cNvPr>
              <p:cNvGrpSpPr>
                <a:grpSpLocks/>
              </p:cNvGrpSpPr>
              <p:nvPr/>
            </p:nvGrpSpPr>
            <p:grpSpPr bwMode="auto">
              <a:xfrm>
                <a:off x="3703" y="2058"/>
                <a:ext cx="529" cy="327"/>
                <a:chOff x="3703" y="2058"/>
                <a:chExt cx="529" cy="327"/>
              </a:xfrm>
            </p:grpSpPr>
            <p:sp>
              <p:nvSpPr>
                <p:cNvPr id="594248" name="Rectangle 511">
                  <a:extLst>
                    <a:ext uri="{FF2B5EF4-FFF2-40B4-BE49-F238E27FC236}">
                      <a16:creationId xmlns:a16="http://schemas.microsoft.com/office/drawing/2014/main" id="{2C49D0C6-E6CA-B0E2-E6F4-A32268F2DD65}"/>
                    </a:ext>
                  </a:extLst>
                </p:cNvPr>
                <p:cNvSpPr>
                  <a:spLocks noChangeArrowheads="1"/>
                </p:cNvSpPr>
                <p:nvPr/>
              </p:nvSpPr>
              <p:spPr bwMode="auto">
                <a:xfrm>
                  <a:off x="3746" y="205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a:t>
                  </a:r>
                </a:p>
                <a:p>
                  <a:pPr algn="just">
                    <a:spcBef>
                      <a:spcPct val="0"/>
                    </a:spcBef>
                    <a:buClrTx/>
                    <a:buSzTx/>
                    <a:buFontTx/>
                    <a:buNone/>
                  </a:pPr>
                  <a:endParaRPr lang="en-US" altLang="en-US" sz="2000">
                    <a:latin typeface="Arial" panose="020B0604020202020204" pitchFamily="34" charset="0"/>
                  </a:endParaRPr>
                </a:p>
              </p:txBody>
            </p:sp>
            <p:sp>
              <p:nvSpPr>
                <p:cNvPr id="594249" name="Rectangle 726">
                  <a:extLst>
                    <a:ext uri="{FF2B5EF4-FFF2-40B4-BE49-F238E27FC236}">
                      <a16:creationId xmlns:a16="http://schemas.microsoft.com/office/drawing/2014/main" id="{901A3F26-BF95-46D2-62F4-EC14984B45CD}"/>
                    </a:ext>
                  </a:extLst>
                </p:cNvPr>
                <p:cNvSpPr>
                  <a:spLocks noChangeArrowheads="1"/>
                </p:cNvSpPr>
                <p:nvPr/>
              </p:nvSpPr>
              <p:spPr bwMode="auto">
                <a:xfrm>
                  <a:off x="3703" y="205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4" name="Group 729">
                <a:extLst>
                  <a:ext uri="{FF2B5EF4-FFF2-40B4-BE49-F238E27FC236}">
                    <a16:creationId xmlns:a16="http://schemas.microsoft.com/office/drawing/2014/main" id="{B4767DE7-F43E-FE3A-B1ED-D13C871A1640}"/>
                  </a:ext>
                </a:extLst>
              </p:cNvPr>
              <p:cNvGrpSpPr>
                <a:grpSpLocks/>
              </p:cNvGrpSpPr>
              <p:nvPr/>
            </p:nvGrpSpPr>
            <p:grpSpPr bwMode="auto">
              <a:xfrm>
                <a:off x="0" y="2385"/>
                <a:ext cx="529" cy="327"/>
                <a:chOff x="0" y="2385"/>
                <a:chExt cx="529" cy="327"/>
              </a:xfrm>
            </p:grpSpPr>
            <p:sp>
              <p:nvSpPr>
                <p:cNvPr id="594246" name="Rectangle 512">
                  <a:extLst>
                    <a:ext uri="{FF2B5EF4-FFF2-40B4-BE49-F238E27FC236}">
                      <a16:creationId xmlns:a16="http://schemas.microsoft.com/office/drawing/2014/main" id="{6E3801D6-14CA-E0C9-0B56-142F0ED1F5CF}"/>
                    </a:ext>
                  </a:extLst>
                </p:cNvPr>
                <p:cNvSpPr>
                  <a:spLocks noChangeArrowheads="1"/>
                </p:cNvSpPr>
                <p:nvPr/>
              </p:nvSpPr>
              <p:spPr bwMode="auto">
                <a:xfrm>
                  <a:off x="43"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a:t>
                  </a:r>
                </a:p>
                <a:p>
                  <a:pPr algn="just">
                    <a:spcBef>
                      <a:spcPct val="0"/>
                    </a:spcBef>
                    <a:buClrTx/>
                    <a:buSzTx/>
                    <a:buFontTx/>
                    <a:buNone/>
                  </a:pPr>
                  <a:endParaRPr lang="en-US" altLang="en-US" sz="2000">
                    <a:latin typeface="Arial" panose="020B0604020202020204" pitchFamily="34" charset="0"/>
                  </a:endParaRPr>
                </a:p>
              </p:txBody>
            </p:sp>
            <p:sp>
              <p:nvSpPr>
                <p:cNvPr id="594247" name="Rectangle 728">
                  <a:extLst>
                    <a:ext uri="{FF2B5EF4-FFF2-40B4-BE49-F238E27FC236}">
                      <a16:creationId xmlns:a16="http://schemas.microsoft.com/office/drawing/2014/main" id="{3A51D4ED-2AAF-D8DC-4112-AEFCA4E72D00}"/>
                    </a:ext>
                  </a:extLst>
                </p:cNvPr>
                <p:cNvSpPr>
                  <a:spLocks noChangeArrowheads="1"/>
                </p:cNvSpPr>
                <p:nvPr/>
              </p:nvSpPr>
              <p:spPr bwMode="auto">
                <a:xfrm>
                  <a:off x="0"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5" name="Group 731">
                <a:extLst>
                  <a:ext uri="{FF2B5EF4-FFF2-40B4-BE49-F238E27FC236}">
                    <a16:creationId xmlns:a16="http://schemas.microsoft.com/office/drawing/2014/main" id="{B4E1F511-B03F-4E90-1A50-DF8C540FFB8C}"/>
                  </a:ext>
                </a:extLst>
              </p:cNvPr>
              <p:cNvGrpSpPr>
                <a:grpSpLocks/>
              </p:cNvGrpSpPr>
              <p:nvPr/>
            </p:nvGrpSpPr>
            <p:grpSpPr bwMode="auto">
              <a:xfrm>
                <a:off x="529" y="2385"/>
                <a:ext cx="529" cy="327"/>
                <a:chOff x="529" y="2385"/>
                <a:chExt cx="529" cy="327"/>
              </a:xfrm>
            </p:grpSpPr>
            <p:sp>
              <p:nvSpPr>
                <p:cNvPr id="594244" name="Rectangle 513">
                  <a:extLst>
                    <a:ext uri="{FF2B5EF4-FFF2-40B4-BE49-F238E27FC236}">
                      <a16:creationId xmlns:a16="http://schemas.microsoft.com/office/drawing/2014/main" id="{B773FE09-AF0C-9E13-BE64-62100FBD9423}"/>
                    </a:ext>
                  </a:extLst>
                </p:cNvPr>
                <p:cNvSpPr>
                  <a:spLocks noChangeArrowheads="1"/>
                </p:cNvSpPr>
                <p:nvPr/>
              </p:nvSpPr>
              <p:spPr bwMode="auto">
                <a:xfrm>
                  <a:off x="572"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G</a:t>
                  </a:r>
                </a:p>
                <a:p>
                  <a:pPr algn="just">
                    <a:spcBef>
                      <a:spcPct val="0"/>
                    </a:spcBef>
                    <a:buClrTx/>
                    <a:buSzTx/>
                    <a:buFontTx/>
                    <a:buNone/>
                  </a:pPr>
                  <a:endParaRPr lang="en-US" altLang="en-US" sz="2000">
                    <a:latin typeface="Arial" panose="020B0604020202020204" pitchFamily="34" charset="0"/>
                  </a:endParaRPr>
                </a:p>
              </p:txBody>
            </p:sp>
            <p:sp>
              <p:nvSpPr>
                <p:cNvPr id="594245" name="Rectangle 730">
                  <a:extLst>
                    <a:ext uri="{FF2B5EF4-FFF2-40B4-BE49-F238E27FC236}">
                      <a16:creationId xmlns:a16="http://schemas.microsoft.com/office/drawing/2014/main" id="{34B268AF-DE39-E5F7-2FC6-9C38B88E37DB}"/>
                    </a:ext>
                  </a:extLst>
                </p:cNvPr>
                <p:cNvSpPr>
                  <a:spLocks noChangeArrowheads="1"/>
                </p:cNvSpPr>
                <p:nvPr/>
              </p:nvSpPr>
              <p:spPr bwMode="auto">
                <a:xfrm>
                  <a:off x="529"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6" name="Group 733">
                <a:extLst>
                  <a:ext uri="{FF2B5EF4-FFF2-40B4-BE49-F238E27FC236}">
                    <a16:creationId xmlns:a16="http://schemas.microsoft.com/office/drawing/2014/main" id="{B44147CF-8B16-087C-0894-C064002AC373}"/>
                  </a:ext>
                </a:extLst>
              </p:cNvPr>
              <p:cNvGrpSpPr>
                <a:grpSpLocks/>
              </p:cNvGrpSpPr>
              <p:nvPr/>
            </p:nvGrpSpPr>
            <p:grpSpPr bwMode="auto">
              <a:xfrm>
                <a:off x="1058" y="2385"/>
                <a:ext cx="529" cy="327"/>
                <a:chOff x="1058" y="2385"/>
                <a:chExt cx="529" cy="327"/>
              </a:xfrm>
            </p:grpSpPr>
            <p:sp>
              <p:nvSpPr>
                <p:cNvPr id="594242" name="Rectangle 514">
                  <a:extLst>
                    <a:ext uri="{FF2B5EF4-FFF2-40B4-BE49-F238E27FC236}">
                      <a16:creationId xmlns:a16="http://schemas.microsoft.com/office/drawing/2014/main" id="{8D0339A6-492B-70FD-3A57-85FF61A72877}"/>
                    </a:ext>
                  </a:extLst>
                </p:cNvPr>
                <p:cNvSpPr>
                  <a:spLocks noChangeArrowheads="1"/>
                </p:cNvSpPr>
                <p:nvPr/>
              </p:nvSpPr>
              <p:spPr bwMode="auto">
                <a:xfrm>
                  <a:off x="1101"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22</a:t>
                  </a:r>
                </a:p>
                <a:p>
                  <a:pPr algn="just">
                    <a:spcBef>
                      <a:spcPct val="0"/>
                    </a:spcBef>
                    <a:buClrTx/>
                    <a:buSzTx/>
                    <a:buFontTx/>
                    <a:buNone/>
                  </a:pPr>
                  <a:endParaRPr lang="en-US" altLang="en-US" sz="2000">
                    <a:latin typeface="Arial" panose="020B0604020202020204" pitchFamily="34" charset="0"/>
                  </a:endParaRPr>
                </a:p>
              </p:txBody>
            </p:sp>
            <p:sp>
              <p:nvSpPr>
                <p:cNvPr id="594243" name="Rectangle 732">
                  <a:extLst>
                    <a:ext uri="{FF2B5EF4-FFF2-40B4-BE49-F238E27FC236}">
                      <a16:creationId xmlns:a16="http://schemas.microsoft.com/office/drawing/2014/main" id="{C103371B-09CE-991D-7F36-C188F900E548}"/>
                    </a:ext>
                  </a:extLst>
                </p:cNvPr>
                <p:cNvSpPr>
                  <a:spLocks noChangeArrowheads="1"/>
                </p:cNvSpPr>
                <p:nvPr/>
              </p:nvSpPr>
              <p:spPr bwMode="auto">
                <a:xfrm>
                  <a:off x="1058"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7" name="Group 735">
                <a:extLst>
                  <a:ext uri="{FF2B5EF4-FFF2-40B4-BE49-F238E27FC236}">
                    <a16:creationId xmlns:a16="http://schemas.microsoft.com/office/drawing/2014/main" id="{62B4EF86-EDD5-AA23-2F40-CE8BC1EFE4D5}"/>
                  </a:ext>
                </a:extLst>
              </p:cNvPr>
              <p:cNvGrpSpPr>
                <a:grpSpLocks/>
              </p:cNvGrpSpPr>
              <p:nvPr/>
            </p:nvGrpSpPr>
            <p:grpSpPr bwMode="auto">
              <a:xfrm>
                <a:off x="1587" y="2385"/>
                <a:ext cx="529" cy="327"/>
                <a:chOff x="1587" y="2385"/>
                <a:chExt cx="529" cy="327"/>
              </a:xfrm>
            </p:grpSpPr>
            <p:sp>
              <p:nvSpPr>
                <p:cNvPr id="594240" name="Rectangle 515">
                  <a:extLst>
                    <a:ext uri="{FF2B5EF4-FFF2-40B4-BE49-F238E27FC236}">
                      <a16:creationId xmlns:a16="http://schemas.microsoft.com/office/drawing/2014/main" id="{80F8FBB9-A60B-46BF-AC96-25294F848C0F}"/>
                    </a:ext>
                  </a:extLst>
                </p:cNvPr>
                <p:cNvSpPr>
                  <a:spLocks noChangeArrowheads="1"/>
                </p:cNvSpPr>
                <p:nvPr/>
              </p:nvSpPr>
              <p:spPr bwMode="auto">
                <a:xfrm>
                  <a:off x="1630"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a:t>
                  </a:r>
                </a:p>
                <a:p>
                  <a:pPr algn="just">
                    <a:spcBef>
                      <a:spcPct val="0"/>
                    </a:spcBef>
                    <a:buClrTx/>
                    <a:buSzTx/>
                    <a:buFontTx/>
                    <a:buNone/>
                  </a:pPr>
                  <a:endParaRPr lang="en-US" altLang="en-US" sz="2000">
                    <a:latin typeface="Arial" panose="020B0604020202020204" pitchFamily="34" charset="0"/>
                  </a:endParaRPr>
                </a:p>
              </p:txBody>
            </p:sp>
            <p:sp>
              <p:nvSpPr>
                <p:cNvPr id="594241" name="Rectangle 734">
                  <a:extLst>
                    <a:ext uri="{FF2B5EF4-FFF2-40B4-BE49-F238E27FC236}">
                      <a16:creationId xmlns:a16="http://schemas.microsoft.com/office/drawing/2014/main" id="{0272FDD9-4C20-6668-5EF7-09B07BC0F8CD}"/>
                    </a:ext>
                  </a:extLst>
                </p:cNvPr>
                <p:cNvSpPr>
                  <a:spLocks noChangeArrowheads="1"/>
                </p:cNvSpPr>
                <p:nvPr/>
              </p:nvSpPr>
              <p:spPr bwMode="auto">
                <a:xfrm>
                  <a:off x="1587"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8" name="Group 737">
                <a:extLst>
                  <a:ext uri="{FF2B5EF4-FFF2-40B4-BE49-F238E27FC236}">
                    <a16:creationId xmlns:a16="http://schemas.microsoft.com/office/drawing/2014/main" id="{65439567-A7E9-8614-9E3E-B036F868376B}"/>
                  </a:ext>
                </a:extLst>
              </p:cNvPr>
              <p:cNvGrpSpPr>
                <a:grpSpLocks/>
              </p:cNvGrpSpPr>
              <p:nvPr/>
            </p:nvGrpSpPr>
            <p:grpSpPr bwMode="auto">
              <a:xfrm>
                <a:off x="2116" y="2385"/>
                <a:ext cx="529" cy="327"/>
                <a:chOff x="2116" y="2385"/>
                <a:chExt cx="529" cy="327"/>
              </a:xfrm>
            </p:grpSpPr>
            <p:sp>
              <p:nvSpPr>
                <p:cNvPr id="594238" name="Rectangle 516">
                  <a:extLst>
                    <a:ext uri="{FF2B5EF4-FFF2-40B4-BE49-F238E27FC236}">
                      <a16:creationId xmlns:a16="http://schemas.microsoft.com/office/drawing/2014/main" id="{88DD258A-C45B-BF27-95C9-0C6CD7FB22C9}"/>
                    </a:ext>
                  </a:extLst>
                </p:cNvPr>
                <p:cNvSpPr>
                  <a:spLocks noChangeArrowheads="1"/>
                </p:cNvSpPr>
                <p:nvPr/>
              </p:nvSpPr>
              <p:spPr bwMode="auto">
                <a:xfrm>
                  <a:off x="2159"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38</a:t>
                  </a:r>
                </a:p>
                <a:p>
                  <a:pPr algn="just">
                    <a:spcBef>
                      <a:spcPct val="0"/>
                    </a:spcBef>
                    <a:buClrTx/>
                    <a:buSzTx/>
                    <a:buFontTx/>
                    <a:buNone/>
                  </a:pPr>
                  <a:endParaRPr lang="en-US" altLang="en-US" sz="2000">
                    <a:latin typeface="Arial" panose="020B0604020202020204" pitchFamily="34" charset="0"/>
                  </a:endParaRPr>
                </a:p>
              </p:txBody>
            </p:sp>
            <p:sp>
              <p:nvSpPr>
                <p:cNvPr id="594239" name="Rectangle 736">
                  <a:extLst>
                    <a:ext uri="{FF2B5EF4-FFF2-40B4-BE49-F238E27FC236}">
                      <a16:creationId xmlns:a16="http://schemas.microsoft.com/office/drawing/2014/main" id="{34F2A984-855A-CFA2-475F-A58A0DE9D781}"/>
                    </a:ext>
                  </a:extLst>
                </p:cNvPr>
                <p:cNvSpPr>
                  <a:spLocks noChangeArrowheads="1"/>
                </p:cNvSpPr>
                <p:nvPr/>
              </p:nvSpPr>
              <p:spPr bwMode="auto">
                <a:xfrm>
                  <a:off x="2116"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89" name="Group 739">
                <a:extLst>
                  <a:ext uri="{FF2B5EF4-FFF2-40B4-BE49-F238E27FC236}">
                    <a16:creationId xmlns:a16="http://schemas.microsoft.com/office/drawing/2014/main" id="{CA4C48D9-1DB1-9896-326A-7469E8994749}"/>
                  </a:ext>
                </a:extLst>
              </p:cNvPr>
              <p:cNvGrpSpPr>
                <a:grpSpLocks/>
              </p:cNvGrpSpPr>
              <p:nvPr/>
            </p:nvGrpSpPr>
            <p:grpSpPr bwMode="auto">
              <a:xfrm>
                <a:off x="2645" y="2385"/>
                <a:ext cx="529" cy="327"/>
                <a:chOff x="2645" y="2385"/>
                <a:chExt cx="529" cy="327"/>
              </a:xfrm>
            </p:grpSpPr>
            <p:sp>
              <p:nvSpPr>
                <p:cNvPr id="594236" name="Rectangle 517">
                  <a:extLst>
                    <a:ext uri="{FF2B5EF4-FFF2-40B4-BE49-F238E27FC236}">
                      <a16:creationId xmlns:a16="http://schemas.microsoft.com/office/drawing/2014/main" id="{9913C4FF-5C2C-A316-D606-E3A490B336F8}"/>
                    </a:ext>
                  </a:extLst>
                </p:cNvPr>
                <p:cNvSpPr>
                  <a:spLocks noChangeArrowheads="1"/>
                </p:cNvSpPr>
                <p:nvPr/>
              </p:nvSpPr>
              <p:spPr bwMode="auto">
                <a:xfrm>
                  <a:off x="2688"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M</a:t>
                  </a:r>
                </a:p>
                <a:p>
                  <a:pPr algn="just">
                    <a:spcBef>
                      <a:spcPct val="0"/>
                    </a:spcBef>
                    <a:buClrTx/>
                    <a:buSzTx/>
                    <a:buFontTx/>
                    <a:buNone/>
                  </a:pPr>
                  <a:endParaRPr lang="en-US" altLang="en-US" sz="2000">
                    <a:latin typeface="Arial" panose="020B0604020202020204" pitchFamily="34" charset="0"/>
                  </a:endParaRPr>
                </a:p>
              </p:txBody>
            </p:sp>
            <p:sp>
              <p:nvSpPr>
                <p:cNvPr id="594237" name="Rectangle 738">
                  <a:extLst>
                    <a:ext uri="{FF2B5EF4-FFF2-40B4-BE49-F238E27FC236}">
                      <a16:creationId xmlns:a16="http://schemas.microsoft.com/office/drawing/2014/main" id="{165C88B6-1C49-D207-CB5C-E323284B22DE}"/>
                    </a:ext>
                  </a:extLst>
                </p:cNvPr>
                <p:cNvSpPr>
                  <a:spLocks noChangeArrowheads="1"/>
                </p:cNvSpPr>
                <p:nvPr/>
              </p:nvSpPr>
              <p:spPr bwMode="auto">
                <a:xfrm>
                  <a:off x="2645"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0" name="Group 741">
                <a:extLst>
                  <a:ext uri="{FF2B5EF4-FFF2-40B4-BE49-F238E27FC236}">
                    <a16:creationId xmlns:a16="http://schemas.microsoft.com/office/drawing/2014/main" id="{760C9650-F9D7-EF3D-6680-0AF1F0072CD8}"/>
                  </a:ext>
                </a:extLst>
              </p:cNvPr>
              <p:cNvGrpSpPr>
                <a:grpSpLocks/>
              </p:cNvGrpSpPr>
              <p:nvPr/>
            </p:nvGrpSpPr>
            <p:grpSpPr bwMode="auto">
              <a:xfrm>
                <a:off x="3174" y="2385"/>
                <a:ext cx="529" cy="327"/>
                <a:chOff x="3174" y="2385"/>
                <a:chExt cx="529" cy="327"/>
              </a:xfrm>
            </p:grpSpPr>
            <p:sp>
              <p:nvSpPr>
                <p:cNvPr id="594234" name="Rectangle 518">
                  <a:extLst>
                    <a:ext uri="{FF2B5EF4-FFF2-40B4-BE49-F238E27FC236}">
                      <a16:creationId xmlns:a16="http://schemas.microsoft.com/office/drawing/2014/main" id="{8C409E9C-D072-C237-F323-D3E673A254FD}"/>
                    </a:ext>
                  </a:extLst>
                </p:cNvPr>
                <p:cNvSpPr>
                  <a:spLocks noChangeArrowheads="1"/>
                </p:cNvSpPr>
                <p:nvPr/>
              </p:nvSpPr>
              <p:spPr bwMode="auto">
                <a:xfrm>
                  <a:off x="3217"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54</a:t>
                  </a:r>
                </a:p>
                <a:p>
                  <a:pPr algn="just">
                    <a:spcBef>
                      <a:spcPct val="0"/>
                    </a:spcBef>
                    <a:buClrTx/>
                    <a:buSzTx/>
                    <a:buFontTx/>
                    <a:buNone/>
                  </a:pPr>
                  <a:endParaRPr lang="en-US" altLang="en-US" sz="2000">
                    <a:latin typeface="Arial" panose="020B0604020202020204" pitchFamily="34" charset="0"/>
                  </a:endParaRPr>
                </a:p>
              </p:txBody>
            </p:sp>
            <p:sp>
              <p:nvSpPr>
                <p:cNvPr id="594235" name="Rectangle 740">
                  <a:extLst>
                    <a:ext uri="{FF2B5EF4-FFF2-40B4-BE49-F238E27FC236}">
                      <a16:creationId xmlns:a16="http://schemas.microsoft.com/office/drawing/2014/main" id="{27416C25-AAC9-D591-CFB9-AA2504D0C875}"/>
                    </a:ext>
                  </a:extLst>
                </p:cNvPr>
                <p:cNvSpPr>
                  <a:spLocks noChangeArrowheads="1"/>
                </p:cNvSpPr>
                <p:nvPr/>
              </p:nvSpPr>
              <p:spPr bwMode="auto">
                <a:xfrm>
                  <a:off x="3174"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1" name="Group 743">
                <a:extLst>
                  <a:ext uri="{FF2B5EF4-FFF2-40B4-BE49-F238E27FC236}">
                    <a16:creationId xmlns:a16="http://schemas.microsoft.com/office/drawing/2014/main" id="{62F5B9BA-3813-F8FB-B01D-30FA09EC2E6E}"/>
                  </a:ext>
                </a:extLst>
              </p:cNvPr>
              <p:cNvGrpSpPr>
                <a:grpSpLocks/>
              </p:cNvGrpSpPr>
              <p:nvPr/>
            </p:nvGrpSpPr>
            <p:grpSpPr bwMode="auto">
              <a:xfrm>
                <a:off x="3703" y="2385"/>
                <a:ext cx="529" cy="327"/>
                <a:chOff x="3703" y="2385"/>
                <a:chExt cx="529" cy="327"/>
              </a:xfrm>
            </p:grpSpPr>
            <p:sp>
              <p:nvSpPr>
                <p:cNvPr id="594232" name="Rectangle 519">
                  <a:extLst>
                    <a:ext uri="{FF2B5EF4-FFF2-40B4-BE49-F238E27FC236}">
                      <a16:creationId xmlns:a16="http://schemas.microsoft.com/office/drawing/2014/main" id="{CFFFE1F9-5C63-57CB-A455-292C23754E65}"/>
                    </a:ext>
                  </a:extLst>
                </p:cNvPr>
                <p:cNvSpPr>
                  <a:spLocks noChangeArrowheads="1"/>
                </p:cNvSpPr>
                <p:nvPr/>
              </p:nvSpPr>
              <p:spPr bwMode="auto">
                <a:xfrm>
                  <a:off x="3746" y="2385"/>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a:t>
                  </a:r>
                </a:p>
                <a:p>
                  <a:pPr algn="just">
                    <a:spcBef>
                      <a:spcPct val="0"/>
                    </a:spcBef>
                    <a:buClrTx/>
                    <a:buSzTx/>
                    <a:buFontTx/>
                    <a:buNone/>
                  </a:pPr>
                  <a:endParaRPr lang="en-US" altLang="en-US" sz="2000">
                    <a:latin typeface="Arial" panose="020B0604020202020204" pitchFamily="34" charset="0"/>
                  </a:endParaRPr>
                </a:p>
              </p:txBody>
            </p:sp>
            <p:sp>
              <p:nvSpPr>
                <p:cNvPr id="594233" name="Rectangle 742">
                  <a:extLst>
                    <a:ext uri="{FF2B5EF4-FFF2-40B4-BE49-F238E27FC236}">
                      <a16:creationId xmlns:a16="http://schemas.microsoft.com/office/drawing/2014/main" id="{3A6DFD89-ECD3-7F9E-A665-1197490B3A8C}"/>
                    </a:ext>
                  </a:extLst>
                </p:cNvPr>
                <p:cNvSpPr>
                  <a:spLocks noChangeArrowheads="1"/>
                </p:cNvSpPr>
                <p:nvPr/>
              </p:nvSpPr>
              <p:spPr bwMode="auto">
                <a:xfrm>
                  <a:off x="3703" y="2385"/>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2" name="Group 745">
                <a:extLst>
                  <a:ext uri="{FF2B5EF4-FFF2-40B4-BE49-F238E27FC236}">
                    <a16:creationId xmlns:a16="http://schemas.microsoft.com/office/drawing/2014/main" id="{7ECFDD6E-384C-1BCE-63C0-562FB9469917}"/>
                  </a:ext>
                </a:extLst>
              </p:cNvPr>
              <p:cNvGrpSpPr>
                <a:grpSpLocks/>
              </p:cNvGrpSpPr>
              <p:nvPr/>
            </p:nvGrpSpPr>
            <p:grpSpPr bwMode="auto">
              <a:xfrm>
                <a:off x="0" y="2712"/>
                <a:ext cx="529" cy="327"/>
                <a:chOff x="0" y="2712"/>
                <a:chExt cx="529" cy="327"/>
              </a:xfrm>
            </p:grpSpPr>
            <p:sp>
              <p:nvSpPr>
                <p:cNvPr id="594230" name="Rectangle 520">
                  <a:extLst>
                    <a:ext uri="{FF2B5EF4-FFF2-40B4-BE49-F238E27FC236}">
                      <a16:creationId xmlns:a16="http://schemas.microsoft.com/office/drawing/2014/main" id="{2420023D-7AB8-EA95-622F-5808D013F409}"/>
                    </a:ext>
                  </a:extLst>
                </p:cNvPr>
                <p:cNvSpPr>
                  <a:spLocks noChangeArrowheads="1"/>
                </p:cNvSpPr>
                <p:nvPr/>
              </p:nvSpPr>
              <p:spPr bwMode="auto">
                <a:xfrm>
                  <a:off x="43"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7</a:t>
                  </a:r>
                </a:p>
                <a:p>
                  <a:pPr algn="just">
                    <a:spcBef>
                      <a:spcPct val="0"/>
                    </a:spcBef>
                    <a:buClrTx/>
                    <a:buSzTx/>
                    <a:buFontTx/>
                    <a:buNone/>
                  </a:pPr>
                  <a:endParaRPr lang="en-US" altLang="en-US" sz="2000">
                    <a:latin typeface="Arial" panose="020B0604020202020204" pitchFamily="34" charset="0"/>
                  </a:endParaRPr>
                </a:p>
              </p:txBody>
            </p:sp>
            <p:sp>
              <p:nvSpPr>
                <p:cNvPr id="594231" name="Rectangle 744">
                  <a:extLst>
                    <a:ext uri="{FF2B5EF4-FFF2-40B4-BE49-F238E27FC236}">
                      <a16:creationId xmlns:a16="http://schemas.microsoft.com/office/drawing/2014/main" id="{7FD80004-A475-C248-388C-C43FD24D0052}"/>
                    </a:ext>
                  </a:extLst>
                </p:cNvPr>
                <p:cNvSpPr>
                  <a:spLocks noChangeArrowheads="1"/>
                </p:cNvSpPr>
                <p:nvPr/>
              </p:nvSpPr>
              <p:spPr bwMode="auto">
                <a:xfrm>
                  <a:off x="0"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3" name="Group 747">
                <a:extLst>
                  <a:ext uri="{FF2B5EF4-FFF2-40B4-BE49-F238E27FC236}">
                    <a16:creationId xmlns:a16="http://schemas.microsoft.com/office/drawing/2014/main" id="{5D07D084-91C1-5760-FB96-D48548A05DB3}"/>
                  </a:ext>
                </a:extLst>
              </p:cNvPr>
              <p:cNvGrpSpPr>
                <a:grpSpLocks/>
              </p:cNvGrpSpPr>
              <p:nvPr/>
            </p:nvGrpSpPr>
            <p:grpSpPr bwMode="auto">
              <a:xfrm>
                <a:off x="529" y="2712"/>
                <a:ext cx="529" cy="327"/>
                <a:chOff x="529" y="2712"/>
                <a:chExt cx="529" cy="327"/>
              </a:xfrm>
            </p:grpSpPr>
            <p:sp>
              <p:nvSpPr>
                <p:cNvPr id="594228" name="Rectangle 521">
                  <a:extLst>
                    <a:ext uri="{FF2B5EF4-FFF2-40B4-BE49-F238E27FC236}">
                      <a16:creationId xmlns:a16="http://schemas.microsoft.com/office/drawing/2014/main" id="{D61F07BE-B848-DC42-07AD-6A9A011506A4}"/>
                    </a:ext>
                  </a:extLst>
                </p:cNvPr>
                <p:cNvSpPr>
                  <a:spLocks noChangeArrowheads="1"/>
                </p:cNvSpPr>
                <p:nvPr/>
              </p:nvSpPr>
              <p:spPr bwMode="auto">
                <a:xfrm>
                  <a:off x="572"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H</a:t>
                  </a:r>
                </a:p>
                <a:p>
                  <a:pPr algn="just">
                    <a:spcBef>
                      <a:spcPct val="0"/>
                    </a:spcBef>
                    <a:buClrTx/>
                    <a:buSzTx/>
                    <a:buFontTx/>
                    <a:buNone/>
                  </a:pPr>
                  <a:endParaRPr lang="en-US" altLang="en-US" sz="2000">
                    <a:latin typeface="Arial" panose="020B0604020202020204" pitchFamily="34" charset="0"/>
                  </a:endParaRPr>
                </a:p>
              </p:txBody>
            </p:sp>
            <p:sp>
              <p:nvSpPr>
                <p:cNvPr id="594229" name="Rectangle 746">
                  <a:extLst>
                    <a:ext uri="{FF2B5EF4-FFF2-40B4-BE49-F238E27FC236}">
                      <a16:creationId xmlns:a16="http://schemas.microsoft.com/office/drawing/2014/main" id="{E9E19678-2662-EF4B-979E-FBB8034A3472}"/>
                    </a:ext>
                  </a:extLst>
                </p:cNvPr>
                <p:cNvSpPr>
                  <a:spLocks noChangeArrowheads="1"/>
                </p:cNvSpPr>
                <p:nvPr/>
              </p:nvSpPr>
              <p:spPr bwMode="auto">
                <a:xfrm>
                  <a:off x="529"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4" name="Group 749">
                <a:extLst>
                  <a:ext uri="{FF2B5EF4-FFF2-40B4-BE49-F238E27FC236}">
                    <a16:creationId xmlns:a16="http://schemas.microsoft.com/office/drawing/2014/main" id="{8A606F6A-E1CA-0569-DBC9-5081BC1B7CFC}"/>
                  </a:ext>
                </a:extLst>
              </p:cNvPr>
              <p:cNvGrpSpPr>
                <a:grpSpLocks/>
              </p:cNvGrpSpPr>
              <p:nvPr/>
            </p:nvGrpSpPr>
            <p:grpSpPr bwMode="auto">
              <a:xfrm>
                <a:off x="1058" y="2712"/>
                <a:ext cx="529" cy="327"/>
                <a:chOff x="1058" y="2712"/>
                <a:chExt cx="529" cy="327"/>
              </a:xfrm>
            </p:grpSpPr>
            <p:sp>
              <p:nvSpPr>
                <p:cNvPr id="594226" name="Rectangle 522">
                  <a:extLst>
                    <a:ext uri="{FF2B5EF4-FFF2-40B4-BE49-F238E27FC236}">
                      <a16:creationId xmlns:a16="http://schemas.microsoft.com/office/drawing/2014/main" id="{76FD1C38-1592-1230-42C8-E94DEB4E6768}"/>
                    </a:ext>
                  </a:extLst>
                </p:cNvPr>
                <p:cNvSpPr>
                  <a:spLocks noChangeArrowheads="1"/>
                </p:cNvSpPr>
                <p:nvPr/>
              </p:nvSpPr>
              <p:spPr bwMode="auto">
                <a:xfrm>
                  <a:off x="1101"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23</a:t>
                  </a:r>
                </a:p>
                <a:p>
                  <a:pPr algn="just">
                    <a:spcBef>
                      <a:spcPct val="0"/>
                    </a:spcBef>
                    <a:buClrTx/>
                    <a:buSzTx/>
                    <a:buFontTx/>
                    <a:buNone/>
                  </a:pPr>
                  <a:endParaRPr lang="en-US" altLang="en-US" sz="2000">
                    <a:latin typeface="Arial" panose="020B0604020202020204" pitchFamily="34" charset="0"/>
                  </a:endParaRPr>
                </a:p>
              </p:txBody>
            </p:sp>
            <p:sp>
              <p:nvSpPr>
                <p:cNvPr id="594227" name="Rectangle 748">
                  <a:extLst>
                    <a:ext uri="{FF2B5EF4-FFF2-40B4-BE49-F238E27FC236}">
                      <a16:creationId xmlns:a16="http://schemas.microsoft.com/office/drawing/2014/main" id="{8DA358F6-0A82-5F14-879E-D2665AC1CA01}"/>
                    </a:ext>
                  </a:extLst>
                </p:cNvPr>
                <p:cNvSpPr>
                  <a:spLocks noChangeArrowheads="1"/>
                </p:cNvSpPr>
                <p:nvPr/>
              </p:nvSpPr>
              <p:spPr bwMode="auto">
                <a:xfrm>
                  <a:off x="1058"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5" name="Group 751">
                <a:extLst>
                  <a:ext uri="{FF2B5EF4-FFF2-40B4-BE49-F238E27FC236}">
                    <a16:creationId xmlns:a16="http://schemas.microsoft.com/office/drawing/2014/main" id="{4ABAD70D-DC69-4398-630F-8F0EA63FDFB5}"/>
                  </a:ext>
                </a:extLst>
              </p:cNvPr>
              <p:cNvGrpSpPr>
                <a:grpSpLocks/>
              </p:cNvGrpSpPr>
              <p:nvPr/>
            </p:nvGrpSpPr>
            <p:grpSpPr bwMode="auto">
              <a:xfrm>
                <a:off x="1587" y="2712"/>
                <a:ext cx="529" cy="327"/>
                <a:chOff x="1587" y="2712"/>
                <a:chExt cx="529" cy="327"/>
              </a:xfrm>
            </p:grpSpPr>
            <p:sp>
              <p:nvSpPr>
                <p:cNvPr id="594224" name="Rectangle 523">
                  <a:extLst>
                    <a:ext uri="{FF2B5EF4-FFF2-40B4-BE49-F238E27FC236}">
                      <a16:creationId xmlns:a16="http://schemas.microsoft.com/office/drawing/2014/main" id="{FAA2ACC7-4317-A3EF-1BFC-8A0261FF6730}"/>
                    </a:ext>
                  </a:extLst>
                </p:cNvPr>
                <p:cNvSpPr>
                  <a:spLocks noChangeArrowheads="1"/>
                </p:cNvSpPr>
                <p:nvPr/>
              </p:nvSpPr>
              <p:spPr bwMode="auto">
                <a:xfrm>
                  <a:off x="1630"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X</a:t>
                  </a:r>
                </a:p>
                <a:p>
                  <a:pPr algn="just">
                    <a:spcBef>
                      <a:spcPct val="0"/>
                    </a:spcBef>
                    <a:buClrTx/>
                    <a:buSzTx/>
                    <a:buFontTx/>
                    <a:buNone/>
                  </a:pPr>
                  <a:endParaRPr lang="en-US" altLang="en-US" sz="2000">
                    <a:latin typeface="Arial" panose="020B0604020202020204" pitchFamily="34" charset="0"/>
                  </a:endParaRPr>
                </a:p>
              </p:txBody>
            </p:sp>
            <p:sp>
              <p:nvSpPr>
                <p:cNvPr id="594225" name="Rectangle 750">
                  <a:extLst>
                    <a:ext uri="{FF2B5EF4-FFF2-40B4-BE49-F238E27FC236}">
                      <a16:creationId xmlns:a16="http://schemas.microsoft.com/office/drawing/2014/main" id="{5EEE046F-EA40-212B-48F0-E448DA9B1BD2}"/>
                    </a:ext>
                  </a:extLst>
                </p:cNvPr>
                <p:cNvSpPr>
                  <a:spLocks noChangeArrowheads="1"/>
                </p:cNvSpPr>
                <p:nvPr/>
              </p:nvSpPr>
              <p:spPr bwMode="auto">
                <a:xfrm>
                  <a:off x="1587"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6" name="Group 753">
                <a:extLst>
                  <a:ext uri="{FF2B5EF4-FFF2-40B4-BE49-F238E27FC236}">
                    <a16:creationId xmlns:a16="http://schemas.microsoft.com/office/drawing/2014/main" id="{5B7B3B76-78F9-4F0E-24BB-BFC22A7C42FC}"/>
                  </a:ext>
                </a:extLst>
              </p:cNvPr>
              <p:cNvGrpSpPr>
                <a:grpSpLocks/>
              </p:cNvGrpSpPr>
              <p:nvPr/>
            </p:nvGrpSpPr>
            <p:grpSpPr bwMode="auto">
              <a:xfrm>
                <a:off x="2116" y="2712"/>
                <a:ext cx="529" cy="327"/>
                <a:chOff x="2116" y="2712"/>
                <a:chExt cx="529" cy="327"/>
              </a:xfrm>
            </p:grpSpPr>
            <p:sp>
              <p:nvSpPr>
                <p:cNvPr id="594222" name="Rectangle 524">
                  <a:extLst>
                    <a:ext uri="{FF2B5EF4-FFF2-40B4-BE49-F238E27FC236}">
                      <a16:creationId xmlns:a16="http://schemas.microsoft.com/office/drawing/2014/main" id="{3119D0F8-A82E-1C3C-FB2C-BEBD232C1C44}"/>
                    </a:ext>
                  </a:extLst>
                </p:cNvPr>
                <p:cNvSpPr>
                  <a:spLocks noChangeArrowheads="1"/>
                </p:cNvSpPr>
                <p:nvPr/>
              </p:nvSpPr>
              <p:spPr bwMode="auto">
                <a:xfrm>
                  <a:off x="2159"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39</a:t>
                  </a:r>
                </a:p>
                <a:p>
                  <a:pPr algn="just">
                    <a:spcBef>
                      <a:spcPct val="0"/>
                    </a:spcBef>
                    <a:buClrTx/>
                    <a:buSzTx/>
                    <a:buFontTx/>
                    <a:buNone/>
                  </a:pPr>
                  <a:endParaRPr lang="en-US" altLang="en-US" sz="2000">
                    <a:latin typeface="Arial" panose="020B0604020202020204" pitchFamily="34" charset="0"/>
                  </a:endParaRPr>
                </a:p>
              </p:txBody>
            </p:sp>
            <p:sp>
              <p:nvSpPr>
                <p:cNvPr id="594223" name="Rectangle 752">
                  <a:extLst>
                    <a:ext uri="{FF2B5EF4-FFF2-40B4-BE49-F238E27FC236}">
                      <a16:creationId xmlns:a16="http://schemas.microsoft.com/office/drawing/2014/main" id="{EAA07F9B-3EE1-C552-B58B-A244FD01BD55}"/>
                    </a:ext>
                  </a:extLst>
                </p:cNvPr>
                <p:cNvSpPr>
                  <a:spLocks noChangeArrowheads="1"/>
                </p:cNvSpPr>
                <p:nvPr/>
              </p:nvSpPr>
              <p:spPr bwMode="auto">
                <a:xfrm>
                  <a:off x="2116"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7" name="Group 755">
                <a:extLst>
                  <a:ext uri="{FF2B5EF4-FFF2-40B4-BE49-F238E27FC236}">
                    <a16:creationId xmlns:a16="http://schemas.microsoft.com/office/drawing/2014/main" id="{14F75A7C-55B3-E776-5FAF-1546B78B1249}"/>
                  </a:ext>
                </a:extLst>
              </p:cNvPr>
              <p:cNvGrpSpPr>
                <a:grpSpLocks/>
              </p:cNvGrpSpPr>
              <p:nvPr/>
            </p:nvGrpSpPr>
            <p:grpSpPr bwMode="auto">
              <a:xfrm>
                <a:off x="2645" y="2712"/>
                <a:ext cx="529" cy="327"/>
                <a:chOff x="2645" y="2712"/>
                <a:chExt cx="529" cy="327"/>
              </a:xfrm>
            </p:grpSpPr>
            <p:sp>
              <p:nvSpPr>
                <p:cNvPr id="594220" name="Rectangle 525">
                  <a:extLst>
                    <a:ext uri="{FF2B5EF4-FFF2-40B4-BE49-F238E27FC236}">
                      <a16:creationId xmlns:a16="http://schemas.microsoft.com/office/drawing/2014/main" id="{E660EB28-3737-1C62-39C6-871E9D11618E}"/>
                    </a:ext>
                  </a:extLst>
                </p:cNvPr>
                <p:cNvSpPr>
                  <a:spLocks noChangeArrowheads="1"/>
                </p:cNvSpPr>
                <p:nvPr/>
              </p:nvSpPr>
              <p:spPr bwMode="auto">
                <a:xfrm>
                  <a:off x="2688"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N</a:t>
                  </a:r>
                </a:p>
                <a:p>
                  <a:pPr algn="just">
                    <a:spcBef>
                      <a:spcPct val="0"/>
                    </a:spcBef>
                    <a:buClrTx/>
                    <a:buSzTx/>
                    <a:buFontTx/>
                    <a:buNone/>
                  </a:pPr>
                  <a:endParaRPr lang="en-US" altLang="en-US" sz="2000">
                    <a:latin typeface="Arial" panose="020B0604020202020204" pitchFamily="34" charset="0"/>
                  </a:endParaRPr>
                </a:p>
              </p:txBody>
            </p:sp>
            <p:sp>
              <p:nvSpPr>
                <p:cNvPr id="594221" name="Rectangle 754">
                  <a:extLst>
                    <a:ext uri="{FF2B5EF4-FFF2-40B4-BE49-F238E27FC236}">
                      <a16:creationId xmlns:a16="http://schemas.microsoft.com/office/drawing/2014/main" id="{78B69141-700D-63E8-6EFD-F4F6F0FB3D0E}"/>
                    </a:ext>
                  </a:extLst>
                </p:cNvPr>
                <p:cNvSpPr>
                  <a:spLocks noChangeArrowheads="1"/>
                </p:cNvSpPr>
                <p:nvPr/>
              </p:nvSpPr>
              <p:spPr bwMode="auto">
                <a:xfrm>
                  <a:off x="2645"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8" name="Group 757">
                <a:extLst>
                  <a:ext uri="{FF2B5EF4-FFF2-40B4-BE49-F238E27FC236}">
                    <a16:creationId xmlns:a16="http://schemas.microsoft.com/office/drawing/2014/main" id="{5A9EDCBA-A591-FBF7-40FB-2588CD487D98}"/>
                  </a:ext>
                </a:extLst>
              </p:cNvPr>
              <p:cNvGrpSpPr>
                <a:grpSpLocks/>
              </p:cNvGrpSpPr>
              <p:nvPr/>
            </p:nvGrpSpPr>
            <p:grpSpPr bwMode="auto">
              <a:xfrm>
                <a:off x="3174" y="2712"/>
                <a:ext cx="529" cy="327"/>
                <a:chOff x="3174" y="2712"/>
                <a:chExt cx="529" cy="327"/>
              </a:xfrm>
            </p:grpSpPr>
            <p:sp>
              <p:nvSpPr>
                <p:cNvPr id="594218" name="Rectangle 526">
                  <a:extLst>
                    <a:ext uri="{FF2B5EF4-FFF2-40B4-BE49-F238E27FC236}">
                      <a16:creationId xmlns:a16="http://schemas.microsoft.com/office/drawing/2014/main" id="{560AC329-E407-7747-7FC3-7630897E57E4}"/>
                    </a:ext>
                  </a:extLst>
                </p:cNvPr>
                <p:cNvSpPr>
                  <a:spLocks noChangeArrowheads="1"/>
                </p:cNvSpPr>
                <p:nvPr/>
              </p:nvSpPr>
              <p:spPr bwMode="auto">
                <a:xfrm>
                  <a:off x="3217"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55</a:t>
                  </a:r>
                </a:p>
                <a:p>
                  <a:pPr algn="just">
                    <a:spcBef>
                      <a:spcPct val="0"/>
                    </a:spcBef>
                    <a:buClrTx/>
                    <a:buSzTx/>
                    <a:buFontTx/>
                    <a:buNone/>
                  </a:pPr>
                  <a:endParaRPr lang="en-US" altLang="en-US" sz="2000">
                    <a:latin typeface="Arial" panose="020B0604020202020204" pitchFamily="34" charset="0"/>
                  </a:endParaRPr>
                </a:p>
              </p:txBody>
            </p:sp>
            <p:sp>
              <p:nvSpPr>
                <p:cNvPr id="594219" name="Rectangle 756">
                  <a:extLst>
                    <a:ext uri="{FF2B5EF4-FFF2-40B4-BE49-F238E27FC236}">
                      <a16:creationId xmlns:a16="http://schemas.microsoft.com/office/drawing/2014/main" id="{EDF2C8A2-3CDF-A046-B97C-3DBD294B579C}"/>
                    </a:ext>
                  </a:extLst>
                </p:cNvPr>
                <p:cNvSpPr>
                  <a:spLocks noChangeArrowheads="1"/>
                </p:cNvSpPr>
                <p:nvPr/>
              </p:nvSpPr>
              <p:spPr bwMode="auto">
                <a:xfrm>
                  <a:off x="3174"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3999" name="Group 759">
                <a:extLst>
                  <a:ext uri="{FF2B5EF4-FFF2-40B4-BE49-F238E27FC236}">
                    <a16:creationId xmlns:a16="http://schemas.microsoft.com/office/drawing/2014/main" id="{8F4D8FB5-C662-D9DD-A00C-A83388D6379E}"/>
                  </a:ext>
                </a:extLst>
              </p:cNvPr>
              <p:cNvGrpSpPr>
                <a:grpSpLocks/>
              </p:cNvGrpSpPr>
              <p:nvPr/>
            </p:nvGrpSpPr>
            <p:grpSpPr bwMode="auto">
              <a:xfrm>
                <a:off x="3703" y="2712"/>
                <a:ext cx="529" cy="327"/>
                <a:chOff x="3703" y="2712"/>
                <a:chExt cx="529" cy="327"/>
              </a:xfrm>
            </p:grpSpPr>
            <p:sp>
              <p:nvSpPr>
                <p:cNvPr id="594216" name="Rectangle 527">
                  <a:extLst>
                    <a:ext uri="{FF2B5EF4-FFF2-40B4-BE49-F238E27FC236}">
                      <a16:creationId xmlns:a16="http://schemas.microsoft.com/office/drawing/2014/main" id="{4D084C0E-8A24-F8C0-8F17-9687680A53CF}"/>
                    </a:ext>
                  </a:extLst>
                </p:cNvPr>
                <p:cNvSpPr>
                  <a:spLocks noChangeArrowheads="1"/>
                </p:cNvSpPr>
                <p:nvPr/>
              </p:nvSpPr>
              <p:spPr bwMode="auto">
                <a:xfrm>
                  <a:off x="3746" y="2712"/>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a:t>
                  </a:r>
                </a:p>
                <a:p>
                  <a:pPr algn="just">
                    <a:spcBef>
                      <a:spcPct val="0"/>
                    </a:spcBef>
                    <a:buClrTx/>
                    <a:buSzTx/>
                    <a:buFontTx/>
                    <a:buNone/>
                  </a:pPr>
                  <a:endParaRPr lang="en-US" altLang="en-US" sz="2000">
                    <a:latin typeface="Arial" panose="020B0604020202020204" pitchFamily="34" charset="0"/>
                  </a:endParaRPr>
                </a:p>
              </p:txBody>
            </p:sp>
            <p:sp>
              <p:nvSpPr>
                <p:cNvPr id="594217" name="Rectangle 758">
                  <a:extLst>
                    <a:ext uri="{FF2B5EF4-FFF2-40B4-BE49-F238E27FC236}">
                      <a16:creationId xmlns:a16="http://schemas.microsoft.com/office/drawing/2014/main" id="{CFC8A7CA-4C37-15C9-C33A-ABF690372F1A}"/>
                    </a:ext>
                  </a:extLst>
                </p:cNvPr>
                <p:cNvSpPr>
                  <a:spLocks noChangeArrowheads="1"/>
                </p:cNvSpPr>
                <p:nvPr/>
              </p:nvSpPr>
              <p:spPr bwMode="auto">
                <a:xfrm>
                  <a:off x="3703" y="2712"/>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0" name="Group 761">
                <a:extLst>
                  <a:ext uri="{FF2B5EF4-FFF2-40B4-BE49-F238E27FC236}">
                    <a16:creationId xmlns:a16="http://schemas.microsoft.com/office/drawing/2014/main" id="{3203ADA8-E701-62B3-120E-F734B293AD77}"/>
                  </a:ext>
                </a:extLst>
              </p:cNvPr>
              <p:cNvGrpSpPr>
                <a:grpSpLocks/>
              </p:cNvGrpSpPr>
              <p:nvPr/>
            </p:nvGrpSpPr>
            <p:grpSpPr bwMode="auto">
              <a:xfrm>
                <a:off x="0" y="3039"/>
                <a:ext cx="529" cy="327"/>
                <a:chOff x="0" y="3039"/>
                <a:chExt cx="529" cy="327"/>
              </a:xfrm>
            </p:grpSpPr>
            <p:sp>
              <p:nvSpPr>
                <p:cNvPr id="594214" name="Rectangle 528">
                  <a:extLst>
                    <a:ext uri="{FF2B5EF4-FFF2-40B4-BE49-F238E27FC236}">
                      <a16:creationId xmlns:a16="http://schemas.microsoft.com/office/drawing/2014/main" id="{2B2AE5F1-51FA-C069-A1BB-609E38A5FDBB}"/>
                    </a:ext>
                  </a:extLst>
                </p:cNvPr>
                <p:cNvSpPr>
                  <a:spLocks noChangeArrowheads="1"/>
                </p:cNvSpPr>
                <p:nvPr/>
              </p:nvSpPr>
              <p:spPr bwMode="auto">
                <a:xfrm>
                  <a:off x="43"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8</a:t>
                  </a:r>
                </a:p>
                <a:p>
                  <a:pPr algn="just">
                    <a:spcBef>
                      <a:spcPct val="0"/>
                    </a:spcBef>
                    <a:buClrTx/>
                    <a:buSzTx/>
                    <a:buFontTx/>
                    <a:buNone/>
                  </a:pPr>
                  <a:endParaRPr lang="en-US" altLang="en-US" sz="2000">
                    <a:latin typeface="Arial" panose="020B0604020202020204" pitchFamily="34" charset="0"/>
                  </a:endParaRPr>
                </a:p>
              </p:txBody>
            </p:sp>
            <p:sp>
              <p:nvSpPr>
                <p:cNvPr id="594215" name="Rectangle 760">
                  <a:extLst>
                    <a:ext uri="{FF2B5EF4-FFF2-40B4-BE49-F238E27FC236}">
                      <a16:creationId xmlns:a16="http://schemas.microsoft.com/office/drawing/2014/main" id="{F3AF86DD-4610-6A6D-CE21-C38059675970}"/>
                    </a:ext>
                  </a:extLst>
                </p:cNvPr>
                <p:cNvSpPr>
                  <a:spLocks noChangeArrowheads="1"/>
                </p:cNvSpPr>
                <p:nvPr/>
              </p:nvSpPr>
              <p:spPr bwMode="auto">
                <a:xfrm>
                  <a:off x="0"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1" name="Group 763">
                <a:extLst>
                  <a:ext uri="{FF2B5EF4-FFF2-40B4-BE49-F238E27FC236}">
                    <a16:creationId xmlns:a16="http://schemas.microsoft.com/office/drawing/2014/main" id="{FF09329C-FCE3-58F5-6810-8CB0ABE3AE96}"/>
                  </a:ext>
                </a:extLst>
              </p:cNvPr>
              <p:cNvGrpSpPr>
                <a:grpSpLocks/>
              </p:cNvGrpSpPr>
              <p:nvPr/>
            </p:nvGrpSpPr>
            <p:grpSpPr bwMode="auto">
              <a:xfrm>
                <a:off x="529" y="3039"/>
                <a:ext cx="529" cy="327"/>
                <a:chOff x="529" y="3039"/>
                <a:chExt cx="529" cy="327"/>
              </a:xfrm>
            </p:grpSpPr>
            <p:sp>
              <p:nvSpPr>
                <p:cNvPr id="594212" name="Rectangle 529">
                  <a:extLst>
                    <a:ext uri="{FF2B5EF4-FFF2-40B4-BE49-F238E27FC236}">
                      <a16:creationId xmlns:a16="http://schemas.microsoft.com/office/drawing/2014/main" id="{7E779D07-43B4-7A6A-7891-5A2892EBF8B9}"/>
                    </a:ext>
                  </a:extLst>
                </p:cNvPr>
                <p:cNvSpPr>
                  <a:spLocks noChangeArrowheads="1"/>
                </p:cNvSpPr>
                <p:nvPr/>
              </p:nvSpPr>
              <p:spPr bwMode="auto">
                <a:xfrm>
                  <a:off x="572"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a:t>
                  </a:r>
                </a:p>
                <a:p>
                  <a:pPr algn="just">
                    <a:spcBef>
                      <a:spcPct val="0"/>
                    </a:spcBef>
                    <a:buClrTx/>
                    <a:buSzTx/>
                    <a:buFontTx/>
                    <a:buNone/>
                  </a:pPr>
                  <a:endParaRPr lang="en-US" altLang="en-US" sz="2000">
                    <a:latin typeface="Arial" panose="020B0604020202020204" pitchFamily="34" charset="0"/>
                  </a:endParaRPr>
                </a:p>
              </p:txBody>
            </p:sp>
            <p:sp>
              <p:nvSpPr>
                <p:cNvPr id="594213" name="Rectangle 762">
                  <a:extLst>
                    <a:ext uri="{FF2B5EF4-FFF2-40B4-BE49-F238E27FC236}">
                      <a16:creationId xmlns:a16="http://schemas.microsoft.com/office/drawing/2014/main" id="{6A44814F-2B46-0FBD-83D5-0CF822F59359}"/>
                    </a:ext>
                  </a:extLst>
                </p:cNvPr>
                <p:cNvSpPr>
                  <a:spLocks noChangeArrowheads="1"/>
                </p:cNvSpPr>
                <p:nvPr/>
              </p:nvSpPr>
              <p:spPr bwMode="auto">
                <a:xfrm>
                  <a:off x="529"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2" name="Group 765">
                <a:extLst>
                  <a:ext uri="{FF2B5EF4-FFF2-40B4-BE49-F238E27FC236}">
                    <a16:creationId xmlns:a16="http://schemas.microsoft.com/office/drawing/2014/main" id="{C8F0FC0C-7401-E913-FC83-A9A032E2F4C9}"/>
                  </a:ext>
                </a:extLst>
              </p:cNvPr>
              <p:cNvGrpSpPr>
                <a:grpSpLocks/>
              </p:cNvGrpSpPr>
              <p:nvPr/>
            </p:nvGrpSpPr>
            <p:grpSpPr bwMode="auto">
              <a:xfrm>
                <a:off x="1058" y="3039"/>
                <a:ext cx="529" cy="327"/>
                <a:chOff x="1058" y="3039"/>
                <a:chExt cx="529" cy="327"/>
              </a:xfrm>
            </p:grpSpPr>
            <p:sp>
              <p:nvSpPr>
                <p:cNvPr id="594210" name="Rectangle 530">
                  <a:extLst>
                    <a:ext uri="{FF2B5EF4-FFF2-40B4-BE49-F238E27FC236}">
                      <a16:creationId xmlns:a16="http://schemas.microsoft.com/office/drawing/2014/main" id="{34E14F16-37AA-3879-7FEF-D585D820F4F4}"/>
                    </a:ext>
                  </a:extLst>
                </p:cNvPr>
                <p:cNvSpPr>
                  <a:spLocks noChangeArrowheads="1"/>
                </p:cNvSpPr>
                <p:nvPr/>
              </p:nvSpPr>
              <p:spPr bwMode="auto">
                <a:xfrm>
                  <a:off x="1101"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24</a:t>
                  </a:r>
                </a:p>
                <a:p>
                  <a:pPr algn="just">
                    <a:spcBef>
                      <a:spcPct val="0"/>
                    </a:spcBef>
                    <a:buClrTx/>
                    <a:buSzTx/>
                    <a:buFontTx/>
                    <a:buNone/>
                  </a:pPr>
                  <a:endParaRPr lang="en-US" altLang="en-US" sz="2000">
                    <a:latin typeface="Arial" panose="020B0604020202020204" pitchFamily="34" charset="0"/>
                  </a:endParaRPr>
                </a:p>
              </p:txBody>
            </p:sp>
            <p:sp>
              <p:nvSpPr>
                <p:cNvPr id="594211" name="Rectangle 764">
                  <a:extLst>
                    <a:ext uri="{FF2B5EF4-FFF2-40B4-BE49-F238E27FC236}">
                      <a16:creationId xmlns:a16="http://schemas.microsoft.com/office/drawing/2014/main" id="{7676459A-82A7-F881-1BEF-E76B3BC41FF2}"/>
                    </a:ext>
                  </a:extLst>
                </p:cNvPr>
                <p:cNvSpPr>
                  <a:spLocks noChangeArrowheads="1"/>
                </p:cNvSpPr>
                <p:nvPr/>
              </p:nvSpPr>
              <p:spPr bwMode="auto">
                <a:xfrm>
                  <a:off x="1058"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3" name="Group 767">
                <a:extLst>
                  <a:ext uri="{FF2B5EF4-FFF2-40B4-BE49-F238E27FC236}">
                    <a16:creationId xmlns:a16="http://schemas.microsoft.com/office/drawing/2014/main" id="{6DF20882-CAA6-52E4-4E1E-FF569CCD3483}"/>
                  </a:ext>
                </a:extLst>
              </p:cNvPr>
              <p:cNvGrpSpPr>
                <a:grpSpLocks/>
              </p:cNvGrpSpPr>
              <p:nvPr/>
            </p:nvGrpSpPr>
            <p:grpSpPr bwMode="auto">
              <a:xfrm>
                <a:off x="1587" y="3039"/>
                <a:ext cx="529" cy="327"/>
                <a:chOff x="1587" y="3039"/>
                <a:chExt cx="529" cy="327"/>
              </a:xfrm>
            </p:grpSpPr>
            <p:sp>
              <p:nvSpPr>
                <p:cNvPr id="594208" name="Rectangle 531">
                  <a:extLst>
                    <a:ext uri="{FF2B5EF4-FFF2-40B4-BE49-F238E27FC236}">
                      <a16:creationId xmlns:a16="http://schemas.microsoft.com/office/drawing/2014/main" id="{6D8DC14B-BD19-1CC9-B215-7F01A94686B6}"/>
                    </a:ext>
                  </a:extLst>
                </p:cNvPr>
                <p:cNvSpPr>
                  <a:spLocks noChangeArrowheads="1"/>
                </p:cNvSpPr>
                <p:nvPr/>
              </p:nvSpPr>
              <p:spPr bwMode="auto">
                <a:xfrm>
                  <a:off x="1630"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Y</a:t>
                  </a:r>
                </a:p>
                <a:p>
                  <a:pPr algn="just">
                    <a:spcBef>
                      <a:spcPct val="0"/>
                    </a:spcBef>
                    <a:buClrTx/>
                    <a:buSzTx/>
                    <a:buFontTx/>
                    <a:buNone/>
                  </a:pPr>
                  <a:endParaRPr lang="en-US" altLang="en-US" sz="2000">
                    <a:latin typeface="Arial" panose="020B0604020202020204" pitchFamily="34" charset="0"/>
                  </a:endParaRPr>
                </a:p>
              </p:txBody>
            </p:sp>
            <p:sp>
              <p:nvSpPr>
                <p:cNvPr id="594209" name="Rectangle 766">
                  <a:extLst>
                    <a:ext uri="{FF2B5EF4-FFF2-40B4-BE49-F238E27FC236}">
                      <a16:creationId xmlns:a16="http://schemas.microsoft.com/office/drawing/2014/main" id="{10849549-CAE4-DF42-AB50-EDE9C5E00168}"/>
                    </a:ext>
                  </a:extLst>
                </p:cNvPr>
                <p:cNvSpPr>
                  <a:spLocks noChangeArrowheads="1"/>
                </p:cNvSpPr>
                <p:nvPr/>
              </p:nvSpPr>
              <p:spPr bwMode="auto">
                <a:xfrm>
                  <a:off x="1587"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4" name="Group 769">
                <a:extLst>
                  <a:ext uri="{FF2B5EF4-FFF2-40B4-BE49-F238E27FC236}">
                    <a16:creationId xmlns:a16="http://schemas.microsoft.com/office/drawing/2014/main" id="{5A88A6BE-2CBF-AB9F-500E-0667F3E9BD86}"/>
                  </a:ext>
                </a:extLst>
              </p:cNvPr>
              <p:cNvGrpSpPr>
                <a:grpSpLocks/>
              </p:cNvGrpSpPr>
              <p:nvPr/>
            </p:nvGrpSpPr>
            <p:grpSpPr bwMode="auto">
              <a:xfrm>
                <a:off x="2116" y="3039"/>
                <a:ext cx="529" cy="327"/>
                <a:chOff x="2116" y="3039"/>
                <a:chExt cx="529" cy="327"/>
              </a:xfrm>
            </p:grpSpPr>
            <p:sp>
              <p:nvSpPr>
                <p:cNvPr id="594206" name="Rectangle 532">
                  <a:extLst>
                    <a:ext uri="{FF2B5EF4-FFF2-40B4-BE49-F238E27FC236}">
                      <a16:creationId xmlns:a16="http://schemas.microsoft.com/office/drawing/2014/main" id="{E0547996-6F21-184B-B4C3-B652DCEE97EC}"/>
                    </a:ext>
                  </a:extLst>
                </p:cNvPr>
                <p:cNvSpPr>
                  <a:spLocks noChangeArrowheads="1"/>
                </p:cNvSpPr>
                <p:nvPr/>
              </p:nvSpPr>
              <p:spPr bwMode="auto">
                <a:xfrm>
                  <a:off x="2159"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40</a:t>
                  </a:r>
                </a:p>
                <a:p>
                  <a:pPr algn="just">
                    <a:spcBef>
                      <a:spcPct val="0"/>
                    </a:spcBef>
                    <a:buClrTx/>
                    <a:buSzTx/>
                    <a:buFontTx/>
                    <a:buNone/>
                  </a:pPr>
                  <a:endParaRPr lang="en-US" altLang="en-US" sz="2000">
                    <a:latin typeface="Arial" panose="020B0604020202020204" pitchFamily="34" charset="0"/>
                  </a:endParaRPr>
                </a:p>
              </p:txBody>
            </p:sp>
            <p:sp>
              <p:nvSpPr>
                <p:cNvPr id="594207" name="Rectangle 768">
                  <a:extLst>
                    <a:ext uri="{FF2B5EF4-FFF2-40B4-BE49-F238E27FC236}">
                      <a16:creationId xmlns:a16="http://schemas.microsoft.com/office/drawing/2014/main" id="{F42CA076-7DC3-CDB1-C041-D929602792C0}"/>
                    </a:ext>
                  </a:extLst>
                </p:cNvPr>
                <p:cNvSpPr>
                  <a:spLocks noChangeArrowheads="1"/>
                </p:cNvSpPr>
                <p:nvPr/>
              </p:nvSpPr>
              <p:spPr bwMode="auto">
                <a:xfrm>
                  <a:off x="2116"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5" name="Group 771">
                <a:extLst>
                  <a:ext uri="{FF2B5EF4-FFF2-40B4-BE49-F238E27FC236}">
                    <a16:creationId xmlns:a16="http://schemas.microsoft.com/office/drawing/2014/main" id="{2186D856-FAC9-27FB-F433-9D2B5B3CEC50}"/>
                  </a:ext>
                </a:extLst>
              </p:cNvPr>
              <p:cNvGrpSpPr>
                <a:grpSpLocks/>
              </p:cNvGrpSpPr>
              <p:nvPr/>
            </p:nvGrpSpPr>
            <p:grpSpPr bwMode="auto">
              <a:xfrm>
                <a:off x="2645" y="3039"/>
                <a:ext cx="529" cy="327"/>
                <a:chOff x="2645" y="3039"/>
                <a:chExt cx="529" cy="327"/>
              </a:xfrm>
            </p:grpSpPr>
            <p:sp>
              <p:nvSpPr>
                <p:cNvPr id="594204" name="Rectangle 533">
                  <a:extLst>
                    <a:ext uri="{FF2B5EF4-FFF2-40B4-BE49-F238E27FC236}">
                      <a16:creationId xmlns:a16="http://schemas.microsoft.com/office/drawing/2014/main" id="{984594F7-1267-3D19-2D29-F8D2EB2DFCB4}"/>
                    </a:ext>
                  </a:extLst>
                </p:cNvPr>
                <p:cNvSpPr>
                  <a:spLocks noChangeArrowheads="1"/>
                </p:cNvSpPr>
                <p:nvPr/>
              </p:nvSpPr>
              <p:spPr bwMode="auto">
                <a:xfrm>
                  <a:off x="2688"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O</a:t>
                  </a:r>
                </a:p>
                <a:p>
                  <a:pPr algn="just">
                    <a:spcBef>
                      <a:spcPct val="0"/>
                    </a:spcBef>
                    <a:buClrTx/>
                    <a:buSzTx/>
                    <a:buFontTx/>
                    <a:buNone/>
                  </a:pPr>
                  <a:endParaRPr lang="en-US" altLang="en-US" sz="2000">
                    <a:latin typeface="Arial" panose="020B0604020202020204" pitchFamily="34" charset="0"/>
                  </a:endParaRPr>
                </a:p>
              </p:txBody>
            </p:sp>
            <p:sp>
              <p:nvSpPr>
                <p:cNvPr id="594205" name="Rectangle 770">
                  <a:extLst>
                    <a:ext uri="{FF2B5EF4-FFF2-40B4-BE49-F238E27FC236}">
                      <a16:creationId xmlns:a16="http://schemas.microsoft.com/office/drawing/2014/main" id="{7E87F260-B599-019C-478F-8D7922FB9262}"/>
                    </a:ext>
                  </a:extLst>
                </p:cNvPr>
                <p:cNvSpPr>
                  <a:spLocks noChangeArrowheads="1"/>
                </p:cNvSpPr>
                <p:nvPr/>
              </p:nvSpPr>
              <p:spPr bwMode="auto">
                <a:xfrm>
                  <a:off x="2645"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6" name="Group 773">
                <a:extLst>
                  <a:ext uri="{FF2B5EF4-FFF2-40B4-BE49-F238E27FC236}">
                    <a16:creationId xmlns:a16="http://schemas.microsoft.com/office/drawing/2014/main" id="{A8A86812-F127-9FBD-7E30-ADE855405494}"/>
                  </a:ext>
                </a:extLst>
              </p:cNvPr>
              <p:cNvGrpSpPr>
                <a:grpSpLocks/>
              </p:cNvGrpSpPr>
              <p:nvPr/>
            </p:nvGrpSpPr>
            <p:grpSpPr bwMode="auto">
              <a:xfrm>
                <a:off x="3174" y="3039"/>
                <a:ext cx="529" cy="327"/>
                <a:chOff x="3174" y="3039"/>
                <a:chExt cx="529" cy="327"/>
              </a:xfrm>
            </p:grpSpPr>
            <p:sp>
              <p:nvSpPr>
                <p:cNvPr id="594202" name="Rectangle 534">
                  <a:extLst>
                    <a:ext uri="{FF2B5EF4-FFF2-40B4-BE49-F238E27FC236}">
                      <a16:creationId xmlns:a16="http://schemas.microsoft.com/office/drawing/2014/main" id="{8164412C-6966-C3A5-7C0E-562A65E5981A}"/>
                    </a:ext>
                  </a:extLst>
                </p:cNvPr>
                <p:cNvSpPr>
                  <a:spLocks noChangeArrowheads="1"/>
                </p:cNvSpPr>
                <p:nvPr/>
              </p:nvSpPr>
              <p:spPr bwMode="auto">
                <a:xfrm>
                  <a:off x="3217"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56</a:t>
                  </a:r>
                </a:p>
                <a:p>
                  <a:pPr algn="just">
                    <a:spcBef>
                      <a:spcPct val="0"/>
                    </a:spcBef>
                    <a:buClrTx/>
                    <a:buSzTx/>
                    <a:buFontTx/>
                    <a:buNone/>
                  </a:pPr>
                  <a:endParaRPr lang="en-US" altLang="en-US" sz="2000">
                    <a:latin typeface="Arial" panose="020B0604020202020204" pitchFamily="34" charset="0"/>
                  </a:endParaRPr>
                </a:p>
              </p:txBody>
            </p:sp>
            <p:sp>
              <p:nvSpPr>
                <p:cNvPr id="594203" name="Rectangle 772">
                  <a:extLst>
                    <a:ext uri="{FF2B5EF4-FFF2-40B4-BE49-F238E27FC236}">
                      <a16:creationId xmlns:a16="http://schemas.microsoft.com/office/drawing/2014/main" id="{C1CEDBD9-25F4-6ECF-8F1A-0704C947B0E6}"/>
                    </a:ext>
                  </a:extLst>
                </p:cNvPr>
                <p:cNvSpPr>
                  <a:spLocks noChangeArrowheads="1"/>
                </p:cNvSpPr>
                <p:nvPr/>
              </p:nvSpPr>
              <p:spPr bwMode="auto">
                <a:xfrm>
                  <a:off x="3174"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7" name="Group 775">
                <a:extLst>
                  <a:ext uri="{FF2B5EF4-FFF2-40B4-BE49-F238E27FC236}">
                    <a16:creationId xmlns:a16="http://schemas.microsoft.com/office/drawing/2014/main" id="{7837593C-3024-B069-6454-591597D2EAF6}"/>
                  </a:ext>
                </a:extLst>
              </p:cNvPr>
              <p:cNvGrpSpPr>
                <a:grpSpLocks/>
              </p:cNvGrpSpPr>
              <p:nvPr/>
            </p:nvGrpSpPr>
            <p:grpSpPr bwMode="auto">
              <a:xfrm>
                <a:off x="3703" y="3039"/>
                <a:ext cx="529" cy="327"/>
                <a:chOff x="3703" y="3039"/>
                <a:chExt cx="529" cy="327"/>
              </a:xfrm>
            </p:grpSpPr>
            <p:sp>
              <p:nvSpPr>
                <p:cNvPr id="594200" name="Rectangle 535">
                  <a:extLst>
                    <a:ext uri="{FF2B5EF4-FFF2-40B4-BE49-F238E27FC236}">
                      <a16:creationId xmlns:a16="http://schemas.microsoft.com/office/drawing/2014/main" id="{5B2A9B50-A81E-05F7-8598-1F8447B94062}"/>
                    </a:ext>
                  </a:extLst>
                </p:cNvPr>
                <p:cNvSpPr>
                  <a:spLocks noChangeArrowheads="1"/>
                </p:cNvSpPr>
                <p:nvPr/>
              </p:nvSpPr>
              <p:spPr bwMode="auto">
                <a:xfrm>
                  <a:off x="3746" y="3039"/>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a:t>
                  </a:r>
                </a:p>
                <a:p>
                  <a:pPr algn="just">
                    <a:spcBef>
                      <a:spcPct val="0"/>
                    </a:spcBef>
                    <a:buClrTx/>
                    <a:buSzTx/>
                    <a:buFontTx/>
                    <a:buNone/>
                  </a:pPr>
                  <a:endParaRPr lang="en-US" altLang="en-US" sz="2000">
                    <a:latin typeface="Arial" panose="020B0604020202020204" pitchFamily="34" charset="0"/>
                  </a:endParaRPr>
                </a:p>
              </p:txBody>
            </p:sp>
            <p:sp>
              <p:nvSpPr>
                <p:cNvPr id="594201" name="Rectangle 774">
                  <a:extLst>
                    <a:ext uri="{FF2B5EF4-FFF2-40B4-BE49-F238E27FC236}">
                      <a16:creationId xmlns:a16="http://schemas.microsoft.com/office/drawing/2014/main" id="{AC5FF5A0-B7BB-06B3-EEE8-5C67093D8617}"/>
                    </a:ext>
                  </a:extLst>
                </p:cNvPr>
                <p:cNvSpPr>
                  <a:spLocks noChangeArrowheads="1"/>
                </p:cNvSpPr>
                <p:nvPr/>
              </p:nvSpPr>
              <p:spPr bwMode="auto">
                <a:xfrm>
                  <a:off x="3703" y="3039"/>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8" name="Group 777">
                <a:extLst>
                  <a:ext uri="{FF2B5EF4-FFF2-40B4-BE49-F238E27FC236}">
                    <a16:creationId xmlns:a16="http://schemas.microsoft.com/office/drawing/2014/main" id="{ACC1B1E8-2793-991A-14C8-B5AF524BD1A4}"/>
                  </a:ext>
                </a:extLst>
              </p:cNvPr>
              <p:cNvGrpSpPr>
                <a:grpSpLocks/>
              </p:cNvGrpSpPr>
              <p:nvPr/>
            </p:nvGrpSpPr>
            <p:grpSpPr bwMode="auto">
              <a:xfrm>
                <a:off x="0" y="3366"/>
                <a:ext cx="529" cy="327"/>
                <a:chOff x="0" y="3366"/>
                <a:chExt cx="529" cy="327"/>
              </a:xfrm>
            </p:grpSpPr>
            <p:sp>
              <p:nvSpPr>
                <p:cNvPr id="594198" name="Rectangle 536">
                  <a:extLst>
                    <a:ext uri="{FF2B5EF4-FFF2-40B4-BE49-F238E27FC236}">
                      <a16:creationId xmlns:a16="http://schemas.microsoft.com/office/drawing/2014/main" id="{0B90AB35-09ED-1AF1-1B81-4D55158E9FF2}"/>
                    </a:ext>
                  </a:extLst>
                </p:cNvPr>
                <p:cNvSpPr>
                  <a:spLocks noChangeArrowheads="1"/>
                </p:cNvSpPr>
                <p:nvPr/>
              </p:nvSpPr>
              <p:spPr bwMode="auto">
                <a:xfrm>
                  <a:off x="43"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9</a:t>
                  </a:r>
                </a:p>
                <a:p>
                  <a:pPr algn="just">
                    <a:spcBef>
                      <a:spcPct val="0"/>
                    </a:spcBef>
                    <a:buClrTx/>
                    <a:buSzTx/>
                    <a:buFontTx/>
                    <a:buNone/>
                  </a:pPr>
                  <a:endParaRPr lang="en-US" altLang="en-US" sz="2000">
                    <a:latin typeface="Arial" panose="020B0604020202020204" pitchFamily="34" charset="0"/>
                  </a:endParaRPr>
                </a:p>
              </p:txBody>
            </p:sp>
            <p:sp>
              <p:nvSpPr>
                <p:cNvPr id="594199" name="Rectangle 776">
                  <a:extLst>
                    <a:ext uri="{FF2B5EF4-FFF2-40B4-BE49-F238E27FC236}">
                      <a16:creationId xmlns:a16="http://schemas.microsoft.com/office/drawing/2014/main" id="{E87C3F36-922C-DB7E-79A5-F9A64D9C7E8E}"/>
                    </a:ext>
                  </a:extLst>
                </p:cNvPr>
                <p:cNvSpPr>
                  <a:spLocks noChangeArrowheads="1"/>
                </p:cNvSpPr>
                <p:nvPr/>
              </p:nvSpPr>
              <p:spPr bwMode="auto">
                <a:xfrm>
                  <a:off x="0"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09" name="Group 779">
                <a:extLst>
                  <a:ext uri="{FF2B5EF4-FFF2-40B4-BE49-F238E27FC236}">
                    <a16:creationId xmlns:a16="http://schemas.microsoft.com/office/drawing/2014/main" id="{99295EFA-60C6-B5E9-921F-08D89991CAC6}"/>
                  </a:ext>
                </a:extLst>
              </p:cNvPr>
              <p:cNvGrpSpPr>
                <a:grpSpLocks/>
              </p:cNvGrpSpPr>
              <p:nvPr/>
            </p:nvGrpSpPr>
            <p:grpSpPr bwMode="auto">
              <a:xfrm>
                <a:off x="529" y="3366"/>
                <a:ext cx="529" cy="327"/>
                <a:chOff x="529" y="3366"/>
                <a:chExt cx="529" cy="327"/>
              </a:xfrm>
            </p:grpSpPr>
            <p:sp>
              <p:nvSpPr>
                <p:cNvPr id="594196" name="Rectangle 537">
                  <a:extLst>
                    <a:ext uri="{FF2B5EF4-FFF2-40B4-BE49-F238E27FC236}">
                      <a16:creationId xmlns:a16="http://schemas.microsoft.com/office/drawing/2014/main" id="{3BCDA7A6-C305-4BD9-122F-E6064DF57F94}"/>
                    </a:ext>
                  </a:extLst>
                </p:cNvPr>
                <p:cNvSpPr>
                  <a:spLocks noChangeArrowheads="1"/>
                </p:cNvSpPr>
                <p:nvPr/>
              </p:nvSpPr>
              <p:spPr bwMode="auto">
                <a:xfrm>
                  <a:off x="572"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J</a:t>
                  </a:r>
                </a:p>
                <a:p>
                  <a:pPr algn="just">
                    <a:spcBef>
                      <a:spcPct val="0"/>
                    </a:spcBef>
                    <a:buClrTx/>
                    <a:buSzTx/>
                    <a:buFontTx/>
                    <a:buNone/>
                  </a:pPr>
                  <a:endParaRPr lang="en-US" altLang="en-US" sz="2000">
                    <a:latin typeface="Arial" panose="020B0604020202020204" pitchFamily="34" charset="0"/>
                  </a:endParaRPr>
                </a:p>
              </p:txBody>
            </p:sp>
            <p:sp>
              <p:nvSpPr>
                <p:cNvPr id="594197" name="Rectangle 778">
                  <a:extLst>
                    <a:ext uri="{FF2B5EF4-FFF2-40B4-BE49-F238E27FC236}">
                      <a16:creationId xmlns:a16="http://schemas.microsoft.com/office/drawing/2014/main" id="{25B8A77A-47F6-FF02-3C1B-2542982A9CD6}"/>
                    </a:ext>
                  </a:extLst>
                </p:cNvPr>
                <p:cNvSpPr>
                  <a:spLocks noChangeArrowheads="1"/>
                </p:cNvSpPr>
                <p:nvPr/>
              </p:nvSpPr>
              <p:spPr bwMode="auto">
                <a:xfrm>
                  <a:off x="529"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0" name="Group 781">
                <a:extLst>
                  <a:ext uri="{FF2B5EF4-FFF2-40B4-BE49-F238E27FC236}">
                    <a16:creationId xmlns:a16="http://schemas.microsoft.com/office/drawing/2014/main" id="{D898A812-3C27-FD10-D10D-1E174D927710}"/>
                  </a:ext>
                </a:extLst>
              </p:cNvPr>
              <p:cNvGrpSpPr>
                <a:grpSpLocks/>
              </p:cNvGrpSpPr>
              <p:nvPr/>
            </p:nvGrpSpPr>
            <p:grpSpPr bwMode="auto">
              <a:xfrm>
                <a:off x="1058" y="3366"/>
                <a:ext cx="529" cy="327"/>
                <a:chOff x="1058" y="3366"/>
                <a:chExt cx="529" cy="327"/>
              </a:xfrm>
            </p:grpSpPr>
            <p:sp>
              <p:nvSpPr>
                <p:cNvPr id="594194" name="Rectangle 538">
                  <a:extLst>
                    <a:ext uri="{FF2B5EF4-FFF2-40B4-BE49-F238E27FC236}">
                      <a16:creationId xmlns:a16="http://schemas.microsoft.com/office/drawing/2014/main" id="{CFE1F4A3-147D-69B7-340B-2D4BC60F3437}"/>
                    </a:ext>
                  </a:extLst>
                </p:cNvPr>
                <p:cNvSpPr>
                  <a:spLocks noChangeArrowheads="1"/>
                </p:cNvSpPr>
                <p:nvPr/>
              </p:nvSpPr>
              <p:spPr bwMode="auto">
                <a:xfrm>
                  <a:off x="1101"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25</a:t>
                  </a:r>
                </a:p>
                <a:p>
                  <a:pPr algn="just">
                    <a:spcBef>
                      <a:spcPct val="0"/>
                    </a:spcBef>
                    <a:buClrTx/>
                    <a:buSzTx/>
                    <a:buFontTx/>
                    <a:buNone/>
                  </a:pPr>
                  <a:endParaRPr lang="en-US" altLang="en-US" sz="2000">
                    <a:latin typeface="Arial" panose="020B0604020202020204" pitchFamily="34" charset="0"/>
                  </a:endParaRPr>
                </a:p>
              </p:txBody>
            </p:sp>
            <p:sp>
              <p:nvSpPr>
                <p:cNvPr id="594195" name="Rectangle 780">
                  <a:extLst>
                    <a:ext uri="{FF2B5EF4-FFF2-40B4-BE49-F238E27FC236}">
                      <a16:creationId xmlns:a16="http://schemas.microsoft.com/office/drawing/2014/main" id="{71FAEC23-DF3E-2588-A3E1-6414B2367E04}"/>
                    </a:ext>
                  </a:extLst>
                </p:cNvPr>
                <p:cNvSpPr>
                  <a:spLocks noChangeArrowheads="1"/>
                </p:cNvSpPr>
                <p:nvPr/>
              </p:nvSpPr>
              <p:spPr bwMode="auto">
                <a:xfrm>
                  <a:off x="1058"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1" name="Group 783">
                <a:extLst>
                  <a:ext uri="{FF2B5EF4-FFF2-40B4-BE49-F238E27FC236}">
                    <a16:creationId xmlns:a16="http://schemas.microsoft.com/office/drawing/2014/main" id="{110A89FB-60F5-231C-95A0-6B5A13A3DC87}"/>
                  </a:ext>
                </a:extLst>
              </p:cNvPr>
              <p:cNvGrpSpPr>
                <a:grpSpLocks/>
              </p:cNvGrpSpPr>
              <p:nvPr/>
            </p:nvGrpSpPr>
            <p:grpSpPr bwMode="auto">
              <a:xfrm>
                <a:off x="1587" y="3366"/>
                <a:ext cx="529" cy="327"/>
                <a:chOff x="1587" y="3366"/>
                <a:chExt cx="529" cy="327"/>
              </a:xfrm>
            </p:grpSpPr>
            <p:sp>
              <p:nvSpPr>
                <p:cNvPr id="594192" name="Rectangle 539">
                  <a:extLst>
                    <a:ext uri="{FF2B5EF4-FFF2-40B4-BE49-F238E27FC236}">
                      <a16:creationId xmlns:a16="http://schemas.microsoft.com/office/drawing/2014/main" id="{90FC1D85-E352-8C8B-2551-FA2E98DE84DC}"/>
                    </a:ext>
                  </a:extLst>
                </p:cNvPr>
                <p:cNvSpPr>
                  <a:spLocks noChangeArrowheads="1"/>
                </p:cNvSpPr>
                <p:nvPr/>
              </p:nvSpPr>
              <p:spPr bwMode="auto">
                <a:xfrm>
                  <a:off x="1630"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Z</a:t>
                  </a:r>
                </a:p>
                <a:p>
                  <a:pPr algn="just">
                    <a:spcBef>
                      <a:spcPct val="0"/>
                    </a:spcBef>
                    <a:buClrTx/>
                    <a:buSzTx/>
                    <a:buFontTx/>
                    <a:buNone/>
                  </a:pPr>
                  <a:endParaRPr lang="en-US" altLang="en-US" sz="2000">
                    <a:latin typeface="Arial" panose="020B0604020202020204" pitchFamily="34" charset="0"/>
                  </a:endParaRPr>
                </a:p>
              </p:txBody>
            </p:sp>
            <p:sp>
              <p:nvSpPr>
                <p:cNvPr id="594193" name="Rectangle 782">
                  <a:extLst>
                    <a:ext uri="{FF2B5EF4-FFF2-40B4-BE49-F238E27FC236}">
                      <a16:creationId xmlns:a16="http://schemas.microsoft.com/office/drawing/2014/main" id="{81B6B405-1CDA-9AAC-F9C9-20952C496959}"/>
                    </a:ext>
                  </a:extLst>
                </p:cNvPr>
                <p:cNvSpPr>
                  <a:spLocks noChangeArrowheads="1"/>
                </p:cNvSpPr>
                <p:nvPr/>
              </p:nvSpPr>
              <p:spPr bwMode="auto">
                <a:xfrm>
                  <a:off x="1587"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2" name="Group 785">
                <a:extLst>
                  <a:ext uri="{FF2B5EF4-FFF2-40B4-BE49-F238E27FC236}">
                    <a16:creationId xmlns:a16="http://schemas.microsoft.com/office/drawing/2014/main" id="{D8A16844-A889-F790-02A3-814A7985C220}"/>
                  </a:ext>
                </a:extLst>
              </p:cNvPr>
              <p:cNvGrpSpPr>
                <a:grpSpLocks/>
              </p:cNvGrpSpPr>
              <p:nvPr/>
            </p:nvGrpSpPr>
            <p:grpSpPr bwMode="auto">
              <a:xfrm>
                <a:off x="2116" y="3366"/>
                <a:ext cx="529" cy="327"/>
                <a:chOff x="2116" y="3366"/>
                <a:chExt cx="529" cy="327"/>
              </a:xfrm>
            </p:grpSpPr>
            <p:sp>
              <p:nvSpPr>
                <p:cNvPr id="594190" name="Rectangle 540">
                  <a:extLst>
                    <a:ext uri="{FF2B5EF4-FFF2-40B4-BE49-F238E27FC236}">
                      <a16:creationId xmlns:a16="http://schemas.microsoft.com/office/drawing/2014/main" id="{C27E4F2E-5666-1DB3-16AA-47EF748F5142}"/>
                    </a:ext>
                  </a:extLst>
                </p:cNvPr>
                <p:cNvSpPr>
                  <a:spLocks noChangeArrowheads="1"/>
                </p:cNvSpPr>
                <p:nvPr/>
              </p:nvSpPr>
              <p:spPr bwMode="auto">
                <a:xfrm>
                  <a:off x="2159"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41</a:t>
                  </a:r>
                </a:p>
                <a:p>
                  <a:pPr algn="just">
                    <a:spcBef>
                      <a:spcPct val="0"/>
                    </a:spcBef>
                    <a:buClrTx/>
                    <a:buSzTx/>
                    <a:buFontTx/>
                    <a:buNone/>
                  </a:pPr>
                  <a:endParaRPr lang="en-US" altLang="en-US" sz="2000">
                    <a:latin typeface="Arial" panose="020B0604020202020204" pitchFamily="34" charset="0"/>
                  </a:endParaRPr>
                </a:p>
              </p:txBody>
            </p:sp>
            <p:sp>
              <p:nvSpPr>
                <p:cNvPr id="594191" name="Rectangle 784">
                  <a:extLst>
                    <a:ext uri="{FF2B5EF4-FFF2-40B4-BE49-F238E27FC236}">
                      <a16:creationId xmlns:a16="http://schemas.microsoft.com/office/drawing/2014/main" id="{67991D95-9719-ECB7-9CBE-8DB10A44B3F9}"/>
                    </a:ext>
                  </a:extLst>
                </p:cNvPr>
                <p:cNvSpPr>
                  <a:spLocks noChangeArrowheads="1"/>
                </p:cNvSpPr>
                <p:nvPr/>
              </p:nvSpPr>
              <p:spPr bwMode="auto">
                <a:xfrm>
                  <a:off x="2116"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3" name="Group 787">
                <a:extLst>
                  <a:ext uri="{FF2B5EF4-FFF2-40B4-BE49-F238E27FC236}">
                    <a16:creationId xmlns:a16="http://schemas.microsoft.com/office/drawing/2014/main" id="{2F8B94A7-F5BA-9197-8EE7-F423C430040D}"/>
                  </a:ext>
                </a:extLst>
              </p:cNvPr>
              <p:cNvGrpSpPr>
                <a:grpSpLocks/>
              </p:cNvGrpSpPr>
              <p:nvPr/>
            </p:nvGrpSpPr>
            <p:grpSpPr bwMode="auto">
              <a:xfrm>
                <a:off x="2645" y="3366"/>
                <a:ext cx="529" cy="327"/>
                <a:chOff x="2645" y="3366"/>
                <a:chExt cx="529" cy="327"/>
              </a:xfrm>
            </p:grpSpPr>
            <p:sp>
              <p:nvSpPr>
                <p:cNvPr id="594188" name="Rectangle 541">
                  <a:extLst>
                    <a:ext uri="{FF2B5EF4-FFF2-40B4-BE49-F238E27FC236}">
                      <a16:creationId xmlns:a16="http://schemas.microsoft.com/office/drawing/2014/main" id="{FA993D83-B029-60E6-8007-C21B71CE75E4}"/>
                    </a:ext>
                  </a:extLst>
                </p:cNvPr>
                <p:cNvSpPr>
                  <a:spLocks noChangeArrowheads="1"/>
                </p:cNvSpPr>
                <p:nvPr/>
              </p:nvSpPr>
              <p:spPr bwMode="auto">
                <a:xfrm>
                  <a:off x="2688"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a:t>
                  </a:r>
                </a:p>
                <a:p>
                  <a:pPr algn="just">
                    <a:spcBef>
                      <a:spcPct val="0"/>
                    </a:spcBef>
                    <a:buClrTx/>
                    <a:buSzTx/>
                    <a:buFontTx/>
                    <a:buNone/>
                  </a:pPr>
                  <a:endParaRPr lang="en-US" altLang="en-US" sz="2000">
                    <a:latin typeface="Arial" panose="020B0604020202020204" pitchFamily="34" charset="0"/>
                  </a:endParaRPr>
                </a:p>
              </p:txBody>
            </p:sp>
            <p:sp>
              <p:nvSpPr>
                <p:cNvPr id="594189" name="Rectangle 786">
                  <a:extLst>
                    <a:ext uri="{FF2B5EF4-FFF2-40B4-BE49-F238E27FC236}">
                      <a16:creationId xmlns:a16="http://schemas.microsoft.com/office/drawing/2014/main" id="{5F37F992-0B26-85EC-1340-D487D99169D2}"/>
                    </a:ext>
                  </a:extLst>
                </p:cNvPr>
                <p:cNvSpPr>
                  <a:spLocks noChangeArrowheads="1"/>
                </p:cNvSpPr>
                <p:nvPr/>
              </p:nvSpPr>
              <p:spPr bwMode="auto">
                <a:xfrm>
                  <a:off x="2645"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4" name="Group 789">
                <a:extLst>
                  <a:ext uri="{FF2B5EF4-FFF2-40B4-BE49-F238E27FC236}">
                    <a16:creationId xmlns:a16="http://schemas.microsoft.com/office/drawing/2014/main" id="{00CDFAAA-BD9A-7BDA-F118-EB5D892136E5}"/>
                  </a:ext>
                </a:extLst>
              </p:cNvPr>
              <p:cNvGrpSpPr>
                <a:grpSpLocks/>
              </p:cNvGrpSpPr>
              <p:nvPr/>
            </p:nvGrpSpPr>
            <p:grpSpPr bwMode="auto">
              <a:xfrm>
                <a:off x="3174" y="3366"/>
                <a:ext cx="529" cy="327"/>
                <a:chOff x="3174" y="3366"/>
                <a:chExt cx="529" cy="327"/>
              </a:xfrm>
            </p:grpSpPr>
            <p:sp>
              <p:nvSpPr>
                <p:cNvPr id="594186" name="Rectangle 542">
                  <a:extLst>
                    <a:ext uri="{FF2B5EF4-FFF2-40B4-BE49-F238E27FC236}">
                      <a16:creationId xmlns:a16="http://schemas.microsoft.com/office/drawing/2014/main" id="{070A8459-FAC3-4BE5-4C87-E5B24F8BC57F}"/>
                    </a:ext>
                  </a:extLst>
                </p:cNvPr>
                <p:cNvSpPr>
                  <a:spLocks noChangeArrowheads="1"/>
                </p:cNvSpPr>
                <p:nvPr/>
              </p:nvSpPr>
              <p:spPr bwMode="auto">
                <a:xfrm>
                  <a:off x="3217"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57</a:t>
                  </a:r>
                </a:p>
                <a:p>
                  <a:pPr algn="just">
                    <a:spcBef>
                      <a:spcPct val="0"/>
                    </a:spcBef>
                    <a:buClrTx/>
                    <a:buSzTx/>
                    <a:buFontTx/>
                    <a:buNone/>
                  </a:pPr>
                  <a:endParaRPr lang="en-US" altLang="en-US" sz="2000">
                    <a:latin typeface="Arial" panose="020B0604020202020204" pitchFamily="34" charset="0"/>
                  </a:endParaRPr>
                </a:p>
              </p:txBody>
            </p:sp>
            <p:sp>
              <p:nvSpPr>
                <p:cNvPr id="594187" name="Rectangle 788">
                  <a:extLst>
                    <a:ext uri="{FF2B5EF4-FFF2-40B4-BE49-F238E27FC236}">
                      <a16:creationId xmlns:a16="http://schemas.microsoft.com/office/drawing/2014/main" id="{AFE9393F-D71F-F0D9-9F2F-F0909A20B138}"/>
                    </a:ext>
                  </a:extLst>
                </p:cNvPr>
                <p:cNvSpPr>
                  <a:spLocks noChangeArrowheads="1"/>
                </p:cNvSpPr>
                <p:nvPr/>
              </p:nvSpPr>
              <p:spPr bwMode="auto">
                <a:xfrm>
                  <a:off x="3174"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5" name="Group 791">
                <a:extLst>
                  <a:ext uri="{FF2B5EF4-FFF2-40B4-BE49-F238E27FC236}">
                    <a16:creationId xmlns:a16="http://schemas.microsoft.com/office/drawing/2014/main" id="{85B7CDD8-08A6-FB10-04A5-743BFEDA8497}"/>
                  </a:ext>
                </a:extLst>
              </p:cNvPr>
              <p:cNvGrpSpPr>
                <a:grpSpLocks/>
              </p:cNvGrpSpPr>
              <p:nvPr/>
            </p:nvGrpSpPr>
            <p:grpSpPr bwMode="auto">
              <a:xfrm>
                <a:off x="3703" y="3366"/>
                <a:ext cx="529" cy="327"/>
                <a:chOff x="3703" y="3366"/>
                <a:chExt cx="529" cy="327"/>
              </a:xfrm>
            </p:grpSpPr>
            <p:sp>
              <p:nvSpPr>
                <p:cNvPr id="594184" name="Rectangle 543">
                  <a:extLst>
                    <a:ext uri="{FF2B5EF4-FFF2-40B4-BE49-F238E27FC236}">
                      <a16:creationId xmlns:a16="http://schemas.microsoft.com/office/drawing/2014/main" id="{3C4F044C-8296-51C9-53D0-18A6EA0DDB75}"/>
                    </a:ext>
                  </a:extLst>
                </p:cNvPr>
                <p:cNvSpPr>
                  <a:spLocks noChangeArrowheads="1"/>
                </p:cNvSpPr>
                <p:nvPr/>
              </p:nvSpPr>
              <p:spPr bwMode="auto">
                <a:xfrm>
                  <a:off x="3746" y="3366"/>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a:t>
                  </a:r>
                </a:p>
                <a:p>
                  <a:pPr algn="just">
                    <a:spcBef>
                      <a:spcPct val="0"/>
                    </a:spcBef>
                    <a:buClrTx/>
                    <a:buSzTx/>
                    <a:buFontTx/>
                    <a:buNone/>
                  </a:pPr>
                  <a:endParaRPr lang="en-US" altLang="en-US" sz="2000">
                    <a:latin typeface="Arial" panose="020B0604020202020204" pitchFamily="34" charset="0"/>
                  </a:endParaRPr>
                </a:p>
              </p:txBody>
            </p:sp>
            <p:sp>
              <p:nvSpPr>
                <p:cNvPr id="594185" name="Rectangle 790">
                  <a:extLst>
                    <a:ext uri="{FF2B5EF4-FFF2-40B4-BE49-F238E27FC236}">
                      <a16:creationId xmlns:a16="http://schemas.microsoft.com/office/drawing/2014/main" id="{AA8A3FA7-8675-55A2-D57C-6CCB728EF5BA}"/>
                    </a:ext>
                  </a:extLst>
                </p:cNvPr>
                <p:cNvSpPr>
                  <a:spLocks noChangeArrowheads="1"/>
                </p:cNvSpPr>
                <p:nvPr/>
              </p:nvSpPr>
              <p:spPr bwMode="auto">
                <a:xfrm>
                  <a:off x="3703" y="3366"/>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6" name="Group 793">
                <a:extLst>
                  <a:ext uri="{FF2B5EF4-FFF2-40B4-BE49-F238E27FC236}">
                    <a16:creationId xmlns:a16="http://schemas.microsoft.com/office/drawing/2014/main" id="{396A48A1-DA72-FB8F-7939-C422D18D65D3}"/>
                  </a:ext>
                </a:extLst>
              </p:cNvPr>
              <p:cNvGrpSpPr>
                <a:grpSpLocks/>
              </p:cNvGrpSpPr>
              <p:nvPr/>
            </p:nvGrpSpPr>
            <p:grpSpPr bwMode="auto">
              <a:xfrm>
                <a:off x="0" y="3693"/>
                <a:ext cx="529" cy="327"/>
                <a:chOff x="0" y="3693"/>
                <a:chExt cx="529" cy="327"/>
              </a:xfrm>
            </p:grpSpPr>
            <p:sp>
              <p:nvSpPr>
                <p:cNvPr id="594182" name="Rectangle 544">
                  <a:extLst>
                    <a:ext uri="{FF2B5EF4-FFF2-40B4-BE49-F238E27FC236}">
                      <a16:creationId xmlns:a16="http://schemas.microsoft.com/office/drawing/2014/main" id="{C2CEA5FE-CA99-F793-6ECD-C5468F775FAA}"/>
                    </a:ext>
                  </a:extLst>
                </p:cNvPr>
                <p:cNvSpPr>
                  <a:spLocks noChangeArrowheads="1"/>
                </p:cNvSpPr>
                <p:nvPr/>
              </p:nvSpPr>
              <p:spPr bwMode="auto">
                <a:xfrm>
                  <a:off x="43"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10</a:t>
                  </a:r>
                </a:p>
                <a:p>
                  <a:pPr algn="just">
                    <a:spcBef>
                      <a:spcPct val="0"/>
                    </a:spcBef>
                    <a:buClrTx/>
                    <a:buSzTx/>
                    <a:buFontTx/>
                    <a:buNone/>
                  </a:pPr>
                  <a:endParaRPr lang="en-US" altLang="en-US" sz="2000">
                    <a:latin typeface="Arial" panose="020B0604020202020204" pitchFamily="34" charset="0"/>
                  </a:endParaRPr>
                </a:p>
              </p:txBody>
            </p:sp>
            <p:sp>
              <p:nvSpPr>
                <p:cNvPr id="594183" name="Rectangle 792">
                  <a:extLst>
                    <a:ext uri="{FF2B5EF4-FFF2-40B4-BE49-F238E27FC236}">
                      <a16:creationId xmlns:a16="http://schemas.microsoft.com/office/drawing/2014/main" id="{C26FA176-EF65-20F2-E4AA-73F9DF9966E4}"/>
                    </a:ext>
                  </a:extLst>
                </p:cNvPr>
                <p:cNvSpPr>
                  <a:spLocks noChangeArrowheads="1"/>
                </p:cNvSpPr>
                <p:nvPr/>
              </p:nvSpPr>
              <p:spPr bwMode="auto">
                <a:xfrm>
                  <a:off x="0"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7" name="Group 795">
                <a:extLst>
                  <a:ext uri="{FF2B5EF4-FFF2-40B4-BE49-F238E27FC236}">
                    <a16:creationId xmlns:a16="http://schemas.microsoft.com/office/drawing/2014/main" id="{5DCA08AD-CCCF-96B0-1591-64808E3FCB98}"/>
                  </a:ext>
                </a:extLst>
              </p:cNvPr>
              <p:cNvGrpSpPr>
                <a:grpSpLocks/>
              </p:cNvGrpSpPr>
              <p:nvPr/>
            </p:nvGrpSpPr>
            <p:grpSpPr bwMode="auto">
              <a:xfrm>
                <a:off x="529" y="3693"/>
                <a:ext cx="529" cy="327"/>
                <a:chOff x="529" y="3693"/>
                <a:chExt cx="529" cy="327"/>
              </a:xfrm>
            </p:grpSpPr>
            <p:sp>
              <p:nvSpPr>
                <p:cNvPr id="594180" name="Rectangle 545">
                  <a:extLst>
                    <a:ext uri="{FF2B5EF4-FFF2-40B4-BE49-F238E27FC236}">
                      <a16:creationId xmlns:a16="http://schemas.microsoft.com/office/drawing/2014/main" id="{79A1C249-6746-5582-73A3-7AE4B5F60D1B}"/>
                    </a:ext>
                  </a:extLst>
                </p:cNvPr>
                <p:cNvSpPr>
                  <a:spLocks noChangeArrowheads="1"/>
                </p:cNvSpPr>
                <p:nvPr/>
              </p:nvSpPr>
              <p:spPr bwMode="auto">
                <a:xfrm>
                  <a:off x="572"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K</a:t>
                  </a:r>
                </a:p>
                <a:p>
                  <a:pPr algn="just">
                    <a:spcBef>
                      <a:spcPct val="0"/>
                    </a:spcBef>
                    <a:buClrTx/>
                    <a:buSzTx/>
                    <a:buFontTx/>
                    <a:buNone/>
                  </a:pPr>
                  <a:endParaRPr lang="en-US" altLang="en-US" sz="2000">
                    <a:latin typeface="Arial" panose="020B0604020202020204" pitchFamily="34" charset="0"/>
                  </a:endParaRPr>
                </a:p>
              </p:txBody>
            </p:sp>
            <p:sp>
              <p:nvSpPr>
                <p:cNvPr id="594181" name="Rectangle 794">
                  <a:extLst>
                    <a:ext uri="{FF2B5EF4-FFF2-40B4-BE49-F238E27FC236}">
                      <a16:creationId xmlns:a16="http://schemas.microsoft.com/office/drawing/2014/main" id="{891B3E5A-C71B-3FFA-9E72-781C317993FF}"/>
                    </a:ext>
                  </a:extLst>
                </p:cNvPr>
                <p:cNvSpPr>
                  <a:spLocks noChangeArrowheads="1"/>
                </p:cNvSpPr>
                <p:nvPr/>
              </p:nvSpPr>
              <p:spPr bwMode="auto">
                <a:xfrm>
                  <a:off x="529"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8" name="Group 797">
                <a:extLst>
                  <a:ext uri="{FF2B5EF4-FFF2-40B4-BE49-F238E27FC236}">
                    <a16:creationId xmlns:a16="http://schemas.microsoft.com/office/drawing/2014/main" id="{70E4056B-2755-11A4-1933-8B70BB08E454}"/>
                  </a:ext>
                </a:extLst>
              </p:cNvPr>
              <p:cNvGrpSpPr>
                <a:grpSpLocks/>
              </p:cNvGrpSpPr>
              <p:nvPr/>
            </p:nvGrpSpPr>
            <p:grpSpPr bwMode="auto">
              <a:xfrm>
                <a:off x="1058" y="3693"/>
                <a:ext cx="529" cy="327"/>
                <a:chOff x="1058" y="3693"/>
                <a:chExt cx="529" cy="327"/>
              </a:xfrm>
            </p:grpSpPr>
            <p:sp>
              <p:nvSpPr>
                <p:cNvPr id="594178" name="Rectangle 546">
                  <a:extLst>
                    <a:ext uri="{FF2B5EF4-FFF2-40B4-BE49-F238E27FC236}">
                      <a16:creationId xmlns:a16="http://schemas.microsoft.com/office/drawing/2014/main" id="{24EA2B2F-7917-00F4-CC44-96AE9D1270E1}"/>
                    </a:ext>
                  </a:extLst>
                </p:cNvPr>
                <p:cNvSpPr>
                  <a:spLocks noChangeArrowheads="1"/>
                </p:cNvSpPr>
                <p:nvPr/>
              </p:nvSpPr>
              <p:spPr bwMode="auto">
                <a:xfrm>
                  <a:off x="1101"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26</a:t>
                  </a:r>
                </a:p>
                <a:p>
                  <a:pPr algn="just">
                    <a:spcBef>
                      <a:spcPct val="0"/>
                    </a:spcBef>
                    <a:buClrTx/>
                    <a:buSzTx/>
                    <a:buFontTx/>
                    <a:buNone/>
                  </a:pPr>
                  <a:endParaRPr lang="en-US" altLang="en-US" sz="2000">
                    <a:latin typeface="Arial" panose="020B0604020202020204" pitchFamily="34" charset="0"/>
                  </a:endParaRPr>
                </a:p>
              </p:txBody>
            </p:sp>
            <p:sp>
              <p:nvSpPr>
                <p:cNvPr id="594179" name="Rectangle 796">
                  <a:extLst>
                    <a:ext uri="{FF2B5EF4-FFF2-40B4-BE49-F238E27FC236}">
                      <a16:creationId xmlns:a16="http://schemas.microsoft.com/office/drawing/2014/main" id="{9D545FDD-6A60-497B-1B4B-B4C085F24786}"/>
                    </a:ext>
                  </a:extLst>
                </p:cNvPr>
                <p:cNvSpPr>
                  <a:spLocks noChangeArrowheads="1"/>
                </p:cNvSpPr>
                <p:nvPr/>
              </p:nvSpPr>
              <p:spPr bwMode="auto">
                <a:xfrm>
                  <a:off x="1058"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19" name="Group 799">
                <a:extLst>
                  <a:ext uri="{FF2B5EF4-FFF2-40B4-BE49-F238E27FC236}">
                    <a16:creationId xmlns:a16="http://schemas.microsoft.com/office/drawing/2014/main" id="{5B6E0907-6A9F-76A0-E120-7D4E1DA0132B}"/>
                  </a:ext>
                </a:extLst>
              </p:cNvPr>
              <p:cNvGrpSpPr>
                <a:grpSpLocks/>
              </p:cNvGrpSpPr>
              <p:nvPr/>
            </p:nvGrpSpPr>
            <p:grpSpPr bwMode="auto">
              <a:xfrm>
                <a:off x="1587" y="3693"/>
                <a:ext cx="529" cy="327"/>
                <a:chOff x="1587" y="3693"/>
                <a:chExt cx="529" cy="327"/>
              </a:xfrm>
            </p:grpSpPr>
            <p:sp>
              <p:nvSpPr>
                <p:cNvPr id="594176" name="Rectangle 547">
                  <a:extLst>
                    <a:ext uri="{FF2B5EF4-FFF2-40B4-BE49-F238E27FC236}">
                      <a16:creationId xmlns:a16="http://schemas.microsoft.com/office/drawing/2014/main" id="{CE1C75D4-EC59-CC06-6542-E650CBDD0E50}"/>
                    </a:ext>
                  </a:extLst>
                </p:cNvPr>
                <p:cNvSpPr>
                  <a:spLocks noChangeArrowheads="1"/>
                </p:cNvSpPr>
                <p:nvPr/>
              </p:nvSpPr>
              <p:spPr bwMode="auto">
                <a:xfrm>
                  <a:off x="1630"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A</a:t>
                  </a:r>
                </a:p>
                <a:p>
                  <a:pPr algn="just">
                    <a:spcBef>
                      <a:spcPct val="0"/>
                    </a:spcBef>
                    <a:buClrTx/>
                    <a:buSzTx/>
                    <a:buFontTx/>
                    <a:buNone/>
                  </a:pPr>
                  <a:endParaRPr lang="en-US" altLang="en-US" sz="2000">
                    <a:latin typeface="Arial" panose="020B0604020202020204" pitchFamily="34" charset="0"/>
                  </a:endParaRPr>
                </a:p>
              </p:txBody>
            </p:sp>
            <p:sp>
              <p:nvSpPr>
                <p:cNvPr id="594177" name="Rectangle 798">
                  <a:extLst>
                    <a:ext uri="{FF2B5EF4-FFF2-40B4-BE49-F238E27FC236}">
                      <a16:creationId xmlns:a16="http://schemas.microsoft.com/office/drawing/2014/main" id="{B717C079-82BE-F1CE-87A2-5441E17B7EA9}"/>
                    </a:ext>
                  </a:extLst>
                </p:cNvPr>
                <p:cNvSpPr>
                  <a:spLocks noChangeArrowheads="1"/>
                </p:cNvSpPr>
                <p:nvPr/>
              </p:nvSpPr>
              <p:spPr bwMode="auto">
                <a:xfrm>
                  <a:off x="1587"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0" name="Group 801">
                <a:extLst>
                  <a:ext uri="{FF2B5EF4-FFF2-40B4-BE49-F238E27FC236}">
                    <a16:creationId xmlns:a16="http://schemas.microsoft.com/office/drawing/2014/main" id="{848B41C0-CEBC-0246-D183-A286504EC17D}"/>
                  </a:ext>
                </a:extLst>
              </p:cNvPr>
              <p:cNvGrpSpPr>
                <a:grpSpLocks/>
              </p:cNvGrpSpPr>
              <p:nvPr/>
            </p:nvGrpSpPr>
            <p:grpSpPr bwMode="auto">
              <a:xfrm>
                <a:off x="2116" y="3693"/>
                <a:ext cx="529" cy="327"/>
                <a:chOff x="2116" y="3693"/>
                <a:chExt cx="529" cy="327"/>
              </a:xfrm>
            </p:grpSpPr>
            <p:sp>
              <p:nvSpPr>
                <p:cNvPr id="594174" name="Rectangle 548">
                  <a:extLst>
                    <a:ext uri="{FF2B5EF4-FFF2-40B4-BE49-F238E27FC236}">
                      <a16:creationId xmlns:a16="http://schemas.microsoft.com/office/drawing/2014/main" id="{EFEB8C27-BE18-4D30-67A4-13D100A5EF5D}"/>
                    </a:ext>
                  </a:extLst>
                </p:cNvPr>
                <p:cNvSpPr>
                  <a:spLocks noChangeArrowheads="1"/>
                </p:cNvSpPr>
                <p:nvPr/>
              </p:nvSpPr>
              <p:spPr bwMode="auto">
                <a:xfrm>
                  <a:off x="2159"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42</a:t>
                  </a:r>
                </a:p>
                <a:p>
                  <a:pPr algn="just">
                    <a:spcBef>
                      <a:spcPct val="0"/>
                    </a:spcBef>
                    <a:buClrTx/>
                    <a:buSzTx/>
                    <a:buFontTx/>
                    <a:buNone/>
                  </a:pPr>
                  <a:endParaRPr lang="en-US" altLang="en-US" sz="2000">
                    <a:latin typeface="Arial" panose="020B0604020202020204" pitchFamily="34" charset="0"/>
                  </a:endParaRPr>
                </a:p>
              </p:txBody>
            </p:sp>
            <p:sp>
              <p:nvSpPr>
                <p:cNvPr id="594175" name="Rectangle 800">
                  <a:extLst>
                    <a:ext uri="{FF2B5EF4-FFF2-40B4-BE49-F238E27FC236}">
                      <a16:creationId xmlns:a16="http://schemas.microsoft.com/office/drawing/2014/main" id="{292746F4-007B-A58B-3508-73A3BF4F353C}"/>
                    </a:ext>
                  </a:extLst>
                </p:cNvPr>
                <p:cNvSpPr>
                  <a:spLocks noChangeArrowheads="1"/>
                </p:cNvSpPr>
                <p:nvPr/>
              </p:nvSpPr>
              <p:spPr bwMode="auto">
                <a:xfrm>
                  <a:off x="2116"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1" name="Group 803">
                <a:extLst>
                  <a:ext uri="{FF2B5EF4-FFF2-40B4-BE49-F238E27FC236}">
                    <a16:creationId xmlns:a16="http://schemas.microsoft.com/office/drawing/2014/main" id="{581F31BF-E742-8EA2-517A-91541CF24D25}"/>
                  </a:ext>
                </a:extLst>
              </p:cNvPr>
              <p:cNvGrpSpPr>
                <a:grpSpLocks/>
              </p:cNvGrpSpPr>
              <p:nvPr/>
            </p:nvGrpSpPr>
            <p:grpSpPr bwMode="auto">
              <a:xfrm>
                <a:off x="2645" y="3693"/>
                <a:ext cx="529" cy="327"/>
                <a:chOff x="2645" y="3693"/>
                <a:chExt cx="529" cy="327"/>
              </a:xfrm>
            </p:grpSpPr>
            <p:sp>
              <p:nvSpPr>
                <p:cNvPr id="594172" name="Rectangle 549">
                  <a:extLst>
                    <a:ext uri="{FF2B5EF4-FFF2-40B4-BE49-F238E27FC236}">
                      <a16:creationId xmlns:a16="http://schemas.microsoft.com/office/drawing/2014/main" id="{07C47BED-3BB0-9DF2-5C39-AAA73E2DBAEA}"/>
                    </a:ext>
                  </a:extLst>
                </p:cNvPr>
                <p:cNvSpPr>
                  <a:spLocks noChangeArrowheads="1"/>
                </p:cNvSpPr>
                <p:nvPr/>
              </p:nvSpPr>
              <p:spPr bwMode="auto">
                <a:xfrm>
                  <a:off x="2688"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Q</a:t>
                  </a:r>
                </a:p>
                <a:p>
                  <a:pPr algn="just">
                    <a:spcBef>
                      <a:spcPct val="0"/>
                    </a:spcBef>
                    <a:buClrTx/>
                    <a:buSzTx/>
                    <a:buFontTx/>
                    <a:buNone/>
                  </a:pPr>
                  <a:endParaRPr lang="en-US" altLang="en-US" sz="2000">
                    <a:latin typeface="Arial" panose="020B0604020202020204" pitchFamily="34" charset="0"/>
                  </a:endParaRPr>
                </a:p>
              </p:txBody>
            </p:sp>
            <p:sp>
              <p:nvSpPr>
                <p:cNvPr id="594173" name="Rectangle 802">
                  <a:extLst>
                    <a:ext uri="{FF2B5EF4-FFF2-40B4-BE49-F238E27FC236}">
                      <a16:creationId xmlns:a16="http://schemas.microsoft.com/office/drawing/2014/main" id="{98914795-D8D1-3799-8511-9F3E2532D356}"/>
                    </a:ext>
                  </a:extLst>
                </p:cNvPr>
                <p:cNvSpPr>
                  <a:spLocks noChangeArrowheads="1"/>
                </p:cNvSpPr>
                <p:nvPr/>
              </p:nvSpPr>
              <p:spPr bwMode="auto">
                <a:xfrm>
                  <a:off x="2645"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2" name="Group 805">
                <a:extLst>
                  <a:ext uri="{FF2B5EF4-FFF2-40B4-BE49-F238E27FC236}">
                    <a16:creationId xmlns:a16="http://schemas.microsoft.com/office/drawing/2014/main" id="{E24B4542-03E1-193D-2E41-F5FDE20D55CB}"/>
                  </a:ext>
                </a:extLst>
              </p:cNvPr>
              <p:cNvGrpSpPr>
                <a:grpSpLocks/>
              </p:cNvGrpSpPr>
              <p:nvPr/>
            </p:nvGrpSpPr>
            <p:grpSpPr bwMode="auto">
              <a:xfrm>
                <a:off x="3174" y="3693"/>
                <a:ext cx="529" cy="327"/>
                <a:chOff x="3174" y="3693"/>
                <a:chExt cx="529" cy="327"/>
              </a:xfrm>
            </p:grpSpPr>
            <p:sp>
              <p:nvSpPr>
                <p:cNvPr id="594170" name="Rectangle 550">
                  <a:extLst>
                    <a:ext uri="{FF2B5EF4-FFF2-40B4-BE49-F238E27FC236}">
                      <a16:creationId xmlns:a16="http://schemas.microsoft.com/office/drawing/2014/main" id="{A51EEAA5-5198-48D7-6DD9-CFE7A6D8C958}"/>
                    </a:ext>
                  </a:extLst>
                </p:cNvPr>
                <p:cNvSpPr>
                  <a:spLocks noChangeArrowheads="1"/>
                </p:cNvSpPr>
                <p:nvPr/>
              </p:nvSpPr>
              <p:spPr bwMode="auto">
                <a:xfrm>
                  <a:off x="3217"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58</a:t>
                  </a:r>
                </a:p>
                <a:p>
                  <a:pPr algn="just">
                    <a:spcBef>
                      <a:spcPct val="0"/>
                    </a:spcBef>
                    <a:buClrTx/>
                    <a:buSzTx/>
                    <a:buFontTx/>
                    <a:buNone/>
                  </a:pPr>
                  <a:endParaRPr lang="en-US" altLang="en-US" sz="2000">
                    <a:latin typeface="Arial" panose="020B0604020202020204" pitchFamily="34" charset="0"/>
                  </a:endParaRPr>
                </a:p>
              </p:txBody>
            </p:sp>
            <p:sp>
              <p:nvSpPr>
                <p:cNvPr id="594171" name="Rectangle 804">
                  <a:extLst>
                    <a:ext uri="{FF2B5EF4-FFF2-40B4-BE49-F238E27FC236}">
                      <a16:creationId xmlns:a16="http://schemas.microsoft.com/office/drawing/2014/main" id="{D64A9F42-C48B-F027-1564-96105333406A}"/>
                    </a:ext>
                  </a:extLst>
                </p:cNvPr>
                <p:cNvSpPr>
                  <a:spLocks noChangeArrowheads="1"/>
                </p:cNvSpPr>
                <p:nvPr/>
              </p:nvSpPr>
              <p:spPr bwMode="auto">
                <a:xfrm>
                  <a:off x="3174"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3" name="Group 807">
                <a:extLst>
                  <a:ext uri="{FF2B5EF4-FFF2-40B4-BE49-F238E27FC236}">
                    <a16:creationId xmlns:a16="http://schemas.microsoft.com/office/drawing/2014/main" id="{C27831AD-61A9-7BA2-41EE-BCF2CA7F73B0}"/>
                  </a:ext>
                </a:extLst>
              </p:cNvPr>
              <p:cNvGrpSpPr>
                <a:grpSpLocks/>
              </p:cNvGrpSpPr>
              <p:nvPr/>
            </p:nvGrpSpPr>
            <p:grpSpPr bwMode="auto">
              <a:xfrm>
                <a:off x="3703" y="3693"/>
                <a:ext cx="529" cy="327"/>
                <a:chOff x="3703" y="3693"/>
                <a:chExt cx="529" cy="327"/>
              </a:xfrm>
            </p:grpSpPr>
            <p:sp>
              <p:nvSpPr>
                <p:cNvPr id="594168" name="Rectangle 551">
                  <a:extLst>
                    <a:ext uri="{FF2B5EF4-FFF2-40B4-BE49-F238E27FC236}">
                      <a16:creationId xmlns:a16="http://schemas.microsoft.com/office/drawing/2014/main" id="{94A32789-BD46-8EF9-3160-1D457CF6F2C4}"/>
                    </a:ext>
                  </a:extLst>
                </p:cNvPr>
                <p:cNvSpPr>
                  <a:spLocks noChangeArrowheads="1"/>
                </p:cNvSpPr>
                <p:nvPr/>
              </p:nvSpPr>
              <p:spPr bwMode="auto">
                <a:xfrm>
                  <a:off x="3746" y="3693"/>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a:t>
                  </a:r>
                </a:p>
                <a:p>
                  <a:pPr algn="just">
                    <a:spcBef>
                      <a:spcPct val="0"/>
                    </a:spcBef>
                    <a:buClrTx/>
                    <a:buSzTx/>
                    <a:buFontTx/>
                    <a:buNone/>
                  </a:pPr>
                  <a:endParaRPr lang="en-US" altLang="en-US" sz="2000">
                    <a:latin typeface="Arial" panose="020B0604020202020204" pitchFamily="34" charset="0"/>
                  </a:endParaRPr>
                </a:p>
              </p:txBody>
            </p:sp>
            <p:sp>
              <p:nvSpPr>
                <p:cNvPr id="594169" name="Rectangle 806">
                  <a:extLst>
                    <a:ext uri="{FF2B5EF4-FFF2-40B4-BE49-F238E27FC236}">
                      <a16:creationId xmlns:a16="http://schemas.microsoft.com/office/drawing/2014/main" id="{1545868C-D29C-B2BC-B6A2-625022D9A2D2}"/>
                    </a:ext>
                  </a:extLst>
                </p:cNvPr>
                <p:cNvSpPr>
                  <a:spLocks noChangeArrowheads="1"/>
                </p:cNvSpPr>
                <p:nvPr/>
              </p:nvSpPr>
              <p:spPr bwMode="auto">
                <a:xfrm>
                  <a:off x="3703" y="3693"/>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4" name="Group 809">
                <a:extLst>
                  <a:ext uri="{FF2B5EF4-FFF2-40B4-BE49-F238E27FC236}">
                    <a16:creationId xmlns:a16="http://schemas.microsoft.com/office/drawing/2014/main" id="{6355B057-C114-D3A1-E8E6-AE763EADC39F}"/>
                  </a:ext>
                </a:extLst>
              </p:cNvPr>
              <p:cNvGrpSpPr>
                <a:grpSpLocks/>
              </p:cNvGrpSpPr>
              <p:nvPr/>
            </p:nvGrpSpPr>
            <p:grpSpPr bwMode="auto">
              <a:xfrm>
                <a:off x="0" y="4020"/>
                <a:ext cx="529" cy="327"/>
                <a:chOff x="0" y="4020"/>
                <a:chExt cx="529" cy="327"/>
              </a:xfrm>
            </p:grpSpPr>
            <p:sp>
              <p:nvSpPr>
                <p:cNvPr id="594166" name="Rectangle 552">
                  <a:extLst>
                    <a:ext uri="{FF2B5EF4-FFF2-40B4-BE49-F238E27FC236}">
                      <a16:creationId xmlns:a16="http://schemas.microsoft.com/office/drawing/2014/main" id="{C58D8974-D482-DEDB-3727-7FEA453C9FB5}"/>
                    </a:ext>
                  </a:extLst>
                </p:cNvPr>
                <p:cNvSpPr>
                  <a:spLocks noChangeArrowheads="1"/>
                </p:cNvSpPr>
                <p:nvPr/>
              </p:nvSpPr>
              <p:spPr bwMode="auto">
                <a:xfrm>
                  <a:off x="43"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11</a:t>
                  </a:r>
                </a:p>
                <a:p>
                  <a:pPr algn="just">
                    <a:spcBef>
                      <a:spcPct val="0"/>
                    </a:spcBef>
                    <a:buClrTx/>
                    <a:buSzTx/>
                    <a:buFontTx/>
                    <a:buNone/>
                  </a:pPr>
                  <a:endParaRPr lang="en-US" altLang="en-US" sz="2000">
                    <a:latin typeface="Arial" panose="020B0604020202020204" pitchFamily="34" charset="0"/>
                  </a:endParaRPr>
                </a:p>
              </p:txBody>
            </p:sp>
            <p:sp>
              <p:nvSpPr>
                <p:cNvPr id="594167" name="Rectangle 808">
                  <a:extLst>
                    <a:ext uri="{FF2B5EF4-FFF2-40B4-BE49-F238E27FC236}">
                      <a16:creationId xmlns:a16="http://schemas.microsoft.com/office/drawing/2014/main" id="{AEE8B1D8-D1C8-31AF-05FA-1F564CB6FC5A}"/>
                    </a:ext>
                  </a:extLst>
                </p:cNvPr>
                <p:cNvSpPr>
                  <a:spLocks noChangeArrowheads="1"/>
                </p:cNvSpPr>
                <p:nvPr/>
              </p:nvSpPr>
              <p:spPr bwMode="auto">
                <a:xfrm>
                  <a:off x="0"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5" name="Group 811">
                <a:extLst>
                  <a:ext uri="{FF2B5EF4-FFF2-40B4-BE49-F238E27FC236}">
                    <a16:creationId xmlns:a16="http://schemas.microsoft.com/office/drawing/2014/main" id="{3913F648-DDD7-9ACD-72ED-F68B0C0D0C98}"/>
                  </a:ext>
                </a:extLst>
              </p:cNvPr>
              <p:cNvGrpSpPr>
                <a:grpSpLocks/>
              </p:cNvGrpSpPr>
              <p:nvPr/>
            </p:nvGrpSpPr>
            <p:grpSpPr bwMode="auto">
              <a:xfrm>
                <a:off x="529" y="4020"/>
                <a:ext cx="529" cy="327"/>
                <a:chOff x="529" y="4020"/>
                <a:chExt cx="529" cy="327"/>
              </a:xfrm>
            </p:grpSpPr>
            <p:sp>
              <p:nvSpPr>
                <p:cNvPr id="594164" name="Rectangle 553">
                  <a:extLst>
                    <a:ext uri="{FF2B5EF4-FFF2-40B4-BE49-F238E27FC236}">
                      <a16:creationId xmlns:a16="http://schemas.microsoft.com/office/drawing/2014/main" id="{BA5594EA-40B2-9374-60F8-65358A40C285}"/>
                    </a:ext>
                  </a:extLst>
                </p:cNvPr>
                <p:cNvSpPr>
                  <a:spLocks noChangeArrowheads="1"/>
                </p:cNvSpPr>
                <p:nvPr/>
              </p:nvSpPr>
              <p:spPr bwMode="auto">
                <a:xfrm>
                  <a:off x="572"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L</a:t>
                  </a:r>
                </a:p>
                <a:p>
                  <a:pPr algn="just">
                    <a:spcBef>
                      <a:spcPct val="0"/>
                    </a:spcBef>
                    <a:buClrTx/>
                    <a:buSzTx/>
                    <a:buFontTx/>
                    <a:buNone/>
                  </a:pPr>
                  <a:endParaRPr lang="en-US" altLang="en-US" sz="2000">
                    <a:latin typeface="Arial" panose="020B0604020202020204" pitchFamily="34" charset="0"/>
                  </a:endParaRPr>
                </a:p>
              </p:txBody>
            </p:sp>
            <p:sp>
              <p:nvSpPr>
                <p:cNvPr id="594165" name="Rectangle 810">
                  <a:extLst>
                    <a:ext uri="{FF2B5EF4-FFF2-40B4-BE49-F238E27FC236}">
                      <a16:creationId xmlns:a16="http://schemas.microsoft.com/office/drawing/2014/main" id="{3711434C-24B5-C2FE-C186-222D64C3A403}"/>
                    </a:ext>
                  </a:extLst>
                </p:cNvPr>
                <p:cNvSpPr>
                  <a:spLocks noChangeArrowheads="1"/>
                </p:cNvSpPr>
                <p:nvPr/>
              </p:nvSpPr>
              <p:spPr bwMode="auto">
                <a:xfrm>
                  <a:off x="529"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6" name="Group 813">
                <a:extLst>
                  <a:ext uri="{FF2B5EF4-FFF2-40B4-BE49-F238E27FC236}">
                    <a16:creationId xmlns:a16="http://schemas.microsoft.com/office/drawing/2014/main" id="{F953546B-5AE7-D6DC-BA74-7C2C170072D9}"/>
                  </a:ext>
                </a:extLst>
              </p:cNvPr>
              <p:cNvGrpSpPr>
                <a:grpSpLocks/>
              </p:cNvGrpSpPr>
              <p:nvPr/>
            </p:nvGrpSpPr>
            <p:grpSpPr bwMode="auto">
              <a:xfrm>
                <a:off x="1058" y="4020"/>
                <a:ext cx="529" cy="327"/>
                <a:chOff x="1058" y="4020"/>
                <a:chExt cx="529" cy="327"/>
              </a:xfrm>
            </p:grpSpPr>
            <p:sp>
              <p:nvSpPr>
                <p:cNvPr id="594162" name="Rectangle 554">
                  <a:extLst>
                    <a:ext uri="{FF2B5EF4-FFF2-40B4-BE49-F238E27FC236}">
                      <a16:creationId xmlns:a16="http://schemas.microsoft.com/office/drawing/2014/main" id="{DCE04CB7-3B6D-3885-3C76-DA1BA6B47D47}"/>
                    </a:ext>
                  </a:extLst>
                </p:cNvPr>
                <p:cNvSpPr>
                  <a:spLocks noChangeArrowheads="1"/>
                </p:cNvSpPr>
                <p:nvPr/>
              </p:nvSpPr>
              <p:spPr bwMode="auto">
                <a:xfrm>
                  <a:off x="1101"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27</a:t>
                  </a:r>
                </a:p>
                <a:p>
                  <a:pPr algn="just">
                    <a:spcBef>
                      <a:spcPct val="0"/>
                    </a:spcBef>
                    <a:buClrTx/>
                    <a:buSzTx/>
                    <a:buFontTx/>
                    <a:buNone/>
                  </a:pPr>
                  <a:endParaRPr lang="en-US" altLang="en-US" sz="2000">
                    <a:latin typeface="Arial" panose="020B0604020202020204" pitchFamily="34" charset="0"/>
                  </a:endParaRPr>
                </a:p>
              </p:txBody>
            </p:sp>
            <p:sp>
              <p:nvSpPr>
                <p:cNvPr id="594163" name="Rectangle 812">
                  <a:extLst>
                    <a:ext uri="{FF2B5EF4-FFF2-40B4-BE49-F238E27FC236}">
                      <a16:creationId xmlns:a16="http://schemas.microsoft.com/office/drawing/2014/main" id="{636C14CE-9F25-A99C-7233-D73F7A0556BD}"/>
                    </a:ext>
                  </a:extLst>
                </p:cNvPr>
                <p:cNvSpPr>
                  <a:spLocks noChangeArrowheads="1"/>
                </p:cNvSpPr>
                <p:nvPr/>
              </p:nvSpPr>
              <p:spPr bwMode="auto">
                <a:xfrm>
                  <a:off x="1058"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7" name="Group 815">
                <a:extLst>
                  <a:ext uri="{FF2B5EF4-FFF2-40B4-BE49-F238E27FC236}">
                    <a16:creationId xmlns:a16="http://schemas.microsoft.com/office/drawing/2014/main" id="{7B44FF8C-B597-B0E8-63BB-0C0DF374C62D}"/>
                  </a:ext>
                </a:extLst>
              </p:cNvPr>
              <p:cNvGrpSpPr>
                <a:grpSpLocks/>
              </p:cNvGrpSpPr>
              <p:nvPr/>
            </p:nvGrpSpPr>
            <p:grpSpPr bwMode="auto">
              <a:xfrm>
                <a:off x="1587" y="4020"/>
                <a:ext cx="529" cy="327"/>
                <a:chOff x="1587" y="4020"/>
                <a:chExt cx="529" cy="327"/>
              </a:xfrm>
            </p:grpSpPr>
            <p:sp>
              <p:nvSpPr>
                <p:cNvPr id="594160" name="Rectangle 555">
                  <a:extLst>
                    <a:ext uri="{FF2B5EF4-FFF2-40B4-BE49-F238E27FC236}">
                      <a16:creationId xmlns:a16="http://schemas.microsoft.com/office/drawing/2014/main" id="{4402B141-447C-3389-4CB8-28A9BE4CB8FF}"/>
                    </a:ext>
                  </a:extLst>
                </p:cNvPr>
                <p:cNvSpPr>
                  <a:spLocks noChangeArrowheads="1"/>
                </p:cNvSpPr>
                <p:nvPr/>
              </p:nvSpPr>
              <p:spPr bwMode="auto">
                <a:xfrm>
                  <a:off x="1630"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B</a:t>
                  </a:r>
                </a:p>
                <a:p>
                  <a:pPr algn="just">
                    <a:spcBef>
                      <a:spcPct val="0"/>
                    </a:spcBef>
                    <a:buClrTx/>
                    <a:buSzTx/>
                    <a:buFontTx/>
                    <a:buNone/>
                  </a:pPr>
                  <a:endParaRPr lang="en-US" altLang="en-US" sz="2000">
                    <a:latin typeface="Arial" panose="020B0604020202020204" pitchFamily="34" charset="0"/>
                  </a:endParaRPr>
                </a:p>
              </p:txBody>
            </p:sp>
            <p:sp>
              <p:nvSpPr>
                <p:cNvPr id="594161" name="Rectangle 814">
                  <a:extLst>
                    <a:ext uri="{FF2B5EF4-FFF2-40B4-BE49-F238E27FC236}">
                      <a16:creationId xmlns:a16="http://schemas.microsoft.com/office/drawing/2014/main" id="{839F25A2-1AAC-41C0-DC94-D8BE5A7A6904}"/>
                    </a:ext>
                  </a:extLst>
                </p:cNvPr>
                <p:cNvSpPr>
                  <a:spLocks noChangeArrowheads="1"/>
                </p:cNvSpPr>
                <p:nvPr/>
              </p:nvSpPr>
              <p:spPr bwMode="auto">
                <a:xfrm>
                  <a:off x="1587"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8" name="Group 817">
                <a:extLst>
                  <a:ext uri="{FF2B5EF4-FFF2-40B4-BE49-F238E27FC236}">
                    <a16:creationId xmlns:a16="http://schemas.microsoft.com/office/drawing/2014/main" id="{5316D508-E30B-D842-D0F5-AA5F96A2195E}"/>
                  </a:ext>
                </a:extLst>
              </p:cNvPr>
              <p:cNvGrpSpPr>
                <a:grpSpLocks/>
              </p:cNvGrpSpPr>
              <p:nvPr/>
            </p:nvGrpSpPr>
            <p:grpSpPr bwMode="auto">
              <a:xfrm>
                <a:off x="2116" y="4020"/>
                <a:ext cx="529" cy="327"/>
                <a:chOff x="2116" y="4020"/>
                <a:chExt cx="529" cy="327"/>
              </a:xfrm>
            </p:grpSpPr>
            <p:sp>
              <p:nvSpPr>
                <p:cNvPr id="594158" name="Rectangle 556">
                  <a:extLst>
                    <a:ext uri="{FF2B5EF4-FFF2-40B4-BE49-F238E27FC236}">
                      <a16:creationId xmlns:a16="http://schemas.microsoft.com/office/drawing/2014/main" id="{CFFB14A4-4534-978F-3A13-970C47F843EA}"/>
                    </a:ext>
                  </a:extLst>
                </p:cNvPr>
                <p:cNvSpPr>
                  <a:spLocks noChangeArrowheads="1"/>
                </p:cNvSpPr>
                <p:nvPr/>
              </p:nvSpPr>
              <p:spPr bwMode="auto">
                <a:xfrm>
                  <a:off x="2159"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43</a:t>
                  </a:r>
                </a:p>
                <a:p>
                  <a:pPr algn="just">
                    <a:spcBef>
                      <a:spcPct val="0"/>
                    </a:spcBef>
                    <a:buClrTx/>
                    <a:buSzTx/>
                    <a:buFontTx/>
                    <a:buNone/>
                  </a:pPr>
                  <a:endParaRPr lang="en-US" altLang="en-US" sz="2000">
                    <a:latin typeface="Arial" panose="020B0604020202020204" pitchFamily="34" charset="0"/>
                  </a:endParaRPr>
                </a:p>
              </p:txBody>
            </p:sp>
            <p:sp>
              <p:nvSpPr>
                <p:cNvPr id="594159" name="Rectangle 816">
                  <a:extLst>
                    <a:ext uri="{FF2B5EF4-FFF2-40B4-BE49-F238E27FC236}">
                      <a16:creationId xmlns:a16="http://schemas.microsoft.com/office/drawing/2014/main" id="{98EFEAE6-6E12-456E-9974-C653451D92DE}"/>
                    </a:ext>
                  </a:extLst>
                </p:cNvPr>
                <p:cNvSpPr>
                  <a:spLocks noChangeArrowheads="1"/>
                </p:cNvSpPr>
                <p:nvPr/>
              </p:nvSpPr>
              <p:spPr bwMode="auto">
                <a:xfrm>
                  <a:off x="2116"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29" name="Group 819">
                <a:extLst>
                  <a:ext uri="{FF2B5EF4-FFF2-40B4-BE49-F238E27FC236}">
                    <a16:creationId xmlns:a16="http://schemas.microsoft.com/office/drawing/2014/main" id="{71A6A504-F906-15C2-6AAE-71FD5651D684}"/>
                  </a:ext>
                </a:extLst>
              </p:cNvPr>
              <p:cNvGrpSpPr>
                <a:grpSpLocks/>
              </p:cNvGrpSpPr>
              <p:nvPr/>
            </p:nvGrpSpPr>
            <p:grpSpPr bwMode="auto">
              <a:xfrm>
                <a:off x="2645" y="4020"/>
                <a:ext cx="529" cy="327"/>
                <a:chOff x="2645" y="4020"/>
                <a:chExt cx="529" cy="327"/>
              </a:xfrm>
            </p:grpSpPr>
            <p:sp>
              <p:nvSpPr>
                <p:cNvPr id="594156" name="Rectangle 557">
                  <a:extLst>
                    <a:ext uri="{FF2B5EF4-FFF2-40B4-BE49-F238E27FC236}">
                      <a16:creationId xmlns:a16="http://schemas.microsoft.com/office/drawing/2014/main" id="{1A3737AB-CE37-61A9-656D-B0D9374DCE61}"/>
                    </a:ext>
                  </a:extLst>
                </p:cNvPr>
                <p:cNvSpPr>
                  <a:spLocks noChangeArrowheads="1"/>
                </p:cNvSpPr>
                <p:nvPr/>
              </p:nvSpPr>
              <p:spPr bwMode="auto">
                <a:xfrm>
                  <a:off x="2688"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R</a:t>
                  </a:r>
                </a:p>
                <a:p>
                  <a:pPr algn="just">
                    <a:spcBef>
                      <a:spcPct val="0"/>
                    </a:spcBef>
                    <a:buClrTx/>
                    <a:buSzTx/>
                    <a:buFontTx/>
                    <a:buNone/>
                  </a:pPr>
                  <a:endParaRPr lang="en-US" altLang="en-US" sz="2000">
                    <a:latin typeface="Arial" panose="020B0604020202020204" pitchFamily="34" charset="0"/>
                  </a:endParaRPr>
                </a:p>
              </p:txBody>
            </p:sp>
            <p:sp>
              <p:nvSpPr>
                <p:cNvPr id="594157" name="Rectangle 818">
                  <a:extLst>
                    <a:ext uri="{FF2B5EF4-FFF2-40B4-BE49-F238E27FC236}">
                      <a16:creationId xmlns:a16="http://schemas.microsoft.com/office/drawing/2014/main" id="{A77D906C-5709-C042-6DC9-1DAA40A87C0F}"/>
                    </a:ext>
                  </a:extLst>
                </p:cNvPr>
                <p:cNvSpPr>
                  <a:spLocks noChangeArrowheads="1"/>
                </p:cNvSpPr>
                <p:nvPr/>
              </p:nvSpPr>
              <p:spPr bwMode="auto">
                <a:xfrm>
                  <a:off x="2645"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0" name="Group 821">
                <a:extLst>
                  <a:ext uri="{FF2B5EF4-FFF2-40B4-BE49-F238E27FC236}">
                    <a16:creationId xmlns:a16="http://schemas.microsoft.com/office/drawing/2014/main" id="{7C6AD056-4066-5B82-AC17-BBF485B49AF8}"/>
                  </a:ext>
                </a:extLst>
              </p:cNvPr>
              <p:cNvGrpSpPr>
                <a:grpSpLocks/>
              </p:cNvGrpSpPr>
              <p:nvPr/>
            </p:nvGrpSpPr>
            <p:grpSpPr bwMode="auto">
              <a:xfrm>
                <a:off x="3174" y="4020"/>
                <a:ext cx="529" cy="327"/>
                <a:chOff x="3174" y="4020"/>
                <a:chExt cx="529" cy="327"/>
              </a:xfrm>
            </p:grpSpPr>
            <p:sp>
              <p:nvSpPr>
                <p:cNvPr id="594154" name="Rectangle 558">
                  <a:extLst>
                    <a:ext uri="{FF2B5EF4-FFF2-40B4-BE49-F238E27FC236}">
                      <a16:creationId xmlns:a16="http://schemas.microsoft.com/office/drawing/2014/main" id="{EE83092A-507C-7252-F6E0-4AD127CC5377}"/>
                    </a:ext>
                  </a:extLst>
                </p:cNvPr>
                <p:cNvSpPr>
                  <a:spLocks noChangeArrowheads="1"/>
                </p:cNvSpPr>
                <p:nvPr/>
              </p:nvSpPr>
              <p:spPr bwMode="auto">
                <a:xfrm>
                  <a:off x="3217"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59</a:t>
                  </a:r>
                </a:p>
                <a:p>
                  <a:pPr algn="just">
                    <a:spcBef>
                      <a:spcPct val="0"/>
                    </a:spcBef>
                    <a:buClrTx/>
                    <a:buSzTx/>
                    <a:buFontTx/>
                    <a:buNone/>
                  </a:pPr>
                  <a:endParaRPr lang="en-US" altLang="en-US" sz="2000">
                    <a:latin typeface="Arial" panose="020B0604020202020204" pitchFamily="34" charset="0"/>
                  </a:endParaRPr>
                </a:p>
              </p:txBody>
            </p:sp>
            <p:sp>
              <p:nvSpPr>
                <p:cNvPr id="594155" name="Rectangle 820">
                  <a:extLst>
                    <a:ext uri="{FF2B5EF4-FFF2-40B4-BE49-F238E27FC236}">
                      <a16:creationId xmlns:a16="http://schemas.microsoft.com/office/drawing/2014/main" id="{DE862D17-3BFE-67B2-2C2C-335CE3FA176F}"/>
                    </a:ext>
                  </a:extLst>
                </p:cNvPr>
                <p:cNvSpPr>
                  <a:spLocks noChangeArrowheads="1"/>
                </p:cNvSpPr>
                <p:nvPr/>
              </p:nvSpPr>
              <p:spPr bwMode="auto">
                <a:xfrm>
                  <a:off x="3174"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1" name="Group 823">
                <a:extLst>
                  <a:ext uri="{FF2B5EF4-FFF2-40B4-BE49-F238E27FC236}">
                    <a16:creationId xmlns:a16="http://schemas.microsoft.com/office/drawing/2014/main" id="{FA66EB88-40FA-41E9-4146-960A8CD8C0C0}"/>
                  </a:ext>
                </a:extLst>
              </p:cNvPr>
              <p:cNvGrpSpPr>
                <a:grpSpLocks/>
              </p:cNvGrpSpPr>
              <p:nvPr/>
            </p:nvGrpSpPr>
            <p:grpSpPr bwMode="auto">
              <a:xfrm>
                <a:off x="3703" y="4020"/>
                <a:ext cx="529" cy="327"/>
                <a:chOff x="3703" y="4020"/>
                <a:chExt cx="529" cy="327"/>
              </a:xfrm>
            </p:grpSpPr>
            <p:sp>
              <p:nvSpPr>
                <p:cNvPr id="594152" name="Rectangle 559">
                  <a:extLst>
                    <a:ext uri="{FF2B5EF4-FFF2-40B4-BE49-F238E27FC236}">
                      <a16:creationId xmlns:a16="http://schemas.microsoft.com/office/drawing/2014/main" id="{47577C40-3086-931C-F430-F387425ABFCF}"/>
                    </a:ext>
                  </a:extLst>
                </p:cNvPr>
                <p:cNvSpPr>
                  <a:spLocks noChangeArrowheads="1"/>
                </p:cNvSpPr>
                <p:nvPr/>
              </p:nvSpPr>
              <p:spPr bwMode="auto">
                <a:xfrm>
                  <a:off x="3746" y="4020"/>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7</a:t>
                  </a:r>
                </a:p>
                <a:p>
                  <a:pPr algn="just">
                    <a:spcBef>
                      <a:spcPct val="0"/>
                    </a:spcBef>
                    <a:buClrTx/>
                    <a:buSzTx/>
                    <a:buFontTx/>
                    <a:buNone/>
                  </a:pPr>
                  <a:endParaRPr lang="en-US" altLang="en-US" sz="2000">
                    <a:latin typeface="Arial" panose="020B0604020202020204" pitchFamily="34" charset="0"/>
                  </a:endParaRPr>
                </a:p>
              </p:txBody>
            </p:sp>
            <p:sp>
              <p:nvSpPr>
                <p:cNvPr id="594153" name="Rectangle 822">
                  <a:extLst>
                    <a:ext uri="{FF2B5EF4-FFF2-40B4-BE49-F238E27FC236}">
                      <a16:creationId xmlns:a16="http://schemas.microsoft.com/office/drawing/2014/main" id="{956460D2-ACFF-EF33-46E9-931528D9C6FA}"/>
                    </a:ext>
                  </a:extLst>
                </p:cNvPr>
                <p:cNvSpPr>
                  <a:spLocks noChangeArrowheads="1"/>
                </p:cNvSpPr>
                <p:nvPr/>
              </p:nvSpPr>
              <p:spPr bwMode="auto">
                <a:xfrm>
                  <a:off x="3703" y="4020"/>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2" name="Group 825">
                <a:extLst>
                  <a:ext uri="{FF2B5EF4-FFF2-40B4-BE49-F238E27FC236}">
                    <a16:creationId xmlns:a16="http://schemas.microsoft.com/office/drawing/2014/main" id="{E1266C80-A081-F459-D909-A9AE7BE7EC21}"/>
                  </a:ext>
                </a:extLst>
              </p:cNvPr>
              <p:cNvGrpSpPr>
                <a:grpSpLocks/>
              </p:cNvGrpSpPr>
              <p:nvPr/>
            </p:nvGrpSpPr>
            <p:grpSpPr bwMode="auto">
              <a:xfrm>
                <a:off x="0" y="4347"/>
                <a:ext cx="529" cy="327"/>
                <a:chOff x="0" y="4347"/>
                <a:chExt cx="529" cy="327"/>
              </a:xfrm>
            </p:grpSpPr>
            <p:sp>
              <p:nvSpPr>
                <p:cNvPr id="594150" name="Rectangle 560">
                  <a:extLst>
                    <a:ext uri="{FF2B5EF4-FFF2-40B4-BE49-F238E27FC236}">
                      <a16:creationId xmlns:a16="http://schemas.microsoft.com/office/drawing/2014/main" id="{CC7DE130-1DC4-0CC0-687E-C1BE2DFB0145}"/>
                    </a:ext>
                  </a:extLst>
                </p:cNvPr>
                <p:cNvSpPr>
                  <a:spLocks noChangeArrowheads="1"/>
                </p:cNvSpPr>
                <p:nvPr/>
              </p:nvSpPr>
              <p:spPr bwMode="auto">
                <a:xfrm>
                  <a:off x="43"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12</a:t>
                  </a:r>
                </a:p>
                <a:p>
                  <a:pPr algn="just">
                    <a:spcBef>
                      <a:spcPct val="0"/>
                    </a:spcBef>
                    <a:buClrTx/>
                    <a:buSzTx/>
                    <a:buFontTx/>
                    <a:buNone/>
                  </a:pPr>
                  <a:endParaRPr lang="en-US" altLang="en-US" sz="2000">
                    <a:latin typeface="Arial" panose="020B0604020202020204" pitchFamily="34" charset="0"/>
                  </a:endParaRPr>
                </a:p>
              </p:txBody>
            </p:sp>
            <p:sp>
              <p:nvSpPr>
                <p:cNvPr id="594151" name="Rectangle 824">
                  <a:extLst>
                    <a:ext uri="{FF2B5EF4-FFF2-40B4-BE49-F238E27FC236}">
                      <a16:creationId xmlns:a16="http://schemas.microsoft.com/office/drawing/2014/main" id="{5BADBBE8-A5EE-9665-EDDB-C9040AC0B33F}"/>
                    </a:ext>
                  </a:extLst>
                </p:cNvPr>
                <p:cNvSpPr>
                  <a:spLocks noChangeArrowheads="1"/>
                </p:cNvSpPr>
                <p:nvPr/>
              </p:nvSpPr>
              <p:spPr bwMode="auto">
                <a:xfrm>
                  <a:off x="0"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3" name="Group 827">
                <a:extLst>
                  <a:ext uri="{FF2B5EF4-FFF2-40B4-BE49-F238E27FC236}">
                    <a16:creationId xmlns:a16="http://schemas.microsoft.com/office/drawing/2014/main" id="{47C27D4A-7F7D-C0EA-45A2-5541901C21B5}"/>
                  </a:ext>
                </a:extLst>
              </p:cNvPr>
              <p:cNvGrpSpPr>
                <a:grpSpLocks/>
              </p:cNvGrpSpPr>
              <p:nvPr/>
            </p:nvGrpSpPr>
            <p:grpSpPr bwMode="auto">
              <a:xfrm>
                <a:off x="529" y="4347"/>
                <a:ext cx="529" cy="327"/>
                <a:chOff x="529" y="4347"/>
                <a:chExt cx="529" cy="327"/>
              </a:xfrm>
            </p:grpSpPr>
            <p:sp>
              <p:nvSpPr>
                <p:cNvPr id="594148" name="Rectangle 561">
                  <a:extLst>
                    <a:ext uri="{FF2B5EF4-FFF2-40B4-BE49-F238E27FC236}">
                      <a16:creationId xmlns:a16="http://schemas.microsoft.com/office/drawing/2014/main" id="{97E1CA15-94EB-A1B3-455F-B360301EBF1A}"/>
                    </a:ext>
                  </a:extLst>
                </p:cNvPr>
                <p:cNvSpPr>
                  <a:spLocks noChangeArrowheads="1"/>
                </p:cNvSpPr>
                <p:nvPr/>
              </p:nvSpPr>
              <p:spPr bwMode="auto">
                <a:xfrm>
                  <a:off x="572"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M</a:t>
                  </a:r>
                </a:p>
                <a:p>
                  <a:pPr algn="just">
                    <a:spcBef>
                      <a:spcPct val="0"/>
                    </a:spcBef>
                    <a:buClrTx/>
                    <a:buSzTx/>
                    <a:buFontTx/>
                    <a:buNone/>
                  </a:pPr>
                  <a:endParaRPr lang="en-US" altLang="en-US" sz="2000">
                    <a:latin typeface="Arial" panose="020B0604020202020204" pitchFamily="34" charset="0"/>
                  </a:endParaRPr>
                </a:p>
              </p:txBody>
            </p:sp>
            <p:sp>
              <p:nvSpPr>
                <p:cNvPr id="594149" name="Rectangle 826">
                  <a:extLst>
                    <a:ext uri="{FF2B5EF4-FFF2-40B4-BE49-F238E27FC236}">
                      <a16:creationId xmlns:a16="http://schemas.microsoft.com/office/drawing/2014/main" id="{ABA71317-9C8E-FD4D-D0D0-976E2F76CAF7}"/>
                    </a:ext>
                  </a:extLst>
                </p:cNvPr>
                <p:cNvSpPr>
                  <a:spLocks noChangeArrowheads="1"/>
                </p:cNvSpPr>
                <p:nvPr/>
              </p:nvSpPr>
              <p:spPr bwMode="auto">
                <a:xfrm>
                  <a:off x="529"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4" name="Group 829">
                <a:extLst>
                  <a:ext uri="{FF2B5EF4-FFF2-40B4-BE49-F238E27FC236}">
                    <a16:creationId xmlns:a16="http://schemas.microsoft.com/office/drawing/2014/main" id="{BC76A26D-C6C3-A1FC-3E65-860C24DAAB2E}"/>
                  </a:ext>
                </a:extLst>
              </p:cNvPr>
              <p:cNvGrpSpPr>
                <a:grpSpLocks/>
              </p:cNvGrpSpPr>
              <p:nvPr/>
            </p:nvGrpSpPr>
            <p:grpSpPr bwMode="auto">
              <a:xfrm>
                <a:off x="1058" y="4347"/>
                <a:ext cx="529" cy="327"/>
                <a:chOff x="1058" y="4347"/>
                <a:chExt cx="529" cy="327"/>
              </a:xfrm>
            </p:grpSpPr>
            <p:sp>
              <p:nvSpPr>
                <p:cNvPr id="594146" name="Rectangle 562">
                  <a:extLst>
                    <a:ext uri="{FF2B5EF4-FFF2-40B4-BE49-F238E27FC236}">
                      <a16:creationId xmlns:a16="http://schemas.microsoft.com/office/drawing/2014/main" id="{84CF944B-54F1-AC27-D0B9-22341F5CB60D}"/>
                    </a:ext>
                  </a:extLst>
                </p:cNvPr>
                <p:cNvSpPr>
                  <a:spLocks noChangeArrowheads="1"/>
                </p:cNvSpPr>
                <p:nvPr/>
              </p:nvSpPr>
              <p:spPr bwMode="auto">
                <a:xfrm>
                  <a:off x="1101"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28</a:t>
                  </a:r>
                </a:p>
                <a:p>
                  <a:pPr algn="just">
                    <a:spcBef>
                      <a:spcPct val="0"/>
                    </a:spcBef>
                    <a:buClrTx/>
                    <a:buSzTx/>
                    <a:buFontTx/>
                    <a:buNone/>
                  </a:pPr>
                  <a:endParaRPr lang="en-US" altLang="en-US" sz="2000">
                    <a:latin typeface="Arial" panose="020B0604020202020204" pitchFamily="34" charset="0"/>
                  </a:endParaRPr>
                </a:p>
              </p:txBody>
            </p:sp>
            <p:sp>
              <p:nvSpPr>
                <p:cNvPr id="594147" name="Rectangle 828">
                  <a:extLst>
                    <a:ext uri="{FF2B5EF4-FFF2-40B4-BE49-F238E27FC236}">
                      <a16:creationId xmlns:a16="http://schemas.microsoft.com/office/drawing/2014/main" id="{8EEE3A8A-38E0-84B0-E503-54FA23AD2DDF}"/>
                    </a:ext>
                  </a:extLst>
                </p:cNvPr>
                <p:cNvSpPr>
                  <a:spLocks noChangeArrowheads="1"/>
                </p:cNvSpPr>
                <p:nvPr/>
              </p:nvSpPr>
              <p:spPr bwMode="auto">
                <a:xfrm>
                  <a:off x="1058"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5" name="Group 831">
                <a:extLst>
                  <a:ext uri="{FF2B5EF4-FFF2-40B4-BE49-F238E27FC236}">
                    <a16:creationId xmlns:a16="http://schemas.microsoft.com/office/drawing/2014/main" id="{514D793F-652C-CD37-B331-6FCDC3306BC0}"/>
                  </a:ext>
                </a:extLst>
              </p:cNvPr>
              <p:cNvGrpSpPr>
                <a:grpSpLocks/>
              </p:cNvGrpSpPr>
              <p:nvPr/>
            </p:nvGrpSpPr>
            <p:grpSpPr bwMode="auto">
              <a:xfrm>
                <a:off x="1587" y="4347"/>
                <a:ext cx="529" cy="327"/>
                <a:chOff x="1587" y="4347"/>
                <a:chExt cx="529" cy="327"/>
              </a:xfrm>
            </p:grpSpPr>
            <p:sp>
              <p:nvSpPr>
                <p:cNvPr id="594144" name="Rectangle 563">
                  <a:extLst>
                    <a:ext uri="{FF2B5EF4-FFF2-40B4-BE49-F238E27FC236}">
                      <a16:creationId xmlns:a16="http://schemas.microsoft.com/office/drawing/2014/main" id="{AD5B5D69-A86D-E8D9-B475-B19A9A8DDE8A}"/>
                    </a:ext>
                  </a:extLst>
                </p:cNvPr>
                <p:cNvSpPr>
                  <a:spLocks noChangeArrowheads="1"/>
                </p:cNvSpPr>
                <p:nvPr/>
              </p:nvSpPr>
              <p:spPr bwMode="auto">
                <a:xfrm>
                  <a:off x="1630"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C</a:t>
                  </a:r>
                </a:p>
                <a:p>
                  <a:pPr algn="just">
                    <a:spcBef>
                      <a:spcPct val="0"/>
                    </a:spcBef>
                    <a:buClrTx/>
                    <a:buSzTx/>
                    <a:buFontTx/>
                    <a:buNone/>
                  </a:pPr>
                  <a:endParaRPr lang="en-US" altLang="en-US" sz="2000">
                    <a:latin typeface="Arial" panose="020B0604020202020204" pitchFamily="34" charset="0"/>
                  </a:endParaRPr>
                </a:p>
              </p:txBody>
            </p:sp>
            <p:sp>
              <p:nvSpPr>
                <p:cNvPr id="594145" name="Rectangle 830">
                  <a:extLst>
                    <a:ext uri="{FF2B5EF4-FFF2-40B4-BE49-F238E27FC236}">
                      <a16:creationId xmlns:a16="http://schemas.microsoft.com/office/drawing/2014/main" id="{C7349AC0-E516-4090-E455-9D2053E95456}"/>
                    </a:ext>
                  </a:extLst>
                </p:cNvPr>
                <p:cNvSpPr>
                  <a:spLocks noChangeArrowheads="1"/>
                </p:cNvSpPr>
                <p:nvPr/>
              </p:nvSpPr>
              <p:spPr bwMode="auto">
                <a:xfrm>
                  <a:off x="1587"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6" name="Group 833">
                <a:extLst>
                  <a:ext uri="{FF2B5EF4-FFF2-40B4-BE49-F238E27FC236}">
                    <a16:creationId xmlns:a16="http://schemas.microsoft.com/office/drawing/2014/main" id="{17322386-5B21-39F3-CC79-01C3BE76679D}"/>
                  </a:ext>
                </a:extLst>
              </p:cNvPr>
              <p:cNvGrpSpPr>
                <a:grpSpLocks/>
              </p:cNvGrpSpPr>
              <p:nvPr/>
            </p:nvGrpSpPr>
            <p:grpSpPr bwMode="auto">
              <a:xfrm>
                <a:off x="2116" y="4347"/>
                <a:ext cx="529" cy="327"/>
                <a:chOff x="2116" y="4347"/>
                <a:chExt cx="529" cy="327"/>
              </a:xfrm>
            </p:grpSpPr>
            <p:sp>
              <p:nvSpPr>
                <p:cNvPr id="594142" name="Rectangle 564">
                  <a:extLst>
                    <a:ext uri="{FF2B5EF4-FFF2-40B4-BE49-F238E27FC236}">
                      <a16:creationId xmlns:a16="http://schemas.microsoft.com/office/drawing/2014/main" id="{924F6F12-2A3A-E867-8B5C-03E3DA471311}"/>
                    </a:ext>
                  </a:extLst>
                </p:cNvPr>
                <p:cNvSpPr>
                  <a:spLocks noChangeArrowheads="1"/>
                </p:cNvSpPr>
                <p:nvPr/>
              </p:nvSpPr>
              <p:spPr bwMode="auto">
                <a:xfrm>
                  <a:off x="2159"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44</a:t>
                  </a:r>
                </a:p>
                <a:p>
                  <a:pPr algn="just">
                    <a:spcBef>
                      <a:spcPct val="0"/>
                    </a:spcBef>
                    <a:buClrTx/>
                    <a:buSzTx/>
                    <a:buFontTx/>
                    <a:buNone/>
                  </a:pPr>
                  <a:endParaRPr lang="en-US" altLang="en-US" sz="2000">
                    <a:latin typeface="Arial" panose="020B0604020202020204" pitchFamily="34" charset="0"/>
                  </a:endParaRPr>
                </a:p>
              </p:txBody>
            </p:sp>
            <p:sp>
              <p:nvSpPr>
                <p:cNvPr id="594143" name="Rectangle 832">
                  <a:extLst>
                    <a:ext uri="{FF2B5EF4-FFF2-40B4-BE49-F238E27FC236}">
                      <a16:creationId xmlns:a16="http://schemas.microsoft.com/office/drawing/2014/main" id="{BB2CEEB1-285C-408E-BB9B-7D5FB92D8A44}"/>
                    </a:ext>
                  </a:extLst>
                </p:cNvPr>
                <p:cNvSpPr>
                  <a:spLocks noChangeArrowheads="1"/>
                </p:cNvSpPr>
                <p:nvPr/>
              </p:nvSpPr>
              <p:spPr bwMode="auto">
                <a:xfrm>
                  <a:off x="2116"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7" name="Group 835">
                <a:extLst>
                  <a:ext uri="{FF2B5EF4-FFF2-40B4-BE49-F238E27FC236}">
                    <a16:creationId xmlns:a16="http://schemas.microsoft.com/office/drawing/2014/main" id="{D0D6196D-1A50-30DC-9B32-BFB486C80667}"/>
                  </a:ext>
                </a:extLst>
              </p:cNvPr>
              <p:cNvGrpSpPr>
                <a:grpSpLocks/>
              </p:cNvGrpSpPr>
              <p:nvPr/>
            </p:nvGrpSpPr>
            <p:grpSpPr bwMode="auto">
              <a:xfrm>
                <a:off x="2645" y="4347"/>
                <a:ext cx="529" cy="327"/>
                <a:chOff x="2645" y="4347"/>
                <a:chExt cx="529" cy="327"/>
              </a:xfrm>
            </p:grpSpPr>
            <p:sp>
              <p:nvSpPr>
                <p:cNvPr id="594140" name="Rectangle 565">
                  <a:extLst>
                    <a:ext uri="{FF2B5EF4-FFF2-40B4-BE49-F238E27FC236}">
                      <a16:creationId xmlns:a16="http://schemas.microsoft.com/office/drawing/2014/main" id="{1A927E5E-7E18-D11D-37C5-B11FDA8FB279}"/>
                    </a:ext>
                  </a:extLst>
                </p:cNvPr>
                <p:cNvSpPr>
                  <a:spLocks noChangeArrowheads="1"/>
                </p:cNvSpPr>
                <p:nvPr/>
              </p:nvSpPr>
              <p:spPr bwMode="auto">
                <a:xfrm>
                  <a:off x="2688"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a:t>
                  </a:r>
                </a:p>
                <a:p>
                  <a:pPr algn="just">
                    <a:spcBef>
                      <a:spcPct val="0"/>
                    </a:spcBef>
                    <a:buClrTx/>
                    <a:buSzTx/>
                    <a:buFontTx/>
                    <a:buNone/>
                  </a:pPr>
                  <a:endParaRPr lang="en-US" altLang="en-US" sz="2000">
                    <a:latin typeface="Arial" panose="020B0604020202020204" pitchFamily="34" charset="0"/>
                  </a:endParaRPr>
                </a:p>
              </p:txBody>
            </p:sp>
            <p:sp>
              <p:nvSpPr>
                <p:cNvPr id="594141" name="Rectangle 834">
                  <a:extLst>
                    <a:ext uri="{FF2B5EF4-FFF2-40B4-BE49-F238E27FC236}">
                      <a16:creationId xmlns:a16="http://schemas.microsoft.com/office/drawing/2014/main" id="{F8A3F515-60CF-23B4-EC67-1C473BBF4A77}"/>
                    </a:ext>
                  </a:extLst>
                </p:cNvPr>
                <p:cNvSpPr>
                  <a:spLocks noChangeArrowheads="1"/>
                </p:cNvSpPr>
                <p:nvPr/>
              </p:nvSpPr>
              <p:spPr bwMode="auto">
                <a:xfrm>
                  <a:off x="2645"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8" name="Group 837">
                <a:extLst>
                  <a:ext uri="{FF2B5EF4-FFF2-40B4-BE49-F238E27FC236}">
                    <a16:creationId xmlns:a16="http://schemas.microsoft.com/office/drawing/2014/main" id="{AF71776E-073D-A818-2B3A-DD1217E1250D}"/>
                  </a:ext>
                </a:extLst>
              </p:cNvPr>
              <p:cNvGrpSpPr>
                <a:grpSpLocks/>
              </p:cNvGrpSpPr>
              <p:nvPr/>
            </p:nvGrpSpPr>
            <p:grpSpPr bwMode="auto">
              <a:xfrm>
                <a:off x="3174" y="4347"/>
                <a:ext cx="529" cy="327"/>
                <a:chOff x="3174" y="4347"/>
                <a:chExt cx="529" cy="327"/>
              </a:xfrm>
            </p:grpSpPr>
            <p:sp>
              <p:nvSpPr>
                <p:cNvPr id="594138" name="Rectangle 566">
                  <a:extLst>
                    <a:ext uri="{FF2B5EF4-FFF2-40B4-BE49-F238E27FC236}">
                      <a16:creationId xmlns:a16="http://schemas.microsoft.com/office/drawing/2014/main" id="{B2DF2C5C-3A9B-0EEE-FBE2-41CB2306BFF6}"/>
                    </a:ext>
                  </a:extLst>
                </p:cNvPr>
                <p:cNvSpPr>
                  <a:spLocks noChangeArrowheads="1"/>
                </p:cNvSpPr>
                <p:nvPr/>
              </p:nvSpPr>
              <p:spPr bwMode="auto">
                <a:xfrm>
                  <a:off x="3217"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60</a:t>
                  </a:r>
                </a:p>
                <a:p>
                  <a:pPr algn="just">
                    <a:spcBef>
                      <a:spcPct val="0"/>
                    </a:spcBef>
                    <a:buClrTx/>
                    <a:buSzTx/>
                    <a:buFontTx/>
                    <a:buNone/>
                  </a:pPr>
                  <a:endParaRPr lang="en-US" altLang="en-US" sz="2000">
                    <a:latin typeface="Arial" panose="020B0604020202020204" pitchFamily="34" charset="0"/>
                  </a:endParaRPr>
                </a:p>
              </p:txBody>
            </p:sp>
            <p:sp>
              <p:nvSpPr>
                <p:cNvPr id="594139" name="Rectangle 836">
                  <a:extLst>
                    <a:ext uri="{FF2B5EF4-FFF2-40B4-BE49-F238E27FC236}">
                      <a16:creationId xmlns:a16="http://schemas.microsoft.com/office/drawing/2014/main" id="{B0EBD3C8-E9EE-D4FA-94B3-05100B773A24}"/>
                    </a:ext>
                  </a:extLst>
                </p:cNvPr>
                <p:cNvSpPr>
                  <a:spLocks noChangeArrowheads="1"/>
                </p:cNvSpPr>
                <p:nvPr/>
              </p:nvSpPr>
              <p:spPr bwMode="auto">
                <a:xfrm>
                  <a:off x="3174"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39" name="Group 839">
                <a:extLst>
                  <a:ext uri="{FF2B5EF4-FFF2-40B4-BE49-F238E27FC236}">
                    <a16:creationId xmlns:a16="http://schemas.microsoft.com/office/drawing/2014/main" id="{081D61E5-B314-66D5-85AE-5EE8722F126C}"/>
                  </a:ext>
                </a:extLst>
              </p:cNvPr>
              <p:cNvGrpSpPr>
                <a:grpSpLocks/>
              </p:cNvGrpSpPr>
              <p:nvPr/>
            </p:nvGrpSpPr>
            <p:grpSpPr bwMode="auto">
              <a:xfrm>
                <a:off x="3703" y="4347"/>
                <a:ext cx="529" cy="327"/>
                <a:chOff x="3703" y="4347"/>
                <a:chExt cx="529" cy="327"/>
              </a:xfrm>
            </p:grpSpPr>
            <p:sp>
              <p:nvSpPr>
                <p:cNvPr id="594136" name="Rectangle 567">
                  <a:extLst>
                    <a:ext uri="{FF2B5EF4-FFF2-40B4-BE49-F238E27FC236}">
                      <a16:creationId xmlns:a16="http://schemas.microsoft.com/office/drawing/2014/main" id="{DCB748AD-A21D-C0A9-EB59-4A77A4BB1D0E}"/>
                    </a:ext>
                  </a:extLst>
                </p:cNvPr>
                <p:cNvSpPr>
                  <a:spLocks noChangeArrowheads="1"/>
                </p:cNvSpPr>
                <p:nvPr/>
              </p:nvSpPr>
              <p:spPr bwMode="auto">
                <a:xfrm>
                  <a:off x="3746" y="4347"/>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8</a:t>
                  </a:r>
                </a:p>
                <a:p>
                  <a:pPr algn="just">
                    <a:spcBef>
                      <a:spcPct val="0"/>
                    </a:spcBef>
                    <a:buClrTx/>
                    <a:buSzTx/>
                    <a:buFontTx/>
                    <a:buNone/>
                  </a:pPr>
                  <a:endParaRPr lang="en-US" altLang="en-US" sz="2000">
                    <a:latin typeface="Arial" panose="020B0604020202020204" pitchFamily="34" charset="0"/>
                  </a:endParaRPr>
                </a:p>
              </p:txBody>
            </p:sp>
            <p:sp>
              <p:nvSpPr>
                <p:cNvPr id="594137" name="Rectangle 838">
                  <a:extLst>
                    <a:ext uri="{FF2B5EF4-FFF2-40B4-BE49-F238E27FC236}">
                      <a16:creationId xmlns:a16="http://schemas.microsoft.com/office/drawing/2014/main" id="{944F57C7-11A9-1E9B-D7E4-58644ADC0A78}"/>
                    </a:ext>
                  </a:extLst>
                </p:cNvPr>
                <p:cNvSpPr>
                  <a:spLocks noChangeArrowheads="1"/>
                </p:cNvSpPr>
                <p:nvPr/>
              </p:nvSpPr>
              <p:spPr bwMode="auto">
                <a:xfrm>
                  <a:off x="3703" y="4347"/>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0" name="Group 841">
                <a:extLst>
                  <a:ext uri="{FF2B5EF4-FFF2-40B4-BE49-F238E27FC236}">
                    <a16:creationId xmlns:a16="http://schemas.microsoft.com/office/drawing/2014/main" id="{BEA2E3DA-A49B-6053-3042-81FCC6CA16B4}"/>
                  </a:ext>
                </a:extLst>
              </p:cNvPr>
              <p:cNvGrpSpPr>
                <a:grpSpLocks/>
              </p:cNvGrpSpPr>
              <p:nvPr/>
            </p:nvGrpSpPr>
            <p:grpSpPr bwMode="auto">
              <a:xfrm>
                <a:off x="0" y="4674"/>
                <a:ext cx="529" cy="327"/>
                <a:chOff x="0" y="4674"/>
                <a:chExt cx="529" cy="327"/>
              </a:xfrm>
            </p:grpSpPr>
            <p:sp>
              <p:nvSpPr>
                <p:cNvPr id="594134" name="Rectangle 568">
                  <a:extLst>
                    <a:ext uri="{FF2B5EF4-FFF2-40B4-BE49-F238E27FC236}">
                      <a16:creationId xmlns:a16="http://schemas.microsoft.com/office/drawing/2014/main" id="{9F74952A-095D-442A-EFAE-4C4658A844CC}"/>
                    </a:ext>
                  </a:extLst>
                </p:cNvPr>
                <p:cNvSpPr>
                  <a:spLocks noChangeArrowheads="1"/>
                </p:cNvSpPr>
                <p:nvPr/>
              </p:nvSpPr>
              <p:spPr bwMode="auto">
                <a:xfrm>
                  <a:off x="43"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13</a:t>
                  </a:r>
                </a:p>
                <a:p>
                  <a:pPr algn="just">
                    <a:spcBef>
                      <a:spcPct val="0"/>
                    </a:spcBef>
                    <a:buClrTx/>
                    <a:buSzTx/>
                    <a:buFontTx/>
                    <a:buNone/>
                  </a:pPr>
                  <a:endParaRPr lang="en-US" altLang="en-US" sz="2000">
                    <a:latin typeface="Arial" panose="020B0604020202020204" pitchFamily="34" charset="0"/>
                  </a:endParaRPr>
                </a:p>
              </p:txBody>
            </p:sp>
            <p:sp>
              <p:nvSpPr>
                <p:cNvPr id="594135" name="Rectangle 840">
                  <a:extLst>
                    <a:ext uri="{FF2B5EF4-FFF2-40B4-BE49-F238E27FC236}">
                      <a16:creationId xmlns:a16="http://schemas.microsoft.com/office/drawing/2014/main" id="{BDE7FA38-7344-8712-3E1B-7998ED8F47FF}"/>
                    </a:ext>
                  </a:extLst>
                </p:cNvPr>
                <p:cNvSpPr>
                  <a:spLocks noChangeArrowheads="1"/>
                </p:cNvSpPr>
                <p:nvPr/>
              </p:nvSpPr>
              <p:spPr bwMode="auto">
                <a:xfrm>
                  <a:off x="0"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1" name="Group 843">
                <a:extLst>
                  <a:ext uri="{FF2B5EF4-FFF2-40B4-BE49-F238E27FC236}">
                    <a16:creationId xmlns:a16="http://schemas.microsoft.com/office/drawing/2014/main" id="{D6B6FDD7-2FD5-A6A4-E5E6-15A5A8A904C4}"/>
                  </a:ext>
                </a:extLst>
              </p:cNvPr>
              <p:cNvGrpSpPr>
                <a:grpSpLocks/>
              </p:cNvGrpSpPr>
              <p:nvPr/>
            </p:nvGrpSpPr>
            <p:grpSpPr bwMode="auto">
              <a:xfrm>
                <a:off x="529" y="4674"/>
                <a:ext cx="529" cy="327"/>
                <a:chOff x="529" y="4674"/>
                <a:chExt cx="529" cy="327"/>
              </a:xfrm>
            </p:grpSpPr>
            <p:sp>
              <p:nvSpPr>
                <p:cNvPr id="594132" name="Rectangle 569">
                  <a:extLst>
                    <a:ext uri="{FF2B5EF4-FFF2-40B4-BE49-F238E27FC236}">
                      <a16:creationId xmlns:a16="http://schemas.microsoft.com/office/drawing/2014/main" id="{DD717DF7-365C-FFE1-B713-44F736BDBF23}"/>
                    </a:ext>
                  </a:extLst>
                </p:cNvPr>
                <p:cNvSpPr>
                  <a:spLocks noChangeArrowheads="1"/>
                </p:cNvSpPr>
                <p:nvPr/>
              </p:nvSpPr>
              <p:spPr bwMode="auto">
                <a:xfrm>
                  <a:off x="572"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N</a:t>
                  </a:r>
                </a:p>
                <a:p>
                  <a:pPr algn="just">
                    <a:spcBef>
                      <a:spcPct val="0"/>
                    </a:spcBef>
                    <a:buClrTx/>
                    <a:buSzTx/>
                    <a:buFontTx/>
                    <a:buNone/>
                  </a:pPr>
                  <a:endParaRPr lang="en-US" altLang="en-US" sz="2000">
                    <a:latin typeface="Arial" panose="020B0604020202020204" pitchFamily="34" charset="0"/>
                  </a:endParaRPr>
                </a:p>
              </p:txBody>
            </p:sp>
            <p:sp>
              <p:nvSpPr>
                <p:cNvPr id="594133" name="Rectangle 842">
                  <a:extLst>
                    <a:ext uri="{FF2B5EF4-FFF2-40B4-BE49-F238E27FC236}">
                      <a16:creationId xmlns:a16="http://schemas.microsoft.com/office/drawing/2014/main" id="{2C239B9B-F48D-91AD-D82D-E8479535BD3D}"/>
                    </a:ext>
                  </a:extLst>
                </p:cNvPr>
                <p:cNvSpPr>
                  <a:spLocks noChangeArrowheads="1"/>
                </p:cNvSpPr>
                <p:nvPr/>
              </p:nvSpPr>
              <p:spPr bwMode="auto">
                <a:xfrm>
                  <a:off x="529"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2" name="Group 845">
                <a:extLst>
                  <a:ext uri="{FF2B5EF4-FFF2-40B4-BE49-F238E27FC236}">
                    <a16:creationId xmlns:a16="http://schemas.microsoft.com/office/drawing/2014/main" id="{3C29BDC8-F4F1-4449-DB7F-6E2E40822738}"/>
                  </a:ext>
                </a:extLst>
              </p:cNvPr>
              <p:cNvGrpSpPr>
                <a:grpSpLocks/>
              </p:cNvGrpSpPr>
              <p:nvPr/>
            </p:nvGrpSpPr>
            <p:grpSpPr bwMode="auto">
              <a:xfrm>
                <a:off x="1058" y="4674"/>
                <a:ext cx="529" cy="327"/>
                <a:chOff x="1058" y="4674"/>
                <a:chExt cx="529" cy="327"/>
              </a:xfrm>
            </p:grpSpPr>
            <p:sp>
              <p:nvSpPr>
                <p:cNvPr id="594130" name="Rectangle 570">
                  <a:extLst>
                    <a:ext uri="{FF2B5EF4-FFF2-40B4-BE49-F238E27FC236}">
                      <a16:creationId xmlns:a16="http://schemas.microsoft.com/office/drawing/2014/main" id="{CA050429-3755-3289-6976-48855E838261}"/>
                    </a:ext>
                  </a:extLst>
                </p:cNvPr>
                <p:cNvSpPr>
                  <a:spLocks noChangeArrowheads="1"/>
                </p:cNvSpPr>
                <p:nvPr/>
              </p:nvSpPr>
              <p:spPr bwMode="auto">
                <a:xfrm>
                  <a:off x="1101"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29</a:t>
                  </a:r>
                </a:p>
                <a:p>
                  <a:pPr algn="just">
                    <a:spcBef>
                      <a:spcPct val="0"/>
                    </a:spcBef>
                    <a:buClrTx/>
                    <a:buSzTx/>
                    <a:buFontTx/>
                    <a:buNone/>
                  </a:pPr>
                  <a:endParaRPr lang="en-US" altLang="en-US" sz="2000">
                    <a:latin typeface="Arial" panose="020B0604020202020204" pitchFamily="34" charset="0"/>
                  </a:endParaRPr>
                </a:p>
              </p:txBody>
            </p:sp>
            <p:sp>
              <p:nvSpPr>
                <p:cNvPr id="594131" name="Rectangle 844">
                  <a:extLst>
                    <a:ext uri="{FF2B5EF4-FFF2-40B4-BE49-F238E27FC236}">
                      <a16:creationId xmlns:a16="http://schemas.microsoft.com/office/drawing/2014/main" id="{3831DE12-60D9-9049-9337-41791DCFF31F}"/>
                    </a:ext>
                  </a:extLst>
                </p:cNvPr>
                <p:cNvSpPr>
                  <a:spLocks noChangeArrowheads="1"/>
                </p:cNvSpPr>
                <p:nvPr/>
              </p:nvSpPr>
              <p:spPr bwMode="auto">
                <a:xfrm>
                  <a:off x="1058"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3" name="Group 847">
                <a:extLst>
                  <a:ext uri="{FF2B5EF4-FFF2-40B4-BE49-F238E27FC236}">
                    <a16:creationId xmlns:a16="http://schemas.microsoft.com/office/drawing/2014/main" id="{E1533816-8833-9AB7-722D-A019302B444E}"/>
                  </a:ext>
                </a:extLst>
              </p:cNvPr>
              <p:cNvGrpSpPr>
                <a:grpSpLocks/>
              </p:cNvGrpSpPr>
              <p:nvPr/>
            </p:nvGrpSpPr>
            <p:grpSpPr bwMode="auto">
              <a:xfrm>
                <a:off x="1587" y="4674"/>
                <a:ext cx="529" cy="327"/>
                <a:chOff x="1587" y="4674"/>
                <a:chExt cx="529" cy="327"/>
              </a:xfrm>
            </p:grpSpPr>
            <p:sp>
              <p:nvSpPr>
                <p:cNvPr id="594128" name="Rectangle 571">
                  <a:extLst>
                    <a:ext uri="{FF2B5EF4-FFF2-40B4-BE49-F238E27FC236}">
                      <a16:creationId xmlns:a16="http://schemas.microsoft.com/office/drawing/2014/main" id="{5BD05D30-73E8-B292-924E-D31F4CA8B1D8}"/>
                    </a:ext>
                  </a:extLst>
                </p:cNvPr>
                <p:cNvSpPr>
                  <a:spLocks noChangeArrowheads="1"/>
                </p:cNvSpPr>
                <p:nvPr/>
              </p:nvSpPr>
              <p:spPr bwMode="auto">
                <a:xfrm>
                  <a:off x="1630"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
                  </a:r>
                </a:p>
                <a:p>
                  <a:pPr algn="just">
                    <a:spcBef>
                      <a:spcPct val="0"/>
                    </a:spcBef>
                    <a:buClrTx/>
                    <a:buSzTx/>
                    <a:buFontTx/>
                    <a:buNone/>
                  </a:pPr>
                  <a:endParaRPr lang="en-US" altLang="en-US" sz="2000">
                    <a:latin typeface="Arial" panose="020B0604020202020204" pitchFamily="34" charset="0"/>
                  </a:endParaRPr>
                </a:p>
              </p:txBody>
            </p:sp>
            <p:sp>
              <p:nvSpPr>
                <p:cNvPr id="594129" name="Rectangle 846">
                  <a:extLst>
                    <a:ext uri="{FF2B5EF4-FFF2-40B4-BE49-F238E27FC236}">
                      <a16:creationId xmlns:a16="http://schemas.microsoft.com/office/drawing/2014/main" id="{AF9ED07D-0BB4-D7C5-1B0F-162CBA657E81}"/>
                    </a:ext>
                  </a:extLst>
                </p:cNvPr>
                <p:cNvSpPr>
                  <a:spLocks noChangeArrowheads="1"/>
                </p:cNvSpPr>
                <p:nvPr/>
              </p:nvSpPr>
              <p:spPr bwMode="auto">
                <a:xfrm>
                  <a:off x="1587"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4" name="Group 849">
                <a:extLst>
                  <a:ext uri="{FF2B5EF4-FFF2-40B4-BE49-F238E27FC236}">
                    <a16:creationId xmlns:a16="http://schemas.microsoft.com/office/drawing/2014/main" id="{F80B9AF5-7190-4609-1AE9-92D5F74F08E6}"/>
                  </a:ext>
                </a:extLst>
              </p:cNvPr>
              <p:cNvGrpSpPr>
                <a:grpSpLocks/>
              </p:cNvGrpSpPr>
              <p:nvPr/>
            </p:nvGrpSpPr>
            <p:grpSpPr bwMode="auto">
              <a:xfrm>
                <a:off x="2116" y="4674"/>
                <a:ext cx="529" cy="327"/>
                <a:chOff x="2116" y="4674"/>
                <a:chExt cx="529" cy="327"/>
              </a:xfrm>
            </p:grpSpPr>
            <p:sp>
              <p:nvSpPr>
                <p:cNvPr id="594126" name="Rectangle 572">
                  <a:extLst>
                    <a:ext uri="{FF2B5EF4-FFF2-40B4-BE49-F238E27FC236}">
                      <a16:creationId xmlns:a16="http://schemas.microsoft.com/office/drawing/2014/main" id="{4C233BA2-92DD-DAC2-09EB-5BA1B573165A}"/>
                    </a:ext>
                  </a:extLst>
                </p:cNvPr>
                <p:cNvSpPr>
                  <a:spLocks noChangeArrowheads="1"/>
                </p:cNvSpPr>
                <p:nvPr/>
              </p:nvSpPr>
              <p:spPr bwMode="auto">
                <a:xfrm>
                  <a:off x="2159"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45</a:t>
                  </a:r>
                </a:p>
                <a:p>
                  <a:pPr algn="just">
                    <a:spcBef>
                      <a:spcPct val="0"/>
                    </a:spcBef>
                    <a:buClrTx/>
                    <a:buSzTx/>
                    <a:buFontTx/>
                    <a:buNone/>
                  </a:pPr>
                  <a:endParaRPr lang="en-US" altLang="en-US" sz="2000">
                    <a:latin typeface="Arial" panose="020B0604020202020204" pitchFamily="34" charset="0"/>
                  </a:endParaRPr>
                </a:p>
              </p:txBody>
            </p:sp>
            <p:sp>
              <p:nvSpPr>
                <p:cNvPr id="594127" name="Rectangle 848">
                  <a:extLst>
                    <a:ext uri="{FF2B5EF4-FFF2-40B4-BE49-F238E27FC236}">
                      <a16:creationId xmlns:a16="http://schemas.microsoft.com/office/drawing/2014/main" id="{08867A2D-A7C3-F04D-630F-B939FCADC12B}"/>
                    </a:ext>
                  </a:extLst>
                </p:cNvPr>
                <p:cNvSpPr>
                  <a:spLocks noChangeArrowheads="1"/>
                </p:cNvSpPr>
                <p:nvPr/>
              </p:nvSpPr>
              <p:spPr bwMode="auto">
                <a:xfrm>
                  <a:off x="2116"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5" name="Group 851">
                <a:extLst>
                  <a:ext uri="{FF2B5EF4-FFF2-40B4-BE49-F238E27FC236}">
                    <a16:creationId xmlns:a16="http://schemas.microsoft.com/office/drawing/2014/main" id="{AE689416-1B7A-88AE-0116-DF399538ADAF}"/>
                  </a:ext>
                </a:extLst>
              </p:cNvPr>
              <p:cNvGrpSpPr>
                <a:grpSpLocks/>
              </p:cNvGrpSpPr>
              <p:nvPr/>
            </p:nvGrpSpPr>
            <p:grpSpPr bwMode="auto">
              <a:xfrm>
                <a:off x="2645" y="4674"/>
                <a:ext cx="529" cy="327"/>
                <a:chOff x="2645" y="4674"/>
                <a:chExt cx="529" cy="327"/>
              </a:xfrm>
            </p:grpSpPr>
            <p:sp>
              <p:nvSpPr>
                <p:cNvPr id="594124" name="Rectangle 573">
                  <a:extLst>
                    <a:ext uri="{FF2B5EF4-FFF2-40B4-BE49-F238E27FC236}">
                      <a16:creationId xmlns:a16="http://schemas.microsoft.com/office/drawing/2014/main" id="{A8D26DAF-5F16-C919-29AB-02D0274B6C13}"/>
                    </a:ext>
                  </a:extLst>
                </p:cNvPr>
                <p:cNvSpPr>
                  <a:spLocks noChangeArrowheads="1"/>
                </p:cNvSpPr>
                <p:nvPr/>
              </p:nvSpPr>
              <p:spPr bwMode="auto">
                <a:xfrm>
                  <a:off x="2688"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T</a:t>
                  </a:r>
                </a:p>
                <a:p>
                  <a:pPr algn="just">
                    <a:spcBef>
                      <a:spcPct val="0"/>
                    </a:spcBef>
                    <a:buClrTx/>
                    <a:buSzTx/>
                    <a:buFontTx/>
                    <a:buNone/>
                  </a:pPr>
                  <a:endParaRPr lang="en-US" altLang="en-US" sz="2000">
                    <a:latin typeface="Arial" panose="020B0604020202020204" pitchFamily="34" charset="0"/>
                  </a:endParaRPr>
                </a:p>
              </p:txBody>
            </p:sp>
            <p:sp>
              <p:nvSpPr>
                <p:cNvPr id="594125" name="Rectangle 850">
                  <a:extLst>
                    <a:ext uri="{FF2B5EF4-FFF2-40B4-BE49-F238E27FC236}">
                      <a16:creationId xmlns:a16="http://schemas.microsoft.com/office/drawing/2014/main" id="{280C7044-EE9A-2CAE-FBD3-6C40AD188350}"/>
                    </a:ext>
                  </a:extLst>
                </p:cNvPr>
                <p:cNvSpPr>
                  <a:spLocks noChangeArrowheads="1"/>
                </p:cNvSpPr>
                <p:nvPr/>
              </p:nvSpPr>
              <p:spPr bwMode="auto">
                <a:xfrm>
                  <a:off x="2645"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6" name="Group 853">
                <a:extLst>
                  <a:ext uri="{FF2B5EF4-FFF2-40B4-BE49-F238E27FC236}">
                    <a16:creationId xmlns:a16="http://schemas.microsoft.com/office/drawing/2014/main" id="{DFCDA192-6358-55C5-37EE-39B32AD06E0D}"/>
                  </a:ext>
                </a:extLst>
              </p:cNvPr>
              <p:cNvGrpSpPr>
                <a:grpSpLocks/>
              </p:cNvGrpSpPr>
              <p:nvPr/>
            </p:nvGrpSpPr>
            <p:grpSpPr bwMode="auto">
              <a:xfrm>
                <a:off x="3174" y="4674"/>
                <a:ext cx="529" cy="327"/>
                <a:chOff x="3174" y="4674"/>
                <a:chExt cx="529" cy="327"/>
              </a:xfrm>
            </p:grpSpPr>
            <p:sp>
              <p:nvSpPr>
                <p:cNvPr id="594122" name="Rectangle 574">
                  <a:extLst>
                    <a:ext uri="{FF2B5EF4-FFF2-40B4-BE49-F238E27FC236}">
                      <a16:creationId xmlns:a16="http://schemas.microsoft.com/office/drawing/2014/main" id="{C1C52998-B053-B1A9-A0BA-878D67030767}"/>
                    </a:ext>
                  </a:extLst>
                </p:cNvPr>
                <p:cNvSpPr>
                  <a:spLocks noChangeArrowheads="1"/>
                </p:cNvSpPr>
                <p:nvPr/>
              </p:nvSpPr>
              <p:spPr bwMode="auto">
                <a:xfrm>
                  <a:off x="3217"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61</a:t>
                  </a:r>
                </a:p>
                <a:p>
                  <a:pPr algn="just">
                    <a:spcBef>
                      <a:spcPct val="0"/>
                    </a:spcBef>
                    <a:buClrTx/>
                    <a:buSzTx/>
                    <a:buFontTx/>
                    <a:buNone/>
                  </a:pPr>
                  <a:endParaRPr lang="en-US" altLang="en-US" sz="2000">
                    <a:latin typeface="Arial" panose="020B0604020202020204" pitchFamily="34" charset="0"/>
                  </a:endParaRPr>
                </a:p>
              </p:txBody>
            </p:sp>
            <p:sp>
              <p:nvSpPr>
                <p:cNvPr id="594123" name="Rectangle 852">
                  <a:extLst>
                    <a:ext uri="{FF2B5EF4-FFF2-40B4-BE49-F238E27FC236}">
                      <a16:creationId xmlns:a16="http://schemas.microsoft.com/office/drawing/2014/main" id="{5294C363-DE4A-A24E-E086-5955924B5320}"/>
                    </a:ext>
                  </a:extLst>
                </p:cNvPr>
                <p:cNvSpPr>
                  <a:spLocks noChangeArrowheads="1"/>
                </p:cNvSpPr>
                <p:nvPr/>
              </p:nvSpPr>
              <p:spPr bwMode="auto">
                <a:xfrm>
                  <a:off x="3174"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7" name="Group 855">
                <a:extLst>
                  <a:ext uri="{FF2B5EF4-FFF2-40B4-BE49-F238E27FC236}">
                    <a16:creationId xmlns:a16="http://schemas.microsoft.com/office/drawing/2014/main" id="{7804A86C-1654-4B10-4159-25C176B7E8B5}"/>
                  </a:ext>
                </a:extLst>
              </p:cNvPr>
              <p:cNvGrpSpPr>
                <a:grpSpLocks/>
              </p:cNvGrpSpPr>
              <p:nvPr/>
            </p:nvGrpSpPr>
            <p:grpSpPr bwMode="auto">
              <a:xfrm>
                <a:off x="3703" y="4674"/>
                <a:ext cx="529" cy="327"/>
                <a:chOff x="3703" y="4674"/>
                <a:chExt cx="529" cy="327"/>
              </a:xfrm>
            </p:grpSpPr>
            <p:sp>
              <p:nvSpPr>
                <p:cNvPr id="594120" name="Rectangle 575">
                  <a:extLst>
                    <a:ext uri="{FF2B5EF4-FFF2-40B4-BE49-F238E27FC236}">
                      <a16:creationId xmlns:a16="http://schemas.microsoft.com/office/drawing/2014/main" id="{47C23AD2-AA18-68CF-44A0-F70CF1FD178A}"/>
                    </a:ext>
                  </a:extLst>
                </p:cNvPr>
                <p:cNvSpPr>
                  <a:spLocks noChangeArrowheads="1"/>
                </p:cNvSpPr>
                <p:nvPr/>
              </p:nvSpPr>
              <p:spPr bwMode="auto">
                <a:xfrm>
                  <a:off x="3746" y="4674"/>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9</a:t>
                  </a:r>
                </a:p>
                <a:p>
                  <a:pPr algn="just">
                    <a:spcBef>
                      <a:spcPct val="0"/>
                    </a:spcBef>
                    <a:buClrTx/>
                    <a:buSzTx/>
                    <a:buFontTx/>
                    <a:buNone/>
                  </a:pPr>
                  <a:endParaRPr lang="en-US" altLang="en-US" sz="2000">
                    <a:latin typeface="Arial" panose="020B0604020202020204" pitchFamily="34" charset="0"/>
                  </a:endParaRPr>
                </a:p>
              </p:txBody>
            </p:sp>
            <p:sp>
              <p:nvSpPr>
                <p:cNvPr id="594121" name="Rectangle 854">
                  <a:extLst>
                    <a:ext uri="{FF2B5EF4-FFF2-40B4-BE49-F238E27FC236}">
                      <a16:creationId xmlns:a16="http://schemas.microsoft.com/office/drawing/2014/main" id="{5D4D80B8-1259-8EC4-6470-3DB661A8D8D1}"/>
                    </a:ext>
                  </a:extLst>
                </p:cNvPr>
                <p:cNvSpPr>
                  <a:spLocks noChangeArrowheads="1"/>
                </p:cNvSpPr>
                <p:nvPr/>
              </p:nvSpPr>
              <p:spPr bwMode="auto">
                <a:xfrm>
                  <a:off x="3703" y="4674"/>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8" name="Group 857">
                <a:extLst>
                  <a:ext uri="{FF2B5EF4-FFF2-40B4-BE49-F238E27FC236}">
                    <a16:creationId xmlns:a16="http://schemas.microsoft.com/office/drawing/2014/main" id="{CC64C118-AD83-3981-80B6-0554DE38E669}"/>
                  </a:ext>
                </a:extLst>
              </p:cNvPr>
              <p:cNvGrpSpPr>
                <a:grpSpLocks/>
              </p:cNvGrpSpPr>
              <p:nvPr/>
            </p:nvGrpSpPr>
            <p:grpSpPr bwMode="auto">
              <a:xfrm>
                <a:off x="0" y="5001"/>
                <a:ext cx="529" cy="327"/>
                <a:chOff x="0" y="5001"/>
                <a:chExt cx="529" cy="327"/>
              </a:xfrm>
            </p:grpSpPr>
            <p:sp>
              <p:nvSpPr>
                <p:cNvPr id="594118" name="Rectangle 576">
                  <a:extLst>
                    <a:ext uri="{FF2B5EF4-FFF2-40B4-BE49-F238E27FC236}">
                      <a16:creationId xmlns:a16="http://schemas.microsoft.com/office/drawing/2014/main" id="{ECBDC66C-4639-64BF-3EB1-7E8CB5373BA9}"/>
                    </a:ext>
                  </a:extLst>
                </p:cNvPr>
                <p:cNvSpPr>
                  <a:spLocks noChangeArrowheads="1"/>
                </p:cNvSpPr>
                <p:nvPr/>
              </p:nvSpPr>
              <p:spPr bwMode="auto">
                <a:xfrm>
                  <a:off x="43"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14</a:t>
                  </a:r>
                </a:p>
                <a:p>
                  <a:pPr algn="just">
                    <a:spcBef>
                      <a:spcPct val="0"/>
                    </a:spcBef>
                    <a:buClrTx/>
                    <a:buSzTx/>
                    <a:buFontTx/>
                    <a:buNone/>
                  </a:pPr>
                  <a:endParaRPr lang="en-US" altLang="en-US" sz="2000">
                    <a:latin typeface="Arial" panose="020B0604020202020204" pitchFamily="34" charset="0"/>
                  </a:endParaRPr>
                </a:p>
              </p:txBody>
            </p:sp>
            <p:sp>
              <p:nvSpPr>
                <p:cNvPr id="594119" name="Rectangle 856">
                  <a:extLst>
                    <a:ext uri="{FF2B5EF4-FFF2-40B4-BE49-F238E27FC236}">
                      <a16:creationId xmlns:a16="http://schemas.microsoft.com/office/drawing/2014/main" id="{E287139C-9F1E-E817-4D51-5EB7C9381C28}"/>
                    </a:ext>
                  </a:extLst>
                </p:cNvPr>
                <p:cNvSpPr>
                  <a:spLocks noChangeArrowheads="1"/>
                </p:cNvSpPr>
                <p:nvPr/>
              </p:nvSpPr>
              <p:spPr bwMode="auto">
                <a:xfrm>
                  <a:off x="0"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49" name="Group 859">
                <a:extLst>
                  <a:ext uri="{FF2B5EF4-FFF2-40B4-BE49-F238E27FC236}">
                    <a16:creationId xmlns:a16="http://schemas.microsoft.com/office/drawing/2014/main" id="{477E8A59-215F-4263-59E6-FF32D185E3F9}"/>
                  </a:ext>
                </a:extLst>
              </p:cNvPr>
              <p:cNvGrpSpPr>
                <a:grpSpLocks/>
              </p:cNvGrpSpPr>
              <p:nvPr/>
            </p:nvGrpSpPr>
            <p:grpSpPr bwMode="auto">
              <a:xfrm>
                <a:off x="529" y="5001"/>
                <a:ext cx="529" cy="327"/>
                <a:chOff x="529" y="5001"/>
                <a:chExt cx="529" cy="327"/>
              </a:xfrm>
            </p:grpSpPr>
            <p:sp>
              <p:nvSpPr>
                <p:cNvPr id="594116" name="Rectangle 577">
                  <a:extLst>
                    <a:ext uri="{FF2B5EF4-FFF2-40B4-BE49-F238E27FC236}">
                      <a16:creationId xmlns:a16="http://schemas.microsoft.com/office/drawing/2014/main" id="{F31323CF-129C-CC16-4D20-CA3E1DD86725}"/>
                    </a:ext>
                  </a:extLst>
                </p:cNvPr>
                <p:cNvSpPr>
                  <a:spLocks noChangeArrowheads="1"/>
                </p:cNvSpPr>
                <p:nvPr/>
              </p:nvSpPr>
              <p:spPr bwMode="auto">
                <a:xfrm>
                  <a:off x="572"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O</a:t>
                  </a:r>
                </a:p>
                <a:p>
                  <a:pPr algn="just">
                    <a:spcBef>
                      <a:spcPct val="0"/>
                    </a:spcBef>
                    <a:buClrTx/>
                    <a:buSzTx/>
                    <a:buFontTx/>
                    <a:buNone/>
                  </a:pPr>
                  <a:endParaRPr lang="en-US" altLang="en-US" sz="2000">
                    <a:latin typeface="Arial" panose="020B0604020202020204" pitchFamily="34" charset="0"/>
                  </a:endParaRPr>
                </a:p>
              </p:txBody>
            </p:sp>
            <p:sp>
              <p:nvSpPr>
                <p:cNvPr id="594117" name="Rectangle 858">
                  <a:extLst>
                    <a:ext uri="{FF2B5EF4-FFF2-40B4-BE49-F238E27FC236}">
                      <a16:creationId xmlns:a16="http://schemas.microsoft.com/office/drawing/2014/main" id="{27C7DCB3-427F-993C-F435-9DBFB7627598}"/>
                    </a:ext>
                  </a:extLst>
                </p:cNvPr>
                <p:cNvSpPr>
                  <a:spLocks noChangeArrowheads="1"/>
                </p:cNvSpPr>
                <p:nvPr/>
              </p:nvSpPr>
              <p:spPr bwMode="auto">
                <a:xfrm>
                  <a:off x="529"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0" name="Group 861">
                <a:extLst>
                  <a:ext uri="{FF2B5EF4-FFF2-40B4-BE49-F238E27FC236}">
                    <a16:creationId xmlns:a16="http://schemas.microsoft.com/office/drawing/2014/main" id="{4D8BAC19-5EC0-401A-1833-B8C7B021E03E}"/>
                  </a:ext>
                </a:extLst>
              </p:cNvPr>
              <p:cNvGrpSpPr>
                <a:grpSpLocks/>
              </p:cNvGrpSpPr>
              <p:nvPr/>
            </p:nvGrpSpPr>
            <p:grpSpPr bwMode="auto">
              <a:xfrm>
                <a:off x="1058" y="5001"/>
                <a:ext cx="529" cy="327"/>
                <a:chOff x="1058" y="5001"/>
                <a:chExt cx="529" cy="327"/>
              </a:xfrm>
            </p:grpSpPr>
            <p:sp>
              <p:nvSpPr>
                <p:cNvPr id="594114" name="Rectangle 578">
                  <a:extLst>
                    <a:ext uri="{FF2B5EF4-FFF2-40B4-BE49-F238E27FC236}">
                      <a16:creationId xmlns:a16="http://schemas.microsoft.com/office/drawing/2014/main" id="{A92EFFB7-3108-71AB-CC6F-664E3A34E670}"/>
                    </a:ext>
                  </a:extLst>
                </p:cNvPr>
                <p:cNvSpPr>
                  <a:spLocks noChangeArrowheads="1"/>
                </p:cNvSpPr>
                <p:nvPr/>
              </p:nvSpPr>
              <p:spPr bwMode="auto">
                <a:xfrm>
                  <a:off x="1101"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30</a:t>
                  </a:r>
                </a:p>
                <a:p>
                  <a:pPr algn="just">
                    <a:spcBef>
                      <a:spcPct val="0"/>
                    </a:spcBef>
                    <a:buClrTx/>
                    <a:buSzTx/>
                    <a:buFontTx/>
                    <a:buNone/>
                  </a:pPr>
                  <a:endParaRPr lang="en-US" altLang="en-US" sz="2000">
                    <a:latin typeface="Arial" panose="020B0604020202020204" pitchFamily="34" charset="0"/>
                  </a:endParaRPr>
                </a:p>
              </p:txBody>
            </p:sp>
            <p:sp>
              <p:nvSpPr>
                <p:cNvPr id="594115" name="Rectangle 860">
                  <a:extLst>
                    <a:ext uri="{FF2B5EF4-FFF2-40B4-BE49-F238E27FC236}">
                      <a16:creationId xmlns:a16="http://schemas.microsoft.com/office/drawing/2014/main" id="{95A2C754-16FD-ACB4-4293-46330A3ACCF6}"/>
                    </a:ext>
                  </a:extLst>
                </p:cNvPr>
                <p:cNvSpPr>
                  <a:spLocks noChangeArrowheads="1"/>
                </p:cNvSpPr>
                <p:nvPr/>
              </p:nvSpPr>
              <p:spPr bwMode="auto">
                <a:xfrm>
                  <a:off x="1058"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1" name="Group 863">
                <a:extLst>
                  <a:ext uri="{FF2B5EF4-FFF2-40B4-BE49-F238E27FC236}">
                    <a16:creationId xmlns:a16="http://schemas.microsoft.com/office/drawing/2014/main" id="{2CE698EC-D8E3-598C-1E05-33C6693B050E}"/>
                  </a:ext>
                </a:extLst>
              </p:cNvPr>
              <p:cNvGrpSpPr>
                <a:grpSpLocks/>
              </p:cNvGrpSpPr>
              <p:nvPr/>
            </p:nvGrpSpPr>
            <p:grpSpPr bwMode="auto">
              <a:xfrm>
                <a:off x="1587" y="5001"/>
                <a:ext cx="529" cy="327"/>
                <a:chOff x="1587" y="5001"/>
                <a:chExt cx="529" cy="327"/>
              </a:xfrm>
            </p:grpSpPr>
            <p:sp>
              <p:nvSpPr>
                <p:cNvPr id="594112" name="Rectangle 579">
                  <a:extLst>
                    <a:ext uri="{FF2B5EF4-FFF2-40B4-BE49-F238E27FC236}">
                      <a16:creationId xmlns:a16="http://schemas.microsoft.com/office/drawing/2014/main" id="{6CC9CA03-5657-7F16-9CB3-32C55971D91F}"/>
                    </a:ext>
                  </a:extLst>
                </p:cNvPr>
                <p:cNvSpPr>
                  <a:spLocks noChangeArrowheads="1"/>
                </p:cNvSpPr>
                <p:nvPr/>
              </p:nvSpPr>
              <p:spPr bwMode="auto">
                <a:xfrm>
                  <a:off x="1630"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a:t>
                  </a:r>
                </a:p>
                <a:p>
                  <a:pPr algn="just">
                    <a:spcBef>
                      <a:spcPct val="0"/>
                    </a:spcBef>
                    <a:buClrTx/>
                    <a:buSzTx/>
                    <a:buFontTx/>
                    <a:buNone/>
                  </a:pPr>
                  <a:endParaRPr lang="en-US" altLang="en-US" sz="2000">
                    <a:latin typeface="Arial" panose="020B0604020202020204" pitchFamily="34" charset="0"/>
                  </a:endParaRPr>
                </a:p>
              </p:txBody>
            </p:sp>
            <p:sp>
              <p:nvSpPr>
                <p:cNvPr id="594113" name="Rectangle 862">
                  <a:extLst>
                    <a:ext uri="{FF2B5EF4-FFF2-40B4-BE49-F238E27FC236}">
                      <a16:creationId xmlns:a16="http://schemas.microsoft.com/office/drawing/2014/main" id="{244E368E-9A8B-890F-0FD2-D54908BD7BF0}"/>
                    </a:ext>
                  </a:extLst>
                </p:cNvPr>
                <p:cNvSpPr>
                  <a:spLocks noChangeArrowheads="1"/>
                </p:cNvSpPr>
                <p:nvPr/>
              </p:nvSpPr>
              <p:spPr bwMode="auto">
                <a:xfrm>
                  <a:off x="1587"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2" name="Group 865">
                <a:extLst>
                  <a:ext uri="{FF2B5EF4-FFF2-40B4-BE49-F238E27FC236}">
                    <a16:creationId xmlns:a16="http://schemas.microsoft.com/office/drawing/2014/main" id="{260992C4-5B18-D483-EF97-10CD5BAD323A}"/>
                  </a:ext>
                </a:extLst>
              </p:cNvPr>
              <p:cNvGrpSpPr>
                <a:grpSpLocks/>
              </p:cNvGrpSpPr>
              <p:nvPr/>
            </p:nvGrpSpPr>
            <p:grpSpPr bwMode="auto">
              <a:xfrm>
                <a:off x="2116" y="5001"/>
                <a:ext cx="529" cy="327"/>
                <a:chOff x="2116" y="5001"/>
                <a:chExt cx="529" cy="327"/>
              </a:xfrm>
            </p:grpSpPr>
            <p:sp>
              <p:nvSpPr>
                <p:cNvPr id="594110" name="Rectangle 580">
                  <a:extLst>
                    <a:ext uri="{FF2B5EF4-FFF2-40B4-BE49-F238E27FC236}">
                      <a16:creationId xmlns:a16="http://schemas.microsoft.com/office/drawing/2014/main" id="{AAD3A9CE-C223-1991-60AA-9EA81874CD3E}"/>
                    </a:ext>
                  </a:extLst>
                </p:cNvPr>
                <p:cNvSpPr>
                  <a:spLocks noChangeArrowheads="1"/>
                </p:cNvSpPr>
                <p:nvPr/>
              </p:nvSpPr>
              <p:spPr bwMode="auto">
                <a:xfrm>
                  <a:off x="2159"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46</a:t>
                  </a:r>
                </a:p>
                <a:p>
                  <a:pPr algn="just">
                    <a:spcBef>
                      <a:spcPct val="0"/>
                    </a:spcBef>
                    <a:buClrTx/>
                    <a:buSzTx/>
                    <a:buFontTx/>
                    <a:buNone/>
                  </a:pPr>
                  <a:endParaRPr lang="en-US" altLang="en-US" sz="2000">
                    <a:latin typeface="Arial" panose="020B0604020202020204" pitchFamily="34" charset="0"/>
                  </a:endParaRPr>
                </a:p>
              </p:txBody>
            </p:sp>
            <p:sp>
              <p:nvSpPr>
                <p:cNvPr id="594111" name="Rectangle 864">
                  <a:extLst>
                    <a:ext uri="{FF2B5EF4-FFF2-40B4-BE49-F238E27FC236}">
                      <a16:creationId xmlns:a16="http://schemas.microsoft.com/office/drawing/2014/main" id="{E06B8E84-3F04-58DF-8B6A-CCB3F407231C}"/>
                    </a:ext>
                  </a:extLst>
                </p:cNvPr>
                <p:cNvSpPr>
                  <a:spLocks noChangeArrowheads="1"/>
                </p:cNvSpPr>
                <p:nvPr/>
              </p:nvSpPr>
              <p:spPr bwMode="auto">
                <a:xfrm>
                  <a:off x="2116"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3" name="Group 867">
                <a:extLst>
                  <a:ext uri="{FF2B5EF4-FFF2-40B4-BE49-F238E27FC236}">
                    <a16:creationId xmlns:a16="http://schemas.microsoft.com/office/drawing/2014/main" id="{A9556514-D63C-F396-F59B-101E2B62E6F2}"/>
                  </a:ext>
                </a:extLst>
              </p:cNvPr>
              <p:cNvGrpSpPr>
                <a:grpSpLocks/>
              </p:cNvGrpSpPr>
              <p:nvPr/>
            </p:nvGrpSpPr>
            <p:grpSpPr bwMode="auto">
              <a:xfrm>
                <a:off x="2645" y="5001"/>
                <a:ext cx="529" cy="327"/>
                <a:chOff x="2645" y="5001"/>
                <a:chExt cx="529" cy="327"/>
              </a:xfrm>
            </p:grpSpPr>
            <p:sp>
              <p:nvSpPr>
                <p:cNvPr id="594108" name="Rectangle 581">
                  <a:extLst>
                    <a:ext uri="{FF2B5EF4-FFF2-40B4-BE49-F238E27FC236}">
                      <a16:creationId xmlns:a16="http://schemas.microsoft.com/office/drawing/2014/main" id="{37BB4FC0-AB67-D41E-8E90-AE72A11452AC}"/>
                    </a:ext>
                  </a:extLst>
                </p:cNvPr>
                <p:cNvSpPr>
                  <a:spLocks noChangeArrowheads="1"/>
                </p:cNvSpPr>
                <p:nvPr/>
              </p:nvSpPr>
              <p:spPr bwMode="auto">
                <a:xfrm>
                  <a:off x="2688"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u</a:t>
                  </a:r>
                </a:p>
                <a:p>
                  <a:pPr algn="just">
                    <a:spcBef>
                      <a:spcPct val="0"/>
                    </a:spcBef>
                    <a:buClrTx/>
                    <a:buSzTx/>
                    <a:buFontTx/>
                    <a:buNone/>
                  </a:pPr>
                  <a:endParaRPr lang="en-US" altLang="en-US" sz="2000">
                    <a:latin typeface="Arial" panose="020B0604020202020204" pitchFamily="34" charset="0"/>
                  </a:endParaRPr>
                </a:p>
              </p:txBody>
            </p:sp>
            <p:sp>
              <p:nvSpPr>
                <p:cNvPr id="594109" name="Rectangle 866">
                  <a:extLst>
                    <a:ext uri="{FF2B5EF4-FFF2-40B4-BE49-F238E27FC236}">
                      <a16:creationId xmlns:a16="http://schemas.microsoft.com/office/drawing/2014/main" id="{A4638EE0-3EC6-9D70-18A3-E2ED5E1C2EB2}"/>
                    </a:ext>
                  </a:extLst>
                </p:cNvPr>
                <p:cNvSpPr>
                  <a:spLocks noChangeArrowheads="1"/>
                </p:cNvSpPr>
                <p:nvPr/>
              </p:nvSpPr>
              <p:spPr bwMode="auto">
                <a:xfrm>
                  <a:off x="2645"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4" name="Group 869">
                <a:extLst>
                  <a:ext uri="{FF2B5EF4-FFF2-40B4-BE49-F238E27FC236}">
                    <a16:creationId xmlns:a16="http://schemas.microsoft.com/office/drawing/2014/main" id="{01F5F0C0-612F-7ECE-E488-BFF4CBCE304F}"/>
                  </a:ext>
                </a:extLst>
              </p:cNvPr>
              <p:cNvGrpSpPr>
                <a:grpSpLocks/>
              </p:cNvGrpSpPr>
              <p:nvPr/>
            </p:nvGrpSpPr>
            <p:grpSpPr bwMode="auto">
              <a:xfrm>
                <a:off x="3174" y="5001"/>
                <a:ext cx="529" cy="327"/>
                <a:chOff x="3174" y="5001"/>
                <a:chExt cx="529" cy="327"/>
              </a:xfrm>
            </p:grpSpPr>
            <p:sp>
              <p:nvSpPr>
                <p:cNvPr id="594106" name="Rectangle 582">
                  <a:extLst>
                    <a:ext uri="{FF2B5EF4-FFF2-40B4-BE49-F238E27FC236}">
                      <a16:creationId xmlns:a16="http://schemas.microsoft.com/office/drawing/2014/main" id="{B8FE91BD-4A2B-8708-DBB0-55C075C521DA}"/>
                    </a:ext>
                  </a:extLst>
                </p:cNvPr>
                <p:cNvSpPr>
                  <a:spLocks noChangeArrowheads="1"/>
                </p:cNvSpPr>
                <p:nvPr/>
              </p:nvSpPr>
              <p:spPr bwMode="auto">
                <a:xfrm>
                  <a:off x="3217"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62</a:t>
                  </a:r>
                </a:p>
                <a:p>
                  <a:pPr algn="just">
                    <a:spcBef>
                      <a:spcPct val="0"/>
                    </a:spcBef>
                    <a:buClrTx/>
                    <a:buSzTx/>
                    <a:buFontTx/>
                    <a:buNone/>
                  </a:pPr>
                  <a:endParaRPr lang="en-US" altLang="en-US" sz="2000">
                    <a:latin typeface="Arial" panose="020B0604020202020204" pitchFamily="34" charset="0"/>
                  </a:endParaRPr>
                </a:p>
              </p:txBody>
            </p:sp>
            <p:sp>
              <p:nvSpPr>
                <p:cNvPr id="594107" name="Rectangle 868">
                  <a:extLst>
                    <a:ext uri="{FF2B5EF4-FFF2-40B4-BE49-F238E27FC236}">
                      <a16:creationId xmlns:a16="http://schemas.microsoft.com/office/drawing/2014/main" id="{81AF367B-8DCA-24A1-B98E-9866544F71D3}"/>
                    </a:ext>
                  </a:extLst>
                </p:cNvPr>
                <p:cNvSpPr>
                  <a:spLocks noChangeArrowheads="1"/>
                </p:cNvSpPr>
                <p:nvPr/>
              </p:nvSpPr>
              <p:spPr bwMode="auto">
                <a:xfrm>
                  <a:off x="3174"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5" name="Group 871">
                <a:extLst>
                  <a:ext uri="{FF2B5EF4-FFF2-40B4-BE49-F238E27FC236}">
                    <a16:creationId xmlns:a16="http://schemas.microsoft.com/office/drawing/2014/main" id="{1484943D-32DA-EE29-2E5B-C3A816D628EF}"/>
                  </a:ext>
                </a:extLst>
              </p:cNvPr>
              <p:cNvGrpSpPr>
                <a:grpSpLocks/>
              </p:cNvGrpSpPr>
              <p:nvPr/>
            </p:nvGrpSpPr>
            <p:grpSpPr bwMode="auto">
              <a:xfrm>
                <a:off x="3703" y="5001"/>
                <a:ext cx="529" cy="327"/>
                <a:chOff x="3703" y="5001"/>
                <a:chExt cx="529" cy="327"/>
              </a:xfrm>
            </p:grpSpPr>
            <p:sp>
              <p:nvSpPr>
                <p:cNvPr id="594104" name="Rectangle 583">
                  <a:extLst>
                    <a:ext uri="{FF2B5EF4-FFF2-40B4-BE49-F238E27FC236}">
                      <a16:creationId xmlns:a16="http://schemas.microsoft.com/office/drawing/2014/main" id="{4DFC3890-7F49-7EA4-7127-DBB6371CA289}"/>
                    </a:ext>
                  </a:extLst>
                </p:cNvPr>
                <p:cNvSpPr>
                  <a:spLocks noChangeArrowheads="1"/>
                </p:cNvSpPr>
                <p:nvPr/>
              </p:nvSpPr>
              <p:spPr bwMode="auto">
                <a:xfrm>
                  <a:off x="3746" y="5001"/>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a:t>
                  </a:r>
                </a:p>
                <a:p>
                  <a:pPr algn="just">
                    <a:spcBef>
                      <a:spcPct val="0"/>
                    </a:spcBef>
                    <a:buClrTx/>
                    <a:buSzTx/>
                    <a:buFontTx/>
                    <a:buNone/>
                  </a:pPr>
                  <a:endParaRPr lang="en-US" altLang="en-US" sz="2000">
                    <a:latin typeface="Arial" panose="020B0604020202020204" pitchFamily="34" charset="0"/>
                  </a:endParaRPr>
                </a:p>
              </p:txBody>
            </p:sp>
            <p:sp>
              <p:nvSpPr>
                <p:cNvPr id="594105" name="Rectangle 870">
                  <a:extLst>
                    <a:ext uri="{FF2B5EF4-FFF2-40B4-BE49-F238E27FC236}">
                      <a16:creationId xmlns:a16="http://schemas.microsoft.com/office/drawing/2014/main" id="{8E16F0D5-1345-C2DA-B10C-6F7BD9913271}"/>
                    </a:ext>
                  </a:extLst>
                </p:cNvPr>
                <p:cNvSpPr>
                  <a:spLocks noChangeArrowheads="1"/>
                </p:cNvSpPr>
                <p:nvPr/>
              </p:nvSpPr>
              <p:spPr bwMode="auto">
                <a:xfrm>
                  <a:off x="3703" y="5001"/>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6" name="Group 873">
                <a:extLst>
                  <a:ext uri="{FF2B5EF4-FFF2-40B4-BE49-F238E27FC236}">
                    <a16:creationId xmlns:a16="http://schemas.microsoft.com/office/drawing/2014/main" id="{13EF09A0-2CB8-9B4F-B80B-E4E18F8C755F}"/>
                  </a:ext>
                </a:extLst>
              </p:cNvPr>
              <p:cNvGrpSpPr>
                <a:grpSpLocks/>
              </p:cNvGrpSpPr>
              <p:nvPr/>
            </p:nvGrpSpPr>
            <p:grpSpPr bwMode="auto">
              <a:xfrm>
                <a:off x="0" y="5328"/>
                <a:ext cx="529" cy="327"/>
                <a:chOff x="0" y="5328"/>
                <a:chExt cx="529" cy="327"/>
              </a:xfrm>
            </p:grpSpPr>
            <p:sp>
              <p:nvSpPr>
                <p:cNvPr id="594102" name="Rectangle 584">
                  <a:extLst>
                    <a:ext uri="{FF2B5EF4-FFF2-40B4-BE49-F238E27FC236}">
                      <a16:creationId xmlns:a16="http://schemas.microsoft.com/office/drawing/2014/main" id="{066F34C3-144D-0C29-263E-018E11B20DE1}"/>
                    </a:ext>
                  </a:extLst>
                </p:cNvPr>
                <p:cNvSpPr>
                  <a:spLocks noChangeArrowheads="1"/>
                </p:cNvSpPr>
                <p:nvPr/>
              </p:nvSpPr>
              <p:spPr bwMode="auto">
                <a:xfrm>
                  <a:off x="43"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15</a:t>
                  </a:r>
                </a:p>
                <a:p>
                  <a:pPr algn="just">
                    <a:spcBef>
                      <a:spcPct val="0"/>
                    </a:spcBef>
                    <a:buClrTx/>
                    <a:buSzTx/>
                    <a:buFontTx/>
                    <a:buNone/>
                  </a:pPr>
                  <a:endParaRPr lang="en-US" altLang="en-US" sz="2000">
                    <a:latin typeface="Arial" panose="020B0604020202020204" pitchFamily="34" charset="0"/>
                  </a:endParaRPr>
                </a:p>
              </p:txBody>
            </p:sp>
            <p:sp>
              <p:nvSpPr>
                <p:cNvPr id="594103" name="Rectangle 872">
                  <a:extLst>
                    <a:ext uri="{FF2B5EF4-FFF2-40B4-BE49-F238E27FC236}">
                      <a16:creationId xmlns:a16="http://schemas.microsoft.com/office/drawing/2014/main" id="{F0478C78-112D-55C3-E6C1-DFB60701673B}"/>
                    </a:ext>
                  </a:extLst>
                </p:cNvPr>
                <p:cNvSpPr>
                  <a:spLocks noChangeArrowheads="1"/>
                </p:cNvSpPr>
                <p:nvPr/>
              </p:nvSpPr>
              <p:spPr bwMode="auto">
                <a:xfrm>
                  <a:off x="0"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7" name="Group 875">
                <a:extLst>
                  <a:ext uri="{FF2B5EF4-FFF2-40B4-BE49-F238E27FC236}">
                    <a16:creationId xmlns:a16="http://schemas.microsoft.com/office/drawing/2014/main" id="{3C3256DB-1D2E-F1CB-67F5-64509C30F8F5}"/>
                  </a:ext>
                </a:extLst>
              </p:cNvPr>
              <p:cNvGrpSpPr>
                <a:grpSpLocks/>
              </p:cNvGrpSpPr>
              <p:nvPr/>
            </p:nvGrpSpPr>
            <p:grpSpPr bwMode="auto">
              <a:xfrm>
                <a:off x="529" y="5328"/>
                <a:ext cx="529" cy="327"/>
                <a:chOff x="529" y="5328"/>
                <a:chExt cx="529" cy="327"/>
              </a:xfrm>
            </p:grpSpPr>
            <p:sp>
              <p:nvSpPr>
                <p:cNvPr id="594100" name="Rectangle 585">
                  <a:extLst>
                    <a:ext uri="{FF2B5EF4-FFF2-40B4-BE49-F238E27FC236}">
                      <a16:creationId xmlns:a16="http://schemas.microsoft.com/office/drawing/2014/main" id="{14E8CF3E-99DA-1D88-55E2-F831CE203D30}"/>
                    </a:ext>
                  </a:extLst>
                </p:cNvPr>
                <p:cNvSpPr>
                  <a:spLocks noChangeArrowheads="1"/>
                </p:cNvSpPr>
                <p:nvPr/>
              </p:nvSpPr>
              <p:spPr bwMode="auto">
                <a:xfrm>
                  <a:off x="572"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a:t>
                  </a:r>
                </a:p>
                <a:p>
                  <a:pPr algn="just">
                    <a:spcBef>
                      <a:spcPct val="0"/>
                    </a:spcBef>
                    <a:buClrTx/>
                    <a:buSzTx/>
                    <a:buFontTx/>
                    <a:buNone/>
                  </a:pPr>
                  <a:endParaRPr lang="en-US" altLang="en-US" sz="2000">
                    <a:latin typeface="Arial" panose="020B0604020202020204" pitchFamily="34" charset="0"/>
                  </a:endParaRPr>
                </a:p>
              </p:txBody>
            </p:sp>
            <p:sp>
              <p:nvSpPr>
                <p:cNvPr id="594101" name="Rectangle 874">
                  <a:extLst>
                    <a:ext uri="{FF2B5EF4-FFF2-40B4-BE49-F238E27FC236}">
                      <a16:creationId xmlns:a16="http://schemas.microsoft.com/office/drawing/2014/main" id="{0D3F1702-9598-1FCF-C446-17A50C68BF12}"/>
                    </a:ext>
                  </a:extLst>
                </p:cNvPr>
                <p:cNvSpPr>
                  <a:spLocks noChangeArrowheads="1"/>
                </p:cNvSpPr>
                <p:nvPr/>
              </p:nvSpPr>
              <p:spPr bwMode="auto">
                <a:xfrm>
                  <a:off x="529"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8" name="Group 877">
                <a:extLst>
                  <a:ext uri="{FF2B5EF4-FFF2-40B4-BE49-F238E27FC236}">
                    <a16:creationId xmlns:a16="http://schemas.microsoft.com/office/drawing/2014/main" id="{6A60495B-B71C-0458-3AF2-10E936D6BA99}"/>
                  </a:ext>
                </a:extLst>
              </p:cNvPr>
              <p:cNvGrpSpPr>
                <a:grpSpLocks/>
              </p:cNvGrpSpPr>
              <p:nvPr/>
            </p:nvGrpSpPr>
            <p:grpSpPr bwMode="auto">
              <a:xfrm>
                <a:off x="1058" y="5328"/>
                <a:ext cx="529" cy="327"/>
                <a:chOff x="1058" y="5328"/>
                <a:chExt cx="529" cy="327"/>
              </a:xfrm>
            </p:grpSpPr>
            <p:sp>
              <p:nvSpPr>
                <p:cNvPr id="594098" name="Rectangle 586">
                  <a:extLst>
                    <a:ext uri="{FF2B5EF4-FFF2-40B4-BE49-F238E27FC236}">
                      <a16:creationId xmlns:a16="http://schemas.microsoft.com/office/drawing/2014/main" id="{C38EF5A4-63AF-89DF-0BD9-EAEB0AC44E71}"/>
                    </a:ext>
                  </a:extLst>
                </p:cNvPr>
                <p:cNvSpPr>
                  <a:spLocks noChangeArrowheads="1"/>
                </p:cNvSpPr>
                <p:nvPr/>
              </p:nvSpPr>
              <p:spPr bwMode="auto">
                <a:xfrm>
                  <a:off x="1101"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31</a:t>
                  </a:r>
                </a:p>
                <a:p>
                  <a:pPr algn="just">
                    <a:spcBef>
                      <a:spcPct val="0"/>
                    </a:spcBef>
                    <a:buClrTx/>
                    <a:buSzTx/>
                    <a:buFontTx/>
                    <a:buNone/>
                  </a:pPr>
                  <a:endParaRPr lang="en-US" altLang="en-US" sz="2000">
                    <a:latin typeface="Arial" panose="020B0604020202020204" pitchFamily="34" charset="0"/>
                  </a:endParaRPr>
                </a:p>
              </p:txBody>
            </p:sp>
            <p:sp>
              <p:nvSpPr>
                <p:cNvPr id="594099" name="Rectangle 876">
                  <a:extLst>
                    <a:ext uri="{FF2B5EF4-FFF2-40B4-BE49-F238E27FC236}">
                      <a16:creationId xmlns:a16="http://schemas.microsoft.com/office/drawing/2014/main" id="{FAA0A781-2A3C-7F6F-7B5E-3C270EE12355}"/>
                    </a:ext>
                  </a:extLst>
                </p:cNvPr>
                <p:cNvSpPr>
                  <a:spLocks noChangeArrowheads="1"/>
                </p:cNvSpPr>
                <p:nvPr/>
              </p:nvSpPr>
              <p:spPr bwMode="auto">
                <a:xfrm>
                  <a:off x="1058"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59" name="Group 879">
                <a:extLst>
                  <a:ext uri="{FF2B5EF4-FFF2-40B4-BE49-F238E27FC236}">
                    <a16:creationId xmlns:a16="http://schemas.microsoft.com/office/drawing/2014/main" id="{07BA2314-D73B-ED88-1E31-FF40AF6C0054}"/>
                  </a:ext>
                </a:extLst>
              </p:cNvPr>
              <p:cNvGrpSpPr>
                <a:grpSpLocks/>
              </p:cNvGrpSpPr>
              <p:nvPr/>
            </p:nvGrpSpPr>
            <p:grpSpPr bwMode="auto">
              <a:xfrm>
                <a:off x="1587" y="5328"/>
                <a:ext cx="529" cy="327"/>
                <a:chOff x="1587" y="5328"/>
                <a:chExt cx="529" cy="327"/>
              </a:xfrm>
            </p:grpSpPr>
            <p:sp>
              <p:nvSpPr>
                <p:cNvPr id="594096" name="Rectangle 587">
                  <a:extLst>
                    <a:ext uri="{FF2B5EF4-FFF2-40B4-BE49-F238E27FC236}">
                      <a16:creationId xmlns:a16="http://schemas.microsoft.com/office/drawing/2014/main" id="{89BC1561-C501-A81A-5157-D22DCBCA699B}"/>
                    </a:ext>
                  </a:extLst>
                </p:cNvPr>
                <p:cNvSpPr>
                  <a:spLocks noChangeArrowheads="1"/>
                </p:cNvSpPr>
                <p:nvPr/>
              </p:nvSpPr>
              <p:spPr bwMode="auto">
                <a:xfrm>
                  <a:off x="1630"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a:t>
                  </a:r>
                </a:p>
                <a:p>
                  <a:pPr algn="just">
                    <a:spcBef>
                      <a:spcPct val="0"/>
                    </a:spcBef>
                    <a:buClrTx/>
                    <a:buSzTx/>
                    <a:buFontTx/>
                    <a:buNone/>
                  </a:pPr>
                  <a:endParaRPr lang="en-US" altLang="en-US" sz="2000">
                    <a:latin typeface="Arial" panose="020B0604020202020204" pitchFamily="34" charset="0"/>
                  </a:endParaRPr>
                </a:p>
              </p:txBody>
            </p:sp>
            <p:sp>
              <p:nvSpPr>
                <p:cNvPr id="594097" name="Rectangle 878">
                  <a:extLst>
                    <a:ext uri="{FF2B5EF4-FFF2-40B4-BE49-F238E27FC236}">
                      <a16:creationId xmlns:a16="http://schemas.microsoft.com/office/drawing/2014/main" id="{531AD983-9C11-C726-1FB8-A32D98C331E8}"/>
                    </a:ext>
                  </a:extLst>
                </p:cNvPr>
                <p:cNvSpPr>
                  <a:spLocks noChangeArrowheads="1"/>
                </p:cNvSpPr>
                <p:nvPr/>
              </p:nvSpPr>
              <p:spPr bwMode="auto">
                <a:xfrm>
                  <a:off x="1587"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0" name="Group 881">
                <a:extLst>
                  <a:ext uri="{FF2B5EF4-FFF2-40B4-BE49-F238E27FC236}">
                    <a16:creationId xmlns:a16="http://schemas.microsoft.com/office/drawing/2014/main" id="{FAC28826-F106-C849-1256-5D98485E7491}"/>
                  </a:ext>
                </a:extLst>
              </p:cNvPr>
              <p:cNvGrpSpPr>
                <a:grpSpLocks/>
              </p:cNvGrpSpPr>
              <p:nvPr/>
            </p:nvGrpSpPr>
            <p:grpSpPr bwMode="auto">
              <a:xfrm>
                <a:off x="2116" y="5328"/>
                <a:ext cx="529" cy="327"/>
                <a:chOff x="2116" y="5328"/>
                <a:chExt cx="529" cy="327"/>
              </a:xfrm>
            </p:grpSpPr>
            <p:sp>
              <p:nvSpPr>
                <p:cNvPr id="594094" name="Rectangle 588">
                  <a:extLst>
                    <a:ext uri="{FF2B5EF4-FFF2-40B4-BE49-F238E27FC236}">
                      <a16:creationId xmlns:a16="http://schemas.microsoft.com/office/drawing/2014/main" id="{224ECFA7-0B25-3040-CDE0-6C74C25CE235}"/>
                    </a:ext>
                  </a:extLst>
                </p:cNvPr>
                <p:cNvSpPr>
                  <a:spLocks noChangeArrowheads="1"/>
                </p:cNvSpPr>
                <p:nvPr/>
              </p:nvSpPr>
              <p:spPr bwMode="auto">
                <a:xfrm>
                  <a:off x="2159"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47</a:t>
                  </a:r>
                </a:p>
                <a:p>
                  <a:pPr algn="just">
                    <a:spcBef>
                      <a:spcPct val="0"/>
                    </a:spcBef>
                    <a:buClrTx/>
                    <a:buSzTx/>
                    <a:buFontTx/>
                    <a:buNone/>
                  </a:pPr>
                  <a:endParaRPr lang="en-US" altLang="en-US" sz="2000">
                    <a:latin typeface="Arial" panose="020B0604020202020204" pitchFamily="34" charset="0"/>
                  </a:endParaRPr>
                </a:p>
              </p:txBody>
            </p:sp>
            <p:sp>
              <p:nvSpPr>
                <p:cNvPr id="594095" name="Rectangle 880">
                  <a:extLst>
                    <a:ext uri="{FF2B5EF4-FFF2-40B4-BE49-F238E27FC236}">
                      <a16:creationId xmlns:a16="http://schemas.microsoft.com/office/drawing/2014/main" id="{17887C3D-D70B-85B9-42FA-B9EAA0C7AFD9}"/>
                    </a:ext>
                  </a:extLst>
                </p:cNvPr>
                <p:cNvSpPr>
                  <a:spLocks noChangeArrowheads="1"/>
                </p:cNvSpPr>
                <p:nvPr/>
              </p:nvSpPr>
              <p:spPr bwMode="auto">
                <a:xfrm>
                  <a:off x="2116"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1" name="Group 883">
                <a:extLst>
                  <a:ext uri="{FF2B5EF4-FFF2-40B4-BE49-F238E27FC236}">
                    <a16:creationId xmlns:a16="http://schemas.microsoft.com/office/drawing/2014/main" id="{1BA546A7-434C-DF2E-508A-5D42542CF82F}"/>
                  </a:ext>
                </a:extLst>
              </p:cNvPr>
              <p:cNvGrpSpPr>
                <a:grpSpLocks/>
              </p:cNvGrpSpPr>
              <p:nvPr/>
            </p:nvGrpSpPr>
            <p:grpSpPr bwMode="auto">
              <a:xfrm>
                <a:off x="2645" y="5328"/>
                <a:ext cx="529" cy="327"/>
                <a:chOff x="2645" y="5328"/>
                <a:chExt cx="529" cy="327"/>
              </a:xfrm>
            </p:grpSpPr>
            <p:sp>
              <p:nvSpPr>
                <p:cNvPr id="594092" name="Rectangle 589">
                  <a:extLst>
                    <a:ext uri="{FF2B5EF4-FFF2-40B4-BE49-F238E27FC236}">
                      <a16:creationId xmlns:a16="http://schemas.microsoft.com/office/drawing/2014/main" id="{1CD16AFB-9932-7FAB-701B-8F96D37D0ED8}"/>
                    </a:ext>
                  </a:extLst>
                </p:cNvPr>
                <p:cNvSpPr>
                  <a:spLocks noChangeArrowheads="1"/>
                </p:cNvSpPr>
                <p:nvPr/>
              </p:nvSpPr>
              <p:spPr bwMode="auto">
                <a:xfrm>
                  <a:off x="2688"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a:t>
                  </a:r>
                </a:p>
                <a:p>
                  <a:pPr algn="just">
                    <a:spcBef>
                      <a:spcPct val="0"/>
                    </a:spcBef>
                    <a:buClrTx/>
                    <a:buSzTx/>
                    <a:buFontTx/>
                    <a:buNone/>
                  </a:pPr>
                  <a:endParaRPr lang="en-US" altLang="en-US" sz="2000">
                    <a:latin typeface="Arial" panose="020B0604020202020204" pitchFamily="34" charset="0"/>
                  </a:endParaRPr>
                </a:p>
              </p:txBody>
            </p:sp>
            <p:sp>
              <p:nvSpPr>
                <p:cNvPr id="594093" name="Rectangle 882">
                  <a:extLst>
                    <a:ext uri="{FF2B5EF4-FFF2-40B4-BE49-F238E27FC236}">
                      <a16:creationId xmlns:a16="http://schemas.microsoft.com/office/drawing/2014/main" id="{28933835-9FF3-9A9F-53B5-2583665DB4D3}"/>
                    </a:ext>
                  </a:extLst>
                </p:cNvPr>
                <p:cNvSpPr>
                  <a:spLocks noChangeArrowheads="1"/>
                </p:cNvSpPr>
                <p:nvPr/>
              </p:nvSpPr>
              <p:spPr bwMode="auto">
                <a:xfrm>
                  <a:off x="2645"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2" name="Group 885">
                <a:extLst>
                  <a:ext uri="{FF2B5EF4-FFF2-40B4-BE49-F238E27FC236}">
                    <a16:creationId xmlns:a16="http://schemas.microsoft.com/office/drawing/2014/main" id="{437F3D35-E726-BC4B-E2BC-52F43971D572}"/>
                  </a:ext>
                </a:extLst>
              </p:cNvPr>
              <p:cNvGrpSpPr>
                <a:grpSpLocks/>
              </p:cNvGrpSpPr>
              <p:nvPr/>
            </p:nvGrpSpPr>
            <p:grpSpPr bwMode="auto">
              <a:xfrm>
                <a:off x="3174" y="5328"/>
                <a:ext cx="529" cy="327"/>
                <a:chOff x="3174" y="5328"/>
                <a:chExt cx="529" cy="327"/>
              </a:xfrm>
            </p:grpSpPr>
            <p:sp>
              <p:nvSpPr>
                <p:cNvPr id="594090" name="Rectangle 590">
                  <a:extLst>
                    <a:ext uri="{FF2B5EF4-FFF2-40B4-BE49-F238E27FC236}">
                      <a16:creationId xmlns:a16="http://schemas.microsoft.com/office/drawing/2014/main" id="{E2425522-F763-7934-1669-7EACB6B28D49}"/>
                    </a:ext>
                  </a:extLst>
                </p:cNvPr>
                <p:cNvSpPr>
                  <a:spLocks noChangeArrowheads="1"/>
                </p:cNvSpPr>
                <p:nvPr/>
              </p:nvSpPr>
              <p:spPr bwMode="auto">
                <a:xfrm>
                  <a:off x="3217"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63</a:t>
                  </a:r>
                </a:p>
                <a:p>
                  <a:pPr algn="just">
                    <a:spcBef>
                      <a:spcPct val="0"/>
                    </a:spcBef>
                    <a:buClrTx/>
                    <a:buSzTx/>
                    <a:buFontTx/>
                    <a:buNone/>
                  </a:pPr>
                  <a:endParaRPr lang="en-US" altLang="en-US" sz="2000">
                    <a:latin typeface="Arial" panose="020B0604020202020204" pitchFamily="34" charset="0"/>
                  </a:endParaRPr>
                </a:p>
              </p:txBody>
            </p:sp>
            <p:sp>
              <p:nvSpPr>
                <p:cNvPr id="594091" name="Rectangle 884">
                  <a:extLst>
                    <a:ext uri="{FF2B5EF4-FFF2-40B4-BE49-F238E27FC236}">
                      <a16:creationId xmlns:a16="http://schemas.microsoft.com/office/drawing/2014/main" id="{D876CC47-9A15-067F-AA6F-0E2BA1ADA533}"/>
                    </a:ext>
                  </a:extLst>
                </p:cNvPr>
                <p:cNvSpPr>
                  <a:spLocks noChangeArrowheads="1"/>
                </p:cNvSpPr>
                <p:nvPr/>
              </p:nvSpPr>
              <p:spPr bwMode="auto">
                <a:xfrm>
                  <a:off x="3174"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3" name="Group 887">
                <a:extLst>
                  <a:ext uri="{FF2B5EF4-FFF2-40B4-BE49-F238E27FC236}">
                    <a16:creationId xmlns:a16="http://schemas.microsoft.com/office/drawing/2014/main" id="{CFE4EDCE-A9F3-F510-96D2-A270776E6337}"/>
                  </a:ext>
                </a:extLst>
              </p:cNvPr>
              <p:cNvGrpSpPr>
                <a:grpSpLocks/>
              </p:cNvGrpSpPr>
              <p:nvPr/>
            </p:nvGrpSpPr>
            <p:grpSpPr bwMode="auto">
              <a:xfrm>
                <a:off x="3703" y="5328"/>
                <a:ext cx="529" cy="327"/>
                <a:chOff x="3703" y="5328"/>
                <a:chExt cx="529" cy="327"/>
              </a:xfrm>
            </p:grpSpPr>
            <p:sp>
              <p:nvSpPr>
                <p:cNvPr id="594088" name="Rectangle 591">
                  <a:extLst>
                    <a:ext uri="{FF2B5EF4-FFF2-40B4-BE49-F238E27FC236}">
                      <a16:creationId xmlns:a16="http://schemas.microsoft.com/office/drawing/2014/main" id="{C664B1E5-2663-FCCC-6BD5-8868B0949AEF}"/>
                    </a:ext>
                  </a:extLst>
                </p:cNvPr>
                <p:cNvSpPr>
                  <a:spLocks noChangeArrowheads="1"/>
                </p:cNvSpPr>
                <p:nvPr/>
              </p:nvSpPr>
              <p:spPr bwMode="auto">
                <a:xfrm>
                  <a:off x="3746" y="5328"/>
                  <a:ext cx="4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a:t>
                  </a:r>
                </a:p>
                <a:p>
                  <a:pPr algn="just">
                    <a:spcBef>
                      <a:spcPct val="0"/>
                    </a:spcBef>
                    <a:buClrTx/>
                    <a:buSzTx/>
                    <a:buFontTx/>
                    <a:buNone/>
                  </a:pPr>
                  <a:endParaRPr lang="en-US" altLang="en-US" sz="2000">
                    <a:latin typeface="Arial" panose="020B0604020202020204" pitchFamily="34" charset="0"/>
                  </a:endParaRPr>
                </a:p>
              </p:txBody>
            </p:sp>
            <p:sp>
              <p:nvSpPr>
                <p:cNvPr id="594089" name="Rectangle 886">
                  <a:extLst>
                    <a:ext uri="{FF2B5EF4-FFF2-40B4-BE49-F238E27FC236}">
                      <a16:creationId xmlns:a16="http://schemas.microsoft.com/office/drawing/2014/main" id="{500E4FB4-0F8F-9DEE-D8E9-7AB5D66628A3}"/>
                    </a:ext>
                  </a:extLst>
                </p:cNvPr>
                <p:cNvSpPr>
                  <a:spLocks noChangeArrowheads="1"/>
                </p:cNvSpPr>
                <p:nvPr/>
              </p:nvSpPr>
              <p:spPr bwMode="auto">
                <a:xfrm>
                  <a:off x="3703" y="5328"/>
                  <a:ext cx="529"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4" name="Group 889">
                <a:extLst>
                  <a:ext uri="{FF2B5EF4-FFF2-40B4-BE49-F238E27FC236}">
                    <a16:creationId xmlns:a16="http://schemas.microsoft.com/office/drawing/2014/main" id="{0435E1AA-82B1-1EED-95DA-9C78A42268BB}"/>
                  </a:ext>
                </a:extLst>
              </p:cNvPr>
              <p:cNvGrpSpPr>
                <a:grpSpLocks/>
              </p:cNvGrpSpPr>
              <p:nvPr/>
            </p:nvGrpSpPr>
            <p:grpSpPr bwMode="auto">
              <a:xfrm>
                <a:off x="0" y="5655"/>
                <a:ext cx="529" cy="423"/>
                <a:chOff x="0" y="5655"/>
                <a:chExt cx="529" cy="423"/>
              </a:xfrm>
            </p:grpSpPr>
            <p:sp>
              <p:nvSpPr>
                <p:cNvPr id="594086" name="Rectangle 592">
                  <a:extLst>
                    <a:ext uri="{FF2B5EF4-FFF2-40B4-BE49-F238E27FC236}">
                      <a16:creationId xmlns:a16="http://schemas.microsoft.com/office/drawing/2014/main" id="{3969DDAD-5F27-F30C-B6EF-291012181274}"/>
                    </a:ext>
                  </a:extLst>
                </p:cNvPr>
                <p:cNvSpPr>
                  <a:spLocks noChangeArrowheads="1"/>
                </p:cNvSpPr>
                <p:nvPr/>
              </p:nvSpPr>
              <p:spPr bwMode="auto">
                <a:xfrm>
                  <a:off x="43"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87" name="Rectangle 888">
                  <a:extLst>
                    <a:ext uri="{FF2B5EF4-FFF2-40B4-BE49-F238E27FC236}">
                      <a16:creationId xmlns:a16="http://schemas.microsoft.com/office/drawing/2014/main" id="{0357F3BB-A26D-4B7F-2DFE-5FF5FA69C691}"/>
                    </a:ext>
                  </a:extLst>
                </p:cNvPr>
                <p:cNvSpPr>
                  <a:spLocks noChangeArrowheads="1"/>
                </p:cNvSpPr>
                <p:nvPr/>
              </p:nvSpPr>
              <p:spPr bwMode="auto">
                <a:xfrm>
                  <a:off x="0"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5" name="Group 891">
                <a:extLst>
                  <a:ext uri="{FF2B5EF4-FFF2-40B4-BE49-F238E27FC236}">
                    <a16:creationId xmlns:a16="http://schemas.microsoft.com/office/drawing/2014/main" id="{0D92D57E-1279-EF5B-6FFE-5C184AAE88EB}"/>
                  </a:ext>
                </a:extLst>
              </p:cNvPr>
              <p:cNvGrpSpPr>
                <a:grpSpLocks/>
              </p:cNvGrpSpPr>
              <p:nvPr/>
            </p:nvGrpSpPr>
            <p:grpSpPr bwMode="auto">
              <a:xfrm>
                <a:off x="529" y="5655"/>
                <a:ext cx="529" cy="423"/>
                <a:chOff x="529" y="5655"/>
                <a:chExt cx="529" cy="423"/>
              </a:xfrm>
            </p:grpSpPr>
            <p:sp>
              <p:nvSpPr>
                <p:cNvPr id="594084" name="Rectangle 593">
                  <a:extLst>
                    <a:ext uri="{FF2B5EF4-FFF2-40B4-BE49-F238E27FC236}">
                      <a16:creationId xmlns:a16="http://schemas.microsoft.com/office/drawing/2014/main" id="{EED04B75-FFA3-D2D0-0517-4125BEA71F48}"/>
                    </a:ext>
                  </a:extLst>
                </p:cNvPr>
                <p:cNvSpPr>
                  <a:spLocks noChangeArrowheads="1"/>
                </p:cNvSpPr>
                <p:nvPr/>
              </p:nvSpPr>
              <p:spPr bwMode="auto">
                <a:xfrm>
                  <a:off x="572"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85" name="Rectangle 890">
                  <a:extLst>
                    <a:ext uri="{FF2B5EF4-FFF2-40B4-BE49-F238E27FC236}">
                      <a16:creationId xmlns:a16="http://schemas.microsoft.com/office/drawing/2014/main" id="{FC91EF2E-832D-1D74-C252-B4BF4686453F}"/>
                    </a:ext>
                  </a:extLst>
                </p:cNvPr>
                <p:cNvSpPr>
                  <a:spLocks noChangeArrowheads="1"/>
                </p:cNvSpPr>
                <p:nvPr/>
              </p:nvSpPr>
              <p:spPr bwMode="auto">
                <a:xfrm>
                  <a:off x="529"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6" name="Group 893">
                <a:extLst>
                  <a:ext uri="{FF2B5EF4-FFF2-40B4-BE49-F238E27FC236}">
                    <a16:creationId xmlns:a16="http://schemas.microsoft.com/office/drawing/2014/main" id="{0D9430A0-2F4E-3EE6-3EC2-A5601D17E70A}"/>
                  </a:ext>
                </a:extLst>
              </p:cNvPr>
              <p:cNvGrpSpPr>
                <a:grpSpLocks/>
              </p:cNvGrpSpPr>
              <p:nvPr/>
            </p:nvGrpSpPr>
            <p:grpSpPr bwMode="auto">
              <a:xfrm>
                <a:off x="1058" y="5655"/>
                <a:ext cx="529" cy="423"/>
                <a:chOff x="1058" y="5655"/>
                <a:chExt cx="529" cy="423"/>
              </a:xfrm>
            </p:grpSpPr>
            <p:sp>
              <p:nvSpPr>
                <p:cNvPr id="594082" name="Rectangle 594">
                  <a:extLst>
                    <a:ext uri="{FF2B5EF4-FFF2-40B4-BE49-F238E27FC236}">
                      <a16:creationId xmlns:a16="http://schemas.microsoft.com/office/drawing/2014/main" id="{E31F4E16-1A79-C643-0560-D8A4222D09B0}"/>
                    </a:ext>
                  </a:extLst>
                </p:cNvPr>
                <p:cNvSpPr>
                  <a:spLocks noChangeArrowheads="1"/>
                </p:cNvSpPr>
                <p:nvPr/>
              </p:nvSpPr>
              <p:spPr bwMode="auto">
                <a:xfrm>
                  <a:off x="1101"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83" name="Rectangle 892">
                  <a:extLst>
                    <a:ext uri="{FF2B5EF4-FFF2-40B4-BE49-F238E27FC236}">
                      <a16:creationId xmlns:a16="http://schemas.microsoft.com/office/drawing/2014/main" id="{D29F16D0-45F3-2027-F590-BBCA72E5C276}"/>
                    </a:ext>
                  </a:extLst>
                </p:cNvPr>
                <p:cNvSpPr>
                  <a:spLocks noChangeArrowheads="1"/>
                </p:cNvSpPr>
                <p:nvPr/>
              </p:nvSpPr>
              <p:spPr bwMode="auto">
                <a:xfrm>
                  <a:off x="1058"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7" name="Group 895">
                <a:extLst>
                  <a:ext uri="{FF2B5EF4-FFF2-40B4-BE49-F238E27FC236}">
                    <a16:creationId xmlns:a16="http://schemas.microsoft.com/office/drawing/2014/main" id="{4085B501-0255-3E00-9037-8A878016E8A2}"/>
                  </a:ext>
                </a:extLst>
              </p:cNvPr>
              <p:cNvGrpSpPr>
                <a:grpSpLocks/>
              </p:cNvGrpSpPr>
              <p:nvPr/>
            </p:nvGrpSpPr>
            <p:grpSpPr bwMode="auto">
              <a:xfrm>
                <a:off x="1587" y="5655"/>
                <a:ext cx="529" cy="423"/>
                <a:chOff x="1587" y="5655"/>
                <a:chExt cx="529" cy="423"/>
              </a:xfrm>
            </p:grpSpPr>
            <p:sp>
              <p:nvSpPr>
                <p:cNvPr id="594080" name="Rectangle 595">
                  <a:extLst>
                    <a:ext uri="{FF2B5EF4-FFF2-40B4-BE49-F238E27FC236}">
                      <a16:creationId xmlns:a16="http://schemas.microsoft.com/office/drawing/2014/main" id="{4B313C0A-EAD5-9FE2-F2E7-6819E5D9AAFB}"/>
                    </a:ext>
                  </a:extLst>
                </p:cNvPr>
                <p:cNvSpPr>
                  <a:spLocks noChangeArrowheads="1"/>
                </p:cNvSpPr>
                <p:nvPr/>
              </p:nvSpPr>
              <p:spPr bwMode="auto">
                <a:xfrm>
                  <a:off x="1630"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81" name="Rectangle 894">
                  <a:extLst>
                    <a:ext uri="{FF2B5EF4-FFF2-40B4-BE49-F238E27FC236}">
                      <a16:creationId xmlns:a16="http://schemas.microsoft.com/office/drawing/2014/main" id="{4B405F13-9D28-9D0F-6E36-6A57E56231FF}"/>
                    </a:ext>
                  </a:extLst>
                </p:cNvPr>
                <p:cNvSpPr>
                  <a:spLocks noChangeArrowheads="1"/>
                </p:cNvSpPr>
                <p:nvPr/>
              </p:nvSpPr>
              <p:spPr bwMode="auto">
                <a:xfrm>
                  <a:off x="1587"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8" name="Group 897">
                <a:extLst>
                  <a:ext uri="{FF2B5EF4-FFF2-40B4-BE49-F238E27FC236}">
                    <a16:creationId xmlns:a16="http://schemas.microsoft.com/office/drawing/2014/main" id="{3CAE8843-EF5C-58A2-8B2A-2DA0BDF9CA22}"/>
                  </a:ext>
                </a:extLst>
              </p:cNvPr>
              <p:cNvGrpSpPr>
                <a:grpSpLocks/>
              </p:cNvGrpSpPr>
              <p:nvPr/>
            </p:nvGrpSpPr>
            <p:grpSpPr bwMode="auto">
              <a:xfrm>
                <a:off x="2116" y="5655"/>
                <a:ext cx="529" cy="423"/>
                <a:chOff x="2116" y="5655"/>
                <a:chExt cx="529" cy="423"/>
              </a:xfrm>
            </p:grpSpPr>
            <p:sp>
              <p:nvSpPr>
                <p:cNvPr id="594078" name="Rectangle 596">
                  <a:extLst>
                    <a:ext uri="{FF2B5EF4-FFF2-40B4-BE49-F238E27FC236}">
                      <a16:creationId xmlns:a16="http://schemas.microsoft.com/office/drawing/2014/main" id="{06134129-0534-23DF-FAB7-928B45E5910B}"/>
                    </a:ext>
                  </a:extLst>
                </p:cNvPr>
                <p:cNvSpPr>
                  <a:spLocks noChangeArrowheads="1"/>
                </p:cNvSpPr>
                <p:nvPr/>
              </p:nvSpPr>
              <p:spPr bwMode="auto">
                <a:xfrm>
                  <a:off x="2159"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79" name="Rectangle 896">
                  <a:extLst>
                    <a:ext uri="{FF2B5EF4-FFF2-40B4-BE49-F238E27FC236}">
                      <a16:creationId xmlns:a16="http://schemas.microsoft.com/office/drawing/2014/main" id="{60CC18CF-8DED-8E3F-7FE8-014AF3FB1DBB}"/>
                    </a:ext>
                  </a:extLst>
                </p:cNvPr>
                <p:cNvSpPr>
                  <a:spLocks noChangeArrowheads="1"/>
                </p:cNvSpPr>
                <p:nvPr/>
              </p:nvSpPr>
              <p:spPr bwMode="auto">
                <a:xfrm>
                  <a:off x="2116"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69" name="Group 899">
                <a:extLst>
                  <a:ext uri="{FF2B5EF4-FFF2-40B4-BE49-F238E27FC236}">
                    <a16:creationId xmlns:a16="http://schemas.microsoft.com/office/drawing/2014/main" id="{FA3E3820-0B9C-6CFA-AFB1-F6A1912F6BB4}"/>
                  </a:ext>
                </a:extLst>
              </p:cNvPr>
              <p:cNvGrpSpPr>
                <a:grpSpLocks/>
              </p:cNvGrpSpPr>
              <p:nvPr/>
            </p:nvGrpSpPr>
            <p:grpSpPr bwMode="auto">
              <a:xfrm>
                <a:off x="2645" y="5655"/>
                <a:ext cx="529" cy="423"/>
                <a:chOff x="2645" y="5655"/>
                <a:chExt cx="529" cy="423"/>
              </a:xfrm>
            </p:grpSpPr>
            <p:sp>
              <p:nvSpPr>
                <p:cNvPr id="594076" name="Rectangle 597">
                  <a:extLst>
                    <a:ext uri="{FF2B5EF4-FFF2-40B4-BE49-F238E27FC236}">
                      <a16:creationId xmlns:a16="http://schemas.microsoft.com/office/drawing/2014/main" id="{07192662-337C-7F59-20BA-C67B2E6D73C8}"/>
                    </a:ext>
                  </a:extLst>
                </p:cNvPr>
                <p:cNvSpPr>
                  <a:spLocks noChangeArrowheads="1"/>
                </p:cNvSpPr>
                <p:nvPr/>
              </p:nvSpPr>
              <p:spPr bwMode="auto">
                <a:xfrm>
                  <a:off x="2688"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2000">
                    <a:latin typeface="Arial" panose="020B0604020202020204" pitchFamily="34" charset="0"/>
                  </a:endParaRPr>
                </a:p>
              </p:txBody>
            </p:sp>
            <p:sp>
              <p:nvSpPr>
                <p:cNvPr id="594077" name="Rectangle 898">
                  <a:extLst>
                    <a:ext uri="{FF2B5EF4-FFF2-40B4-BE49-F238E27FC236}">
                      <a16:creationId xmlns:a16="http://schemas.microsoft.com/office/drawing/2014/main" id="{F044B351-1C04-0659-1A44-FF372D7E1552}"/>
                    </a:ext>
                  </a:extLst>
                </p:cNvPr>
                <p:cNvSpPr>
                  <a:spLocks noChangeArrowheads="1"/>
                </p:cNvSpPr>
                <p:nvPr/>
              </p:nvSpPr>
              <p:spPr bwMode="auto">
                <a:xfrm>
                  <a:off x="2645"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70" name="Group 901">
                <a:extLst>
                  <a:ext uri="{FF2B5EF4-FFF2-40B4-BE49-F238E27FC236}">
                    <a16:creationId xmlns:a16="http://schemas.microsoft.com/office/drawing/2014/main" id="{C85FCEA0-B1FD-DDE8-D2C3-CE7A35379A30}"/>
                  </a:ext>
                </a:extLst>
              </p:cNvPr>
              <p:cNvGrpSpPr>
                <a:grpSpLocks/>
              </p:cNvGrpSpPr>
              <p:nvPr/>
            </p:nvGrpSpPr>
            <p:grpSpPr bwMode="auto">
              <a:xfrm>
                <a:off x="3174" y="5655"/>
                <a:ext cx="529" cy="423"/>
                <a:chOff x="3174" y="5655"/>
                <a:chExt cx="529" cy="423"/>
              </a:xfrm>
            </p:grpSpPr>
            <p:sp>
              <p:nvSpPr>
                <p:cNvPr id="594074" name="Rectangle 598">
                  <a:extLst>
                    <a:ext uri="{FF2B5EF4-FFF2-40B4-BE49-F238E27FC236}">
                      <a16:creationId xmlns:a16="http://schemas.microsoft.com/office/drawing/2014/main" id="{63188C7E-783D-0188-6C3A-4B2835E7C19B}"/>
                    </a:ext>
                  </a:extLst>
                </p:cNvPr>
                <p:cNvSpPr>
                  <a:spLocks noChangeArrowheads="1"/>
                </p:cNvSpPr>
                <p:nvPr/>
              </p:nvSpPr>
              <p:spPr bwMode="auto">
                <a:xfrm>
                  <a:off x="3217"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(Padding)</a:t>
                  </a:r>
                </a:p>
                <a:p>
                  <a:pPr algn="just">
                    <a:spcBef>
                      <a:spcPct val="0"/>
                    </a:spcBef>
                    <a:buClrTx/>
                    <a:buSzTx/>
                    <a:buFontTx/>
                    <a:buNone/>
                  </a:pPr>
                  <a:endParaRPr lang="en-US" altLang="en-US" sz="2000">
                    <a:latin typeface="Arial" panose="020B0604020202020204" pitchFamily="34" charset="0"/>
                  </a:endParaRPr>
                </a:p>
              </p:txBody>
            </p:sp>
            <p:sp>
              <p:nvSpPr>
                <p:cNvPr id="594075" name="Rectangle 900">
                  <a:extLst>
                    <a:ext uri="{FF2B5EF4-FFF2-40B4-BE49-F238E27FC236}">
                      <a16:creationId xmlns:a16="http://schemas.microsoft.com/office/drawing/2014/main" id="{FA2D98E7-9282-7A5E-7D05-06CE59D4169F}"/>
                    </a:ext>
                  </a:extLst>
                </p:cNvPr>
                <p:cNvSpPr>
                  <a:spLocks noChangeArrowheads="1"/>
                </p:cNvSpPr>
                <p:nvPr/>
              </p:nvSpPr>
              <p:spPr bwMode="auto">
                <a:xfrm>
                  <a:off x="3174"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nvGrpSpPr>
              <p:cNvPr id="594071" name="Group 903">
                <a:extLst>
                  <a:ext uri="{FF2B5EF4-FFF2-40B4-BE49-F238E27FC236}">
                    <a16:creationId xmlns:a16="http://schemas.microsoft.com/office/drawing/2014/main" id="{3D71A24C-BD85-3797-F0BF-BF3417B64DF7}"/>
                  </a:ext>
                </a:extLst>
              </p:cNvPr>
              <p:cNvGrpSpPr>
                <a:grpSpLocks/>
              </p:cNvGrpSpPr>
              <p:nvPr/>
            </p:nvGrpSpPr>
            <p:grpSpPr bwMode="auto">
              <a:xfrm>
                <a:off x="3703" y="5655"/>
                <a:ext cx="529" cy="423"/>
                <a:chOff x="3703" y="5655"/>
                <a:chExt cx="529" cy="423"/>
              </a:xfrm>
            </p:grpSpPr>
            <p:sp>
              <p:nvSpPr>
                <p:cNvPr id="594072" name="Rectangle 599">
                  <a:extLst>
                    <a:ext uri="{FF2B5EF4-FFF2-40B4-BE49-F238E27FC236}">
                      <a16:creationId xmlns:a16="http://schemas.microsoft.com/office/drawing/2014/main" id="{CD5D830D-71E8-9D5A-3E22-9EC8E250C168}"/>
                    </a:ext>
                  </a:extLst>
                </p:cNvPr>
                <p:cNvSpPr>
                  <a:spLocks noChangeArrowheads="1"/>
                </p:cNvSpPr>
                <p:nvPr/>
              </p:nvSpPr>
              <p:spPr bwMode="auto">
                <a:xfrm>
                  <a:off x="3746" y="5655"/>
                  <a:ext cx="4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a:t>
                  </a:r>
                </a:p>
                <a:p>
                  <a:pPr algn="just">
                    <a:spcBef>
                      <a:spcPct val="0"/>
                    </a:spcBef>
                    <a:buClrTx/>
                    <a:buSzTx/>
                    <a:buFontTx/>
                    <a:buNone/>
                  </a:pPr>
                  <a:endParaRPr lang="en-US" altLang="en-US" sz="2000">
                    <a:latin typeface="Arial" panose="020B0604020202020204" pitchFamily="34" charset="0"/>
                  </a:endParaRPr>
                </a:p>
              </p:txBody>
            </p:sp>
            <p:sp>
              <p:nvSpPr>
                <p:cNvPr id="594073" name="Rectangle 902">
                  <a:extLst>
                    <a:ext uri="{FF2B5EF4-FFF2-40B4-BE49-F238E27FC236}">
                      <a16:creationId xmlns:a16="http://schemas.microsoft.com/office/drawing/2014/main" id="{C0420B39-A30B-268A-AE30-E96A74249100}"/>
                    </a:ext>
                  </a:extLst>
                </p:cNvPr>
                <p:cNvSpPr>
                  <a:spLocks noChangeArrowheads="1"/>
                </p:cNvSpPr>
                <p:nvPr/>
              </p:nvSpPr>
              <p:spPr bwMode="auto">
                <a:xfrm>
                  <a:off x="3703" y="5655"/>
                  <a:ext cx="529"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sp>
          <p:nvSpPr>
            <p:cNvPr id="593927" name="Rectangle 905">
              <a:extLst>
                <a:ext uri="{FF2B5EF4-FFF2-40B4-BE49-F238E27FC236}">
                  <a16:creationId xmlns:a16="http://schemas.microsoft.com/office/drawing/2014/main" id="{44416EE9-E522-C14F-C375-BAD686F3D6AC}"/>
                </a:ext>
              </a:extLst>
            </p:cNvPr>
            <p:cNvSpPr>
              <a:spLocks noChangeArrowheads="1"/>
            </p:cNvSpPr>
            <p:nvPr/>
          </p:nvSpPr>
          <p:spPr bwMode="auto">
            <a:xfrm>
              <a:off x="-2" y="-2"/>
              <a:ext cx="4236" cy="6082"/>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extLst>
      <p:ext uri="{BB962C8B-B14F-4D97-AF65-F5344CB8AC3E}">
        <p14:creationId xmlns:p14="http://schemas.microsoft.com/office/powerpoint/2010/main" val="3750692394"/>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Slide Number Placeholder 4">
            <a:extLst>
              <a:ext uri="{FF2B5EF4-FFF2-40B4-BE49-F238E27FC236}">
                <a16:creationId xmlns:a16="http://schemas.microsoft.com/office/drawing/2014/main" id="{B72B306A-C488-C0D3-410E-C1D6E6194C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E209491-EE54-4268-8C3B-5D829E53E371}" type="slidenum">
              <a:rPr lang="en-US" altLang="en-US" sz="1400"/>
              <a:pPr>
                <a:spcBef>
                  <a:spcPct val="0"/>
                </a:spcBef>
                <a:buClrTx/>
                <a:buSzTx/>
                <a:buFontTx/>
                <a:buNone/>
              </a:pPr>
              <a:t>276</a:t>
            </a:fld>
            <a:endParaRPr lang="en-US" altLang="en-US" sz="1400"/>
          </a:p>
        </p:txBody>
      </p:sp>
      <p:sp>
        <p:nvSpPr>
          <p:cNvPr id="595971" name="Rectangle 2">
            <a:extLst>
              <a:ext uri="{FF2B5EF4-FFF2-40B4-BE49-F238E27FC236}">
                <a16:creationId xmlns:a16="http://schemas.microsoft.com/office/drawing/2014/main" id="{67923310-4AAC-3061-1A3A-E8B643EE8602}"/>
              </a:ext>
            </a:extLst>
          </p:cNvPr>
          <p:cNvSpPr>
            <a:spLocks noGrp="1" noChangeArrowheads="1"/>
          </p:cNvSpPr>
          <p:nvPr>
            <p:ph type="title"/>
          </p:nvPr>
        </p:nvSpPr>
        <p:spPr/>
        <p:txBody>
          <a:bodyPr/>
          <a:lstStyle/>
          <a:p>
            <a:pPr eaLnBrk="1" hangingPunct="1"/>
            <a:r>
              <a:rPr lang="en-US" altLang="en-US"/>
              <a:t>Base-64 Example</a:t>
            </a:r>
            <a:endParaRPr lang="en-GB" altLang="en-US"/>
          </a:p>
        </p:txBody>
      </p:sp>
      <p:grpSp>
        <p:nvGrpSpPr>
          <p:cNvPr id="595972" name="Group 3">
            <a:extLst>
              <a:ext uri="{FF2B5EF4-FFF2-40B4-BE49-F238E27FC236}">
                <a16:creationId xmlns:a16="http://schemas.microsoft.com/office/drawing/2014/main" id="{B950FC46-5999-8C0A-0889-8FD19C822429}"/>
              </a:ext>
            </a:extLst>
          </p:cNvPr>
          <p:cNvGrpSpPr>
            <a:grpSpLocks/>
          </p:cNvGrpSpPr>
          <p:nvPr/>
        </p:nvGrpSpPr>
        <p:grpSpPr bwMode="auto">
          <a:xfrm>
            <a:off x="2209800" y="2057400"/>
            <a:ext cx="7924800" cy="3962400"/>
            <a:chOff x="1788" y="2160"/>
            <a:chExt cx="8724" cy="5388"/>
          </a:xfrm>
        </p:grpSpPr>
        <p:sp>
          <p:nvSpPr>
            <p:cNvPr id="595973" name="Rectangle 4">
              <a:extLst>
                <a:ext uri="{FF2B5EF4-FFF2-40B4-BE49-F238E27FC236}">
                  <a16:creationId xmlns:a16="http://schemas.microsoft.com/office/drawing/2014/main" id="{CF7639DC-F006-A702-4883-C5F652C58CFF}"/>
                </a:ext>
              </a:extLst>
            </p:cNvPr>
            <p:cNvSpPr>
              <a:spLocks noChangeArrowheads="1"/>
            </p:cNvSpPr>
            <p:nvPr/>
          </p:nvSpPr>
          <p:spPr bwMode="auto">
            <a:xfrm>
              <a:off x="1788" y="2160"/>
              <a:ext cx="8724" cy="538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74" name="Text Box 5">
              <a:extLst>
                <a:ext uri="{FF2B5EF4-FFF2-40B4-BE49-F238E27FC236}">
                  <a16:creationId xmlns:a16="http://schemas.microsoft.com/office/drawing/2014/main" id="{AA987201-7CCC-EB7C-1873-001831CA7AA3}"/>
                </a:ext>
              </a:extLst>
            </p:cNvPr>
            <p:cNvSpPr txBox="1">
              <a:spLocks noChangeArrowheads="1"/>
            </p:cNvSpPr>
            <p:nvPr/>
          </p:nvSpPr>
          <p:spPr bwMode="auto">
            <a:xfrm>
              <a:off x="2796" y="2666"/>
              <a:ext cx="2808" cy="360"/>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001000110101110010010001</a:t>
              </a:r>
              <a:endParaRPr lang="en-US" altLang="en-US" sz="1200" b="1">
                <a:latin typeface="Times New Roman" panose="02020603050405020304" pitchFamily="18" charset="0"/>
              </a:endParaRPr>
            </a:p>
          </p:txBody>
        </p:sp>
        <p:sp>
          <p:nvSpPr>
            <p:cNvPr id="595975" name="Text Box 6">
              <a:extLst>
                <a:ext uri="{FF2B5EF4-FFF2-40B4-BE49-F238E27FC236}">
                  <a16:creationId xmlns:a16="http://schemas.microsoft.com/office/drawing/2014/main" id="{7C3CF97E-43D5-A46C-218D-5CA505EB589D}"/>
                </a:ext>
              </a:extLst>
            </p:cNvPr>
            <p:cNvSpPr txBox="1">
              <a:spLocks noChangeArrowheads="1"/>
            </p:cNvSpPr>
            <p:nvPr/>
          </p:nvSpPr>
          <p:spPr bwMode="auto">
            <a:xfrm>
              <a:off x="7128" y="2630"/>
              <a:ext cx="1896"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24-bit input</a:t>
              </a:r>
            </a:p>
          </p:txBody>
        </p:sp>
        <p:sp>
          <p:nvSpPr>
            <p:cNvPr id="595976" name="Text Box 7">
              <a:extLst>
                <a:ext uri="{FF2B5EF4-FFF2-40B4-BE49-F238E27FC236}">
                  <a16:creationId xmlns:a16="http://schemas.microsoft.com/office/drawing/2014/main" id="{D0E65DAC-E9B8-95BB-5E0E-D5991BF81A53}"/>
                </a:ext>
              </a:extLst>
            </p:cNvPr>
            <p:cNvSpPr txBox="1">
              <a:spLocks noChangeArrowheads="1"/>
            </p:cNvSpPr>
            <p:nvPr/>
          </p:nvSpPr>
          <p:spPr bwMode="auto">
            <a:xfrm>
              <a:off x="2784" y="3626"/>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001000</a:t>
              </a:r>
              <a:endParaRPr lang="en-US" altLang="en-US" sz="1200">
                <a:latin typeface="Times New Roman" panose="02020603050405020304" pitchFamily="18" charset="0"/>
              </a:endParaRPr>
            </a:p>
          </p:txBody>
        </p:sp>
        <p:sp>
          <p:nvSpPr>
            <p:cNvPr id="595977" name="Text Box 8">
              <a:extLst>
                <a:ext uri="{FF2B5EF4-FFF2-40B4-BE49-F238E27FC236}">
                  <a16:creationId xmlns:a16="http://schemas.microsoft.com/office/drawing/2014/main" id="{F5DF5DD6-C9BF-4F07-2DE1-1E98996AB595}"/>
                </a:ext>
              </a:extLst>
            </p:cNvPr>
            <p:cNvSpPr txBox="1">
              <a:spLocks noChangeArrowheads="1"/>
            </p:cNvSpPr>
            <p:nvPr/>
          </p:nvSpPr>
          <p:spPr bwMode="auto">
            <a:xfrm>
              <a:off x="3696" y="3626"/>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110101</a:t>
              </a:r>
              <a:endParaRPr lang="en-US" altLang="en-US" sz="1200">
                <a:latin typeface="Times New Roman" panose="02020603050405020304" pitchFamily="18" charset="0"/>
              </a:endParaRPr>
            </a:p>
          </p:txBody>
        </p:sp>
        <p:sp>
          <p:nvSpPr>
            <p:cNvPr id="595978" name="Text Box 9">
              <a:extLst>
                <a:ext uri="{FF2B5EF4-FFF2-40B4-BE49-F238E27FC236}">
                  <a16:creationId xmlns:a16="http://schemas.microsoft.com/office/drawing/2014/main" id="{9BEA25DB-259F-BA06-47CC-FA327CB8F35C}"/>
                </a:ext>
              </a:extLst>
            </p:cNvPr>
            <p:cNvSpPr txBox="1">
              <a:spLocks noChangeArrowheads="1"/>
            </p:cNvSpPr>
            <p:nvPr/>
          </p:nvSpPr>
          <p:spPr bwMode="auto">
            <a:xfrm>
              <a:off x="4608" y="3626"/>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110010</a:t>
              </a:r>
              <a:endParaRPr lang="en-US" altLang="en-US" sz="1200">
                <a:latin typeface="Times New Roman" panose="02020603050405020304" pitchFamily="18" charset="0"/>
              </a:endParaRPr>
            </a:p>
          </p:txBody>
        </p:sp>
        <p:sp>
          <p:nvSpPr>
            <p:cNvPr id="595979" name="Text Box 10">
              <a:extLst>
                <a:ext uri="{FF2B5EF4-FFF2-40B4-BE49-F238E27FC236}">
                  <a16:creationId xmlns:a16="http://schemas.microsoft.com/office/drawing/2014/main" id="{13ED08DD-CF94-BEF2-B92F-9C8590089167}"/>
                </a:ext>
              </a:extLst>
            </p:cNvPr>
            <p:cNvSpPr txBox="1">
              <a:spLocks noChangeArrowheads="1"/>
            </p:cNvSpPr>
            <p:nvPr/>
          </p:nvSpPr>
          <p:spPr bwMode="auto">
            <a:xfrm>
              <a:off x="5520" y="3626"/>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010001</a:t>
              </a:r>
              <a:endParaRPr lang="en-US" altLang="en-US" sz="1200">
                <a:latin typeface="Times New Roman" panose="02020603050405020304" pitchFamily="18" charset="0"/>
              </a:endParaRPr>
            </a:p>
          </p:txBody>
        </p:sp>
        <p:sp>
          <p:nvSpPr>
            <p:cNvPr id="595980" name="Text Box 11">
              <a:extLst>
                <a:ext uri="{FF2B5EF4-FFF2-40B4-BE49-F238E27FC236}">
                  <a16:creationId xmlns:a16="http://schemas.microsoft.com/office/drawing/2014/main" id="{39274715-B759-FE16-E0DA-5F0383B14EC0}"/>
                </a:ext>
              </a:extLst>
            </p:cNvPr>
            <p:cNvSpPr txBox="1">
              <a:spLocks noChangeArrowheads="1"/>
            </p:cNvSpPr>
            <p:nvPr/>
          </p:nvSpPr>
          <p:spPr bwMode="auto">
            <a:xfrm>
              <a:off x="6840" y="3590"/>
              <a:ext cx="3108"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Divided into four 6-bit blocks</a:t>
              </a:r>
            </a:p>
          </p:txBody>
        </p:sp>
        <p:sp>
          <p:nvSpPr>
            <p:cNvPr id="595981" name="AutoShape 12">
              <a:extLst>
                <a:ext uri="{FF2B5EF4-FFF2-40B4-BE49-F238E27FC236}">
                  <a16:creationId xmlns:a16="http://schemas.microsoft.com/office/drawing/2014/main" id="{E294AF7B-5748-2F26-196D-443B35DCDBF0}"/>
                </a:ext>
              </a:extLst>
            </p:cNvPr>
            <p:cNvSpPr>
              <a:spLocks noChangeArrowheads="1"/>
            </p:cNvSpPr>
            <p:nvPr/>
          </p:nvSpPr>
          <p:spPr bwMode="auto">
            <a:xfrm>
              <a:off x="4476" y="3074"/>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82" name="Text Box 13">
              <a:extLst>
                <a:ext uri="{FF2B5EF4-FFF2-40B4-BE49-F238E27FC236}">
                  <a16:creationId xmlns:a16="http://schemas.microsoft.com/office/drawing/2014/main" id="{E0406DA4-730D-42B1-6BA1-705BD650E79E}"/>
                </a:ext>
              </a:extLst>
            </p:cNvPr>
            <p:cNvSpPr txBox="1">
              <a:spLocks noChangeArrowheads="1"/>
            </p:cNvSpPr>
            <p:nvPr/>
          </p:nvSpPr>
          <p:spPr bwMode="auto">
            <a:xfrm>
              <a:off x="2784" y="4610"/>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8</a:t>
              </a:r>
              <a:endParaRPr lang="en-US" altLang="en-US" sz="1200">
                <a:latin typeface="Times New Roman" panose="02020603050405020304" pitchFamily="18" charset="0"/>
              </a:endParaRPr>
            </a:p>
          </p:txBody>
        </p:sp>
        <p:sp>
          <p:nvSpPr>
            <p:cNvPr id="595983" name="Text Box 14">
              <a:extLst>
                <a:ext uri="{FF2B5EF4-FFF2-40B4-BE49-F238E27FC236}">
                  <a16:creationId xmlns:a16="http://schemas.microsoft.com/office/drawing/2014/main" id="{BD311992-81C1-82B1-8AFA-A3675EBDA196}"/>
                </a:ext>
              </a:extLst>
            </p:cNvPr>
            <p:cNvSpPr txBox="1">
              <a:spLocks noChangeArrowheads="1"/>
            </p:cNvSpPr>
            <p:nvPr/>
          </p:nvSpPr>
          <p:spPr bwMode="auto">
            <a:xfrm>
              <a:off x="3696" y="4610"/>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53</a:t>
              </a:r>
              <a:endParaRPr lang="en-US" altLang="en-US" sz="1200">
                <a:latin typeface="Times New Roman" panose="02020603050405020304" pitchFamily="18" charset="0"/>
              </a:endParaRPr>
            </a:p>
          </p:txBody>
        </p:sp>
        <p:sp>
          <p:nvSpPr>
            <p:cNvPr id="595984" name="Text Box 15">
              <a:extLst>
                <a:ext uri="{FF2B5EF4-FFF2-40B4-BE49-F238E27FC236}">
                  <a16:creationId xmlns:a16="http://schemas.microsoft.com/office/drawing/2014/main" id="{C357D6E8-E9CD-7787-A565-DDFADA9C0C58}"/>
                </a:ext>
              </a:extLst>
            </p:cNvPr>
            <p:cNvSpPr txBox="1">
              <a:spLocks noChangeArrowheads="1"/>
            </p:cNvSpPr>
            <p:nvPr/>
          </p:nvSpPr>
          <p:spPr bwMode="auto">
            <a:xfrm>
              <a:off x="4608" y="4610"/>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50</a:t>
              </a:r>
              <a:endParaRPr lang="en-US" altLang="en-US" sz="1200">
                <a:latin typeface="Times New Roman" panose="02020603050405020304" pitchFamily="18" charset="0"/>
              </a:endParaRPr>
            </a:p>
          </p:txBody>
        </p:sp>
        <p:sp>
          <p:nvSpPr>
            <p:cNvPr id="595985" name="Text Box 16">
              <a:extLst>
                <a:ext uri="{FF2B5EF4-FFF2-40B4-BE49-F238E27FC236}">
                  <a16:creationId xmlns:a16="http://schemas.microsoft.com/office/drawing/2014/main" id="{FA23E635-DFFE-D738-FDF3-30DD57592247}"/>
                </a:ext>
              </a:extLst>
            </p:cNvPr>
            <p:cNvSpPr txBox="1">
              <a:spLocks noChangeArrowheads="1"/>
            </p:cNvSpPr>
            <p:nvPr/>
          </p:nvSpPr>
          <p:spPr bwMode="auto">
            <a:xfrm>
              <a:off x="5520" y="4610"/>
              <a:ext cx="912" cy="37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17</a:t>
              </a:r>
              <a:endParaRPr lang="en-US" altLang="en-US" sz="1200">
                <a:latin typeface="Times New Roman" panose="02020603050405020304" pitchFamily="18" charset="0"/>
              </a:endParaRPr>
            </a:p>
          </p:txBody>
        </p:sp>
        <p:sp>
          <p:nvSpPr>
            <p:cNvPr id="595986" name="Text Box 17">
              <a:extLst>
                <a:ext uri="{FF2B5EF4-FFF2-40B4-BE49-F238E27FC236}">
                  <a16:creationId xmlns:a16="http://schemas.microsoft.com/office/drawing/2014/main" id="{599F5FFA-FFD2-6C24-A07F-A2DE205676FB}"/>
                </a:ext>
              </a:extLst>
            </p:cNvPr>
            <p:cNvSpPr txBox="1">
              <a:spLocks noChangeArrowheads="1"/>
            </p:cNvSpPr>
            <p:nvPr/>
          </p:nvSpPr>
          <p:spPr bwMode="auto">
            <a:xfrm>
              <a:off x="6840" y="4574"/>
              <a:ext cx="3108"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Write their decimal equivalents</a:t>
              </a:r>
            </a:p>
          </p:txBody>
        </p:sp>
        <p:sp>
          <p:nvSpPr>
            <p:cNvPr id="595987" name="AutoShape 18">
              <a:extLst>
                <a:ext uri="{FF2B5EF4-FFF2-40B4-BE49-F238E27FC236}">
                  <a16:creationId xmlns:a16="http://schemas.microsoft.com/office/drawing/2014/main" id="{56B9E399-75D1-F991-3378-20F4AF4E5435}"/>
                </a:ext>
              </a:extLst>
            </p:cNvPr>
            <p:cNvSpPr>
              <a:spLocks noChangeArrowheads="1"/>
            </p:cNvSpPr>
            <p:nvPr/>
          </p:nvSpPr>
          <p:spPr bwMode="auto">
            <a:xfrm>
              <a:off x="3972" y="4082"/>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88" name="Text Box 19">
              <a:extLst>
                <a:ext uri="{FF2B5EF4-FFF2-40B4-BE49-F238E27FC236}">
                  <a16:creationId xmlns:a16="http://schemas.microsoft.com/office/drawing/2014/main" id="{13BD8645-05D4-CE36-602E-2E85ECC4F9BD}"/>
                </a:ext>
              </a:extLst>
            </p:cNvPr>
            <p:cNvSpPr txBox="1">
              <a:spLocks noChangeArrowheads="1"/>
            </p:cNvSpPr>
            <p:nvPr/>
          </p:nvSpPr>
          <p:spPr bwMode="auto">
            <a:xfrm>
              <a:off x="2784" y="5606"/>
              <a:ext cx="912"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I</a:t>
              </a:r>
              <a:endParaRPr lang="en-US" altLang="en-US" sz="1200">
                <a:latin typeface="Times New Roman" panose="02020603050405020304" pitchFamily="18" charset="0"/>
              </a:endParaRPr>
            </a:p>
          </p:txBody>
        </p:sp>
        <p:sp>
          <p:nvSpPr>
            <p:cNvPr id="595989" name="Text Box 20">
              <a:extLst>
                <a:ext uri="{FF2B5EF4-FFF2-40B4-BE49-F238E27FC236}">
                  <a16:creationId xmlns:a16="http://schemas.microsoft.com/office/drawing/2014/main" id="{D4358AA6-0B5C-0124-DF22-69B2E6AEFE4D}"/>
                </a:ext>
              </a:extLst>
            </p:cNvPr>
            <p:cNvSpPr txBox="1">
              <a:spLocks noChangeArrowheads="1"/>
            </p:cNvSpPr>
            <p:nvPr/>
          </p:nvSpPr>
          <p:spPr bwMode="auto">
            <a:xfrm>
              <a:off x="3696" y="5606"/>
              <a:ext cx="912"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1</a:t>
              </a:r>
              <a:endParaRPr lang="en-US" altLang="en-US" sz="1200">
                <a:latin typeface="Times New Roman" panose="02020603050405020304" pitchFamily="18" charset="0"/>
              </a:endParaRPr>
            </a:p>
          </p:txBody>
        </p:sp>
        <p:sp>
          <p:nvSpPr>
            <p:cNvPr id="595990" name="Text Box 21">
              <a:extLst>
                <a:ext uri="{FF2B5EF4-FFF2-40B4-BE49-F238E27FC236}">
                  <a16:creationId xmlns:a16="http://schemas.microsoft.com/office/drawing/2014/main" id="{02EB9DE4-211D-AD71-F1B2-A332CB911306}"/>
                </a:ext>
              </a:extLst>
            </p:cNvPr>
            <p:cNvSpPr txBox="1">
              <a:spLocks noChangeArrowheads="1"/>
            </p:cNvSpPr>
            <p:nvPr/>
          </p:nvSpPr>
          <p:spPr bwMode="auto">
            <a:xfrm>
              <a:off x="4608" y="5606"/>
              <a:ext cx="912"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y</a:t>
              </a:r>
              <a:endParaRPr lang="en-US" altLang="en-US" sz="1200">
                <a:latin typeface="Times New Roman" panose="02020603050405020304" pitchFamily="18" charset="0"/>
              </a:endParaRPr>
            </a:p>
          </p:txBody>
        </p:sp>
        <p:sp>
          <p:nvSpPr>
            <p:cNvPr id="595991" name="Text Box 22">
              <a:extLst>
                <a:ext uri="{FF2B5EF4-FFF2-40B4-BE49-F238E27FC236}">
                  <a16:creationId xmlns:a16="http://schemas.microsoft.com/office/drawing/2014/main" id="{5859C6E5-E930-56BD-0BC7-C0CCEAC79AAE}"/>
                </a:ext>
              </a:extLst>
            </p:cNvPr>
            <p:cNvSpPr txBox="1">
              <a:spLocks noChangeArrowheads="1"/>
            </p:cNvSpPr>
            <p:nvPr/>
          </p:nvSpPr>
          <p:spPr bwMode="auto">
            <a:xfrm>
              <a:off x="5520" y="5606"/>
              <a:ext cx="912"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200" b="1" noProof="1">
                  <a:latin typeface="Times New Roman" panose="02020603050405020304" pitchFamily="18" charset="0"/>
                </a:rPr>
                <a:t>R</a:t>
              </a:r>
              <a:endParaRPr lang="en-US" altLang="en-US" sz="1200">
                <a:latin typeface="Times New Roman" panose="02020603050405020304" pitchFamily="18" charset="0"/>
              </a:endParaRPr>
            </a:p>
          </p:txBody>
        </p:sp>
        <p:sp>
          <p:nvSpPr>
            <p:cNvPr id="595992" name="Text Box 23">
              <a:extLst>
                <a:ext uri="{FF2B5EF4-FFF2-40B4-BE49-F238E27FC236}">
                  <a16:creationId xmlns:a16="http://schemas.microsoft.com/office/drawing/2014/main" id="{8D3189D5-E4BD-A6FB-515E-C10B8CEFA4BF}"/>
                </a:ext>
              </a:extLst>
            </p:cNvPr>
            <p:cNvSpPr txBox="1">
              <a:spLocks noChangeArrowheads="1"/>
            </p:cNvSpPr>
            <p:nvPr/>
          </p:nvSpPr>
          <p:spPr bwMode="auto">
            <a:xfrm>
              <a:off x="6768" y="5570"/>
              <a:ext cx="3588"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Map to Base-64 table</a:t>
              </a:r>
            </a:p>
          </p:txBody>
        </p:sp>
        <p:sp>
          <p:nvSpPr>
            <p:cNvPr id="595993" name="Text Box 24">
              <a:extLst>
                <a:ext uri="{FF2B5EF4-FFF2-40B4-BE49-F238E27FC236}">
                  <a16:creationId xmlns:a16="http://schemas.microsoft.com/office/drawing/2014/main" id="{D6857085-69AA-FBA7-9833-29DABEA8A285}"/>
                </a:ext>
              </a:extLst>
            </p:cNvPr>
            <p:cNvSpPr txBox="1">
              <a:spLocks noChangeArrowheads="1"/>
            </p:cNvSpPr>
            <p:nvPr/>
          </p:nvSpPr>
          <p:spPr bwMode="auto">
            <a:xfrm>
              <a:off x="2772" y="6590"/>
              <a:ext cx="1104"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000" b="1" noProof="1">
                  <a:latin typeface="Times New Roman" panose="02020603050405020304" pitchFamily="18" charset="0"/>
                </a:rPr>
                <a:t>01001001</a:t>
              </a:r>
            </a:p>
          </p:txBody>
        </p:sp>
        <p:sp>
          <p:nvSpPr>
            <p:cNvPr id="595994" name="AutoShape 25">
              <a:extLst>
                <a:ext uri="{FF2B5EF4-FFF2-40B4-BE49-F238E27FC236}">
                  <a16:creationId xmlns:a16="http://schemas.microsoft.com/office/drawing/2014/main" id="{03FB965E-757D-25AF-6507-19CD7585A43B}"/>
                </a:ext>
              </a:extLst>
            </p:cNvPr>
            <p:cNvSpPr>
              <a:spLocks noChangeArrowheads="1"/>
            </p:cNvSpPr>
            <p:nvPr/>
          </p:nvSpPr>
          <p:spPr bwMode="auto">
            <a:xfrm>
              <a:off x="3084" y="4082"/>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95" name="AutoShape 26">
              <a:extLst>
                <a:ext uri="{FF2B5EF4-FFF2-40B4-BE49-F238E27FC236}">
                  <a16:creationId xmlns:a16="http://schemas.microsoft.com/office/drawing/2014/main" id="{88A5E048-A3C8-051B-6E66-AABD1F17A225}"/>
                </a:ext>
              </a:extLst>
            </p:cNvPr>
            <p:cNvSpPr>
              <a:spLocks noChangeArrowheads="1"/>
            </p:cNvSpPr>
            <p:nvPr/>
          </p:nvSpPr>
          <p:spPr bwMode="auto">
            <a:xfrm>
              <a:off x="5868" y="4082"/>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96" name="AutoShape 27">
              <a:extLst>
                <a:ext uri="{FF2B5EF4-FFF2-40B4-BE49-F238E27FC236}">
                  <a16:creationId xmlns:a16="http://schemas.microsoft.com/office/drawing/2014/main" id="{CA7EE987-8031-3F69-EB09-7CEA3B87C471}"/>
                </a:ext>
              </a:extLst>
            </p:cNvPr>
            <p:cNvSpPr>
              <a:spLocks noChangeArrowheads="1"/>
            </p:cNvSpPr>
            <p:nvPr/>
          </p:nvSpPr>
          <p:spPr bwMode="auto">
            <a:xfrm>
              <a:off x="4908" y="4082"/>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97" name="AutoShape 28">
              <a:extLst>
                <a:ext uri="{FF2B5EF4-FFF2-40B4-BE49-F238E27FC236}">
                  <a16:creationId xmlns:a16="http://schemas.microsoft.com/office/drawing/2014/main" id="{DDF6A3E7-C449-6738-1224-8F026ECD1F6C}"/>
                </a:ext>
              </a:extLst>
            </p:cNvPr>
            <p:cNvSpPr>
              <a:spLocks noChangeArrowheads="1"/>
            </p:cNvSpPr>
            <p:nvPr/>
          </p:nvSpPr>
          <p:spPr bwMode="auto">
            <a:xfrm>
              <a:off x="3972" y="5066"/>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98" name="AutoShape 29">
              <a:extLst>
                <a:ext uri="{FF2B5EF4-FFF2-40B4-BE49-F238E27FC236}">
                  <a16:creationId xmlns:a16="http://schemas.microsoft.com/office/drawing/2014/main" id="{D0780AD8-A757-588A-F2D7-084C35D56E28}"/>
                </a:ext>
              </a:extLst>
            </p:cNvPr>
            <p:cNvSpPr>
              <a:spLocks noChangeArrowheads="1"/>
            </p:cNvSpPr>
            <p:nvPr/>
          </p:nvSpPr>
          <p:spPr bwMode="auto">
            <a:xfrm>
              <a:off x="3084" y="5066"/>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5999" name="AutoShape 30">
              <a:extLst>
                <a:ext uri="{FF2B5EF4-FFF2-40B4-BE49-F238E27FC236}">
                  <a16:creationId xmlns:a16="http://schemas.microsoft.com/office/drawing/2014/main" id="{768D389F-0919-7C77-1C64-7F026190987C}"/>
                </a:ext>
              </a:extLst>
            </p:cNvPr>
            <p:cNvSpPr>
              <a:spLocks noChangeArrowheads="1"/>
            </p:cNvSpPr>
            <p:nvPr/>
          </p:nvSpPr>
          <p:spPr bwMode="auto">
            <a:xfrm>
              <a:off x="5868" y="5066"/>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0" name="AutoShape 31">
              <a:extLst>
                <a:ext uri="{FF2B5EF4-FFF2-40B4-BE49-F238E27FC236}">
                  <a16:creationId xmlns:a16="http://schemas.microsoft.com/office/drawing/2014/main" id="{D42FD164-2F6D-4A2D-DD8E-E710E0CE9960}"/>
                </a:ext>
              </a:extLst>
            </p:cNvPr>
            <p:cNvSpPr>
              <a:spLocks noChangeArrowheads="1"/>
            </p:cNvSpPr>
            <p:nvPr/>
          </p:nvSpPr>
          <p:spPr bwMode="auto">
            <a:xfrm>
              <a:off x="4908" y="5066"/>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1" name="AutoShape 32">
              <a:extLst>
                <a:ext uri="{FF2B5EF4-FFF2-40B4-BE49-F238E27FC236}">
                  <a16:creationId xmlns:a16="http://schemas.microsoft.com/office/drawing/2014/main" id="{CB875968-C538-DDB7-3204-DCEF8E5D731E}"/>
                </a:ext>
              </a:extLst>
            </p:cNvPr>
            <p:cNvSpPr>
              <a:spLocks noChangeArrowheads="1"/>
            </p:cNvSpPr>
            <p:nvPr/>
          </p:nvSpPr>
          <p:spPr bwMode="auto">
            <a:xfrm>
              <a:off x="4248" y="6062"/>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2" name="AutoShape 33">
              <a:extLst>
                <a:ext uri="{FF2B5EF4-FFF2-40B4-BE49-F238E27FC236}">
                  <a16:creationId xmlns:a16="http://schemas.microsoft.com/office/drawing/2014/main" id="{D6D136E0-0BED-FF7B-3324-4F31FB3A09DE}"/>
                </a:ext>
              </a:extLst>
            </p:cNvPr>
            <p:cNvSpPr>
              <a:spLocks noChangeArrowheads="1"/>
            </p:cNvSpPr>
            <p:nvPr/>
          </p:nvSpPr>
          <p:spPr bwMode="auto">
            <a:xfrm>
              <a:off x="3168" y="6074"/>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3" name="AutoShape 34">
              <a:extLst>
                <a:ext uri="{FF2B5EF4-FFF2-40B4-BE49-F238E27FC236}">
                  <a16:creationId xmlns:a16="http://schemas.microsoft.com/office/drawing/2014/main" id="{35582A3E-22ED-370B-F9D0-4AFDADC1A4CE}"/>
                </a:ext>
              </a:extLst>
            </p:cNvPr>
            <p:cNvSpPr>
              <a:spLocks noChangeArrowheads="1"/>
            </p:cNvSpPr>
            <p:nvPr/>
          </p:nvSpPr>
          <p:spPr bwMode="auto">
            <a:xfrm>
              <a:off x="6180" y="6086"/>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4" name="AutoShape 35">
              <a:extLst>
                <a:ext uri="{FF2B5EF4-FFF2-40B4-BE49-F238E27FC236}">
                  <a16:creationId xmlns:a16="http://schemas.microsoft.com/office/drawing/2014/main" id="{C997FEC8-52C5-057C-D43A-6746A08AC304}"/>
                </a:ext>
              </a:extLst>
            </p:cNvPr>
            <p:cNvSpPr>
              <a:spLocks noChangeArrowheads="1"/>
            </p:cNvSpPr>
            <p:nvPr/>
          </p:nvSpPr>
          <p:spPr bwMode="auto">
            <a:xfrm>
              <a:off x="5220" y="6074"/>
              <a:ext cx="252" cy="468"/>
            </a:xfrm>
            <a:prstGeom prst="downArrow">
              <a:avLst>
                <a:gd name="adj1" fmla="val 50000"/>
                <a:gd name="adj2" fmla="val 46429"/>
              </a:avLst>
            </a:prstGeom>
            <a:solidFill>
              <a:srgbClr val="000000"/>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596005" name="Text Box 36">
              <a:extLst>
                <a:ext uri="{FF2B5EF4-FFF2-40B4-BE49-F238E27FC236}">
                  <a16:creationId xmlns:a16="http://schemas.microsoft.com/office/drawing/2014/main" id="{ADEA243D-DEED-EA86-4388-29F323809C78}"/>
                </a:ext>
              </a:extLst>
            </p:cNvPr>
            <p:cNvSpPr txBox="1">
              <a:spLocks noChangeArrowheads="1"/>
            </p:cNvSpPr>
            <p:nvPr/>
          </p:nvSpPr>
          <p:spPr bwMode="auto">
            <a:xfrm>
              <a:off x="7236" y="6578"/>
              <a:ext cx="3180" cy="4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b="1">
                  <a:latin typeface="Times New Roman" panose="02020603050405020304" pitchFamily="18" charset="0"/>
                </a:rPr>
                <a:t>Write ASCII equivalent binary</a:t>
              </a:r>
            </a:p>
          </p:txBody>
        </p:sp>
        <p:sp>
          <p:nvSpPr>
            <p:cNvPr id="596006" name="Text Box 37">
              <a:extLst>
                <a:ext uri="{FF2B5EF4-FFF2-40B4-BE49-F238E27FC236}">
                  <a16:creationId xmlns:a16="http://schemas.microsoft.com/office/drawing/2014/main" id="{50551B6A-A285-CF2E-002E-0F57941A66A2}"/>
                </a:ext>
              </a:extLst>
            </p:cNvPr>
            <p:cNvSpPr txBox="1">
              <a:spLocks noChangeArrowheads="1"/>
            </p:cNvSpPr>
            <p:nvPr/>
          </p:nvSpPr>
          <p:spPr bwMode="auto">
            <a:xfrm>
              <a:off x="3876" y="6590"/>
              <a:ext cx="1104"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000" b="1" noProof="1">
                  <a:latin typeface="Times New Roman" panose="02020603050405020304" pitchFamily="18" charset="0"/>
                </a:rPr>
                <a:t>00110001</a:t>
              </a:r>
            </a:p>
          </p:txBody>
        </p:sp>
        <p:sp>
          <p:nvSpPr>
            <p:cNvPr id="596007" name="Text Box 38">
              <a:extLst>
                <a:ext uri="{FF2B5EF4-FFF2-40B4-BE49-F238E27FC236}">
                  <a16:creationId xmlns:a16="http://schemas.microsoft.com/office/drawing/2014/main" id="{220B6CFE-7647-5E31-61E5-4CB7E69044E5}"/>
                </a:ext>
              </a:extLst>
            </p:cNvPr>
            <p:cNvSpPr txBox="1">
              <a:spLocks noChangeArrowheads="1"/>
            </p:cNvSpPr>
            <p:nvPr/>
          </p:nvSpPr>
          <p:spPr bwMode="auto">
            <a:xfrm>
              <a:off x="4980" y="6590"/>
              <a:ext cx="1104"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000" b="1" noProof="1">
                  <a:latin typeface="Times New Roman" panose="02020603050405020304" pitchFamily="18" charset="0"/>
                </a:rPr>
                <a:t>01111001</a:t>
              </a:r>
            </a:p>
          </p:txBody>
        </p:sp>
        <p:sp>
          <p:nvSpPr>
            <p:cNvPr id="596008" name="Text Box 39">
              <a:extLst>
                <a:ext uri="{FF2B5EF4-FFF2-40B4-BE49-F238E27FC236}">
                  <a16:creationId xmlns:a16="http://schemas.microsoft.com/office/drawing/2014/main" id="{1CE25329-AC50-AB4A-554B-B26483B9205A}"/>
                </a:ext>
              </a:extLst>
            </p:cNvPr>
            <p:cNvSpPr txBox="1">
              <a:spLocks noChangeArrowheads="1"/>
            </p:cNvSpPr>
            <p:nvPr/>
          </p:nvSpPr>
          <p:spPr bwMode="auto">
            <a:xfrm>
              <a:off x="6084" y="6590"/>
              <a:ext cx="1104" cy="384"/>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IN" altLang="en-US" sz="1000" b="1" noProof="1">
                  <a:latin typeface="Times New Roman" panose="02020603050405020304" pitchFamily="18" charset="0"/>
                </a:rPr>
                <a:t>01010010</a:t>
              </a:r>
            </a:p>
          </p:txBody>
        </p:sp>
      </p:grpSp>
    </p:spTree>
    <p:extLst>
      <p:ext uri="{BB962C8B-B14F-4D97-AF65-F5344CB8AC3E}">
        <p14:creationId xmlns:p14="http://schemas.microsoft.com/office/powerpoint/2010/main" val="3885125996"/>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16">
            <a:extLst>
              <a:ext uri="{FF2B5EF4-FFF2-40B4-BE49-F238E27FC236}">
                <a16:creationId xmlns:a16="http://schemas.microsoft.com/office/drawing/2014/main" id="{BA5843D8-DCAB-D8CB-7051-FA16717F22C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CBFDC36-409E-4138-92A9-09944BC0AB3A}" type="slidenum">
              <a:rPr lang="en-US" altLang="en-US" sz="1400">
                <a:solidFill>
                  <a:schemeClr val="bg2"/>
                </a:solidFill>
              </a:rPr>
              <a:pPr>
                <a:spcBef>
                  <a:spcPct val="0"/>
                </a:spcBef>
                <a:buClrTx/>
                <a:buSzTx/>
                <a:buFontTx/>
                <a:buNone/>
              </a:pPr>
              <a:t>277</a:t>
            </a:fld>
            <a:endParaRPr lang="en-US" altLang="en-US" sz="1400">
              <a:solidFill>
                <a:schemeClr val="bg2"/>
              </a:solidFill>
            </a:endParaRPr>
          </a:p>
        </p:txBody>
      </p:sp>
      <p:sp>
        <p:nvSpPr>
          <p:cNvPr id="616451" name="Rectangle 2">
            <a:extLst>
              <a:ext uri="{FF2B5EF4-FFF2-40B4-BE49-F238E27FC236}">
                <a16:creationId xmlns:a16="http://schemas.microsoft.com/office/drawing/2014/main" id="{42F51B6C-EBC5-36F1-157D-5952721E0DCC}"/>
              </a:ext>
            </a:extLst>
          </p:cNvPr>
          <p:cNvSpPr>
            <a:spLocks noGrp="1" noChangeArrowheads="1"/>
          </p:cNvSpPr>
          <p:nvPr>
            <p:ph type="ctrTitle"/>
          </p:nvPr>
        </p:nvSpPr>
        <p:spPr/>
        <p:txBody>
          <a:bodyPr>
            <a:normAutofit fontScale="90000"/>
          </a:bodyPr>
          <a:lstStyle/>
          <a:p>
            <a:pPr eaLnBrk="1" hangingPunct="1"/>
            <a:r>
              <a:rPr lang="en-US" altLang="en-US"/>
              <a:t>Secure Multipurpose Internet Mail Extension (S/MIME)</a:t>
            </a:r>
            <a:endParaRPr lang="en-GB" altLang="en-US"/>
          </a:p>
        </p:txBody>
      </p:sp>
      <p:sp>
        <p:nvSpPr>
          <p:cNvPr id="616452" name="Rectangle 3">
            <a:extLst>
              <a:ext uri="{FF2B5EF4-FFF2-40B4-BE49-F238E27FC236}">
                <a16:creationId xmlns:a16="http://schemas.microsoft.com/office/drawing/2014/main" id="{646817C2-E879-3628-2506-547FC8E62084}"/>
              </a:ext>
            </a:extLst>
          </p:cNvPr>
          <p:cNvSpPr>
            <a:spLocks noGrp="1" noChangeArrowheads="1"/>
          </p:cNvSpPr>
          <p:nvPr>
            <p:ph type="subTitle" idx="1"/>
          </p:nvPr>
        </p:nvSpPr>
        <p:spPr/>
        <p:txBody>
          <a:bodyPr/>
          <a:lstStyle/>
          <a:p>
            <a:pPr eaLnBrk="1" hangingPunct="1"/>
            <a:endParaRPr lang="en-GB" altLang="en-US"/>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Slide Number Placeholder 5">
            <a:extLst>
              <a:ext uri="{FF2B5EF4-FFF2-40B4-BE49-F238E27FC236}">
                <a16:creationId xmlns:a16="http://schemas.microsoft.com/office/drawing/2014/main" id="{9268E38D-C036-D35D-2B95-9EDBCCBF5F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2EC8A0A-C2AE-421A-AB9E-6FEBAB442E45}" type="slidenum">
              <a:rPr lang="en-US" altLang="en-US" sz="1400"/>
              <a:pPr>
                <a:spcBef>
                  <a:spcPct val="0"/>
                </a:spcBef>
                <a:buClrTx/>
                <a:buSzTx/>
                <a:buFontTx/>
                <a:buNone/>
              </a:pPr>
              <a:t>278</a:t>
            </a:fld>
            <a:endParaRPr lang="en-US" altLang="en-US" sz="1400"/>
          </a:p>
        </p:txBody>
      </p:sp>
      <p:sp>
        <p:nvSpPr>
          <p:cNvPr id="618499" name="Rectangle 2">
            <a:extLst>
              <a:ext uri="{FF2B5EF4-FFF2-40B4-BE49-F238E27FC236}">
                <a16:creationId xmlns:a16="http://schemas.microsoft.com/office/drawing/2014/main" id="{AF097987-7B26-62F8-01B8-7CC059B2AA2B}"/>
              </a:ext>
            </a:extLst>
          </p:cNvPr>
          <p:cNvSpPr>
            <a:spLocks noGrp="1" noChangeArrowheads="1"/>
          </p:cNvSpPr>
          <p:nvPr>
            <p:ph type="title"/>
          </p:nvPr>
        </p:nvSpPr>
        <p:spPr/>
        <p:txBody>
          <a:bodyPr/>
          <a:lstStyle/>
          <a:p>
            <a:pPr eaLnBrk="1" hangingPunct="1"/>
            <a:r>
              <a:rPr lang="en-US" altLang="en-US"/>
              <a:t>MIME Concept</a:t>
            </a:r>
            <a:endParaRPr lang="en-GB" altLang="en-US"/>
          </a:p>
        </p:txBody>
      </p:sp>
      <p:sp>
        <p:nvSpPr>
          <p:cNvPr id="618500" name="Rectangle 3">
            <a:extLst>
              <a:ext uri="{FF2B5EF4-FFF2-40B4-BE49-F238E27FC236}">
                <a16:creationId xmlns:a16="http://schemas.microsoft.com/office/drawing/2014/main" id="{FE6FDE50-FF54-2F0F-397A-EEA67DE05194}"/>
              </a:ext>
            </a:extLst>
          </p:cNvPr>
          <p:cNvSpPr>
            <a:spLocks noGrp="1" noChangeArrowheads="1"/>
          </p:cNvSpPr>
          <p:nvPr>
            <p:ph type="body" idx="1"/>
          </p:nvPr>
        </p:nvSpPr>
        <p:spPr/>
        <p:txBody>
          <a:bodyPr/>
          <a:lstStyle/>
          <a:p>
            <a:pPr eaLnBrk="1" hangingPunct="1"/>
            <a:endParaRPr lang="en-GB" altLang="en-US"/>
          </a:p>
        </p:txBody>
      </p:sp>
      <p:grpSp>
        <p:nvGrpSpPr>
          <p:cNvPr id="618501" name="Group 4">
            <a:extLst>
              <a:ext uri="{FF2B5EF4-FFF2-40B4-BE49-F238E27FC236}">
                <a16:creationId xmlns:a16="http://schemas.microsoft.com/office/drawing/2014/main" id="{722E4722-3FC1-DFAC-37DB-F39DC07509C2}"/>
              </a:ext>
            </a:extLst>
          </p:cNvPr>
          <p:cNvGrpSpPr>
            <a:grpSpLocks/>
          </p:cNvGrpSpPr>
          <p:nvPr/>
        </p:nvGrpSpPr>
        <p:grpSpPr bwMode="auto">
          <a:xfrm>
            <a:off x="2743200" y="2057400"/>
            <a:ext cx="6477000" cy="4114800"/>
            <a:chOff x="2110" y="6609"/>
            <a:chExt cx="7434" cy="5208"/>
          </a:xfrm>
        </p:grpSpPr>
        <p:sp>
          <p:nvSpPr>
            <p:cNvPr id="618502" name="Rectangle 5">
              <a:extLst>
                <a:ext uri="{FF2B5EF4-FFF2-40B4-BE49-F238E27FC236}">
                  <a16:creationId xmlns:a16="http://schemas.microsoft.com/office/drawing/2014/main" id="{85E42357-ADC1-1B65-A94D-6936E6492CB1}"/>
                </a:ext>
              </a:extLst>
            </p:cNvPr>
            <p:cNvSpPr>
              <a:spLocks noChangeArrowheads="1"/>
            </p:cNvSpPr>
            <p:nvPr/>
          </p:nvSpPr>
          <p:spPr bwMode="auto">
            <a:xfrm>
              <a:off x="2110" y="6609"/>
              <a:ext cx="7434" cy="520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18503" name="Group 6">
              <a:extLst>
                <a:ext uri="{FF2B5EF4-FFF2-40B4-BE49-F238E27FC236}">
                  <a16:creationId xmlns:a16="http://schemas.microsoft.com/office/drawing/2014/main" id="{117711F6-B825-D052-E9DC-DF9E8A934F19}"/>
                </a:ext>
              </a:extLst>
            </p:cNvPr>
            <p:cNvGrpSpPr>
              <a:grpSpLocks/>
            </p:cNvGrpSpPr>
            <p:nvPr/>
          </p:nvGrpSpPr>
          <p:grpSpPr bwMode="auto">
            <a:xfrm>
              <a:off x="2785" y="7113"/>
              <a:ext cx="4796" cy="4057"/>
              <a:chOff x="2785" y="6883"/>
              <a:chExt cx="4796" cy="4057"/>
            </a:xfrm>
          </p:grpSpPr>
          <p:sp>
            <p:nvSpPr>
              <p:cNvPr id="618506" name="Text Box 7">
                <a:extLst>
                  <a:ext uri="{FF2B5EF4-FFF2-40B4-BE49-F238E27FC236}">
                    <a16:creationId xmlns:a16="http://schemas.microsoft.com/office/drawing/2014/main" id="{3AAB1091-3E6E-7FCD-4735-A484448A0E5C}"/>
                  </a:ext>
                </a:extLst>
              </p:cNvPr>
              <p:cNvSpPr txBox="1">
                <a:spLocks noChangeArrowheads="1"/>
              </p:cNvSpPr>
              <p:nvPr/>
            </p:nvSpPr>
            <p:spPr bwMode="auto">
              <a:xfrm>
                <a:off x="2785" y="6883"/>
                <a:ext cx="4790" cy="48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Times New Roman" panose="02020603050405020304" pitchFamily="18" charset="0"/>
                  </a:rPr>
                  <a:t>Traditional email headers</a:t>
                </a:r>
              </a:p>
            </p:txBody>
          </p:sp>
          <p:sp>
            <p:nvSpPr>
              <p:cNvPr id="618507" name="Text Box 8">
                <a:extLst>
                  <a:ext uri="{FF2B5EF4-FFF2-40B4-BE49-F238E27FC236}">
                    <a16:creationId xmlns:a16="http://schemas.microsoft.com/office/drawing/2014/main" id="{11A25423-6024-96B6-3ADC-3CDF1B0D6700}"/>
                  </a:ext>
                </a:extLst>
              </p:cNvPr>
              <p:cNvSpPr txBox="1">
                <a:spLocks noChangeArrowheads="1"/>
              </p:cNvSpPr>
              <p:nvPr/>
            </p:nvSpPr>
            <p:spPr bwMode="auto">
              <a:xfrm>
                <a:off x="2785" y="7374"/>
                <a:ext cx="4790" cy="1422"/>
              </a:xfrm>
              <a:prstGeom prst="rect">
                <a:avLst/>
              </a:prstGeom>
              <a:solidFill>
                <a:srgbClr val="C0C0C0">
                  <a:alpha val="50195"/>
                </a:srgbClr>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400" b="1">
                    <a:latin typeface="Times New Roman" panose="02020603050405020304" pitchFamily="18" charset="0"/>
                  </a:rPr>
                  <a:t>MIME-Version: 1.1</a:t>
                </a:r>
              </a:p>
              <a:p>
                <a:pPr>
                  <a:spcBef>
                    <a:spcPct val="0"/>
                  </a:spcBef>
                  <a:buClrTx/>
                  <a:buSzTx/>
                  <a:buFontTx/>
                  <a:buNone/>
                </a:pPr>
                <a:r>
                  <a:rPr lang="en-US" altLang="en-US" sz="1400" b="1">
                    <a:latin typeface="Times New Roman" panose="02020603050405020304" pitchFamily="18" charset="0"/>
                  </a:rPr>
                  <a:t>Content-Type: </a:t>
                </a:r>
                <a:r>
                  <a:rPr lang="en-US" altLang="en-US" sz="1400" b="1" i="1">
                    <a:latin typeface="Times New Roman" panose="02020603050405020304" pitchFamily="18" charset="0"/>
                  </a:rPr>
                  <a:t>Type/Sub type</a:t>
                </a:r>
                <a:endParaRPr lang="en-US" altLang="en-US" sz="1400" b="1">
                  <a:latin typeface="Times New Roman" panose="02020603050405020304" pitchFamily="18" charset="0"/>
                </a:endParaRPr>
              </a:p>
              <a:p>
                <a:pPr>
                  <a:spcBef>
                    <a:spcPct val="0"/>
                  </a:spcBef>
                  <a:buClrTx/>
                  <a:buSzTx/>
                  <a:buFontTx/>
                  <a:buNone/>
                </a:pPr>
                <a:r>
                  <a:rPr lang="en-US" altLang="en-US" sz="1400" b="1">
                    <a:latin typeface="Times New Roman" panose="02020603050405020304" pitchFamily="18" charset="0"/>
                  </a:rPr>
                  <a:t>Content-Transfer-Encoding: </a:t>
                </a:r>
                <a:r>
                  <a:rPr lang="en-US" altLang="en-US" sz="1400" b="1" i="1">
                    <a:latin typeface="Times New Roman" panose="02020603050405020304" pitchFamily="18" charset="0"/>
                  </a:rPr>
                  <a:t>Encoding type</a:t>
                </a:r>
              </a:p>
              <a:p>
                <a:pPr>
                  <a:spcBef>
                    <a:spcPct val="0"/>
                  </a:spcBef>
                  <a:buClrTx/>
                  <a:buSzTx/>
                  <a:buFontTx/>
                  <a:buNone/>
                </a:pPr>
                <a:r>
                  <a:rPr lang="en-US" altLang="en-US" sz="1400" b="1">
                    <a:latin typeface="Times New Roman" panose="02020603050405020304" pitchFamily="18" charset="0"/>
                  </a:rPr>
                  <a:t>Content-Id: </a:t>
                </a:r>
                <a:r>
                  <a:rPr lang="en-US" altLang="en-US" sz="1400" b="1" i="1">
                    <a:latin typeface="Times New Roman" panose="02020603050405020304" pitchFamily="18" charset="0"/>
                  </a:rPr>
                  <a:t>Message id</a:t>
                </a:r>
              </a:p>
              <a:p>
                <a:pPr>
                  <a:spcBef>
                    <a:spcPct val="0"/>
                  </a:spcBef>
                  <a:buClrTx/>
                  <a:buSzTx/>
                  <a:buFontTx/>
                  <a:buNone/>
                </a:pPr>
                <a:r>
                  <a:rPr lang="en-US" altLang="en-US" sz="1400" b="1">
                    <a:latin typeface="Times New Roman" panose="02020603050405020304" pitchFamily="18" charset="0"/>
                  </a:rPr>
                  <a:t>Content-Description: </a:t>
                </a:r>
                <a:r>
                  <a:rPr lang="en-US" altLang="en-US" sz="1400" b="1" i="1">
                    <a:latin typeface="Times New Roman" panose="02020603050405020304" pitchFamily="18" charset="0"/>
                  </a:rPr>
                  <a:t>Textual description</a:t>
                </a:r>
              </a:p>
            </p:txBody>
          </p:sp>
          <p:sp>
            <p:nvSpPr>
              <p:cNvPr id="618508" name="Text Box 9">
                <a:extLst>
                  <a:ext uri="{FF2B5EF4-FFF2-40B4-BE49-F238E27FC236}">
                    <a16:creationId xmlns:a16="http://schemas.microsoft.com/office/drawing/2014/main" id="{DFCB039C-220D-0DBA-347D-342BB1D73789}"/>
                  </a:ext>
                </a:extLst>
              </p:cNvPr>
              <p:cNvSpPr txBox="1">
                <a:spLocks noChangeArrowheads="1"/>
              </p:cNvSpPr>
              <p:nvPr/>
            </p:nvSpPr>
            <p:spPr bwMode="auto">
              <a:xfrm>
                <a:off x="2791" y="8797"/>
                <a:ext cx="4790" cy="2143"/>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en-US" sz="1400" b="1">
                  <a:latin typeface="Times New Roman" panose="02020603050405020304" pitchFamily="18" charset="0"/>
                </a:endParaRPr>
              </a:p>
              <a:p>
                <a:pPr algn="ctr">
                  <a:spcBef>
                    <a:spcPct val="0"/>
                  </a:spcBef>
                  <a:buClrTx/>
                  <a:buSzTx/>
                  <a:buFontTx/>
                  <a:buNone/>
                </a:pPr>
                <a:endParaRPr lang="en-US" altLang="en-US" sz="1400" b="1">
                  <a:latin typeface="Times New Roman" panose="02020603050405020304" pitchFamily="18" charset="0"/>
                </a:endParaRPr>
              </a:p>
              <a:p>
                <a:pPr algn="ctr">
                  <a:spcBef>
                    <a:spcPct val="0"/>
                  </a:spcBef>
                  <a:buClrTx/>
                  <a:buSzTx/>
                  <a:buFontTx/>
                  <a:buNone/>
                </a:pPr>
                <a:endParaRPr lang="en-US" altLang="en-US" sz="1400" b="1">
                  <a:latin typeface="Times New Roman" panose="02020603050405020304" pitchFamily="18" charset="0"/>
                </a:endParaRPr>
              </a:p>
              <a:p>
                <a:pPr algn="ctr">
                  <a:spcBef>
                    <a:spcPct val="0"/>
                  </a:spcBef>
                  <a:buClrTx/>
                  <a:buSzTx/>
                  <a:buFontTx/>
                  <a:buNone/>
                </a:pPr>
                <a:endParaRPr lang="en-US" altLang="en-US" sz="1400" b="1">
                  <a:latin typeface="Times New Roman" panose="02020603050405020304" pitchFamily="18" charset="0"/>
                </a:endParaRPr>
              </a:p>
              <a:p>
                <a:pPr algn="ctr">
                  <a:spcBef>
                    <a:spcPct val="0"/>
                  </a:spcBef>
                  <a:buClrTx/>
                  <a:buSzTx/>
                  <a:buFontTx/>
                  <a:buNone/>
                </a:pPr>
                <a:r>
                  <a:rPr lang="en-US" altLang="en-US" sz="1400" b="1">
                    <a:latin typeface="Times New Roman" panose="02020603050405020304" pitchFamily="18" charset="0"/>
                  </a:rPr>
                  <a:t>Email body</a:t>
                </a:r>
              </a:p>
            </p:txBody>
          </p:sp>
        </p:grpSp>
        <p:sp>
          <p:nvSpPr>
            <p:cNvPr id="618504" name="AutoShape 10">
              <a:extLst>
                <a:ext uri="{FF2B5EF4-FFF2-40B4-BE49-F238E27FC236}">
                  <a16:creationId xmlns:a16="http://schemas.microsoft.com/office/drawing/2014/main" id="{E6E3BDFB-F336-9BB9-EA3C-2A03A1D2A14F}"/>
                </a:ext>
              </a:extLst>
            </p:cNvPr>
            <p:cNvSpPr>
              <a:spLocks/>
            </p:cNvSpPr>
            <p:nvPr/>
          </p:nvSpPr>
          <p:spPr bwMode="auto">
            <a:xfrm>
              <a:off x="7568" y="7596"/>
              <a:ext cx="536" cy="1407"/>
            </a:xfrm>
            <a:prstGeom prst="rightBrace">
              <a:avLst>
                <a:gd name="adj1" fmla="val 2187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sp>
          <p:nvSpPr>
            <p:cNvPr id="618505" name="Text Box 11">
              <a:extLst>
                <a:ext uri="{FF2B5EF4-FFF2-40B4-BE49-F238E27FC236}">
                  <a16:creationId xmlns:a16="http://schemas.microsoft.com/office/drawing/2014/main" id="{E9A6A0AD-3DA5-9BDF-14AD-8CCDA3318958}"/>
                </a:ext>
              </a:extLst>
            </p:cNvPr>
            <p:cNvSpPr txBox="1">
              <a:spLocks noChangeArrowheads="1"/>
            </p:cNvSpPr>
            <p:nvPr/>
          </p:nvSpPr>
          <p:spPr bwMode="auto">
            <a:xfrm>
              <a:off x="8171" y="7999"/>
              <a:ext cx="1089"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400" b="1">
                  <a:latin typeface="Times New Roman" panose="02020603050405020304" pitchFamily="18" charset="0"/>
                </a:rPr>
                <a:t>MIME headers</a:t>
              </a:r>
            </a:p>
          </p:txBody>
        </p:sp>
      </p:gr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Slide Number Placeholder 5">
            <a:extLst>
              <a:ext uri="{FF2B5EF4-FFF2-40B4-BE49-F238E27FC236}">
                <a16:creationId xmlns:a16="http://schemas.microsoft.com/office/drawing/2014/main" id="{880CAF53-7862-341E-C1C1-573E3BB2B4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BEAA15B-5DD7-4962-80CE-A9D8E3387281}" type="slidenum">
              <a:rPr lang="en-US" altLang="en-US" sz="1400"/>
              <a:pPr>
                <a:spcBef>
                  <a:spcPct val="0"/>
                </a:spcBef>
                <a:buClrTx/>
                <a:buSzTx/>
                <a:buFontTx/>
                <a:buNone/>
              </a:pPr>
              <a:t>279</a:t>
            </a:fld>
            <a:endParaRPr lang="en-US" altLang="en-US" sz="1400"/>
          </a:p>
        </p:txBody>
      </p:sp>
      <p:sp>
        <p:nvSpPr>
          <p:cNvPr id="620547" name="Rectangle 2">
            <a:extLst>
              <a:ext uri="{FF2B5EF4-FFF2-40B4-BE49-F238E27FC236}">
                <a16:creationId xmlns:a16="http://schemas.microsoft.com/office/drawing/2014/main" id="{48BCC933-35F5-B347-AD34-D95406023666}"/>
              </a:ext>
            </a:extLst>
          </p:cNvPr>
          <p:cNvSpPr>
            <a:spLocks noGrp="1" noChangeArrowheads="1"/>
          </p:cNvSpPr>
          <p:nvPr>
            <p:ph type="title"/>
          </p:nvPr>
        </p:nvSpPr>
        <p:spPr/>
        <p:txBody>
          <a:bodyPr/>
          <a:lstStyle/>
          <a:p>
            <a:pPr eaLnBrk="1" hangingPunct="1"/>
            <a:r>
              <a:rPr lang="en-US" altLang="en-US"/>
              <a:t>MIME Content Types</a:t>
            </a:r>
            <a:endParaRPr lang="en-GB" altLang="en-US"/>
          </a:p>
        </p:txBody>
      </p:sp>
      <p:sp>
        <p:nvSpPr>
          <p:cNvPr id="620548" name="Rectangle 3">
            <a:extLst>
              <a:ext uri="{FF2B5EF4-FFF2-40B4-BE49-F238E27FC236}">
                <a16:creationId xmlns:a16="http://schemas.microsoft.com/office/drawing/2014/main" id="{2140781A-912F-780E-7519-7F61F9FFC315}"/>
              </a:ext>
            </a:extLst>
          </p:cNvPr>
          <p:cNvSpPr>
            <a:spLocks noGrp="1" noChangeArrowheads="1"/>
          </p:cNvSpPr>
          <p:nvPr>
            <p:ph type="body" idx="1"/>
          </p:nvPr>
        </p:nvSpPr>
        <p:spPr/>
        <p:txBody>
          <a:bodyPr/>
          <a:lstStyle/>
          <a:p>
            <a:pPr eaLnBrk="1" hangingPunct="1"/>
            <a:endParaRPr lang="en-GB" altLang="en-US"/>
          </a:p>
        </p:txBody>
      </p:sp>
      <p:grpSp>
        <p:nvGrpSpPr>
          <p:cNvPr id="620549" name="Group 336">
            <a:extLst>
              <a:ext uri="{FF2B5EF4-FFF2-40B4-BE49-F238E27FC236}">
                <a16:creationId xmlns:a16="http://schemas.microsoft.com/office/drawing/2014/main" id="{8EAF95D3-E104-83C0-169D-F36E992F3792}"/>
              </a:ext>
            </a:extLst>
          </p:cNvPr>
          <p:cNvGrpSpPr>
            <a:grpSpLocks/>
          </p:cNvGrpSpPr>
          <p:nvPr/>
        </p:nvGrpSpPr>
        <p:grpSpPr bwMode="auto">
          <a:xfrm>
            <a:off x="1752600" y="2057400"/>
            <a:ext cx="8534400" cy="4114800"/>
            <a:chOff x="-2" y="-2"/>
            <a:chExt cx="3804" cy="7966"/>
          </a:xfrm>
        </p:grpSpPr>
        <p:grpSp>
          <p:nvGrpSpPr>
            <p:cNvPr id="620550" name="Group 334">
              <a:extLst>
                <a:ext uri="{FF2B5EF4-FFF2-40B4-BE49-F238E27FC236}">
                  <a16:creationId xmlns:a16="http://schemas.microsoft.com/office/drawing/2014/main" id="{52CBBD87-E137-299B-5DAD-E0FD53BE0BEA}"/>
                </a:ext>
              </a:extLst>
            </p:cNvPr>
            <p:cNvGrpSpPr>
              <a:grpSpLocks/>
            </p:cNvGrpSpPr>
            <p:nvPr/>
          </p:nvGrpSpPr>
          <p:grpSpPr bwMode="auto">
            <a:xfrm>
              <a:off x="0" y="0"/>
              <a:ext cx="3800" cy="7962"/>
              <a:chOff x="0" y="0"/>
              <a:chExt cx="3800" cy="7962"/>
            </a:xfrm>
          </p:grpSpPr>
          <p:grpSp>
            <p:nvGrpSpPr>
              <p:cNvPr id="620552" name="Group 73">
                <a:extLst>
                  <a:ext uri="{FF2B5EF4-FFF2-40B4-BE49-F238E27FC236}">
                    <a16:creationId xmlns:a16="http://schemas.microsoft.com/office/drawing/2014/main" id="{5ACB424A-EA6C-E481-3874-F609A89B00BC}"/>
                  </a:ext>
                </a:extLst>
              </p:cNvPr>
              <p:cNvGrpSpPr>
                <a:grpSpLocks/>
              </p:cNvGrpSpPr>
              <p:nvPr/>
            </p:nvGrpSpPr>
            <p:grpSpPr bwMode="auto">
              <a:xfrm>
                <a:off x="0" y="0"/>
                <a:ext cx="813" cy="327"/>
                <a:chOff x="0" y="0"/>
                <a:chExt cx="813" cy="327"/>
              </a:xfrm>
            </p:grpSpPr>
            <p:sp>
              <p:nvSpPr>
                <p:cNvPr id="620878" name="Rectangle 72">
                  <a:extLst>
                    <a:ext uri="{FF2B5EF4-FFF2-40B4-BE49-F238E27FC236}">
                      <a16:creationId xmlns:a16="http://schemas.microsoft.com/office/drawing/2014/main" id="{07C2F4FA-FD22-2C3B-C586-7DBC6EE8A6A0}"/>
                    </a:ext>
                  </a:extLst>
                </p:cNvPr>
                <p:cNvSpPr>
                  <a:spLocks noChangeArrowheads="1"/>
                </p:cNvSpPr>
                <p:nvPr/>
              </p:nvSpPr>
              <p:spPr bwMode="auto">
                <a:xfrm>
                  <a:off x="0" y="0"/>
                  <a:ext cx="813"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79" name="Group 71">
                  <a:extLst>
                    <a:ext uri="{FF2B5EF4-FFF2-40B4-BE49-F238E27FC236}">
                      <a16:creationId xmlns:a16="http://schemas.microsoft.com/office/drawing/2014/main" id="{A36EA61C-5B97-CBAB-A570-F268B80F8962}"/>
                    </a:ext>
                  </a:extLst>
                </p:cNvPr>
                <p:cNvGrpSpPr>
                  <a:grpSpLocks/>
                </p:cNvGrpSpPr>
                <p:nvPr/>
              </p:nvGrpSpPr>
              <p:grpSpPr bwMode="auto">
                <a:xfrm>
                  <a:off x="0" y="0"/>
                  <a:ext cx="813" cy="327"/>
                  <a:chOff x="0" y="0"/>
                  <a:chExt cx="813" cy="327"/>
                </a:xfrm>
              </p:grpSpPr>
              <p:sp>
                <p:nvSpPr>
                  <p:cNvPr id="620880" name="Rectangle 4">
                    <a:extLst>
                      <a:ext uri="{FF2B5EF4-FFF2-40B4-BE49-F238E27FC236}">
                        <a16:creationId xmlns:a16="http://schemas.microsoft.com/office/drawing/2014/main" id="{C7667EDA-4B1A-9C00-E433-846F0112E183}"/>
                      </a:ext>
                    </a:extLst>
                  </p:cNvPr>
                  <p:cNvSpPr>
                    <a:spLocks noChangeArrowheads="1"/>
                  </p:cNvSpPr>
                  <p:nvPr/>
                </p:nvSpPr>
                <p:spPr bwMode="auto">
                  <a:xfrm>
                    <a:off x="43" y="0"/>
                    <a:ext cx="727"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Type</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881" name="Rectangle 70">
                    <a:extLst>
                      <a:ext uri="{FF2B5EF4-FFF2-40B4-BE49-F238E27FC236}">
                        <a16:creationId xmlns:a16="http://schemas.microsoft.com/office/drawing/2014/main" id="{6411991D-0771-18BA-A454-7E7A9039BFF8}"/>
                      </a:ext>
                    </a:extLst>
                  </p:cNvPr>
                  <p:cNvSpPr>
                    <a:spLocks noChangeArrowheads="1"/>
                  </p:cNvSpPr>
                  <p:nvPr/>
                </p:nvSpPr>
                <p:spPr bwMode="auto">
                  <a:xfrm>
                    <a:off x="0" y="0"/>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3" name="Group 77">
                <a:extLst>
                  <a:ext uri="{FF2B5EF4-FFF2-40B4-BE49-F238E27FC236}">
                    <a16:creationId xmlns:a16="http://schemas.microsoft.com/office/drawing/2014/main" id="{AE55F39C-6E11-6AFE-AD11-502ED1F9E4DE}"/>
                  </a:ext>
                </a:extLst>
              </p:cNvPr>
              <p:cNvGrpSpPr>
                <a:grpSpLocks/>
              </p:cNvGrpSpPr>
              <p:nvPr/>
            </p:nvGrpSpPr>
            <p:grpSpPr bwMode="auto">
              <a:xfrm>
                <a:off x="813" y="0"/>
                <a:ext cx="770" cy="327"/>
                <a:chOff x="813" y="0"/>
                <a:chExt cx="770" cy="327"/>
              </a:xfrm>
            </p:grpSpPr>
            <p:sp>
              <p:nvSpPr>
                <p:cNvPr id="620874" name="Rectangle 76">
                  <a:extLst>
                    <a:ext uri="{FF2B5EF4-FFF2-40B4-BE49-F238E27FC236}">
                      <a16:creationId xmlns:a16="http://schemas.microsoft.com/office/drawing/2014/main" id="{391D5E46-2D77-A0CE-4FCE-6EDC6F14C674}"/>
                    </a:ext>
                  </a:extLst>
                </p:cNvPr>
                <p:cNvSpPr>
                  <a:spLocks noChangeArrowheads="1"/>
                </p:cNvSpPr>
                <p:nvPr/>
              </p:nvSpPr>
              <p:spPr bwMode="auto">
                <a:xfrm>
                  <a:off x="813" y="0"/>
                  <a:ext cx="770"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75" name="Group 75">
                  <a:extLst>
                    <a:ext uri="{FF2B5EF4-FFF2-40B4-BE49-F238E27FC236}">
                      <a16:creationId xmlns:a16="http://schemas.microsoft.com/office/drawing/2014/main" id="{7805933B-81FB-0C52-CB34-5DC003014845}"/>
                    </a:ext>
                  </a:extLst>
                </p:cNvPr>
                <p:cNvGrpSpPr>
                  <a:grpSpLocks/>
                </p:cNvGrpSpPr>
                <p:nvPr/>
              </p:nvGrpSpPr>
              <p:grpSpPr bwMode="auto">
                <a:xfrm>
                  <a:off x="813" y="0"/>
                  <a:ext cx="770" cy="327"/>
                  <a:chOff x="813" y="0"/>
                  <a:chExt cx="770" cy="327"/>
                </a:xfrm>
              </p:grpSpPr>
              <p:sp>
                <p:nvSpPr>
                  <p:cNvPr id="620876" name="Rectangle 5">
                    <a:extLst>
                      <a:ext uri="{FF2B5EF4-FFF2-40B4-BE49-F238E27FC236}">
                        <a16:creationId xmlns:a16="http://schemas.microsoft.com/office/drawing/2014/main" id="{EDFD04F3-EE33-8CB4-9479-8BA60EA255AB}"/>
                      </a:ext>
                    </a:extLst>
                  </p:cNvPr>
                  <p:cNvSpPr>
                    <a:spLocks noChangeArrowheads="1"/>
                  </p:cNvSpPr>
                  <p:nvPr/>
                </p:nvSpPr>
                <p:spPr bwMode="auto">
                  <a:xfrm>
                    <a:off x="856" y="0"/>
                    <a:ext cx="684"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Sub-type</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877" name="Rectangle 74">
                    <a:extLst>
                      <a:ext uri="{FF2B5EF4-FFF2-40B4-BE49-F238E27FC236}">
                        <a16:creationId xmlns:a16="http://schemas.microsoft.com/office/drawing/2014/main" id="{1BAAB60B-671D-2B1F-F5BB-B9E3C90E0DC6}"/>
                      </a:ext>
                    </a:extLst>
                  </p:cNvPr>
                  <p:cNvSpPr>
                    <a:spLocks noChangeArrowheads="1"/>
                  </p:cNvSpPr>
                  <p:nvPr/>
                </p:nvSpPr>
                <p:spPr bwMode="auto">
                  <a:xfrm>
                    <a:off x="813" y="0"/>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4" name="Group 81">
                <a:extLst>
                  <a:ext uri="{FF2B5EF4-FFF2-40B4-BE49-F238E27FC236}">
                    <a16:creationId xmlns:a16="http://schemas.microsoft.com/office/drawing/2014/main" id="{46D7E1AA-7608-E0FB-B6CA-017D4C95ADD9}"/>
                  </a:ext>
                </a:extLst>
              </p:cNvPr>
              <p:cNvGrpSpPr>
                <a:grpSpLocks/>
              </p:cNvGrpSpPr>
              <p:nvPr/>
            </p:nvGrpSpPr>
            <p:grpSpPr bwMode="auto">
              <a:xfrm>
                <a:off x="1583" y="0"/>
                <a:ext cx="2217" cy="327"/>
                <a:chOff x="1583" y="0"/>
                <a:chExt cx="2217" cy="327"/>
              </a:xfrm>
            </p:grpSpPr>
            <p:sp>
              <p:nvSpPr>
                <p:cNvPr id="620870" name="Rectangle 80">
                  <a:extLst>
                    <a:ext uri="{FF2B5EF4-FFF2-40B4-BE49-F238E27FC236}">
                      <a16:creationId xmlns:a16="http://schemas.microsoft.com/office/drawing/2014/main" id="{B1C0DF20-4E8C-C9BA-5FAD-A976B5A5CA7B}"/>
                    </a:ext>
                  </a:extLst>
                </p:cNvPr>
                <p:cNvSpPr>
                  <a:spLocks noChangeArrowheads="1"/>
                </p:cNvSpPr>
                <p:nvPr/>
              </p:nvSpPr>
              <p:spPr bwMode="auto">
                <a:xfrm>
                  <a:off x="1583" y="0"/>
                  <a:ext cx="2217"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71" name="Group 79">
                  <a:extLst>
                    <a:ext uri="{FF2B5EF4-FFF2-40B4-BE49-F238E27FC236}">
                      <a16:creationId xmlns:a16="http://schemas.microsoft.com/office/drawing/2014/main" id="{A0DA9650-274A-716F-9C24-799ABEDDBEFD}"/>
                    </a:ext>
                  </a:extLst>
                </p:cNvPr>
                <p:cNvGrpSpPr>
                  <a:grpSpLocks/>
                </p:cNvGrpSpPr>
                <p:nvPr/>
              </p:nvGrpSpPr>
              <p:grpSpPr bwMode="auto">
                <a:xfrm>
                  <a:off x="1583" y="0"/>
                  <a:ext cx="2217" cy="327"/>
                  <a:chOff x="1583" y="0"/>
                  <a:chExt cx="2217" cy="327"/>
                </a:xfrm>
              </p:grpSpPr>
              <p:sp>
                <p:nvSpPr>
                  <p:cNvPr id="620872" name="Rectangle 6">
                    <a:extLst>
                      <a:ext uri="{FF2B5EF4-FFF2-40B4-BE49-F238E27FC236}">
                        <a16:creationId xmlns:a16="http://schemas.microsoft.com/office/drawing/2014/main" id="{264BBFE6-E2E0-BB96-4FD3-88B2734D6F28}"/>
                      </a:ext>
                    </a:extLst>
                  </p:cNvPr>
                  <p:cNvSpPr>
                    <a:spLocks noChangeArrowheads="1"/>
                  </p:cNvSpPr>
                  <p:nvPr/>
                </p:nvSpPr>
                <p:spPr bwMode="auto">
                  <a:xfrm>
                    <a:off x="1626" y="0"/>
                    <a:ext cx="2131" cy="3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Description</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873" name="Rectangle 78">
                    <a:extLst>
                      <a:ext uri="{FF2B5EF4-FFF2-40B4-BE49-F238E27FC236}">
                        <a16:creationId xmlns:a16="http://schemas.microsoft.com/office/drawing/2014/main" id="{4C1ABC31-31CC-A7B0-23DF-F00185481A1B}"/>
                      </a:ext>
                    </a:extLst>
                  </p:cNvPr>
                  <p:cNvSpPr>
                    <a:spLocks noChangeArrowheads="1"/>
                  </p:cNvSpPr>
                  <p:nvPr/>
                </p:nvSpPr>
                <p:spPr bwMode="auto">
                  <a:xfrm>
                    <a:off x="1583" y="0"/>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5" name="Group 85">
                <a:extLst>
                  <a:ext uri="{FF2B5EF4-FFF2-40B4-BE49-F238E27FC236}">
                    <a16:creationId xmlns:a16="http://schemas.microsoft.com/office/drawing/2014/main" id="{E0B12571-104B-188C-CBE2-38FDC4CC4727}"/>
                  </a:ext>
                </a:extLst>
              </p:cNvPr>
              <p:cNvGrpSpPr>
                <a:grpSpLocks/>
              </p:cNvGrpSpPr>
              <p:nvPr/>
            </p:nvGrpSpPr>
            <p:grpSpPr bwMode="auto">
              <a:xfrm>
                <a:off x="0" y="327"/>
                <a:ext cx="813" cy="327"/>
                <a:chOff x="0" y="327"/>
                <a:chExt cx="813" cy="327"/>
              </a:xfrm>
            </p:grpSpPr>
            <p:sp>
              <p:nvSpPr>
                <p:cNvPr id="620866" name="Rectangle 84">
                  <a:extLst>
                    <a:ext uri="{FF2B5EF4-FFF2-40B4-BE49-F238E27FC236}">
                      <a16:creationId xmlns:a16="http://schemas.microsoft.com/office/drawing/2014/main" id="{47FFF10A-BEC9-1972-1FCE-8139249A41AA}"/>
                    </a:ext>
                  </a:extLst>
                </p:cNvPr>
                <p:cNvSpPr>
                  <a:spLocks noChangeArrowheads="1"/>
                </p:cNvSpPr>
                <p:nvPr/>
              </p:nvSpPr>
              <p:spPr bwMode="auto">
                <a:xfrm>
                  <a:off x="0" y="327"/>
                  <a:ext cx="813"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67" name="Group 83">
                  <a:extLst>
                    <a:ext uri="{FF2B5EF4-FFF2-40B4-BE49-F238E27FC236}">
                      <a16:creationId xmlns:a16="http://schemas.microsoft.com/office/drawing/2014/main" id="{05BAD676-2A9C-5989-59D7-74CAFFDCA56B}"/>
                    </a:ext>
                  </a:extLst>
                </p:cNvPr>
                <p:cNvGrpSpPr>
                  <a:grpSpLocks/>
                </p:cNvGrpSpPr>
                <p:nvPr/>
              </p:nvGrpSpPr>
              <p:grpSpPr bwMode="auto">
                <a:xfrm>
                  <a:off x="0" y="327"/>
                  <a:ext cx="813" cy="327"/>
                  <a:chOff x="0" y="327"/>
                  <a:chExt cx="813" cy="327"/>
                </a:xfrm>
              </p:grpSpPr>
              <p:sp>
                <p:nvSpPr>
                  <p:cNvPr id="620868" name="Rectangle 7">
                    <a:extLst>
                      <a:ext uri="{FF2B5EF4-FFF2-40B4-BE49-F238E27FC236}">
                        <a16:creationId xmlns:a16="http://schemas.microsoft.com/office/drawing/2014/main" id="{D53F03CF-DCA4-9A50-576C-B7C94B1DB705}"/>
                      </a:ext>
                    </a:extLst>
                  </p:cNvPr>
                  <p:cNvSpPr>
                    <a:spLocks noChangeArrowheads="1"/>
                  </p:cNvSpPr>
                  <p:nvPr/>
                </p:nvSpPr>
                <p:spPr bwMode="auto">
                  <a:xfrm>
                    <a:off x="43" y="327"/>
                    <a:ext cx="72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Text</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869" name="Rectangle 82">
                    <a:extLst>
                      <a:ext uri="{FF2B5EF4-FFF2-40B4-BE49-F238E27FC236}">
                        <a16:creationId xmlns:a16="http://schemas.microsoft.com/office/drawing/2014/main" id="{391C9979-7B17-1678-64A7-E679DD0D2596}"/>
                      </a:ext>
                    </a:extLst>
                  </p:cNvPr>
                  <p:cNvSpPr>
                    <a:spLocks noChangeArrowheads="1"/>
                  </p:cNvSpPr>
                  <p:nvPr/>
                </p:nvSpPr>
                <p:spPr bwMode="auto">
                  <a:xfrm>
                    <a:off x="0" y="327"/>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6" name="Group 89">
                <a:extLst>
                  <a:ext uri="{FF2B5EF4-FFF2-40B4-BE49-F238E27FC236}">
                    <a16:creationId xmlns:a16="http://schemas.microsoft.com/office/drawing/2014/main" id="{31D921AB-777F-F3C3-6498-BDAA9A5256EE}"/>
                  </a:ext>
                </a:extLst>
              </p:cNvPr>
              <p:cNvGrpSpPr>
                <a:grpSpLocks/>
              </p:cNvGrpSpPr>
              <p:nvPr/>
            </p:nvGrpSpPr>
            <p:grpSpPr bwMode="auto">
              <a:xfrm>
                <a:off x="813" y="327"/>
                <a:ext cx="770" cy="327"/>
                <a:chOff x="813" y="327"/>
                <a:chExt cx="770" cy="327"/>
              </a:xfrm>
            </p:grpSpPr>
            <p:sp>
              <p:nvSpPr>
                <p:cNvPr id="620862" name="Rectangle 88">
                  <a:extLst>
                    <a:ext uri="{FF2B5EF4-FFF2-40B4-BE49-F238E27FC236}">
                      <a16:creationId xmlns:a16="http://schemas.microsoft.com/office/drawing/2014/main" id="{24169B75-85F7-C9FE-4E0E-C0CB2F68EFB0}"/>
                    </a:ext>
                  </a:extLst>
                </p:cNvPr>
                <p:cNvSpPr>
                  <a:spLocks noChangeArrowheads="1"/>
                </p:cNvSpPr>
                <p:nvPr/>
              </p:nvSpPr>
              <p:spPr bwMode="auto">
                <a:xfrm>
                  <a:off x="813" y="327"/>
                  <a:ext cx="770"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63" name="Group 87">
                  <a:extLst>
                    <a:ext uri="{FF2B5EF4-FFF2-40B4-BE49-F238E27FC236}">
                      <a16:creationId xmlns:a16="http://schemas.microsoft.com/office/drawing/2014/main" id="{B259B9FB-FA8D-C6AF-2676-0ED0231FF9DB}"/>
                    </a:ext>
                  </a:extLst>
                </p:cNvPr>
                <p:cNvGrpSpPr>
                  <a:grpSpLocks/>
                </p:cNvGrpSpPr>
                <p:nvPr/>
              </p:nvGrpSpPr>
              <p:grpSpPr bwMode="auto">
                <a:xfrm>
                  <a:off x="813" y="327"/>
                  <a:ext cx="770" cy="327"/>
                  <a:chOff x="813" y="327"/>
                  <a:chExt cx="770" cy="327"/>
                </a:xfrm>
              </p:grpSpPr>
              <p:sp>
                <p:nvSpPr>
                  <p:cNvPr id="620864" name="Rectangle 8">
                    <a:extLst>
                      <a:ext uri="{FF2B5EF4-FFF2-40B4-BE49-F238E27FC236}">
                        <a16:creationId xmlns:a16="http://schemas.microsoft.com/office/drawing/2014/main" id="{9BE8048F-F3B5-BF46-A115-8807DF8A0F66}"/>
                      </a:ext>
                    </a:extLst>
                  </p:cNvPr>
                  <p:cNvSpPr>
                    <a:spLocks noChangeArrowheads="1"/>
                  </p:cNvSpPr>
                  <p:nvPr/>
                </p:nvSpPr>
                <p:spPr bwMode="auto">
                  <a:xfrm>
                    <a:off x="856" y="327"/>
                    <a:ext cx="684"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Plain</a:t>
                    </a:r>
                  </a:p>
                  <a:p>
                    <a:pPr algn="just">
                      <a:spcBef>
                        <a:spcPct val="0"/>
                      </a:spcBef>
                      <a:buClrTx/>
                      <a:buSzTx/>
                      <a:buFontTx/>
                      <a:buNone/>
                    </a:pPr>
                    <a:endParaRPr lang="en-US" altLang="en-US" sz="1800">
                      <a:latin typeface="Arial" panose="020B0604020202020204" pitchFamily="34" charset="0"/>
                    </a:endParaRPr>
                  </a:p>
                </p:txBody>
              </p:sp>
              <p:sp>
                <p:nvSpPr>
                  <p:cNvPr id="620865" name="Rectangle 86">
                    <a:extLst>
                      <a:ext uri="{FF2B5EF4-FFF2-40B4-BE49-F238E27FC236}">
                        <a16:creationId xmlns:a16="http://schemas.microsoft.com/office/drawing/2014/main" id="{81FF1EFA-F49B-BBE7-2EDE-575E3D8BE579}"/>
                      </a:ext>
                    </a:extLst>
                  </p:cNvPr>
                  <p:cNvSpPr>
                    <a:spLocks noChangeArrowheads="1"/>
                  </p:cNvSpPr>
                  <p:nvPr/>
                </p:nvSpPr>
                <p:spPr bwMode="auto">
                  <a:xfrm>
                    <a:off x="813" y="327"/>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7" name="Group 93">
                <a:extLst>
                  <a:ext uri="{FF2B5EF4-FFF2-40B4-BE49-F238E27FC236}">
                    <a16:creationId xmlns:a16="http://schemas.microsoft.com/office/drawing/2014/main" id="{472ECC9B-E485-D79E-6A8F-4ABFCD99592F}"/>
                  </a:ext>
                </a:extLst>
              </p:cNvPr>
              <p:cNvGrpSpPr>
                <a:grpSpLocks/>
              </p:cNvGrpSpPr>
              <p:nvPr/>
            </p:nvGrpSpPr>
            <p:grpSpPr bwMode="auto">
              <a:xfrm>
                <a:off x="1583" y="327"/>
                <a:ext cx="2217" cy="327"/>
                <a:chOff x="1583" y="327"/>
                <a:chExt cx="2217" cy="327"/>
              </a:xfrm>
            </p:grpSpPr>
            <p:sp>
              <p:nvSpPr>
                <p:cNvPr id="620858" name="Rectangle 92">
                  <a:extLst>
                    <a:ext uri="{FF2B5EF4-FFF2-40B4-BE49-F238E27FC236}">
                      <a16:creationId xmlns:a16="http://schemas.microsoft.com/office/drawing/2014/main" id="{1CAB1DC7-FFE4-A682-1115-0A8360C664FD}"/>
                    </a:ext>
                  </a:extLst>
                </p:cNvPr>
                <p:cNvSpPr>
                  <a:spLocks noChangeArrowheads="1"/>
                </p:cNvSpPr>
                <p:nvPr/>
              </p:nvSpPr>
              <p:spPr bwMode="auto">
                <a:xfrm>
                  <a:off x="1583" y="327"/>
                  <a:ext cx="221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59" name="Group 91">
                  <a:extLst>
                    <a:ext uri="{FF2B5EF4-FFF2-40B4-BE49-F238E27FC236}">
                      <a16:creationId xmlns:a16="http://schemas.microsoft.com/office/drawing/2014/main" id="{8A1540DC-6FAD-F95E-6A8C-15CF8BE74FE6}"/>
                    </a:ext>
                  </a:extLst>
                </p:cNvPr>
                <p:cNvGrpSpPr>
                  <a:grpSpLocks/>
                </p:cNvGrpSpPr>
                <p:nvPr/>
              </p:nvGrpSpPr>
              <p:grpSpPr bwMode="auto">
                <a:xfrm>
                  <a:off x="1583" y="327"/>
                  <a:ext cx="2217" cy="327"/>
                  <a:chOff x="1583" y="327"/>
                  <a:chExt cx="2217" cy="327"/>
                </a:xfrm>
              </p:grpSpPr>
              <p:sp>
                <p:nvSpPr>
                  <p:cNvPr id="620860" name="Rectangle 9">
                    <a:extLst>
                      <a:ext uri="{FF2B5EF4-FFF2-40B4-BE49-F238E27FC236}">
                        <a16:creationId xmlns:a16="http://schemas.microsoft.com/office/drawing/2014/main" id="{1CC6E9FE-AB26-5EDD-EAB0-6017B86BD029}"/>
                      </a:ext>
                    </a:extLst>
                  </p:cNvPr>
                  <p:cNvSpPr>
                    <a:spLocks noChangeArrowheads="1"/>
                  </p:cNvSpPr>
                  <p:nvPr/>
                </p:nvSpPr>
                <p:spPr bwMode="auto">
                  <a:xfrm>
                    <a:off x="1626" y="327"/>
                    <a:ext cx="2131"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Free form text.</a:t>
                    </a:r>
                  </a:p>
                  <a:p>
                    <a:pPr algn="just">
                      <a:spcBef>
                        <a:spcPct val="0"/>
                      </a:spcBef>
                      <a:buClrTx/>
                      <a:buSzTx/>
                      <a:buFontTx/>
                      <a:buNone/>
                    </a:pPr>
                    <a:endParaRPr lang="en-US" altLang="en-US" sz="1800">
                      <a:latin typeface="Arial" panose="020B0604020202020204" pitchFamily="34" charset="0"/>
                    </a:endParaRPr>
                  </a:p>
                </p:txBody>
              </p:sp>
              <p:sp>
                <p:nvSpPr>
                  <p:cNvPr id="620861" name="Rectangle 90">
                    <a:extLst>
                      <a:ext uri="{FF2B5EF4-FFF2-40B4-BE49-F238E27FC236}">
                        <a16:creationId xmlns:a16="http://schemas.microsoft.com/office/drawing/2014/main" id="{EB629127-76EB-A19B-1A92-8C05A217BFD2}"/>
                      </a:ext>
                    </a:extLst>
                  </p:cNvPr>
                  <p:cNvSpPr>
                    <a:spLocks noChangeArrowheads="1"/>
                  </p:cNvSpPr>
                  <p:nvPr/>
                </p:nvSpPr>
                <p:spPr bwMode="auto">
                  <a:xfrm>
                    <a:off x="1583" y="327"/>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8" name="Group 97">
                <a:extLst>
                  <a:ext uri="{FF2B5EF4-FFF2-40B4-BE49-F238E27FC236}">
                    <a16:creationId xmlns:a16="http://schemas.microsoft.com/office/drawing/2014/main" id="{DDB76796-3EA9-09BF-6628-EFACA4FEDC9A}"/>
                  </a:ext>
                </a:extLst>
              </p:cNvPr>
              <p:cNvGrpSpPr>
                <a:grpSpLocks/>
              </p:cNvGrpSpPr>
              <p:nvPr/>
            </p:nvGrpSpPr>
            <p:grpSpPr bwMode="auto">
              <a:xfrm>
                <a:off x="0" y="654"/>
                <a:ext cx="813" cy="327"/>
                <a:chOff x="0" y="654"/>
                <a:chExt cx="813" cy="327"/>
              </a:xfrm>
            </p:grpSpPr>
            <p:sp>
              <p:nvSpPr>
                <p:cNvPr id="620854" name="Rectangle 96">
                  <a:extLst>
                    <a:ext uri="{FF2B5EF4-FFF2-40B4-BE49-F238E27FC236}">
                      <a16:creationId xmlns:a16="http://schemas.microsoft.com/office/drawing/2014/main" id="{882FD873-0D65-89C9-1B98-6A0F4DBDC56D}"/>
                    </a:ext>
                  </a:extLst>
                </p:cNvPr>
                <p:cNvSpPr>
                  <a:spLocks noChangeArrowheads="1"/>
                </p:cNvSpPr>
                <p:nvPr/>
              </p:nvSpPr>
              <p:spPr bwMode="auto">
                <a:xfrm>
                  <a:off x="0" y="654"/>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55" name="Group 95">
                  <a:extLst>
                    <a:ext uri="{FF2B5EF4-FFF2-40B4-BE49-F238E27FC236}">
                      <a16:creationId xmlns:a16="http://schemas.microsoft.com/office/drawing/2014/main" id="{5D5A4858-E5D8-C917-2D2D-6F6AA5E534B3}"/>
                    </a:ext>
                  </a:extLst>
                </p:cNvPr>
                <p:cNvGrpSpPr>
                  <a:grpSpLocks/>
                </p:cNvGrpSpPr>
                <p:nvPr/>
              </p:nvGrpSpPr>
              <p:grpSpPr bwMode="auto">
                <a:xfrm>
                  <a:off x="0" y="654"/>
                  <a:ext cx="813" cy="327"/>
                  <a:chOff x="0" y="654"/>
                  <a:chExt cx="813" cy="327"/>
                </a:xfrm>
              </p:grpSpPr>
              <p:sp>
                <p:nvSpPr>
                  <p:cNvPr id="620856" name="Rectangle 10">
                    <a:extLst>
                      <a:ext uri="{FF2B5EF4-FFF2-40B4-BE49-F238E27FC236}">
                        <a16:creationId xmlns:a16="http://schemas.microsoft.com/office/drawing/2014/main" id="{E96D2064-3F2D-0727-610E-D9D10ACAD4EA}"/>
                      </a:ext>
                    </a:extLst>
                  </p:cNvPr>
                  <p:cNvSpPr>
                    <a:spLocks noChangeArrowheads="1"/>
                  </p:cNvSpPr>
                  <p:nvPr/>
                </p:nvSpPr>
                <p:spPr bwMode="auto">
                  <a:xfrm>
                    <a:off x="43" y="654"/>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57" name="Rectangle 94">
                    <a:extLst>
                      <a:ext uri="{FF2B5EF4-FFF2-40B4-BE49-F238E27FC236}">
                        <a16:creationId xmlns:a16="http://schemas.microsoft.com/office/drawing/2014/main" id="{05C97E51-033F-4FF0-C502-842B1E4B9ADE}"/>
                      </a:ext>
                    </a:extLst>
                  </p:cNvPr>
                  <p:cNvSpPr>
                    <a:spLocks noChangeArrowheads="1"/>
                  </p:cNvSpPr>
                  <p:nvPr/>
                </p:nvSpPr>
                <p:spPr bwMode="auto">
                  <a:xfrm>
                    <a:off x="0" y="654"/>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59" name="Group 101">
                <a:extLst>
                  <a:ext uri="{FF2B5EF4-FFF2-40B4-BE49-F238E27FC236}">
                    <a16:creationId xmlns:a16="http://schemas.microsoft.com/office/drawing/2014/main" id="{0D06C933-9395-E041-1AF2-741E715C8E9C}"/>
                  </a:ext>
                </a:extLst>
              </p:cNvPr>
              <p:cNvGrpSpPr>
                <a:grpSpLocks/>
              </p:cNvGrpSpPr>
              <p:nvPr/>
            </p:nvGrpSpPr>
            <p:grpSpPr bwMode="auto">
              <a:xfrm>
                <a:off x="813" y="654"/>
                <a:ext cx="770" cy="327"/>
                <a:chOff x="813" y="654"/>
                <a:chExt cx="770" cy="327"/>
              </a:xfrm>
            </p:grpSpPr>
            <p:sp>
              <p:nvSpPr>
                <p:cNvPr id="620850" name="Rectangle 100">
                  <a:extLst>
                    <a:ext uri="{FF2B5EF4-FFF2-40B4-BE49-F238E27FC236}">
                      <a16:creationId xmlns:a16="http://schemas.microsoft.com/office/drawing/2014/main" id="{4FBFF7DE-0483-ED13-BFE9-0C4306316C55}"/>
                    </a:ext>
                  </a:extLst>
                </p:cNvPr>
                <p:cNvSpPr>
                  <a:spLocks noChangeArrowheads="1"/>
                </p:cNvSpPr>
                <p:nvPr/>
              </p:nvSpPr>
              <p:spPr bwMode="auto">
                <a:xfrm>
                  <a:off x="813" y="654"/>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51" name="Group 99">
                  <a:extLst>
                    <a:ext uri="{FF2B5EF4-FFF2-40B4-BE49-F238E27FC236}">
                      <a16:creationId xmlns:a16="http://schemas.microsoft.com/office/drawing/2014/main" id="{D973AB34-53F5-7DCD-A09D-FF9F1C27F218}"/>
                    </a:ext>
                  </a:extLst>
                </p:cNvPr>
                <p:cNvGrpSpPr>
                  <a:grpSpLocks/>
                </p:cNvGrpSpPr>
                <p:nvPr/>
              </p:nvGrpSpPr>
              <p:grpSpPr bwMode="auto">
                <a:xfrm>
                  <a:off x="813" y="654"/>
                  <a:ext cx="770" cy="327"/>
                  <a:chOff x="813" y="654"/>
                  <a:chExt cx="770" cy="327"/>
                </a:xfrm>
              </p:grpSpPr>
              <p:sp>
                <p:nvSpPr>
                  <p:cNvPr id="620852" name="Rectangle 11">
                    <a:extLst>
                      <a:ext uri="{FF2B5EF4-FFF2-40B4-BE49-F238E27FC236}">
                        <a16:creationId xmlns:a16="http://schemas.microsoft.com/office/drawing/2014/main" id="{2FF6851D-94D1-7A45-FAD8-6331ED4A6AC0}"/>
                      </a:ext>
                    </a:extLst>
                  </p:cNvPr>
                  <p:cNvSpPr>
                    <a:spLocks noChangeArrowheads="1"/>
                  </p:cNvSpPr>
                  <p:nvPr/>
                </p:nvSpPr>
                <p:spPr bwMode="auto">
                  <a:xfrm>
                    <a:off x="856" y="654"/>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Enriched</a:t>
                    </a:r>
                  </a:p>
                  <a:p>
                    <a:pPr algn="just">
                      <a:spcBef>
                        <a:spcPct val="0"/>
                      </a:spcBef>
                      <a:buClrTx/>
                      <a:buSzTx/>
                      <a:buFontTx/>
                      <a:buNone/>
                    </a:pPr>
                    <a:endParaRPr lang="en-US" altLang="en-US" sz="1800">
                      <a:latin typeface="Arial" panose="020B0604020202020204" pitchFamily="34" charset="0"/>
                    </a:endParaRPr>
                  </a:p>
                </p:txBody>
              </p:sp>
              <p:sp>
                <p:nvSpPr>
                  <p:cNvPr id="620853" name="Rectangle 98">
                    <a:extLst>
                      <a:ext uri="{FF2B5EF4-FFF2-40B4-BE49-F238E27FC236}">
                        <a16:creationId xmlns:a16="http://schemas.microsoft.com/office/drawing/2014/main" id="{02A61DE1-57FE-B80E-BBBB-4D63DF4E8DBC}"/>
                      </a:ext>
                    </a:extLst>
                  </p:cNvPr>
                  <p:cNvSpPr>
                    <a:spLocks noChangeArrowheads="1"/>
                  </p:cNvSpPr>
                  <p:nvPr/>
                </p:nvSpPr>
                <p:spPr bwMode="auto">
                  <a:xfrm>
                    <a:off x="813" y="654"/>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0" name="Group 105">
                <a:extLst>
                  <a:ext uri="{FF2B5EF4-FFF2-40B4-BE49-F238E27FC236}">
                    <a16:creationId xmlns:a16="http://schemas.microsoft.com/office/drawing/2014/main" id="{8C039AE1-3831-6F4A-6B5A-7F94F5B67550}"/>
                  </a:ext>
                </a:extLst>
              </p:cNvPr>
              <p:cNvGrpSpPr>
                <a:grpSpLocks/>
              </p:cNvGrpSpPr>
              <p:nvPr/>
            </p:nvGrpSpPr>
            <p:grpSpPr bwMode="auto">
              <a:xfrm>
                <a:off x="1583" y="654"/>
                <a:ext cx="2217" cy="327"/>
                <a:chOff x="1583" y="654"/>
                <a:chExt cx="2217" cy="327"/>
              </a:xfrm>
            </p:grpSpPr>
            <p:sp>
              <p:nvSpPr>
                <p:cNvPr id="620846" name="Rectangle 104">
                  <a:extLst>
                    <a:ext uri="{FF2B5EF4-FFF2-40B4-BE49-F238E27FC236}">
                      <a16:creationId xmlns:a16="http://schemas.microsoft.com/office/drawing/2014/main" id="{75C66C62-EFCA-495A-0E56-AE9DF2199D04}"/>
                    </a:ext>
                  </a:extLst>
                </p:cNvPr>
                <p:cNvSpPr>
                  <a:spLocks noChangeArrowheads="1"/>
                </p:cNvSpPr>
                <p:nvPr/>
              </p:nvSpPr>
              <p:spPr bwMode="auto">
                <a:xfrm>
                  <a:off x="1583" y="654"/>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47" name="Group 103">
                  <a:extLst>
                    <a:ext uri="{FF2B5EF4-FFF2-40B4-BE49-F238E27FC236}">
                      <a16:creationId xmlns:a16="http://schemas.microsoft.com/office/drawing/2014/main" id="{022B204B-2756-0CA3-A640-65BFEB0C916B}"/>
                    </a:ext>
                  </a:extLst>
                </p:cNvPr>
                <p:cNvGrpSpPr>
                  <a:grpSpLocks/>
                </p:cNvGrpSpPr>
                <p:nvPr/>
              </p:nvGrpSpPr>
              <p:grpSpPr bwMode="auto">
                <a:xfrm>
                  <a:off x="1583" y="654"/>
                  <a:ext cx="2217" cy="327"/>
                  <a:chOff x="1583" y="654"/>
                  <a:chExt cx="2217" cy="327"/>
                </a:xfrm>
              </p:grpSpPr>
              <p:sp>
                <p:nvSpPr>
                  <p:cNvPr id="620848" name="Rectangle 12">
                    <a:extLst>
                      <a:ext uri="{FF2B5EF4-FFF2-40B4-BE49-F238E27FC236}">
                        <a16:creationId xmlns:a16="http://schemas.microsoft.com/office/drawing/2014/main" id="{E4D9886E-FED4-521B-D802-98596F698BD6}"/>
                      </a:ext>
                    </a:extLst>
                  </p:cNvPr>
                  <p:cNvSpPr>
                    <a:spLocks noChangeArrowheads="1"/>
                  </p:cNvSpPr>
                  <p:nvPr/>
                </p:nvSpPr>
                <p:spPr bwMode="auto">
                  <a:xfrm>
                    <a:off x="1626" y="654"/>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Text with formatting details.</a:t>
                    </a:r>
                  </a:p>
                  <a:p>
                    <a:pPr algn="just">
                      <a:spcBef>
                        <a:spcPct val="0"/>
                      </a:spcBef>
                      <a:buClrTx/>
                      <a:buSzTx/>
                      <a:buFontTx/>
                      <a:buNone/>
                    </a:pPr>
                    <a:endParaRPr lang="en-US" altLang="en-US" sz="1800">
                      <a:latin typeface="Arial" panose="020B0604020202020204" pitchFamily="34" charset="0"/>
                    </a:endParaRPr>
                  </a:p>
                </p:txBody>
              </p:sp>
              <p:sp>
                <p:nvSpPr>
                  <p:cNvPr id="620849" name="Rectangle 102">
                    <a:extLst>
                      <a:ext uri="{FF2B5EF4-FFF2-40B4-BE49-F238E27FC236}">
                        <a16:creationId xmlns:a16="http://schemas.microsoft.com/office/drawing/2014/main" id="{5055A252-3048-5387-3220-BD4859694840}"/>
                      </a:ext>
                    </a:extLst>
                  </p:cNvPr>
                  <p:cNvSpPr>
                    <a:spLocks noChangeArrowheads="1"/>
                  </p:cNvSpPr>
                  <p:nvPr/>
                </p:nvSpPr>
                <p:spPr bwMode="auto">
                  <a:xfrm>
                    <a:off x="1583" y="654"/>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1" name="Group 109">
                <a:extLst>
                  <a:ext uri="{FF2B5EF4-FFF2-40B4-BE49-F238E27FC236}">
                    <a16:creationId xmlns:a16="http://schemas.microsoft.com/office/drawing/2014/main" id="{9B983FDC-CC0A-D97A-DF53-345BD5809D75}"/>
                  </a:ext>
                </a:extLst>
              </p:cNvPr>
              <p:cNvGrpSpPr>
                <a:grpSpLocks/>
              </p:cNvGrpSpPr>
              <p:nvPr/>
            </p:nvGrpSpPr>
            <p:grpSpPr bwMode="auto">
              <a:xfrm>
                <a:off x="0" y="981"/>
                <a:ext cx="813" cy="327"/>
                <a:chOff x="0" y="981"/>
                <a:chExt cx="813" cy="327"/>
              </a:xfrm>
            </p:grpSpPr>
            <p:sp>
              <p:nvSpPr>
                <p:cNvPr id="620842" name="Rectangle 108">
                  <a:extLst>
                    <a:ext uri="{FF2B5EF4-FFF2-40B4-BE49-F238E27FC236}">
                      <a16:creationId xmlns:a16="http://schemas.microsoft.com/office/drawing/2014/main" id="{2F06D0EC-ADA1-D029-2DD3-084C6C626DB6}"/>
                    </a:ext>
                  </a:extLst>
                </p:cNvPr>
                <p:cNvSpPr>
                  <a:spLocks noChangeArrowheads="1"/>
                </p:cNvSpPr>
                <p:nvPr/>
              </p:nvSpPr>
              <p:spPr bwMode="auto">
                <a:xfrm>
                  <a:off x="0" y="981"/>
                  <a:ext cx="813"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43" name="Group 107">
                  <a:extLst>
                    <a:ext uri="{FF2B5EF4-FFF2-40B4-BE49-F238E27FC236}">
                      <a16:creationId xmlns:a16="http://schemas.microsoft.com/office/drawing/2014/main" id="{58F05157-325E-2569-B2CD-84562B27FB82}"/>
                    </a:ext>
                  </a:extLst>
                </p:cNvPr>
                <p:cNvGrpSpPr>
                  <a:grpSpLocks/>
                </p:cNvGrpSpPr>
                <p:nvPr/>
              </p:nvGrpSpPr>
              <p:grpSpPr bwMode="auto">
                <a:xfrm>
                  <a:off x="0" y="981"/>
                  <a:ext cx="813" cy="327"/>
                  <a:chOff x="0" y="981"/>
                  <a:chExt cx="813" cy="327"/>
                </a:xfrm>
              </p:grpSpPr>
              <p:sp>
                <p:nvSpPr>
                  <p:cNvPr id="620844" name="Rectangle 13">
                    <a:extLst>
                      <a:ext uri="{FF2B5EF4-FFF2-40B4-BE49-F238E27FC236}">
                        <a16:creationId xmlns:a16="http://schemas.microsoft.com/office/drawing/2014/main" id="{EA82FB06-D4C4-2A8A-1326-F17FEE8B8F75}"/>
                      </a:ext>
                    </a:extLst>
                  </p:cNvPr>
                  <p:cNvSpPr>
                    <a:spLocks noChangeArrowheads="1"/>
                  </p:cNvSpPr>
                  <p:nvPr/>
                </p:nvSpPr>
                <p:spPr bwMode="auto">
                  <a:xfrm>
                    <a:off x="43" y="981"/>
                    <a:ext cx="72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45" name="Rectangle 106">
                    <a:extLst>
                      <a:ext uri="{FF2B5EF4-FFF2-40B4-BE49-F238E27FC236}">
                        <a16:creationId xmlns:a16="http://schemas.microsoft.com/office/drawing/2014/main" id="{37872DA5-848C-1EB5-FCBC-B3C56CB6944A}"/>
                      </a:ext>
                    </a:extLst>
                  </p:cNvPr>
                  <p:cNvSpPr>
                    <a:spLocks noChangeArrowheads="1"/>
                  </p:cNvSpPr>
                  <p:nvPr/>
                </p:nvSpPr>
                <p:spPr bwMode="auto">
                  <a:xfrm>
                    <a:off x="0" y="981"/>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2" name="Group 113">
                <a:extLst>
                  <a:ext uri="{FF2B5EF4-FFF2-40B4-BE49-F238E27FC236}">
                    <a16:creationId xmlns:a16="http://schemas.microsoft.com/office/drawing/2014/main" id="{586AFC44-4F2C-258B-1215-05EF289C5785}"/>
                  </a:ext>
                </a:extLst>
              </p:cNvPr>
              <p:cNvGrpSpPr>
                <a:grpSpLocks/>
              </p:cNvGrpSpPr>
              <p:nvPr/>
            </p:nvGrpSpPr>
            <p:grpSpPr bwMode="auto">
              <a:xfrm>
                <a:off x="813" y="981"/>
                <a:ext cx="770" cy="327"/>
                <a:chOff x="813" y="981"/>
                <a:chExt cx="770" cy="327"/>
              </a:xfrm>
            </p:grpSpPr>
            <p:sp>
              <p:nvSpPr>
                <p:cNvPr id="620838" name="Rectangle 112">
                  <a:extLst>
                    <a:ext uri="{FF2B5EF4-FFF2-40B4-BE49-F238E27FC236}">
                      <a16:creationId xmlns:a16="http://schemas.microsoft.com/office/drawing/2014/main" id="{880F1888-25EB-E6A6-1B50-DAC9D224F9C7}"/>
                    </a:ext>
                  </a:extLst>
                </p:cNvPr>
                <p:cNvSpPr>
                  <a:spLocks noChangeArrowheads="1"/>
                </p:cNvSpPr>
                <p:nvPr/>
              </p:nvSpPr>
              <p:spPr bwMode="auto">
                <a:xfrm>
                  <a:off x="813" y="981"/>
                  <a:ext cx="770"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39" name="Group 111">
                  <a:extLst>
                    <a:ext uri="{FF2B5EF4-FFF2-40B4-BE49-F238E27FC236}">
                      <a16:creationId xmlns:a16="http://schemas.microsoft.com/office/drawing/2014/main" id="{6751E3D5-47B7-E06F-7C0C-136185ACA90B}"/>
                    </a:ext>
                  </a:extLst>
                </p:cNvPr>
                <p:cNvGrpSpPr>
                  <a:grpSpLocks/>
                </p:cNvGrpSpPr>
                <p:nvPr/>
              </p:nvGrpSpPr>
              <p:grpSpPr bwMode="auto">
                <a:xfrm>
                  <a:off x="813" y="981"/>
                  <a:ext cx="770" cy="327"/>
                  <a:chOff x="813" y="981"/>
                  <a:chExt cx="770" cy="327"/>
                </a:xfrm>
              </p:grpSpPr>
              <p:sp>
                <p:nvSpPr>
                  <p:cNvPr id="620840" name="Rectangle 14">
                    <a:extLst>
                      <a:ext uri="{FF2B5EF4-FFF2-40B4-BE49-F238E27FC236}">
                        <a16:creationId xmlns:a16="http://schemas.microsoft.com/office/drawing/2014/main" id="{33D31927-B333-E9DF-3846-CD2E3C3A9F87}"/>
                      </a:ext>
                    </a:extLst>
                  </p:cNvPr>
                  <p:cNvSpPr>
                    <a:spLocks noChangeArrowheads="1"/>
                  </p:cNvSpPr>
                  <p:nvPr/>
                </p:nvSpPr>
                <p:spPr bwMode="auto">
                  <a:xfrm>
                    <a:off x="856" y="981"/>
                    <a:ext cx="684"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41" name="Rectangle 110">
                    <a:extLst>
                      <a:ext uri="{FF2B5EF4-FFF2-40B4-BE49-F238E27FC236}">
                        <a16:creationId xmlns:a16="http://schemas.microsoft.com/office/drawing/2014/main" id="{82685330-6C04-8A0C-7A17-E1F1B740D46B}"/>
                      </a:ext>
                    </a:extLst>
                  </p:cNvPr>
                  <p:cNvSpPr>
                    <a:spLocks noChangeArrowheads="1"/>
                  </p:cNvSpPr>
                  <p:nvPr/>
                </p:nvSpPr>
                <p:spPr bwMode="auto">
                  <a:xfrm>
                    <a:off x="813" y="981"/>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3" name="Group 117">
                <a:extLst>
                  <a:ext uri="{FF2B5EF4-FFF2-40B4-BE49-F238E27FC236}">
                    <a16:creationId xmlns:a16="http://schemas.microsoft.com/office/drawing/2014/main" id="{3681C190-5811-BB79-A532-3161ADA8B49C}"/>
                  </a:ext>
                </a:extLst>
              </p:cNvPr>
              <p:cNvGrpSpPr>
                <a:grpSpLocks/>
              </p:cNvGrpSpPr>
              <p:nvPr/>
            </p:nvGrpSpPr>
            <p:grpSpPr bwMode="auto">
              <a:xfrm>
                <a:off x="1583" y="981"/>
                <a:ext cx="2217" cy="327"/>
                <a:chOff x="1583" y="981"/>
                <a:chExt cx="2217" cy="327"/>
              </a:xfrm>
            </p:grpSpPr>
            <p:sp>
              <p:nvSpPr>
                <p:cNvPr id="620834" name="Rectangle 116">
                  <a:extLst>
                    <a:ext uri="{FF2B5EF4-FFF2-40B4-BE49-F238E27FC236}">
                      <a16:creationId xmlns:a16="http://schemas.microsoft.com/office/drawing/2014/main" id="{7152B6B4-17AA-D612-4246-209149D6F248}"/>
                    </a:ext>
                  </a:extLst>
                </p:cNvPr>
                <p:cNvSpPr>
                  <a:spLocks noChangeArrowheads="1"/>
                </p:cNvSpPr>
                <p:nvPr/>
              </p:nvSpPr>
              <p:spPr bwMode="auto">
                <a:xfrm>
                  <a:off x="1583" y="981"/>
                  <a:ext cx="221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35" name="Group 115">
                  <a:extLst>
                    <a:ext uri="{FF2B5EF4-FFF2-40B4-BE49-F238E27FC236}">
                      <a16:creationId xmlns:a16="http://schemas.microsoft.com/office/drawing/2014/main" id="{0A31A5C7-1E33-952C-2817-7CA5C475D980}"/>
                    </a:ext>
                  </a:extLst>
                </p:cNvPr>
                <p:cNvGrpSpPr>
                  <a:grpSpLocks/>
                </p:cNvGrpSpPr>
                <p:nvPr/>
              </p:nvGrpSpPr>
              <p:grpSpPr bwMode="auto">
                <a:xfrm>
                  <a:off x="1583" y="981"/>
                  <a:ext cx="2217" cy="327"/>
                  <a:chOff x="1583" y="981"/>
                  <a:chExt cx="2217" cy="327"/>
                </a:xfrm>
              </p:grpSpPr>
              <p:sp>
                <p:nvSpPr>
                  <p:cNvPr id="620836" name="Rectangle 15">
                    <a:extLst>
                      <a:ext uri="{FF2B5EF4-FFF2-40B4-BE49-F238E27FC236}">
                        <a16:creationId xmlns:a16="http://schemas.microsoft.com/office/drawing/2014/main" id="{E9198CF9-DD54-1B08-BD9D-C4000734E4C1}"/>
                      </a:ext>
                    </a:extLst>
                  </p:cNvPr>
                  <p:cNvSpPr>
                    <a:spLocks noChangeArrowheads="1"/>
                  </p:cNvSpPr>
                  <p:nvPr/>
                </p:nvSpPr>
                <p:spPr bwMode="auto">
                  <a:xfrm>
                    <a:off x="1626" y="981"/>
                    <a:ext cx="2131"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37" name="Rectangle 114">
                    <a:extLst>
                      <a:ext uri="{FF2B5EF4-FFF2-40B4-BE49-F238E27FC236}">
                        <a16:creationId xmlns:a16="http://schemas.microsoft.com/office/drawing/2014/main" id="{6BD3F6B2-C99D-B93E-3184-B190A3E61771}"/>
                      </a:ext>
                    </a:extLst>
                  </p:cNvPr>
                  <p:cNvSpPr>
                    <a:spLocks noChangeArrowheads="1"/>
                  </p:cNvSpPr>
                  <p:nvPr/>
                </p:nvSpPr>
                <p:spPr bwMode="auto">
                  <a:xfrm>
                    <a:off x="1583" y="981"/>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4" name="Group 121">
                <a:extLst>
                  <a:ext uri="{FF2B5EF4-FFF2-40B4-BE49-F238E27FC236}">
                    <a16:creationId xmlns:a16="http://schemas.microsoft.com/office/drawing/2014/main" id="{6B119084-1A97-6C23-BF4A-D8734B71D5C8}"/>
                  </a:ext>
                </a:extLst>
              </p:cNvPr>
              <p:cNvGrpSpPr>
                <a:grpSpLocks/>
              </p:cNvGrpSpPr>
              <p:nvPr/>
            </p:nvGrpSpPr>
            <p:grpSpPr bwMode="auto">
              <a:xfrm>
                <a:off x="0" y="1308"/>
                <a:ext cx="813" cy="423"/>
                <a:chOff x="0" y="1308"/>
                <a:chExt cx="813" cy="423"/>
              </a:xfrm>
            </p:grpSpPr>
            <p:sp>
              <p:nvSpPr>
                <p:cNvPr id="620830" name="Rectangle 120">
                  <a:extLst>
                    <a:ext uri="{FF2B5EF4-FFF2-40B4-BE49-F238E27FC236}">
                      <a16:creationId xmlns:a16="http://schemas.microsoft.com/office/drawing/2014/main" id="{7354C4DB-D5F6-1A84-7F09-FEC7D96D36D2}"/>
                    </a:ext>
                  </a:extLst>
                </p:cNvPr>
                <p:cNvSpPr>
                  <a:spLocks noChangeArrowheads="1"/>
                </p:cNvSpPr>
                <p:nvPr/>
              </p:nvSpPr>
              <p:spPr bwMode="auto">
                <a:xfrm>
                  <a:off x="0" y="1308"/>
                  <a:ext cx="813"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31" name="Group 119">
                  <a:extLst>
                    <a:ext uri="{FF2B5EF4-FFF2-40B4-BE49-F238E27FC236}">
                      <a16:creationId xmlns:a16="http://schemas.microsoft.com/office/drawing/2014/main" id="{7A774D1F-0282-BF66-F805-E225BF403D9A}"/>
                    </a:ext>
                  </a:extLst>
                </p:cNvPr>
                <p:cNvGrpSpPr>
                  <a:grpSpLocks/>
                </p:cNvGrpSpPr>
                <p:nvPr/>
              </p:nvGrpSpPr>
              <p:grpSpPr bwMode="auto">
                <a:xfrm>
                  <a:off x="0" y="1308"/>
                  <a:ext cx="813" cy="423"/>
                  <a:chOff x="0" y="1308"/>
                  <a:chExt cx="813" cy="423"/>
                </a:xfrm>
              </p:grpSpPr>
              <p:sp>
                <p:nvSpPr>
                  <p:cNvPr id="620832" name="Rectangle 16">
                    <a:extLst>
                      <a:ext uri="{FF2B5EF4-FFF2-40B4-BE49-F238E27FC236}">
                        <a16:creationId xmlns:a16="http://schemas.microsoft.com/office/drawing/2014/main" id="{E9C8EF21-DF30-74B0-C277-B8CE43A0E95D}"/>
                      </a:ext>
                    </a:extLst>
                  </p:cNvPr>
                  <p:cNvSpPr>
                    <a:spLocks noChangeArrowheads="1"/>
                  </p:cNvSpPr>
                  <p:nvPr/>
                </p:nvSpPr>
                <p:spPr bwMode="auto">
                  <a:xfrm>
                    <a:off x="43" y="1308"/>
                    <a:ext cx="727"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Multipart</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833" name="Rectangle 118">
                    <a:extLst>
                      <a:ext uri="{FF2B5EF4-FFF2-40B4-BE49-F238E27FC236}">
                        <a16:creationId xmlns:a16="http://schemas.microsoft.com/office/drawing/2014/main" id="{DC33D734-0391-7634-DEF2-00B654636227}"/>
                      </a:ext>
                    </a:extLst>
                  </p:cNvPr>
                  <p:cNvSpPr>
                    <a:spLocks noChangeArrowheads="1"/>
                  </p:cNvSpPr>
                  <p:nvPr/>
                </p:nvSpPr>
                <p:spPr bwMode="auto">
                  <a:xfrm>
                    <a:off x="0" y="1308"/>
                    <a:ext cx="813"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5" name="Group 125">
                <a:extLst>
                  <a:ext uri="{FF2B5EF4-FFF2-40B4-BE49-F238E27FC236}">
                    <a16:creationId xmlns:a16="http://schemas.microsoft.com/office/drawing/2014/main" id="{9963F486-2DDE-CBA1-E893-DC816F82EDBB}"/>
                  </a:ext>
                </a:extLst>
              </p:cNvPr>
              <p:cNvGrpSpPr>
                <a:grpSpLocks/>
              </p:cNvGrpSpPr>
              <p:nvPr/>
            </p:nvGrpSpPr>
            <p:grpSpPr bwMode="auto">
              <a:xfrm>
                <a:off x="813" y="1308"/>
                <a:ext cx="770" cy="423"/>
                <a:chOff x="813" y="1308"/>
                <a:chExt cx="770" cy="423"/>
              </a:xfrm>
            </p:grpSpPr>
            <p:sp>
              <p:nvSpPr>
                <p:cNvPr id="620826" name="Rectangle 124">
                  <a:extLst>
                    <a:ext uri="{FF2B5EF4-FFF2-40B4-BE49-F238E27FC236}">
                      <a16:creationId xmlns:a16="http://schemas.microsoft.com/office/drawing/2014/main" id="{5AA58084-6F2E-81E8-3514-85DD76D37FDB}"/>
                    </a:ext>
                  </a:extLst>
                </p:cNvPr>
                <p:cNvSpPr>
                  <a:spLocks noChangeArrowheads="1"/>
                </p:cNvSpPr>
                <p:nvPr/>
              </p:nvSpPr>
              <p:spPr bwMode="auto">
                <a:xfrm>
                  <a:off x="813" y="1308"/>
                  <a:ext cx="770"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27" name="Group 123">
                  <a:extLst>
                    <a:ext uri="{FF2B5EF4-FFF2-40B4-BE49-F238E27FC236}">
                      <a16:creationId xmlns:a16="http://schemas.microsoft.com/office/drawing/2014/main" id="{3B8AAB71-D9B8-F440-32DC-A990B3ECF381}"/>
                    </a:ext>
                  </a:extLst>
                </p:cNvPr>
                <p:cNvGrpSpPr>
                  <a:grpSpLocks/>
                </p:cNvGrpSpPr>
                <p:nvPr/>
              </p:nvGrpSpPr>
              <p:grpSpPr bwMode="auto">
                <a:xfrm>
                  <a:off x="813" y="1308"/>
                  <a:ext cx="770" cy="423"/>
                  <a:chOff x="813" y="1308"/>
                  <a:chExt cx="770" cy="423"/>
                </a:xfrm>
              </p:grpSpPr>
              <p:sp>
                <p:nvSpPr>
                  <p:cNvPr id="620828" name="Rectangle 17">
                    <a:extLst>
                      <a:ext uri="{FF2B5EF4-FFF2-40B4-BE49-F238E27FC236}">
                        <a16:creationId xmlns:a16="http://schemas.microsoft.com/office/drawing/2014/main" id="{6AF705C4-C6BD-A25C-CF62-3D293FD2B36A}"/>
                      </a:ext>
                    </a:extLst>
                  </p:cNvPr>
                  <p:cNvSpPr>
                    <a:spLocks noChangeArrowheads="1"/>
                  </p:cNvSpPr>
                  <p:nvPr/>
                </p:nvSpPr>
                <p:spPr bwMode="auto">
                  <a:xfrm>
                    <a:off x="856" y="1308"/>
                    <a:ext cx="684"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Mixed</a:t>
                    </a:r>
                  </a:p>
                  <a:p>
                    <a:pPr algn="just">
                      <a:spcBef>
                        <a:spcPct val="0"/>
                      </a:spcBef>
                      <a:buClrTx/>
                      <a:buSzTx/>
                      <a:buFontTx/>
                      <a:buNone/>
                    </a:pPr>
                    <a:endParaRPr lang="en-US" altLang="en-US" sz="1800">
                      <a:latin typeface="Arial" panose="020B0604020202020204" pitchFamily="34" charset="0"/>
                    </a:endParaRPr>
                  </a:p>
                </p:txBody>
              </p:sp>
              <p:sp>
                <p:nvSpPr>
                  <p:cNvPr id="620829" name="Rectangle 122">
                    <a:extLst>
                      <a:ext uri="{FF2B5EF4-FFF2-40B4-BE49-F238E27FC236}">
                        <a16:creationId xmlns:a16="http://schemas.microsoft.com/office/drawing/2014/main" id="{28EE691B-B359-CE0D-F5C9-67D4EAEBDA7F}"/>
                      </a:ext>
                    </a:extLst>
                  </p:cNvPr>
                  <p:cNvSpPr>
                    <a:spLocks noChangeArrowheads="1"/>
                  </p:cNvSpPr>
                  <p:nvPr/>
                </p:nvSpPr>
                <p:spPr bwMode="auto">
                  <a:xfrm>
                    <a:off x="813" y="1308"/>
                    <a:ext cx="770"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6" name="Group 129">
                <a:extLst>
                  <a:ext uri="{FF2B5EF4-FFF2-40B4-BE49-F238E27FC236}">
                    <a16:creationId xmlns:a16="http://schemas.microsoft.com/office/drawing/2014/main" id="{26809EBB-31B1-BBDE-27CB-8D628A83C4F7}"/>
                  </a:ext>
                </a:extLst>
              </p:cNvPr>
              <p:cNvGrpSpPr>
                <a:grpSpLocks/>
              </p:cNvGrpSpPr>
              <p:nvPr/>
            </p:nvGrpSpPr>
            <p:grpSpPr bwMode="auto">
              <a:xfrm>
                <a:off x="1583" y="1308"/>
                <a:ext cx="2217" cy="423"/>
                <a:chOff x="1583" y="1308"/>
                <a:chExt cx="2217" cy="423"/>
              </a:xfrm>
            </p:grpSpPr>
            <p:sp>
              <p:nvSpPr>
                <p:cNvPr id="620822" name="Rectangle 128">
                  <a:extLst>
                    <a:ext uri="{FF2B5EF4-FFF2-40B4-BE49-F238E27FC236}">
                      <a16:creationId xmlns:a16="http://schemas.microsoft.com/office/drawing/2014/main" id="{8E13E4DC-C5F7-C1E4-913E-26B52A4C7BEF}"/>
                    </a:ext>
                  </a:extLst>
                </p:cNvPr>
                <p:cNvSpPr>
                  <a:spLocks noChangeArrowheads="1"/>
                </p:cNvSpPr>
                <p:nvPr/>
              </p:nvSpPr>
              <p:spPr bwMode="auto">
                <a:xfrm>
                  <a:off x="1583" y="1308"/>
                  <a:ext cx="2217"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23" name="Group 127">
                  <a:extLst>
                    <a:ext uri="{FF2B5EF4-FFF2-40B4-BE49-F238E27FC236}">
                      <a16:creationId xmlns:a16="http://schemas.microsoft.com/office/drawing/2014/main" id="{A7116CB3-4651-0284-C3A0-DABB4607A7FD}"/>
                    </a:ext>
                  </a:extLst>
                </p:cNvPr>
                <p:cNvGrpSpPr>
                  <a:grpSpLocks/>
                </p:cNvGrpSpPr>
                <p:nvPr/>
              </p:nvGrpSpPr>
              <p:grpSpPr bwMode="auto">
                <a:xfrm>
                  <a:off x="1583" y="1308"/>
                  <a:ext cx="2217" cy="423"/>
                  <a:chOff x="1583" y="1308"/>
                  <a:chExt cx="2217" cy="423"/>
                </a:xfrm>
              </p:grpSpPr>
              <p:sp>
                <p:nvSpPr>
                  <p:cNvPr id="620824" name="Rectangle 18">
                    <a:extLst>
                      <a:ext uri="{FF2B5EF4-FFF2-40B4-BE49-F238E27FC236}">
                        <a16:creationId xmlns:a16="http://schemas.microsoft.com/office/drawing/2014/main" id="{D64BC2FF-4A0F-187F-0B9E-51CA719DABAE}"/>
                      </a:ext>
                    </a:extLst>
                  </p:cNvPr>
                  <p:cNvSpPr>
                    <a:spLocks noChangeArrowheads="1"/>
                  </p:cNvSpPr>
                  <p:nvPr/>
                </p:nvSpPr>
                <p:spPr bwMode="auto">
                  <a:xfrm>
                    <a:off x="1626" y="1308"/>
                    <a:ext cx="2131" cy="423"/>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Email contains multiple parts. All parts must be delivered together, and in sequence.</a:t>
                    </a:r>
                  </a:p>
                  <a:p>
                    <a:pPr algn="just">
                      <a:spcBef>
                        <a:spcPct val="0"/>
                      </a:spcBef>
                      <a:buClrTx/>
                      <a:buSzTx/>
                      <a:buFontTx/>
                      <a:buNone/>
                    </a:pPr>
                    <a:endParaRPr lang="en-US" altLang="en-US" sz="1800">
                      <a:latin typeface="Arial" panose="020B0604020202020204" pitchFamily="34" charset="0"/>
                    </a:endParaRPr>
                  </a:p>
                </p:txBody>
              </p:sp>
              <p:sp>
                <p:nvSpPr>
                  <p:cNvPr id="620825" name="Rectangle 126">
                    <a:extLst>
                      <a:ext uri="{FF2B5EF4-FFF2-40B4-BE49-F238E27FC236}">
                        <a16:creationId xmlns:a16="http://schemas.microsoft.com/office/drawing/2014/main" id="{436C7CFA-E356-4CEF-2548-4E18593827AE}"/>
                      </a:ext>
                    </a:extLst>
                  </p:cNvPr>
                  <p:cNvSpPr>
                    <a:spLocks noChangeArrowheads="1"/>
                  </p:cNvSpPr>
                  <p:nvPr/>
                </p:nvSpPr>
                <p:spPr bwMode="auto">
                  <a:xfrm>
                    <a:off x="1583" y="1308"/>
                    <a:ext cx="2217"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7" name="Group 133">
                <a:extLst>
                  <a:ext uri="{FF2B5EF4-FFF2-40B4-BE49-F238E27FC236}">
                    <a16:creationId xmlns:a16="http://schemas.microsoft.com/office/drawing/2014/main" id="{DF78CC77-9C8F-2A99-94A1-D64EB133111C}"/>
                  </a:ext>
                </a:extLst>
              </p:cNvPr>
              <p:cNvGrpSpPr>
                <a:grpSpLocks/>
              </p:cNvGrpSpPr>
              <p:nvPr/>
            </p:nvGrpSpPr>
            <p:grpSpPr bwMode="auto">
              <a:xfrm>
                <a:off x="0" y="1731"/>
                <a:ext cx="813" cy="423"/>
                <a:chOff x="0" y="1731"/>
                <a:chExt cx="813" cy="423"/>
              </a:xfrm>
            </p:grpSpPr>
            <p:sp>
              <p:nvSpPr>
                <p:cNvPr id="620818" name="Rectangle 132">
                  <a:extLst>
                    <a:ext uri="{FF2B5EF4-FFF2-40B4-BE49-F238E27FC236}">
                      <a16:creationId xmlns:a16="http://schemas.microsoft.com/office/drawing/2014/main" id="{E995FEE9-AE71-F1EA-07CE-DE05B42DB2F5}"/>
                    </a:ext>
                  </a:extLst>
                </p:cNvPr>
                <p:cNvSpPr>
                  <a:spLocks noChangeArrowheads="1"/>
                </p:cNvSpPr>
                <p:nvPr/>
              </p:nvSpPr>
              <p:spPr bwMode="auto">
                <a:xfrm>
                  <a:off x="0" y="1731"/>
                  <a:ext cx="813"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19" name="Group 131">
                  <a:extLst>
                    <a:ext uri="{FF2B5EF4-FFF2-40B4-BE49-F238E27FC236}">
                      <a16:creationId xmlns:a16="http://schemas.microsoft.com/office/drawing/2014/main" id="{A4A29A0E-73DB-423A-76D9-0BA2B8CB7E3C}"/>
                    </a:ext>
                  </a:extLst>
                </p:cNvPr>
                <p:cNvGrpSpPr>
                  <a:grpSpLocks/>
                </p:cNvGrpSpPr>
                <p:nvPr/>
              </p:nvGrpSpPr>
              <p:grpSpPr bwMode="auto">
                <a:xfrm>
                  <a:off x="0" y="1731"/>
                  <a:ext cx="813" cy="423"/>
                  <a:chOff x="0" y="1731"/>
                  <a:chExt cx="813" cy="423"/>
                </a:xfrm>
              </p:grpSpPr>
              <p:sp>
                <p:nvSpPr>
                  <p:cNvPr id="620820" name="Rectangle 19">
                    <a:extLst>
                      <a:ext uri="{FF2B5EF4-FFF2-40B4-BE49-F238E27FC236}">
                        <a16:creationId xmlns:a16="http://schemas.microsoft.com/office/drawing/2014/main" id="{BB1E5D25-E79A-81A7-DC67-A4E6FDCC9E1E}"/>
                      </a:ext>
                    </a:extLst>
                  </p:cNvPr>
                  <p:cNvSpPr>
                    <a:spLocks noChangeArrowheads="1"/>
                  </p:cNvSpPr>
                  <p:nvPr/>
                </p:nvSpPr>
                <p:spPr bwMode="auto">
                  <a:xfrm>
                    <a:off x="43" y="1731"/>
                    <a:ext cx="72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21" name="Rectangle 130">
                    <a:extLst>
                      <a:ext uri="{FF2B5EF4-FFF2-40B4-BE49-F238E27FC236}">
                        <a16:creationId xmlns:a16="http://schemas.microsoft.com/office/drawing/2014/main" id="{8029E35E-8C69-668A-E5F6-F3DD7A709D31}"/>
                      </a:ext>
                    </a:extLst>
                  </p:cNvPr>
                  <p:cNvSpPr>
                    <a:spLocks noChangeArrowheads="1"/>
                  </p:cNvSpPr>
                  <p:nvPr/>
                </p:nvSpPr>
                <p:spPr bwMode="auto">
                  <a:xfrm>
                    <a:off x="0" y="1731"/>
                    <a:ext cx="813"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8" name="Group 137">
                <a:extLst>
                  <a:ext uri="{FF2B5EF4-FFF2-40B4-BE49-F238E27FC236}">
                    <a16:creationId xmlns:a16="http://schemas.microsoft.com/office/drawing/2014/main" id="{F167A013-803F-5BA6-238D-741900ED819E}"/>
                  </a:ext>
                </a:extLst>
              </p:cNvPr>
              <p:cNvGrpSpPr>
                <a:grpSpLocks/>
              </p:cNvGrpSpPr>
              <p:nvPr/>
            </p:nvGrpSpPr>
            <p:grpSpPr bwMode="auto">
              <a:xfrm>
                <a:off x="813" y="1731"/>
                <a:ext cx="770" cy="423"/>
                <a:chOff x="813" y="1731"/>
                <a:chExt cx="770" cy="423"/>
              </a:xfrm>
            </p:grpSpPr>
            <p:sp>
              <p:nvSpPr>
                <p:cNvPr id="620814" name="Rectangle 136">
                  <a:extLst>
                    <a:ext uri="{FF2B5EF4-FFF2-40B4-BE49-F238E27FC236}">
                      <a16:creationId xmlns:a16="http://schemas.microsoft.com/office/drawing/2014/main" id="{952D755F-D3CA-5373-E2EB-2CDD81E21541}"/>
                    </a:ext>
                  </a:extLst>
                </p:cNvPr>
                <p:cNvSpPr>
                  <a:spLocks noChangeArrowheads="1"/>
                </p:cNvSpPr>
                <p:nvPr/>
              </p:nvSpPr>
              <p:spPr bwMode="auto">
                <a:xfrm>
                  <a:off x="813" y="1731"/>
                  <a:ext cx="770"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15" name="Group 135">
                  <a:extLst>
                    <a:ext uri="{FF2B5EF4-FFF2-40B4-BE49-F238E27FC236}">
                      <a16:creationId xmlns:a16="http://schemas.microsoft.com/office/drawing/2014/main" id="{6727020E-E32F-BC20-F5DF-1BD60C565D16}"/>
                    </a:ext>
                  </a:extLst>
                </p:cNvPr>
                <p:cNvGrpSpPr>
                  <a:grpSpLocks/>
                </p:cNvGrpSpPr>
                <p:nvPr/>
              </p:nvGrpSpPr>
              <p:grpSpPr bwMode="auto">
                <a:xfrm>
                  <a:off x="813" y="1731"/>
                  <a:ext cx="770" cy="423"/>
                  <a:chOff x="813" y="1731"/>
                  <a:chExt cx="770" cy="423"/>
                </a:xfrm>
              </p:grpSpPr>
              <p:sp>
                <p:nvSpPr>
                  <p:cNvPr id="620816" name="Rectangle 20">
                    <a:extLst>
                      <a:ext uri="{FF2B5EF4-FFF2-40B4-BE49-F238E27FC236}">
                        <a16:creationId xmlns:a16="http://schemas.microsoft.com/office/drawing/2014/main" id="{5DE3FFBC-22BF-497A-0EE8-3EC0E15ABE49}"/>
                      </a:ext>
                    </a:extLst>
                  </p:cNvPr>
                  <p:cNvSpPr>
                    <a:spLocks noChangeArrowheads="1"/>
                  </p:cNvSpPr>
                  <p:nvPr/>
                </p:nvSpPr>
                <p:spPr bwMode="auto">
                  <a:xfrm>
                    <a:off x="856" y="1731"/>
                    <a:ext cx="684"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Parallel</a:t>
                    </a:r>
                  </a:p>
                  <a:p>
                    <a:pPr algn="just">
                      <a:spcBef>
                        <a:spcPct val="0"/>
                      </a:spcBef>
                      <a:buClrTx/>
                      <a:buSzTx/>
                      <a:buFontTx/>
                      <a:buNone/>
                    </a:pPr>
                    <a:endParaRPr lang="en-US" altLang="en-US" sz="1800">
                      <a:latin typeface="Arial" panose="020B0604020202020204" pitchFamily="34" charset="0"/>
                    </a:endParaRPr>
                  </a:p>
                </p:txBody>
              </p:sp>
              <p:sp>
                <p:nvSpPr>
                  <p:cNvPr id="620817" name="Rectangle 134">
                    <a:extLst>
                      <a:ext uri="{FF2B5EF4-FFF2-40B4-BE49-F238E27FC236}">
                        <a16:creationId xmlns:a16="http://schemas.microsoft.com/office/drawing/2014/main" id="{C5A76ED1-84A5-B534-A58F-772F41EE2E48}"/>
                      </a:ext>
                    </a:extLst>
                  </p:cNvPr>
                  <p:cNvSpPr>
                    <a:spLocks noChangeArrowheads="1"/>
                  </p:cNvSpPr>
                  <p:nvPr/>
                </p:nvSpPr>
                <p:spPr bwMode="auto">
                  <a:xfrm>
                    <a:off x="813" y="1731"/>
                    <a:ext cx="770"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69" name="Group 141">
                <a:extLst>
                  <a:ext uri="{FF2B5EF4-FFF2-40B4-BE49-F238E27FC236}">
                    <a16:creationId xmlns:a16="http://schemas.microsoft.com/office/drawing/2014/main" id="{B6B2D87C-8FD6-FC77-1367-D0461F38E941}"/>
                  </a:ext>
                </a:extLst>
              </p:cNvPr>
              <p:cNvGrpSpPr>
                <a:grpSpLocks/>
              </p:cNvGrpSpPr>
              <p:nvPr/>
            </p:nvGrpSpPr>
            <p:grpSpPr bwMode="auto">
              <a:xfrm>
                <a:off x="1583" y="1731"/>
                <a:ext cx="2217" cy="423"/>
                <a:chOff x="1583" y="1731"/>
                <a:chExt cx="2217" cy="423"/>
              </a:xfrm>
            </p:grpSpPr>
            <p:sp>
              <p:nvSpPr>
                <p:cNvPr id="620810" name="Rectangle 140">
                  <a:extLst>
                    <a:ext uri="{FF2B5EF4-FFF2-40B4-BE49-F238E27FC236}">
                      <a16:creationId xmlns:a16="http://schemas.microsoft.com/office/drawing/2014/main" id="{79E75E79-5A0B-13CA-D794-16A982E85A65}"/>
                    </a:ext>
                  </a:extLst>
                </p:cNvPr>
                <p:cNvSpPr>
                  <a:spLocks noChangeArrowheads="1"/>
                </p:cNvSpPr>
                <p:nvPr/>
              </p:nvSpPr>
              <p:spPr bwMode="auto">
                <a:xfrm>
                  <a:off x="1583" y="1731"/>
                  <a:ext cx="221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11" name="Group 139">
                  <a:extLst>
                    <a:ext uri="{FF2B5EF4-FFF2-40B4-BE49-F238E27FC236}">
                      <a16:creationId xmlns:a16="http://schemas.microsoft.com/office/drawing/2014/main" id="{69BB96B2-B2F6-10DA-22A5-A3A1F3F6E1FE}"/>
                    </a:ext>
                  </a:extLst>
                </p:cNvPr>
                <p:cNvGrpSpPr>
                  <a:grpSpLocks/>
                </p:cNvGrpSpPr>
                <p:nvPr/>
              </p:nvGrpSpPr>
              <p:grpSpPr bwMode="auto">
                <a:xfrm>
                  <a:off x="1583" y="1731"/>
                  <a:ext cx="2217" cy="423"/>
                  <a:chOff x="1583" y="1731"/>
                  <a:chExt cx="2217" cy="423"/>
                </a:xfrm>
              </p:grpSpPr>
              <p:sp>
                <p:nvSpPr>
                  <p:cNvPr id="620812" name="Rectangle 21">
                    <a:extLst>
                      <a:ext uri="{FF2B5EF4-FFF2-40B4-BE49-F238E27FC236}">
                        <a16:creationId xmlns:a16="http://schemas.microsoft.com/office/drawing/2014/main" id="{93DAB595-F97A-F25C-6E2B-3F4F084350CE}"/>
                      </a:ext>
                    </a:extLst>
                  </p:cNvPr>
                  <p:cNvSpPr>
                    <a:spLocks noChangeArrowheads="1"/>
                  </p:cNvSpPr>
                  <p:nvPr/>
                </p:nvSpPr>
                <p:spPr bwMode="auto">
                  <a:xfrm>
                    <a:off x="1626" y="1731"/>
                    <a:ext cx="2131"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Email contains multiple parts. All parts must be delivered diffferently, in different sequence.</a:t>
                    </a:r>
                  </a:p>
                  <a:p>
                    <a:pPr algn="just">
                      <a:spcBef>
                        <a:spcPct val="0"/>
                      </a:spcBef>
                      <a:buClrTx/>
                      <a:buSzTx/>
                      <a:buFontTx/>
                      <a:buNone/>
                    </a:pPr>
                    <a:endParaRPr lang="en-US" altLang="en-US" sz="1800">
                      <a:latin typeface="Arial" panose="020B0604020202020204" pitchFamily="34" charset="0"/>
                    </a:endParaRPr>
                  </a:p>
                </p:txBody>
              </p:sp>
              <p:sp>
                <p:nvSpPr>
                  <p:cNvPr id="620813" name="Rectangle 138">
                    <a:extLst>
                      <a:ext uri="{FF2B5EF4-FFF2-40B4-BE49-F238E27FC236}">
                        <a16:creationId xmlns:a16="http://schemas.microsoft.com/office/drawing/2014/main" id="{A745BA10-8B00-65B9-E3FE-0973FE776D50}"/>
                      </a:ext>
                    </a:extLst>
                  </p:cNvPr>
                  <p:cNvSpPr>
                    <a:spLocks noChangeArrowheads="1"/>
                  </p:cNvSpPr>
                  <p:nvPr/>
                </p:nvSpPr>
                <p:spPr bwMode="auto">
                  <a:xfrm>
                    <a:off x="1583" y="1731"/>
                    <a:ext cx="2217"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0" name="Group 145">
                <a:extLst>
                  <a:ext uri="{FF2B5EF4-FFF2-40B4-BE49-F238E27FC236}">
                    <a16:creationId xmlns:a16="http://schemas.microsoft.com/office/drawing/2014/main" id="{EF5316BF-793F-733C-1359-7C17DD0F7BC2}"/>
                  </a:ext>
                </a:extLst>
              </p:cNvPr>
              <p:cNvGrpSpPr>
                <a:grpSpLocks/>
              </p:cNvGrpSpPr>
              <p:nvPr/>
            </p:nvGrpSpPr>
            <p:grpSpPr bwMode="auto">
              <a:xfrm>
                <a:off x="0" y="2154"/>
                <a:ext cx="813" cy="615"/>
                <a:chOff x="0" y="2154"/>
                <a:chExt cx="813" cy="615"/>
              </a:xfrm>
            </p:grpSpPr>
            <p:sp>
              <p:nvSpPr>
                <p:cNvPr id="620806" name="Rectangle 144">
                  <a:extLst>
                    <a:ext uri="{FF2B5EF4-FFF2-40B4-BE49-F238E27FC236}">
                      <a16:creationId xmlns:a16="http://schemas.microsoft.com/office/drawing/2014/main" id="{7CD57813-3384-A0D0-35A4-06653634CFC0}"/>
                    </a:ext>
                  </a:extLst>
                </p:cNvPr>
                <p:cNvSpPr>
                  <a:spLocks noChangeArrowheads="1"/>
                </p:cNvSpPr>
                <p:nvPr/>
              </p:nvSpPr>
              <p:spPr bwMode="auto">
                <a:xfrm>
                  <a:off x="0" y="2154"/>
                  <a:ext cx="813"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07" name="Group 143">
                  <a:extLst>
                    <a:ext uri="{FF2B5EF4-FFF2-40B4-BE49-F238E27FC236}">
                      <a16:creationId xmlns:a16="http://schemas.microsoft.com/office/drawing/2014/main" id="{040900BA-06BD-B73D-14F6-A8408CEFABF8}"/>
                    </a:ext>
                  </a:extLst>
                </p:cNvPr>
                <p:cNvGrpSpPr>
                  <a:grpSpLocks/>
                </p:cNvGrpSpPr>
                <p:nvPr/>
              </p:nvGrpSpPr>
              <p:grpSpPr bwMode="auto">
                <a:xfrm>
                  <a:off x="0" y="2154"/>
                  <a:ext cx="813" cy="615"/>
                  <a:chOff x="0" y="2154"/>
                  <a:chExt cx="813" cy="615"/>
                </a:xfrm>
              </p:grpSpPr>
              <p:sp>
                <p:nvSpPr>
                  <p:cNvPr id="620808" name="Rectangle 22">
                    <a:extLst>
                      <a:ext uri="{FF2B5EF4-FFF2-40B4-BE49-F238E27FC236}">
                        <a16:creationId xmlns:a16="http://schemas.microsoft.com/office/drawing/2014/main" id="{3CEEE991-2904-E7C7-3329-965B112775E3}"/>
                      </a:ext>
                    </a:extLst>
                  </p:cNvPr>
                  <p:cNvSpPr>
                    <a:spLocks noChangeArrowheads="1"/>
                  </p:cNvSpPr>
                  <p:nvPr/>
                </p:nvSpPr>
                <p:spPr bwMode="auto">
                  <a:xfrm>
                    <a:off x="43" y="2154"/>
                    <a:ext cx="727"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809" name="Rectangle 142">
                    <a:extLst>
                      <a:ext uri="{FF2B5EF4-FFF2-40B4-BE49-F238E27FC236}">
                        <a16:creationId xmlns:a16="http://schemas.microsoft.com/office/drawing/2014/main" id="{D83A8455-D5FD-77E7-EFA5-FE21756E8CAE}"/>
                      </a:ext>
                    </a:extLst>
                  </p:cNvPr>
                  <p:cNvSpPr>
                    <a:spLocks noChangeArrowheads="1"/>
                  </p:cNvSpPr>
                  <p:nvPr/>
                </p:nvSpPr>
                <p:spPr bwMode="auto">
                  <a:xfrm>
                    <a:off x="0" y="2154"/>
                    <a:ext cx="813" cy="61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1" name="Group 149">
                <a:extLst>
                  <a:ext uri="{FF2B5EF4-FFF2-40B4-BE49-F238E27FC236}">
                    <a16:creationId xmlns:a16="http://schemas.microsoft.com/office/drawing/2014/main" id="{3AB0A335-E28A-5508-67CB-EB3204BC913C}"/>
                  </a:ext>
                </a:extLst>
              </p:cNvPr>
              <p:cNvGrpSpPr>
                <a:grpSpLocks/>
              </p:cNvGrpSpPr>
              <p:nvPr/>
            </p:nvGrpSpPr>
            <p:grpSpPr bwMode="auto">
              <a:xfrm>
                <a:off x="813" y="2154"/>
                <a:ext cx="770" cy="615"/>
                <a:chOff x="813" y="2154"/>
                <a:chExt cx="770" cy="615"/>
              </a:xfrm>
            </p:grpSpPr>
            <p:sp>
              <p:nvSpPr>
                <p:cNvPr id="620802" name="Rectangle 148">
                  <a:extLst>
                    <a:ext uri="{FF2B5EF4-FFF2-40B4-BE49-F238E27FC236}">
                      <a16:creationId xmlns:a16="http://schemas.microsoft.com/office/drawing/2014/main" id="{D7030158-8764-8EE9-7820-A9D0A2EE64AF}"/>
                    </a:ext>
                  </a:extLst>
                </p:cNvPr>
                <p:cNvSpPr>
                  <a:spLocks noChangeArrowheads="1"/>
                </p:cNvSpPr>
                <p:nvPr/>
              </p:nvSpPr>
              <p:spPr bwMode="auto">
                <a:xfrm>
                  <a:off x="813" y="2154"/>
                  <a:ext cx="770"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803" name="Group 147">
                  <a:extLst>
                    <a:ext uri="{FF2B5EF4-FFF2-40B4-BE49-F238E27FC236}">
                      <a16:creationId xmlns:a16="http://schemas.microsoft.com/office/drawing/2014/main" id="{6399F97D-F820-8BC5-12A5-09E6DCD7CF8A}"/>
                    </a:ext>
                  </a:extLst>
                </p:cNvPr>
                <p:cNvGrpSpPr>
                  <a:grpSpLocks/>
                </p:cNvGrpSpPr>
                <p:nvPr/>
              </p:nvGrpSpPr>
              <p:grpSpPr bwMode="auto">
                <a:xfrm>
                  <a:off x="813" y="2154"/>
                  <a:ext cx="770" cy="615"/>
                  <a:chOff x="813" y="2154"/>
                  <a:chExt cx="770" cy="615"/>
                </a:xfrm>
              </p:grpSpPr>
              <p:sp>
                <p:nvSpPr>
                  <p:cNvPr id="620804" name="Rectangle 23">
                    <a:extLst>
                      <a:ext uri="{FF2B5EF4-FFF2-40B4-BE49-F238E27FC236}">
                        <a16:creationId xmlns:a16="http://schemas.microsoft.com/office/drawing/2014/main" id="{F469F7A3-39A4-DF92-15D7-B85764AC573F}"/>
                      </a:ext>
                    </a:extLst>
                  </p:cNvPr>
                  <p:cNvSpPr>
                    <a:spLocks noChangeArrowheads="1"/>
                  </p:cNvSpPr>
                  <p:nvPr/>
                </p:nvSpPr>
                <p:spPr bwMode="auto">
                  <a:xfrm>
                    <a:off x="856" y="2154"/>
                    <a:ext cx="684"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Alternative</a:t>
                    </a:r>
                  </a:p>
                  <a:p>
                    <a:pPr algn="just">
                      <a:spcBef>
                        <a:spcPct val="0"/>
                      </a:spcBef>
                      <a:buClrTx/>
                      <a:buSzTx/>
                      <a:buFontTx/>
                      <a:buNone/>
                    </a:pPr>
                    <a:endParaRPr lang="en-US" altLang="en-US" sz="1800">
                      <a:latin typeface="Arial" panose="020B0604020202020204" pitchFamily="34" charset="0"/>
                    </a:endParaRPr>
                  </a:p>
                </p:txBody>
              </p:sp>
              <p:sp>
                <p:nvSpPr>
                  <p:cNvPr id="620805" name="Rectangle 146">
                    <a:extLst>
                      <a:ext uri="{FF2B5EF4-FFF2-40B4-BE49-F238E27FC236}">
                        <a16:creationId xmlns:a16="http://schemas.microsoft.com/office/drawing/2014/main" id="{13B80F43-335A-8054-0C01-176397F2771D}"/>
                      </a:ext>
                    </a:extLst>
                  </p:cNvPr>
                  <p:cNvSpPr>
                    <a:spLocks noChangeArrowheads="1"/>
                  </p:cNvSpPr>
                  <p:nvPr/>
                </p:nvSpPr>
                <p:spPr bwMode="auto">
                  <a:xfrm>
                    <a:off x="813" y="2154"/>
                    <a:ext cx="770" cy="61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2" name="Group 153">
                <a:extLst>
                  <a:ext uri="{FF2B5EF4-FFF2-40B4-BE49-F238E27FC236}">
                    <a16:creationId xmlns:a16="http://schemas.microsoft.com/office/drawing/2014/main" id="{1BD27AAB-8373-9811-3369-7AAA7F353C74}"/>
                  </a:ext>
                </a:extLst>
              </p:cNvPr>
              <p:cNvGrpSpPr>
                <a:grpSpLocks/>
              </p:cNvGrpSpPr>
              <p:nvPr/>
            </p:nvGrpSpPr>
            <p:grpSpPr bwMode="auto">
              <a:xfrm>
                <a:off x="1583" y="2154"/>
                <a:ext cx="2217" cy="615"/>
                <a:chOff x="1583" y="2154"/>
                <a:chExt cx="2217" cy="615"/>
              </a:xfrm>
            </p:grpSpPr>
            <p:sp>
              <p:nvSpPr>
                <p:cNvPr id="620798" name="Rectangle 152">
                  <a:extLst>
                    <a:ext uri="{FF2B5EF4-FFF2-40B4-BE49-F238E27FC236}">
                      <a16:creationId xmlns:a16="http://schemas.microsoft.com/office/drawing/2014/main" id="{EA75FC2D-3CE1-B259-2513-DC645A2400AD}"/>
                    </a:ext>
                  </a:extLst>
                </p:cNvPr>
                <p:cNvSpPr>
                  <a:spLocks noChangeArrowheads="1"/>
                </p:cNvSpPr>
                <p:nvPr/>
              </p:nvSpPr>
              <p:spPr bwMode="auto">
                <a:xfrm>
                  <a:off x="1583" y="2154"/>
                  <a:ext cx="2217"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99" name="Group 151">
                  <a:extLst>
                    <a:ext uri="{FF2B5EF4-FFF2-40B4-BE49-F238E27FC236}">
                      <a16:creationId xmlns:a16="http://schemas.microsoft.com/office/drawing/2014/main" id="{65624835-B092-1648-3509-31F50FA80487}"/>
                    </a:ext>
                  </a:extLst>
                </p:cNvPr>
                <p:cNvGrpSpPr>
                  <a:grpSpLocks/>
                </p:cNvGrpSpPr>
                <p:nvPr/>
              </p:nvGrpSpPr>
              <p:grpSpPr bwMode="auto">
                <a:xfrm>
                  <a:off x="1583" y="2154"/>
                  <a:ext cx="2217" cy="615"/>
                  <a:chOff x="1583" y="2154"/>
                  <a:chExt cx="2217" cy="615"/>
                </a:xfrm>
              </p:grpSpPr>
              <p:sp>
                <p:nvSpPr>
                  <p:cNvPr id="620800" name="Rectangle 24">
                    <a:extLst>
                      <a:ext uri="{FF2B5EF4-FFF2-40B4-BE49-F238E27FC236}">
                        <a16:creationId xmlns:a16="http://schemas.microsoft.com/office/drawing/2014/main" id="{E7082925-724B-1B5C-3E54-54D3DFD1A39D}"/>
                      </a:ext>
                    </a:extLst>
                  </p:cNvPr>
                  <p:cNvSpPr>
                    <a:spLocks noChangeArrowheads="1"/>
                  </p:cNvSpPr>
                  <p:nvPr/>
                </p:nvSpPr>
                <p:spPr bwMode="auto">
                  <a:xfrm>
                    <a:off x="1626" y="2154"/>
                    <a:ext cx="2131" cy="615"/>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Email contains multiple parts. These parts represent the alternative vesions of the same information. They are sent so that the receiver’s email system can select the </a:t>
                    </a:r>
                    <a:r>
                      <a:rPr lang="en-US" altLang="en-US" sz="1000" i="1">
                        <a:latin typeface="Arial" panose="020B0604020202020204" pitchFamily="34" charset="0"/>
                        <a:cs typeface="Times New Roman" panose="02020603050405020304" pitchFamily="18" charset="0"/>
                      </a:rPr>
                      <a:t>best fit </a:t>
                    </a:r>
                    <a:r>
                      <a:rPr lang="en-US" altLang="en-US" sz="1000">
                        <a:latin typeface="Arial" panose="020B0604020202020204" pitchFamily="34" charset="0"/>
                        <a:cs typeface="Times New Roman" panose="02020603050405020304" pitchFamily="18" charset="0"/>
                      </a:rPr>
                      <a:t>from them.</a:t>
                    </a:r>
                  </a:p>
                  <a:p>
                    <a:pPr algn="just">
                      <a:spcBef>
                        <a:spcPct val="0"/>
                      </a:spcBef>
                      <a:buClrTx/>
                      <a:buSzTx/>
                      <a:buFontTx/>
                      <a:buNone/>
                    </a:pPr>
                    <a:endParaRPr lang="en-US" altLang="en-US" sz="1800">
                      <a:latin typeface="Arial" panose="020B0604020202020204" pitchFamily="34" charset="0"/>
                    </a:endParaRPr>
                  </a:p>
                </p:txBody>
              </p:sp>
              <p:sp>
                <p:nvSpPr>
                  <p:cNvPr id="620801" name="Rectangle 150">
                    <a:extLst>
                      <a:ext uri="{FF2B5EF4-FFF2-40B4-BE49-F238E27FC236}">
                        <a16:creationId xmlns:a16="http://schemas.microsoft.com/office/drawing/2014/main" id="{13C051CB-F06B-E268-E222-6CBC5EBDF74E}"/>
                      </a:ext>
                    </a:extLst>
                  </p:cNvPr>
                  <p:cNvSpPr>
                    <a:spLocks noChangeArrowheads="1"/>
                  </p:cNvSpPr>
                  <p:nvPr/>
                </p:nvSpPr>
                <p:spPr bwMode="auto">
                  <a:xfrm>
                    <a:off x="1583" y="2154"/>
                    <a:ext cx="2217" cy="61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3" name="Group 157">
                <a:extLst>
                  <a:ext uri="{FF2B5EF4-FFF2-40B4-BE49-F238E27FC236}">
                    <a16:creationId xmlns:a16="http://schemas.microsoft.com/office/drawing/2014/main" id="{B52DAFA4-50AA-2B75-4474-262C7F9BEEDE}"/>
                  </a:ext>
                </a:extLst>
              </p:cNvPr>
              <p:cNvGrpSpPr>
                <a:grpSpLocks/>
              </p:cNvGrpSpPr>
              <p:nvPr/>
            </p:nvGrpSpPr>
            <p:grpSpPr bwMode="auto">
              <a:xfrm>
                <a:off x="0" y="2769"/>
                <a:ext cx="813" cy="423"/>
                <a:chOff x="0" y="2769"/>
                <a:chExt cx="813" cy="423"/>
              </a:xfrm>
            </p:grpSpPr>
            <p:sp>
              <p:nvSpPr>
                <p:cNvPr id="620794" name="Rectangle 156">
                  <a:extLst>
                    <a:ext uri="{FF2B5EF4-FFF2-40B4-BE49-F238E27FC236}">
                      <a16:creationId xmlns:a16="http://schemas.microsoft.com/office/drawing/2014/main" id="{D44B97A6-1512-1A2E-53B1-C49B67D51E55}"/>
                    </a:ext>
                  </a:extLst>
                </p:cNvPr>
                <p:cNvSpPr>
                  <a:spLocks noChangeArrowheads="1"/>
                </p:cNvSpPr>
                <p:nvPr/>
              </p:nvSpPr>
              <p:spPr bwMode="auto">
                <a:xfrm>
                  <a:off x="0" y="2769"/>
                  <a:ext cx="813"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95" name="Group 155">
                  <a:extLst>
                    <a:ext uri="{FF2B5EF4-FFF2-40B4-BE49-F238E27FC236}">
                      <a16:creationId xmlns:a16="http://schemas.microsoft.com/office/drawing/2014/main" id="{44941FB5-8351-B696-76F3-C390A70204D1}"/>
                    </a:ext>
                  </a:extLst>
                </p:cNvPr>
                <p:cNvGrpSpPr>
                  <a:grpSpLocks/>
                </p:cNvGrpSpPr>
                <p:nvPr/>
              </p:nvGrpSpPr>
              <p:grpSpPr bwMode="auto">
                <a:xfrm>
                  <a:off x="0" y="2769"/>
                  <a:ext cx="813" cy="423"/>
                  <a:chOff x="0" y="2769"/>
                  <a:chExt cx="813" cy="423"/>
                </a:xfrm>
              </p:grpSpPr>
              <p:sp>
                <p:nvSpPr>
                  <p:cNvPr id="620796" name="Rectangle 25">
                    <a:extLst>
                      <a:ext uri="{FF2B5EF4-FFF2-40B4-BE49-F238E27FC236}">
                        <a16:creationId xmlns:a16="http://schemas.microsoft.com/office/drawing/2014/main" id="{C9DB5DAF-E46B-9B03-C588-AC3D18440867}"/>
                      </a:ext>
                    </a:extLst>
                  </p:cNvPr>
                  <p:cNvSpPr>
                    <a:spLocks noChangeArrowheads="1"/>
                  </p:cNvSpPr>
                  <p:nvPr/>
                </p:nvSpPr>
                <p:spPr bwMode="auto">
                  <a:xfrm>
                    <a:off x="43" y="2769"/>
                    <a:ext cx="72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97" name="Rectangle 154">
                    <a:extLst>
                      <a:ext uri="{FF2B5EF4-FFF2-40B4-BE49-F238E27FC236}">
                        <a16:creationId xmlns:a16="http://schemas.microsoft.com/office/drawing/2014/main" id="{B16C5FD3-6E23-5F55-C169-1D08889F5ACE}"/>
                      </a:ext>
                    </a:extLst>
                  </p:cNvPr>
                  <p:cNvSpPr>
                    <a:spLocks noChangeArrowheads="1"/>
                  </p:cNvSpPr>
                  <p:nvPr/>
                </p:nvSpPr>
                <p:spPr bwMode="auto">
                  <a:xfrm>
                    <a:off x="0" y="2769"/>
                    <a:ext cx="813"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4" name="Group 161">
                <a:extLst>
                  <a:ext uri="{FF2B5EF4-FFF2-40B4-BE49-F238E27FC236}">
                    <a16:creationId xmlns:a16="http://schemas.microsoft.com/office/drawing/2014/main" id="{2DCF6F50-AF2C-0567-FE6A-5CCF8097E607}"/>
                  </a:ext>
                </a:extLst>
              </p:cNvPr>
              <p:cNvGrpSpPr>
                <a:grpSpLocks/>
              </p:cNvGrpSpPr>
              <p:nvPr/>
            </p:nvGrpSpPr>
            <p:grpSpPr bwMode="auto">
              <a:xfrm>
                <a:off x="813" y="2769"/>
                <a:ext cx="770" cy="423"/>
                <a:chOff x="813" y="2769"/>
                <a:chExt cx="770" cy="423"/>
              </a:xfrm>
            </p:grpSpPr>
            <p:sp>
              <p:nvSpPr>
                <p:cNvPr id="620790" name="Rectangle 160">
                  <a:extLst>
                    <a:ext uri="{FF2B5EF4-FFF2-40B4-BE49-F238E27FC236}">
                      <a16:creationId xmlns:a16="http://schemas.microsoft.com/office/drawing/2014/main" id="{F6DDE197-54D6-D214-5DEB-86404A6D9B47}"/>
                    </a:ext>
                  </a:extLst>
                </p:cNvPr>
                <p:cNvSpPr>
                  <a:spLocks noChangeArrowheads="1"/>
                </p:cNvSpPr>
                <p:nvPr/>
              </p:nvSpPr>
              <p:spPr bwMode="auto">
                <a:xfrm>
                  <a:off x="813" y="2769"/>
                  <a:ext cx="770"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91" name="Group 159">
                  <a:extLst>
                    <a:ext uri="{FF2B5EF4-FFF2-40B4-BE49-F238E27FC236}">
                      <a16:creationId xmlns:a16="http://schemas.microsoft.com/office/drawing/2014/main" id="{51D040A6-5E82-E87D-258E-01F3878FB0EC}"/>
                    </a:ext>
                  </a:extLst>
                </p:cNvPr>
                <p:cNvGrpSpPr>
                  <a:grpSpLocks/>
                </p:cNvGrpSpPr>
                <p:nvPr/>
              </p:nvGrpSpPr>
              <p:grpSpPr bwMode="auto">
                <a:xfrm>
                  <a:off x="813" y="2769"/>
                  <a:ext cx="770" cy="423"/>
                  <a:chOff x="813" y="2769"/>
                  <a:chExt cx="770" cy="423"/>
                </a:xfrm>
              </p:grpSpPr>
              <p:sp>
                <p:nvSpPr>
                  <p:cNvPr id="620792" name="Rectangle 26">
                    <a:extLst>
                      <a:ext uri="{FF2B5EF4-FFF2-40B4-BE49-F238E27FC236}">
                        <a16:creationId xmlns:a16="http://schemas.microsoft.com/office/drawing/2014/main" id="{769FD127-F9E8-BEBF-F0CC-91954717FD80}"/>
                      </a:ext>
                    </a:extLst>
                  </p:cNvPr>
                  <p:cNvSpPr>
                    <a:spLocks noChangeArrowheads="1"/>
                  </p:cNvSpPr>
                  <p:nvPr/>
                </p:nvSpPr>
                <p:spPr bwMode="auto">
                  <a:xfrm>
                    <a:off x="856" y="2769"/>
                    <a:ext cx="684"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Digest</a:t>
                    </a:r>
                  </a:p>
                  <a:p>
                    <a:pPr algn="just">
                      <a:spcBef>
                        <a:spcPct val="0"/>
                      </a:spcBef>
                      <a:buClrTx/>
                      <a:buSzTx/>
                      <a:buFontTx/>
                      <a:buNone/>
                    </a:pPr>
                    <a:endParaRPr lang="en-US" altLang="en-US" sz="1800">
                      <a:latin typeface="Arial" panose="020B0604020202020204" pitchFamily="34" charset="0"/>
                    </a:endParaRPr>
                  </a:p>
                </p:txBody>
              </p:sp>
              <p:sp>
                <p:nvSpPr>
                  <p:cNvPr id="620793" name="Rectangle 158">
                    <a:extLst>
                      <a:ext uri="{FF2B5EF4-FFF2-40B4-BE49-F238E27FC236}">
                        <a16:creationId xmlns:a16="http://schemas.microsoft.com/office/drawing/2014/main" id="{1F1061A4-E00C-6D2B-EA5D-35D8F09FB8A4}"/>
                      </a:ext>
                    </a:extLst>
                  </p:cNvPr>
                  <p:cNvSpPr>
                    <a:spLocks noChangeArrowheads="1"/>
                  </p:cNvSpPr>
                  <p:nvPr/>
                </p:nvSpPr>
                <p:spPr bwMode="auto">
                  <a:xfrm>
                    <a:off x="813" y="2769"/>
                    <a:ext cx="770"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5" name="Group 165">
                <a:extLst>
                  <a:ext uri="{FF2B5EF4-FFF2-40B4-BE49-F238E27FC236}">
                    <a16:creationId xmlns:a16="http://schemas.microsoft.com/office/drawing/2014/main" id="{07FE466B-64B7-CA4E-E7F8-7D1F39EE1A93}"/>
                  </a:ext>
                </a:extLst>
              </p:cNvPr>
              <p:cNvGrpSpPr>
                <a:grpSpLocks/>
              </p:cNvGrpSpPr>
              <p:nvPr/>
            </p:nvGrpSpPr>
            <p:grpSpPr bwMode="auto">
              <a:xfrm>
                <a:off x="1583" y="2769"/>
                <a:ext cx="2217" cy="423"/>
                <a:chOff x="1583" y="2769"/>
                <a:chExt cx="2217" cy="423"/>
              </a:xfrm>
            </p:grpSpPr>
            <p:sp>
              <p:nvSpPr>
                <p:cNvPr id="620786" name="Rectangle 164">
                  <a:extLst>
                    <a:ext uri="{FF2B5EF4-FFF2-40B4-BE49-F238E27FC236}">
                      <a16:creationId xmlns:a16="http://schemas.microsoft.com/office/drawing/2014/main" id="{8A8553A9-D8CD-3B0B-A114-AF0135AD56C4}"/>
                    </a:ext>
                  </a:extLst>
                </p:cNvPr>
                <p:cNvSpPr>
                  <a:spLocks noChangeArrowheads="1"/>
                </p:cNvSpPr>
                <p:nvPr/>
              </p:nvSpPr>
              <p:spPr bwMode="auto">
                <a:xfrm>
                  <a:off x="1583" y="2769"/>
                  <a:ext cx="221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87" name="Group 163">
                  <a:extLst>
                    <a:ext uri="{FF2B5EF4-FFF2-40B4-BE49-F238E27FC236}">
                      <a16:creationId xmlns:a16="http://schemas.microsoft.com/office/drawing/2014/main" id="{01A214AD-C01F-5C5A-AA08-B75E7F7B0929}"/>
                    </a:ext>
                  </a:extLst>
                </p:cNvPr>
                <p:cNvGrpSpPr>
                  <a:grpSpLocks/>
                </p:cNvGrpSpPr>
                <p:nvPr/>
              </p:nvGrpSpPr>
              <p:grpSpPr bwMode="auto">
                <a:xfrm>
                  <a:off x="1583" y="2769"/>
                  <a:ext cx="2217" cy="423"/>
                  <a:chOff x="1583" y="2769"/>
                  <a:chExt cx="2217" cy="423"/>
                </a:xfrm>
              </p:grpSpPr>
              <p:sp>
                <p:nvSpPr>
                  <p:cNvPr id="620788" name="Rectangle 27">
                    <a:extLst>
                      <a:ext uri="{FF2B5EF4-FFF2-40B4-BE49-F238E27FC236}">
                        <a16:creationId xmlns:a16="http://schemas.microsoft.com/office/drawing/2014/main" id="{18FB7B5C-DA4A-9E61-69C3-98035D36DB03}"/>
                      </a:ext>
                    </a:extLst>
                  </p:cNvPr>
                  <p:cNvSpPr>
                    <a:spLocks noChangeArrowheads="1"/>
                  </p:cNvSpPr>
                  <p:nvPr/>
                </p:nvSpPr>
                <p:spPr bwMode="auto">
                  <a:xfrm>
                    <a:off x="1626" y="2769"/>
                    <a:ext cx="2131"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Similar to Mixed. Detailed discussion is out of scope of the current text.</a:t>
                    </a:r>
                  </a:p>
                  <a:p>
                    <a:pPr algn="just">
                      <a:spcBef>
                        <a:spcPct val="0"/>
                      </a:spcBef>
                      <a:buClrTx/>
                      <a:buSzTx/>
                      <a:buFontTx/>
                      <a:buNone/>
                    </a:pPr>
                    <a:endParaRPr lang="en-US" altLang="en-US" sz="1800">
                      <a:latin typeface="Arial" panose="020B0604020202020204" pitchFamily="34" charset="0"/>
                    </a:endParaRPr>
                  </a:p>
                </p:txBody>
              </p:sp>
              <p:sp>
                <p:nvSpPr>
                  <p:cNvPr id="620789" name="Rectangle 162">
                    <a:extLst>
                      <a:ext uri="{FF2B5EF4-FFF2-40B4-BE49-F238E27FC236}">
                        <a16:creationId xmlns:a16="http://schemas.microsoft.com/office/drawing/2014/main" id="{63B1C861-310F-570E-E576-94907FC82DFE}"/>
                      </a:ext>
                    </a:extLst>
                  </p:cNvPr>
                  <p:cNvSpPr>
                    <a:spLocks noChangeArrowheads="1"/>
                  </p:cNvSpPr>
                  <p:nvPr/>
                </p:nvSpPr>
                <p:spPr bwMode="auto">
                  <a:xfrm>
                    <a:off x="1583" y="2769"/>
                    <a:ext cx="2217"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6" name="Group 169">
                <a:extLst>
                  <a:ext uri="{FF2B5EF4-FFF2-40B4-BE49-F238E27FC236}">
                    <a16:creationId xmlns:a16="http://schemas.microsoft.com/office/drawing/2014/main" id="{62E6B7C8-31CD-F8FE-5362-2627C8BB13EE}"/>
                  </a:ext>
                </a:extLst>
              </p:cNvPr>
              <p:cNvGrpSpPr>
                <a:grpSpLocks/>
              </p:cNvGrpSpPr>
              <p:nvPr/>
            </p:nvGrpSpPr>
            <p:grpSpPr bwMode="auto">
              <a:xfrm>
                <a:off x="0" y="3192"/>
                <a:ext cx="813" cy="327"/>
                <a:chOff x="0" y="3192"/>
                <a:chExt cx="813" cy="327"/>
              </a:xfrm>
            </p:grpSpPr>
            <p:sp>
              <p:nvSpPr>
                <p:cNvPr id="620782" name="Rectangle 168">
                  <a:extLst>
                    <a:ext uri="{FF2B5EF4-FFF2-40B4-BE49-F238E27FC236}">
                      <a16:creationId xmlns:a16="http://schemas.microsoft.com/office/drawing/2014/main" id="{372F55C3-2391-347B-66AC-4BFBD9B4FB87}"/>
                    </a:ext>
                  </a:extLst>
                </p:cNvPr>
                <p:cNvSpPr>
                  <a:spLocks noChangeArrowheads="1"/>
                </p:cNvSpPr>
                <p:nvPr/>
              </p:nvSpPr>
              <p:spPr bwMode="auto">
                <a:xfrm>
                  <a:off x="0" y="3192"/>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83" name="Group 167">
                  <a:extLst>
                    <a:ext uri="{FF2B5EF4-FFF2-40B4-BE49-F238E27FC236}">
                      <a16:creationId xmlns:a16="http://schemas.microsoft.com/office/drawing/2014/main" id="{BC283559-17F9-2968-866F-AF56FD1946F3}"/>
                    </a:ext>
                  </a:extLst>
                </p:cNvPr>
                <p:cNvGrpSpPr>
                  <a:grpSpLocks/>
                </p:cNvGrpSpPr>
                <p:nvPr/>
              </p:nvGrpSpPr>
              <p:grpSpPr bwMode="auto">
                <a:xfrm>
                  <a:off x="0" y="3192"/>
                  <a:ext cx="813" cy="327"/>
                  <a:chOff x="0" y="3192"/>
                  <a:chExt cx="813" cy="327"/>
                </a:xfrm>
              </p:grpSpPr>
              <p:sp>
                <p:nvSpPr>
                  <p:cNvPr id="620784" name="Rectangle 28">
                    <a:extLst>
                      <a:ext uri="{FF2B5EF4-FFF2-40B4-BE49-F238E27FC236}">
                        <a16:creationId xmlns:a16="http://schemas.microsoft.com/office/drawing/2014/main" id="{79CEA1A9-9B35-70CC-22D1-4FFA766EDDCF}"/>
                      </a:ext>
                    </a:extLst>
                  </p:cNvPr>
                  <p:cNvSpPr>
                    <a:spLocks noChangeArrowheads="1"/>
                  </p:cNvSpPr>
                  <p:nvPr/>
                </p:nvSpPr>
                <p:spPr bwMode="auto">
                  <a:xfrm>
                    <a:off x="43" y="3192"/>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85" name="Rectangle 166">
                    <a:extLst>
                      <a:ext uri="{FF2B5EF4-FFF2-40B4-BE49-F238E27FC236}">
                        <a16:creationId xmlns:a16="http://schemas.microsoft.com/office/drawing/2014/main" id="{0669724E-8D81-C334-85B1-93AABCCCEFC2}"/>
                      </a:ext>
                    </a:extLst>
                  </p:cNvPr>
                  <p:cNvSpPr>
                    <a:spLocks noChangeArrowheads="1"/>
                  </p:cNvSpPr>
                  <p:nvPr/>
                </p:nvSpPr>
                <p:spPr bwMode="auto">
                  <a:xfrm>
                    <a:off x="0" y="3192"/>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7" name="Group 173">
                <a:extLst>
                  <a:ext uri="{FF2B5EF4-FFF2-40B4-BE49-F238E27FC236}">
                    <a16:creationId xmlns:a16="http://schemas.microsoft.com/office/drawing/2014/main" id="{14EF49D7-D977-7FD5-B8C1-D50023C04331}"/>
                  </a:ext>
                </a:extLst>
              </p:cNvPr>
              <p:cNvGrpSpPr>
                <a:grpSpLocks/>
              </p:cNvGrpSpPr>
              <p:nvPr/>
            </p:nvGrpSpPr>
            <p:grpSpPr bwMode="auto">
              <a:xfrm>
                <a:off x="813" y="3192"/>
                <a:ext cx="770" cy="327"/>
                <a:chOff x="813" y="3192"/>
                <a:chExt cx="770" cy="327"/>
              </a:xfrm>
            </p:grpSpPr>
            <p:sp>
              <p:nvSpPr>
                <p:cNvPr id="620778" name="Rectangle 172">
                  <a:extLst>
                    <a:ext uri="{FF2B5EF4-FFF2-40B4-BE49-F238E27FC236}">
                      <a16:creationId xmlns:a16="http://schemas.microsoft.com/office/drawing/2014/main" id="{E1EE4601-C197-2578-3E28-9EC1DFC767D8}"/>
                    </a:ext>
                  </a:extLst>
                </p:cNvPr>
                <p:cNvSpPr>
                  <a:spLocks noChangeArrowheads="1"/>
                </p:cNvSpPr>
                <p:nvPr/>
              </p:nvSpPr>
              <p:spPr bwMode="auto">
                <a:xfrm>
                  <a:off x="813" y="3192"/>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79" name="Group 171">
                  <a:extLst>
                    <a:ext uri="{FF2B5EF4-FFF2-40B4-BE49-F238E27FC236}">
                      <a16:creationId xmlns:a16="http://schemas.microsoft.com/office/drawing/2014/main" id="{D8AB1E18-FD88-F8B1-A6CB-B6D047E4FC42}"/>
                    </a:ext>
                  </a:extLst>
                </p:cNvPr>
                <p:cNvGrpSpPr>
                  <a:grpSpLocks/>
                </p:cNvGrpSpPr>
                <p:nvPr/>
              </p:nvGrpSpPr>
              <p:grpSpPr bwMode="auto">
                <a:xfrm>
                  <a:off x="813" y="3192"/>
                  <a:ext cx="770" cy="327"/>
                  <a:chOff x="813" y="3192"/>
                  <a:chExt cx="770" cy="327"/>
                </a:xfrm>
              </p:grpSpPr>
              <p:sp>
                <p:nvSpPr>
                  <p:cNvPr id="620780" name="Rectangle 29">
                    <a:extLst>
                      <a:ext uri="{FF2B5EF4-FFF2-40B4-BE49-F238E27FC236}">
                        <a16:creationId xmlns:a16="http://schemas.microsoft.com/office/drawing/2014/main" id="{DA6A9855-D306-4110-5284-8F03C229E169}"/>
                      </a:ext>
                    </a:extLst>
                  </p:cNvPr>
                  <p:cNvSpPr>
                    <a:spLocks noChangeArrowheads="1"/>
                  </p:cNvSpPr>
                  <p:nvPr/>
                </p:nvSpPr>
                <p:spPr bwMode="auto">
                  <a:xfrm>
                    <a:off x="856" y="3192"/>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81" name="Rectangle 170">
                    <a:extLst>
                      <a:ext uri="{FF2B5EF4-FFF2-40B4-BE49-F238E27FC236}">
                        <a16:creationId xmlns:a16="http://schemas.microsoft.com/office/drawing/2014/main" id="{9CDEA632-1FE0-E47A-C05A-CBBD864C1409}"/>
                      </a:ext>
                    </a:extLst>
                  </p:cNvPr>
                  <p:cNvSpPr>
                    <a:spLocks noChangeArrowheads="1"/>
                  </p:cNvSpPr>
                  <p:nvPr/>
                </p:nvSpPr>
                <p:spPr bwMode="auto">
                  <a:xfrm>
                    <a:off x="813" y="3192"/>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8" name="Group 177">
                <a:extLst>
                  <a:ext uri="{FF2B5EF4-FFF2-40B4-BE49-F238E27FC236}">
                    <a16:creationId xmlns:a16="http://schemas.microsoft.com/office/drawing/2014/main" id="{5CF17E4F-FE84-2605-4DFC-1EE9B08D18FC}"/>
                  </a:ext>
                </a:extLst>
              </p:cNvPr>
              <p:cNvGrpSpPr>
                <a:grpSpLocks/>
              </p:cNvGrpSpPr>
              <p:nvPr/>
            </p:nvGrpSpPr>
            <p:grpSpPr bwMode="auto">
              <a:xfrm>
                <a:off x="1583" y="3192"/>
                <a:ext cx="2217" cy="327"/>
                <a:chOff x="1583" y="3192"/>
                <a:chExt cx="2217" cy="327"/>
              </a:xfrm>
            </p:grpSpPr>
            <p:sp>
              <p:nvSpPr>
                <p:cNvPr id="620774" name="Rectangle 176">
                  <a:extLst>
                    <a:ext uri="{FF2B5EF4-FFF2-40B4-BE49-F238E27FC236}">
                      <a16:creationId xmlns:a16="http://schemas.microsoft.com/office/drawing/2014/main" id="{E7DF0B63-E407-B76E-FC43-8AB96C59E159}"/>
                    </a:ext>
                  </a:extLst>
                </p:cNvPr>
                <p:cNvSpPr>
                  <a:spLocks noChangeArrowheads="1"/>
                </p:cNvSpPr>
                <p:nvPr/>
              </p:nvSpPr>
              <p:spPr bwMode="auto">
                <a:xfrm>
                  <a:off x="1583" y="3192"/>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75" name="Group 175">
                  <a:extLst>
                    <a:ext uri="{FF2B5EF4-FFF2-40B4-BE49-F238E27FC236}">
                      <a16:creationId xmlns:a16="http://schemas.microsoft.com/office/drawing/2014/main" id="{8891442B-B7EC-AE5E-74FA-DE376B61CECB}"/>
                    </a:ext>
                  </a:extLst>
                </p:cNvPr>
                <p:cNvGrpSpPr>
                  <a:grpSpLocks/>
                </p:cNvGrpSpPr>
                <p:nvPr/>
              </p:nvGrpSpPr>
              <p:grpSpPr bwMode="auto">
                <a:xfrm>
                  <a:off x="1583" y="3192"/>
                  <a:ext cx="2217" cy="327"/>
                  <a:chOff x="1583" y="3192"/>
                  <a:chExt cx="2217" cy="327"/>
                </a:xfrm>
              </p:grpSpPr>
              <p:sp>
                <p:nvSpPr>
                  <p:cNvPr id="620776" name="Rectangle 30">
                    <a:extLst>
                      <a:ext uri="{FF2B5EF4-FFF2-40B4-BE49-F238E27FC236}">
                        <a16:creationId xmlns:a16="http://schemas.microsoft.com/office/drawing/2014/main" id="{E37D7EA3-4BFD-90C9-0533-7FD5CDCC72D0}"/>
                      </a:ext>
                    </a:extLst>
                  </p:cNvPr>
                  <p:cNvSpPr>
                    <a:spLocks noChangeArrowheads="1"/>
                  </p:cNvSpPr>
                  <p:nvPr/>
                </p:nvSpPr>
                <p:spPr bwMode="auto">
                  <a:xfrm>
                    <a:off x="1626" y="3192"/>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77" name="Rectangle 174">
                    <a:extLst>
                      <a:ext uri="{FF2B5EF4-FFF2-40B4-BE49-F238E27FC236}">
                        <a16:creationId xmlns:a16="http://schemas.microsoft.com/office/drawing/2014/main" id="{134756A7-2CB9-6B07-F557-67A9073280AE}"/>
                      </a:ext>
                    </a:extLst>
                  </p:cNvPr>
                  <p:cNvSpPr>
                    <a:spLocks noChangeArrowheads="1"/>
                  </p:cNvSpPr>
                  <p:nvPr/>
                </p:nvSpPr>
                <p:spPr bwMode="auto">
                  <a:xfrm>
                    <a:off x="1583" y="3192"/>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79" name="Group 181">
                <a:extLst>
                  <a:ext uri="{FF2B5EF4-FFF2-40B4-BE49-F238E27FC236}">
                    <a16:creationId xmlns:a16="http://schemas.microsoft.com/office/drawing/2014/main" id="{9C4D6509-ABAE-5EC2-9B78-1EFC4AE39430}"/>
                  </a:ext>
                </a:extLst>
              </p:cNvPr>
              <p:cNvGrpSpPr>
                <a:grpSpLocks/>
              </p:cNvGrpSpPr>
              <p:nvPr/>
            </p:nvGrpSpPr>
            <p:grpSpPr bwMode="auto">
              <a:xfrm>
                <a:off x="0" y="3519"/>
                <a:ext cx="813" cy="423"/>
                <a:chOff x="0" y="3519"/>
                <a:chExt cx="813" cy="423"/>
              </a:xfrm>
            </p:grpSpPr>
            <p:sp>
              <p:nvSpPr>
                <p:cNvPr id="620770" name="Rectangle 180">
                  <a:extLst>
                    <a:ext uri="{FF2B5EF4-FFF2-40B4-BE49-F238E27FC236}">
                      <a16:creationId xmlns:a16="http://schemas.microsoft.com/office/drawing/2014/main" id="{DDC84EFA-D18E-FFC4-4B0E-B950DDD10BC2}"/>
                    </a:ext>
                  </a:extLst>
                </p:cNvPr>
                <p:cNvSpPr>
                  <a:spLocks noChangeArrowheads="1"/>
                </p:cNvSpPr>
                <p:nvPr/>
              </p:nvSpPr>
              <p:spPr bwMode="auto">
                <a:xfrm>
                  <a:off x="0" y="3519"/>
                  <a:ext cx="813"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71" name="Group 179">
                  <a:extLst>
                    <a:ext uri="{FF2B5EF4-FFF2-40B4-BE49-F238E27FC236}">
                      <a16:creationId xmlns:a16="http://schemas.microsoft.com/office/drawing/2014/main" id="{B15A05A2-0940-B302-7CA7-4E585F135E40}"/>
                    </a:ext>
                  </a:extLst>
                </p:cNvPr>
                <p:cNvGrpSpPr>
                  <a:grpSpLocks/>
                </p:cNvGrpSpPr>
                <p:nvPr/>
              </p:nvGrpSpPr>
              <p:grpSpPr bwMode="auto">
                <a:xfrm>
                  <a:off x="0" y="3519"/>
                  <a:ext cx="813" cy="423"/>
                  <a:chOff x="0" y="3519"/>
                  <a:chExt cx="813" cy="423"/>
                </a:xfrm>
              </p:grpSpPr>
              <p:sp>
                <p:nvSpPr>
                  <p:cNvPr id="620772" name="Rectangle 31">
                    <a:extLst>
                      <a:ext uri="{FF2B5EF4-FFF2-40B4-BE49-F238E27FC236}">
                        <a16:creationId xmlns:a16="http://schemas.microsoft.com/office/drawing/2014/main" id="{ACCDFF0C-FE00-5E34-1951-71995251B312}"/>
                      </a:ext>
                    </a:extLst>
                  </p:cNvPr>
                  <p:cNvSpPr>
                    <a:spLocks noChangeArrowheads="1"/>
                  </p:cNvSpPr>
                  <p:nvPr/>
                </p:nvSpPr>
                <p:spPr bwMode="auto">
                  <a:xfrm>
                    <a:off x="43" y="3519"/>
                    <a:ext cx="72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Message</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773" name="Rectangle 178">
                    <a:extLst>
                      <a:ext uri="{FF2B5EF4-FFF2-40B4-BE49-F238E27FC236}">
                        <a16:creationId xmlns:a16="http://schemas.microsoft.com/office/drawing/2014/main" id="{7D32B34A-AC96-7C37-B48E-BFC45AFF2D69}"/>
                      </a:ext>
                    </a:extLst>
                  </p:cNvPr>
                  <p:cNvSpPr>
                    <a:spLocks noChangeArrowheads="1"/>
                  </p:cNvSpPr>
                  <p:nvPr/>
                </p:nvSpPr>
                <p:spPr bwMode="auto">
                  <a:xfrm>
                    <a:off x="0" y="3519"/>
                    <a:ext cx="813"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0" name="Group 185">
                <a:extLst>
                  <a:ext uri="{FF2B5EF4-FFF2-40B4-BE49-F238E27FC236}">
                    <a16:creationId xmlns:a16="http://schemas.microsoft.com/office/drawing/2014/main" id="{55903755-A836-7BF6-7AFC-820DA1DDF463}"/>
                  </a:ext>
                </a:extLst>
              </p:cNvPr>
              <p:cNvGrpSpPr>
                <a:grpSpLocks/>
              </p:cNvGrpSpPr>
              <p:nvPr/>
            </p:nvGrpSpPr>
            <p:grpSpPr bwMode="auto">
              <a:xfrm>
                <a:off x="813" y="3519"/>
                <a:ext cx="770" cy="423"/>
                <a:chOff x="813" y="3519"/>
                <a:chExt cx="770" cy="423"/>
              </a:xfrm>
            </p:grpSpPr>
            <p:sp>
              <p:nvSpPr>
                <p:cNvPr id="620766" name="Rectangle 184">
                  <a:extLst>
                    <a:ext uri="{FF2B5EF4-FFF2-40B4-BE49-F238E27FC236}">
                      <a16:creationId xmlns:a16="http://schemas.microsoft.com/office/drawing/2014/main" id="{33B9A93F-C721-7A1A-DE3B-C7BE9C5C7CB9}"/>
                    </a:ext>
                  </a:extLst>
                </p:cNvPr>
                <p:cNvSpPr>
                  <a:spLocks noChangeArrowheads="1"/>
                </p:cNvSpPr>
                <p:nvPr/>
              </p:nvSpPr>
              <p:spPr bwMode="auto">
                <a:xfrm>
                  <a:off x="813" y="3519"/>
                  <a:ext cx="770"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67" name="Group 183">
                  <a:extLst>
                    <a:ext uri="{FF2B5EF4-FFF2-40B4-BE49-F238E27FC236}">
                      <a16:creationId xmlns:a16="http://schemas.microsoft.com/office/drawing/2014/main" id="{A130F1B1-664C-679A-4CDB-6BD0795BB8FA}"/>
                    </a:ext>
                  </a:extLst>
                </p:cNvPr>
                <p:cNvGrpSpPr>
                  <a:grpSpLocks/>
                </p:cNvGrpSpPr>
                <p:nvPr/>
              </p:nvGrpSpPr>
              <p:grpSpPr bwMode="auto">
                <a:xfrm>
                  <a:off x="813" y="3519"/>
                  <a:ext cx="770" cy="423"/>
                  <a:chOff x="813" y="3519"/>
                  <a:chExt cx="770" cy="423"/>
                </a:xfrm>
              </p:grpSpPr>
              <p:sp>
                <p:nvSpPr>
                  <p:cNvPr id="620768" name="Rectangle 32">
                    <a:extLst>
                      <a:ext uri="{FF2B5EF4-FFF2-40B4-BE49-F238E27FC236}">
                        <a16:creationId xmlns:a16="http://schemas.microsoft.com/office/drawing/2014/main" id="{F996C221-6553-92E2-7055-EA7F2BE93C91}"/>
                      </a:ext>
                    </a:extLst>
                  </p:cNvPr>
                  <p:cNvSpPr>
                    <a:spLocks noChangeArrowheads="1"/>
                  </p:cNvSpPr>
                  <p:nvPr/>
                </p:nvSpPr>
                <p:spPr bwMode="auto">
                  <a:xfrm>
                    <a:off x="856" y="3519"/>
                    <a:ext cx="684"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RFC822</a:t>
                    </a:r>
                  </a:p>
                  <a:p>
                    <a:pPr algn="just">
                      <a:spcBef>
                        <a:spcPct val="0"/>
                      </a:spcBef>
                      <a:buClrTx/>
                      <a:buSzTx/>
                      <a:buFontTx/>
                      <a:buNone/>
                    </a:pPr>
                    <a:endParaRPr lang="en-US" altLang="en-US" sz="1800">
                      <a:latin typeface="Arial" panose="020B0604020202020204" pitchFamily="34" charset="0"/>
                    </a:endParaRPr>
                  </a:p>
                </p:txBody>
              </p:sp>
              <p:sp>
                <p:nvSpPr>
                  <p:cNvPr id="620769" name="Rectangle 182">
                    <a:extLst>
                      <a:ext uri="{FF2B5EF4-FFF2-40B4-BE49-F238E27FC236}">
                        <a16:creationId xmlns:a16="http://schemas.microsoft.com/office/drawing/2014/main" id="{A619D37A-FC13-FE3B-BF67-46B19D595AF7}"/>
                      </a:ext>
                    </a:extLst>
                  </p:cNvPr>
                  <p:cNvSpPr>
                    <a:spLocks noChangeArrowheads="1"/>
                  </p:cNvSpPr>
                  <p:nvPr/>
                </p:nvSpPr>
                <p:spPr bwMode="auto">
                  <a:xfrm>
                    <a:off x="813" y="3519"/>
                    <a:ext cx="770"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1" name="Group 189">
                <a:extLst>
                  <a:ext uri="{FF2B5EF4-FFF2-40B4-BE49-F238E27FC236}">
                    <a16:creationId xmlns:a16="http://schemas.microsoft.com/office/drawing/2014/main" id="{1DD7C5DC-BAEE-7D9F-21B5-8710AB1A7588}"/>
                  </a:ext>
                </a:extLst>
              </p:cNvPr>
              <p:cNvGrpSpPr>
                <a:grpSpLocks/>
              </p:cNvGrpSpPr>
              <p:nvPr/>
            </p:nvGrpSpPr>
            <p:grpSpPr bwMode="auto">
              <a:xfrm>
                <a:off x="1583" y="3519"/>
                <a:ext cx="2217" cy="423"/>
                <a:chOff x="1583" y="3519"/>
                <a:chExt cx="2217" cy="423"/>
              </a:xfrm>
            </p:grpSpPr>
            <p:sp>
              <p:nvSpPr>
                <p:cNvPr id="620762" name="Rectangle 188">
                  <a:extLst>
                    <a:ext uri="{FF2B5EF4-FFF2-40B4-BE49-F238E27FC236}">
                      <a16:creationId xmlns:a16="http://schemas.microsoft.com/office/drawing/2014/main" id="{DB38D383-7B84-2F07-0013-8D9AA54C8822}"/>
                    </a:ext>
                  </a:extLst>
                </p:cNvPr>
                <p:cNvSpPr>
                  <a:spLocks noChangeArrowheads="1"/>
                </p:cNvSpPr>
                <p:nvPr/>
              </p:nvSpPr>
              <p:spPr bwMode="auto">
                <a:xfrm>
                  <a:off x="1583" y="3519"/>
                  <a:ext cx="221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63" name="Group 187">
                  <a:extLst>
                    <a:ext uri="{FF2B5EF4-FFF2-40B4-BE49-F238E27FC236}">
                      <a16:creationId xmlns:a16="http://schemas.microsoft.com/office/drawing/2014/main" id="{54C4E978-D8DE-6028-0CC2-61FBD48814AA}"/>
                    </a:ext>
                  </a:extLst>
                </p:cNvPr>
                <p:cNvGrpSpPr>
                  <a:grpSpLocks/>
                </p:cNvGrpSpPr>
                <p:nvPr/>
              </p:nvGrpSpPr>
              <p:grpSpPr bwMode="auto">
                <a:xfrm>
                  <a:off x="1583" y="3519"/>
                  <a:ext cx="2217" cy="423"/>
                  <a:chOff x="1583" y="3519"/>
                  <a:chExt cx="2217" cy="423"/>
                </a:xfrm>
              </p:grpSpPr>
              <p:sp>
                <p:nvSpPr>
                  <p:cNvPr id="620764" name="Rectangle 33">
                    <a:extLst>
                      <a:ext uri="{FF2B5EF4-FFF2-40B4-BE49-F238E27FC236}">
                        <a16:creationId xmlns:a16="http://schemas.microsoft.com/office/drawing/2014/main" id="{2350FD75-6979-0493-042F-AF4B4741D42F}"/>
                      </a:ext>
                    </a:extLst>
                  </p:cNvPr>
                  <p:cNvSpPr>
                    <a:spLocks noChangeArrowheads="1"/>
                  </p:cNvSpPr>
                  <p:nvPr/>
                </p:nvSpPr>
                <p:spPr bwMode="auto">
                  <a:xfrm>
                    <a:off x="1626" y="3519"/>
                    <a:ext cx="2131"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The body itself is an encapsulated message that conforms to RFC 822.</a:t>
                    </a:r>
                  </a:p>
                  <a:p>
                    <a:pPr algn="just">
                      <a:spcBef>
                        <a:spcPct val="0"/>
                      </a:spcBef>
                      <a:buClrTx/>
                      <a:buSzTx/>
                      <a:buFontTx/>
                      <a:buNone/>
                    </a:pPr>
                    <a:endParaRPr lang="en-US" altLang="en-US" sz="1800">
                      <a:latin typeface="Arial" panose="020B0604020202020204" pitchFamily="34" charset="0"/>
                    </a:endParaRPr>
                  </a:p>
                </p:txBody>
              </p:sp>
              <p:sp>
                <p:nvSpPr>
                  <p:cNvPr id="620765" name="Rectangle 186">
                    <a:extLst>
                      <a:ext uri="{FF2B5EF4-FFF2-40B4-BE49-F238E27FC236}">
                        <a16:creationId xmlns:a16="http://schemas.microsoft.com/office/drawing/2014/main" id="{9B764A35-2DFC-DD93-72BA-0953315EC336}"/>
                      </a:ext>
                    </a:extLst>
                  </p:cNvPr>
                  <p:cNvSpPr>
                    <a:spLocks noChangeArrowheads="1"/>
                  </p:cNvSpPr>
                  <p:nvPr/>
                </p:nvSpPr>
                <p:spPr bwMode="auto">
                  <a:xfrm>
                    <a:off x="1583" y="3519"/>
                    <a:ext cx="2217"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2" name="Group 193">
                <a:extLst>
                  <a:ext uri="{FF2B5EF4-FFF2-40B4-BE49-F238E27FC236}">
                    <a16:creationId xmlns:a16="http://schemas.microsoft.com/office/drawing/2014/main" id="{965BB26E-3C37-CF09-8A2F-F59D4BF6AE63}"/>
                  </a:ext>
                </a:extLst>
              </p:cNvPr>
              <p:cNvGrpSpPr>
                <a:grpSpLocks/>
              </p:cNvGrpSpPr>
              <p:nvPr/>
            </p:nvGrpSpPr>
            <p:grpSpPr bwMode="auto">
              <a:xfrm>
                <a:off x="0" y="3942"/>
                <a:ext cx="813" cy="327"/>
                <a:chOff x="0" y="3942"/>
                <a:chExt cx="813" cy="327"/>
              </a:xfrm>
            </p:grpSpPr>
            <p:sp>
              <p:nvSpPr>
                <p:cNvPr id="620758" name="Rectangle 192">
                  <a:extLst>
                    <a:ext uri="{FF2B5EF4-FFF2-40B4-BE49-F238E27FC236}">
                      <a16:creationId xmlns:a16="http://schemas.microsoft.com/office/drawing/2014/main" id="{034DD0FF-FC8E-26C4-19D1-61439B2C651A}"/>
                    </a:ext>
                  </a:extLst>
                </p:cNvPr>
                <p:cNvSpPr>
                  <a:spLocks noChangeArrowheads="1"/>
                </p:cNvSpPr>
                <p:nvPr/>
              </p:nvSpPr>
              <p:spPr bwMode="auto">
                <a:xfrm>
                  <a:off x="0" y="3942"/>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59" name="Group 191">
                  <a:extLst>
                    <a:ext uri="{FF2B5EF4-FFF2-40B4-BE49-F238E27FC236}">
                      <a16:creationId xmlns:a16="http://schemas.microsoft.com/office/drawing/2014/main" id="{525CBB43-C248-A163-803F-2082D995DB1A}"/>
                    </a:ext>
                  </a:extLst>
                </p:cNvPr>
                <p:cNvGrpSpPr>
                  <a:grpSpLocks/>
                </p:cNvGrpSpPr>
                <p:nvPr/>
              </p:nvGrpSpPr>
              <p:grpSpPr bwMode="auto">
                <a:xfrm>
                  <a:off x="0" y="3942"/>
                  <a:ext cx="813" cy="327"/>
                  <a:chOff x="0" y="3942"/>
                  <a:chExt cx="813" cy="327"/>
                </a:xfrm>
              </p:grpSpPr>
              <p:sp>
                <p:nvSpPr>
                  <p:cNvPr id="620760" name="Rectangle 34">
                    <a:extLst>
                      <a:ext uri="{FF2B5EF4-FFF2-40B4-BE49-F238E27FC236}">
                        <a16:creationId xmlns:a16="http://schemas.microsoft.com/office/drawing/2014/main" id="{13952077-B7A9-A696-6A15-59E5C46F0570}"/>
                      </a:ext>
                    </a:extLst>
                  </p:cNvPr>
                  <p:cNvSpPr>
                    <a:spLocks noChangeArrowheads="1"/>
                  </p:cNvSpPr>
                  <p:nvPr/>
                </p:nvSpPr>
                <p:spPr bwMode="auto">
                  <a:xfrm>
                    <a:off x="43" y="3942"/>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61" name="Rectangle 190">
                    <a:extLst>
                      <a:ext uri="{FF2B5EF4-FFF2-40B4-BE49-F238E27FC236}">
                        <a16:creationId xmlns:a16="http://schemas.microsoft.com/office/drawing/2014/main" id="{1991D9D5-0274-B416-D32A-95CD47EA9A8C}"/>
                      </a:ext>
                    </a:extLst>
                  </p:cNvPr>
                  <p:cNvSpPr>
                    <a:spLocks noChangeArrowheads="1"/>
                  </p:cNvSpPr>
                  <p:nvPr/>
                </p:nvSpPr>
                <p:spPr bwMode="auto">
                  <a:xfrm>
                    <a:off x="0" y="3942"/>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3" name="Group 197">
                <a:extLst>
                  <a:ext uri="{FF2B5EF4-FFF2-40B4-BE49-F238E27FC236}">
                    <a16:creationId xmlns:a16="http://schemas.microsoft.com/office/drawing/2014/main" id="{96F44CCF-8D82-C4A1-118A-F537DFC49700}"/>
                  </a:ext>
                </a:extLst>
              </p:cNvPr>
              <p:cNvGrpSpPr>
                <a:grpSpLocks/>
              </p:cNvGrpSpPr>
              <p:nvPr/>
            </p:nvGrpSpPr>
            <p:grpSpPr bwMode="auto">
              <a:xfrm>
                <a:off x="813" y="3942"/>
                <a:ext cx="770" cy="327"/>
                <a:chOff x="813" y="3942"/>
                <a:chExt cx="770" cy="327"/>
              </a:xfrm>
            </p:grpSpPr>
            <p:sp>
              <p:nvSpPr>
                <p:cNvPr id="620754" name="Rectangle 196">
                  <a:extLst>
                    <a:ext uri="{FF2B5EF4-FFF2-40B4-BE49-F238E27FC236}">
                      <a16:creationId xmlns:a16="http://schemas.microsoft.com/office/drawing/2014/main" id="{527EE814-5E1E-4D10-BEF0-7AFCBE4C2465}"/>
                    </a:ext>
                  </a:extLst>
                </p:cNvPr>
                <p:cNvSpPr>
                  <a:spLocks noChangeArrowheads="1"/>
                </p:cNvSpPr>
                <p:nvPr/>
              </p:nvSpPr>
              <p:spPr bwMode="auto">
                <a:xfrm>
                  <a:off x="813" y="3942"/>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55" name="Group 195">
                  <a:extLst>
                    <a:ext uri="{FF2B5EF4-FFF2-40B4-BE49-F238E27FC236}">
                      <a16:creationId xmlns:a16="http://schemas.microsoft.com/office/drawing/2014/main" id="{B0C4DB8E-EE5D-4DF6-49E9-12CC14CDB1FF}"/>
                    </a:ext>
                  </a:extLst>
                </p:cNvPr>
                <p:cNvGrpSpPr>
                  <a:grpSpLocks/>
                </p:cNvGrpSpPr>
                <p:nvPr/>
              </p:nvGrpSpPr>
              <p:grpSpPr bwMode="auto">
                <a:xfrm>
                  <a:off x="813" y="3942"/>
                  <a:ext cx="770" cy="327"/>
                  <a:chOff x="813" y="3942"/>
                  <a:chExt cx="770" cy="327"/>
                </a:xfrm>
              </p:grpSpPr>
              <p:sp>
                <p:nvSpPr>
                  <p:cNvPr id="620756" name="Rectangle 35">
                    <a:extLst>
                      <a:ext uri="{FF2B5EF4-FFF2-40B4-BE49-F238E27FC236}">
                        <a16:creationId xmlns:a16="http://schemas.microsoft.com/office/drawing/2014/main" id="{3F5EE1E7-BF47-9BA8-08EE-491CBBA09A75}"/>
                      </a:ext>
                    </a:extLst>
                  </p:cNvPr>
                  <p:cNvSpPr>
                    <a:spLocks noChangeArrowheads="1"/>
                  </p:cNvSpPr>
                  <p:nvPr/>
                </p:nvSpPr>
                <p:spPr bwMode="auto">
                  <a:xfrm>
                    <a:off x="856" y="3942"/>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Partial</a:t>
                    </a:r>
                  </a:p>
                  <a:p>
                    <a:pPr algn="just">
                      <a:spcBef>
                        <a:spcPct val="0"/>
                      </a:spcBef>
                      <a:buClrTx/>
                      <a:buSzTx/>
                      <a:buFontTx/>
                      <a:buNone/>
                    </a:pPr>
                    <a:endParaRPr lang="en-US" altLang="en-US" sz="1800">
                      <a:latin typeface="Arial" panose="020B0604020202020204" pitchFamily="34" charset="0"/>
                    </a:endParaRPr>
                  </a:p>
                </p:txBody>
              </p:sp>
              <p:sp>
                <p:nvSpPr>
                  <p:cNvPr id="620757" name="Rectangle 194">
                    <a:extLst>
                      <a:ext uri="{FF2B5EF4-FFF2-40B4-BE49-F238E27FC236}">
                        <a16:creationId xmlns:a16="http://schemas.microsoft.com/office/drawing/2014/main" id="{321C8A9D-2139-9607-AC52-F8259E7CC5FB}"/>
                      </a:ext>
                    </a:extLst>
                  </p:cNvPr>
                  <p:cNvSpPr>
                    <a:spLocks noChangeArrowheads="1"/>
                  </p:cNvSpPr>
                  <p:nvPr/>
                </p:nvSpPr>
                <p:spPr bwMode="auto">
                  <a:xfrm>
                    <a:off x="813" y="3942"/>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4" name="Group 201">
                <a:extLst>
                  <a:ext uri="{FF2B5EF4-FFF2-40B4-BE49-F238E27FC236}">
                    <a16:creationId xmlns:a16="http://schemas.microsoft.com/office/drawing/2014/main" id="{6F23159D-49E6-5291-7A58-FD6B845CBB0C}"/>
                  </a:ext>
                </a:extLst>
              </p:cNvPr>
              <p:cNvGrpSpPr>
                <a:grpSpLocks/>
              </p:cNvGrpSpPr>
              <p:nvPr/>
            </p:nvGrpSpPr>
            <p:grpSpPr bwMode="auto">
              <a:xfrm>
                <a:off x="1583" y="3942"/>
                <a:ext cx="2217" cy="327"/>
                <a:chOff x="1583" y="3942"/>
                <a:chExt cx="2217" cy="327"/>
              </a:xfrm>
            </p:grpSpPr>
            <p:sp>
              <p:nvSpPr>
                <p:cNvPr id="620750" name="Rectangle 200">
                  <a:extLst>
                    <a:ext uri="{FF2B5EF4-FFF2-40B4-BE49-F238E27FC236}">
                      <a16:creationId xmlns:a16="http://schemas.microsoft.com/office/drawing/2014/main" id="{A44B46A1-C1B9-70BE-3017-AB2F6673D2EA}"/>
                    </a:ext>
                  </a:extLst>
                </p:cNvPr>
                <p:cNvSpPr>
                  <a:spLocks noChangeArrowheads="1"/>
                </p:cNvSpPr>
                <p:nvPr/>
              </p:nvSpPr>
              <p:spPr bwMode="auto">
                <a:xfrm>
                  <a:off x="1583" y="3942"/>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51" name="Group 199">
                  <a:extLst>
                    <a:ext uri="{FF2B5EF4-FFF2-40B4-BE49-F238E27FC236}">
                      <a16:creationId xmlns:a16="http://schemas.microsoft.com/office/drawing/2014/main" id="{D420EBD4-6A49-CFA8-2734-AEE841F60F3C}"/>
                    </a:ext>
                  </a:extLst>
                </p:cNvPr>
                <p:cNvGrpSpPr>
                  <a:grpSpLocks/>
                </p:cNvGrpSpPr>
                <p:nvPr/>
              </p:nvGrpSpPr>
              <p:grpSpPr bwMode="auto">
                <a:xfrm>
                  <a:off x="1583" y="3942"/>
                  <a:ext cx="2217" cy="327"/>
                  <a:chOff x="1583" y="3942"/>
                  <a:chExt cx="2217" cy="327"/>
                </a:xfrm>
              </p:grpSpPr>
              <p:sp>
                <p:nvSpPr>
                  <p:cNvPr id="620752" name="Rectangle 36">
                    <a:extLst>
                      <a:ext uri="{FF2B5EF4-FFF2-40B4-BE49-F238E27FC236}">
                        <a16:creationId xmlns:a16="http://schemas.microsoft.com/office/drawing/2014/main" id="{032FA0AB-FB08-EB9F-F09B-C6FB82B71FDF}"/>
                      </a:ext>
                    </a:extLst>
                  </p:cNvPr>
                  <p:cNvSpPr>
                    <a:spLocks noChangeArrowheads="1"/>
                  </p:cNvSpPr>
                  <p:nvPr/>
                </p:nvSpPr>
                <p:spPr bwMode="auto">
                  <a:xfrm>
                    <a:off x="1626" y="3942"/>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Used in fragmentation of larger email messages.</a:t>
                    </a:r>
                  </a:p>
                  <a:p>
                    <a:pPr algn="just">
                      <a:spcBef>
                        <a:spcPct val="0"/>
                      </a:spcBef>
                      <a:buClrTx/>
                      <a:buSzTx/>
                      <a:buFontTx/>
                      <a:buNone/>
                    </a:pPr>
                    <a:endParaRPr lang="en-US" altLang="en-US" sz="1800">
                      <a:latin typeface="Arial" panose="020B0604020202020204" pitchFamily="34" charset="0"/>
                    </a:endParaRPr>
                  </a:p>
                </p:txBody>
              </p:sp>
              <p:sp>
                <p:nvSpPr>
                  <p:cNvPr id="620753" name="Rectangle 198">
                    <a:extLst>
                      <a:ext uri="{FF2B5EF4-FFF2-40B4-BE49-F238E27FC236}">
                        <a16:creationId xmlns:a16="http://schemas.microsoft.com/office/drawing/2014/main" id="{678E27C4-20A8-3A06-EE47-143D117232ED}"/>
                      </a:ext>
                    </a:extLst>
                  </p:cNvPr>
                  <p:cNvSpPr>
                    <a:spLocks noChangeArrowheads="1"/>
                  </p:cNvSpPr>
                  <p:nvPr/>
                </p:nvSpPr>
                <p:spPr bwMode="auto">
                  <a:xfrm>
                    <a:off x="1583" y="3942"/>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5" name="Group 205">
                <a:extLst>
                  <a:ext uri="{FF2B5EF4-FFF2-40B4-BE49-F238E27FC236}">
                    <a16:creationId xmlns:a16="http://schemas.microsoft.com/office/drawing/2014/main" id="{C27CC8F1-E92F-D080-005D-41C495C6A0F4}"/>
                  </a:ext>
                </a:extLst>
              </p:cNvPr>
              <p:cNvGrpSpPr>
                <a:grpSpLocks/>
              </p:cNvGrpSpPr>
              <p:nvPr/>
            </p:nvGrpSpPr>
            <p:grpSpPr bwMode="auto">
              <a:xfrm>
                <a:off x="0" y="4269"/>
                <a:ext cx="813" cy="423"/>
                <a:chOff x="0" y="4269"/>
                <a:chExt cx="813" cy="423"/>
              </a:xfrm>
            </p:grpSpPr>
            <p:sp>
              <p:nvSpPr>
                <p:cNvPr id="620746" name="Rectangle 204">
                  <a:extLst>
                    <a:ext uri="{FF2B5EF4-FFF2-40B4-BE49-F238E27FC236}">
                      <a16:creationId xmlns:a16="http://schemas.microsoft.com/office/drawing/2014/main" id="{608DA649-7910-AF1D-7886-2649A4768065}"/>
                    </a:ext>
                  </a:extLst>
                </p:cNvPr>
                <p:cNvSpPr>
                  <a:spLocks noChangeArrowheads="1"/>
                </p:cNvSpPr>
                <p:nvPr/>
              </p:nvSpPr>
              <p:spPr bwMode="auto">
                <a:xfrm>
                  <a:off x="0" y="4269"/>
                  <a:ext cx="813"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47" name="Group 203">
                  <a:extLst>
                    <a:ext uri="{FF2B5EF4-FFF2-40B4-BE49-F238E27FC236}">
                      <a16:creationId xmlns:a16="http://schemas.microsoft.com/office/drawing/2014/main" id="{8EDFC131-50B3-DB0E-314C-592A7FEEF2FF}"/>
                    </a:ext>
                  </a:extLst>
                </p:cNvPr>
                <p:cNvGrpSpPr>
                  <a:grpSpLocks/>
                </p:cNvGrpSpPr>
                <p:nvPr/>
              </p:nvGrpSpPr>
              <p:grpSpPr bwMode="auto">
                <a:xfrm>
                  <a:off x="0" y="4269"/>
                  <a:ext cx="813" cy="423"/>
                  <a:chOff x="0" y="4269"/>
                  <a:chExt cx="813" cy="423"/>
                </a:xfrm>
              </p:grpSpPr>
              <p:sp>
                <p:nvSpPr>
                  <p:cNvPr id="620748" name="Rectangle 37">
                    <a:extLst>
                      <a:ext uri="{FF2B5EF4-FFF2-40B4-BE49-F238E27FC236}">
                        <a16:creationId xmlns:a16="http://schemas.microsoft.com/office/drawing/2014/main" id="{DBB26F97-ECAE-9644-7FF9-C0EB7B0A2456}"/>
                      </a:ext>
                    </a:extLst>
                  </p:cNvPr>
                  <p:cNvSpPr>
                    <a:spLocks noChangeArrowheads="1"/>
                  </p:cNvSpPr>
                  <p:nvPr/>
                </p:nvSpPr>
                <p:spPr bwMode="auto">
                  <a:xfrm>
                    <a:off x="43" y="4269"/>
                    <a:ext cx="72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49" name="Rectangle 202">
                    <a:extLst>
                      <a:ext uri="{FF2B5EF4-FFF2-40B4-BE49-F238E27FC236}">
                        <a16:creationId xmlns:a16="http://schemas.microsoft.com/office/drawing/2014/main" id="{8B3AF734-57AE-0E11-57E5-5E6DF7C547D9}"/>
                      </a:ext>
                    </a:extLst>
                  </p:cNvPr>
                  <p:cNvSpPr>
                    <a:spLocks noChangeArrowheads="1"/>
                  </p:cNvSpPr>
                  <p:nvPr/>
                </p:nvSpPr>
                <p:spPr bwMode="auto">
                  <a:xfrm>
                    <a:off x="0" y="4269"/>
                    <a:ext cx="813"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6" name="Group 209">
                <a:extLst>
                  <a:ext uri="{FF2B5EF4-FFF2-40B4-BE49-F238E27FC236}">
                    <a16:creationId xmlns:a16="http://schemas.microsoft.com/office/drawing/2014/main" id="{6CE76761-F2B7-5EA1-8B8B-EA21DC6003C7}"/>
                  </a:ext>
                </a:extLst>
              </p:cNvPr>
              <p:cNvGrpSpPr>
                <a:grpSpLocks/>
              </p:cNvGrpSpPr>
              <p:nvPr/>
            </p:nvGrpSpPr>
            <p:grpSpPr bwMode="auto">
              <a:xfrm>
                <a:off x="813" y="4269"/>
                <a:ext cx="770" cy="423"/>
                <a:chOff x="813" y="4269"/>
                <a:chExt cx="770" cy="423"/>
              </a:xfrm>
            </p:grpSpPr>
            <p:sp>
              <p:nvSpPr>
                <p:cNvPr id="620742" name="Rectangle 208">
                  <a:extLst>
                    <a:ext uri="{FF2B5EF4-FFF2-40B4-BE49-F238E27FC236}">
                      <a16:creationId xmlns:a16="http://schemas.microsoft.com/office/drawing/2014/main" id="{28B306BF-1512-4217-3BB3-44D805787485}"/>
                    </a:ext>
                  </a:extLst>
                </p:cNvPr>
                <p:cNvSpPr>
                  <a:spLocks noChangeArrowheads="1"/>
                </p:cNvSpPr>
                <p:nvPr/>
              </p:nvSpPr>
              <p:spPr bwMode="auto">
                <a:xfrm>
                  <a:off x="813" y="4269"/>
                  <a:ext cx="770"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43" name="Group 207">
                  <a:extLst>
                    <a:ext uri="{FF2B5EF4-FFF2-40B4-BE49-F238E27FC236}">
                      <a16:creationId xmlns:a16="http://schemas.microsoft.com/office/drawing/2014/main" id="{594C324D-667E-8B84-C4C7-BA7EF21C5112}"/>
                    </a:ext>
                  </a:extLst>
                </p:cNvPr>
                <p:cNvGrpSpPr>
                  <a:grpSpLocks/>
                </p:cNvGrpSpPr>
                <p:nvPr/>
              </p:nvGrpSpPr>
              <p:grpSpPr bwMode="auto">
                <a:xfrm>
                  <a:off x="813" y="4269"/>
                  <a:ext cx="770" cy="423"/>
                  <a:chOff x="813" y="4269"/>
                  <a:chExt cx="770" cy="423"/>
                </a:xfrm>
              </p:grpSpPr>
              <p:sp>
                <p:nvSpPr>
                  <p:cNvPr id="620744" name="Rectangle 38">
                    <a:extLst>
                      <a:ext uri="{FF2B5EF4-FFF2-40B4-BE49-F238E27FC236}">
                        <a16:creationId xmlns:a16="http://schemas.microsoft.com/office/drawing/2014/main" id="{92E5F1EB-DBA5-5006-82B4-85636ABB6314}"/>
                      </a:ext>
                    </a:extLst>
                  </p:cNvPr>
                  <p:cNvSpPr>
                    <a:spLocks noChangeArrowheads="1"/>
                  </p:cNvSpPr>
                  <p:nvPr/>
                </p:nvSpPr>
                <p:spPr bwMode="auto">
                  <a:xfrm>
                    <a:off x="856" y="4269"/>
                    <a:ext cx="684"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External-body </a:t>
                    </a:r>
                  </a:p>
                  <a:p>
                    <a:pPr algn="just">
                      <a:spcBef>
                        <a:spcPct val="0"/>
                      </a:spcBef>
                      <a:buClrTx/>
                      <a:buSzTx/>
                      <a:buFontTx/>
                      <a:buNone/>
                    </a:pPr>
                    <a:endParaRPr lang="en-US" altLang="en-US" sz="1800">
                      <a:latin typeface="Arial" panose="020B0604020202020204" pitchFamily="34" charset="0"/>
                    </a:endParaRPr>
                  </a:p>
                </p:txBody>
              </p:sp>
              <p:sp>
                <p:nvSpPr>
                  <p:cNvPr id="620745" name="Rectangle 206">
                    <a:extLst>
                      <a:ext uri="{FF2B5EF4-FFF2-40B4-BE49-F238E27FC236}">
                        <a16:creationId xmlns:a16="http://schemas.microsoft.com/office/drawing/2014/main" id="{FF8F8A19-B1DD-191A-9511-13BAF766664B}"/>
                      </a:ext>
                    </a:extLst>
                  </p:cNvPr>
                  <p:cNvSpPr>
                    <a:spLocks noChangeArrowheads="1"/>
                  </p:cNvSpPr>
                  <p:nvPr/>
                </p:nvSpPr>
                <p:spPr bwMode="auto">
                  <a:xfrm>
                    <a:off x="813" y="4269"/>
                    <a:ext cx="770"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7" name="Group 213">
                <a:extLst>
                  <a:ext uri="{FF2B5EF4-FFF2-40B4-BE49-F238E27FC236}">
                    <a16:creationId xmlns:a16="http://schemas.microsoft.com/office/drawing/2014/main" id="{328F4494-20F7-B74F-C123-6F41CEC810EE}"/>
                  </a:ext>
                </a:extLst>
              </p:cNvPr>
              <p:cNvGrpSpPr>
                <a:grpSpLocks/>
              </p:cNvGrpSpPr>
              <p:nvPr/>
            </p:nvGrpSpPr>
            <p:grpSpPr bwMode="auto">
              <a:xfrm>
                <a:off x="1583" y="4269"/>
                <a:ext cx="2217" cy="423"/>
                <a:chOff x="1583" y="4269"/>
                <a:chExt cx="2217" cy="423"/>
              </a:xfrm>
            </p:grpSpPr>
            <p:sp>
              <p:nvSpPr>
                <p:cNvPr id="620738" name="Rectangle 212">
                  <a:extLst>
                    <a:ext uri="{FF2B5EF4-FFF2-40B4-BE49-F238E27FC236}">
                      <a16:creationId xmlns:a16="http://schemas.microsoft.com/office/drawing/2014/main" id="{D51E0AA0-15DD-E3B1-AED0-1CE62BCDEF7E}"/>
                    </a:ext>
                  </a:extLst>
                </p:cNvPr>
                <p:cNvSpPr>
                  <a:spLocks noChangeArrowheads="1"/>
                </p:cNvSpPr>
                <p:nvPr/>
              </p:nvSpPr>
              <p:spPr bwMode="auto">
                <a:xfrm>
                  <a:off x="1583" y="4269"/>
                  <a:ext cx="2217"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39" name="Group 211">
                  <a:extLst>
                    <a:ext uri="{FF2B5EF4-FFF2-40B4-BE49-F238E27FC236}">
                      <a16:creationId xmlns:a16="http://schemas.microsoft.com/office/drawing/2014/main" id="{05A0F9DD-7F9F-645F-D6DC-334860612A8A}"/>
                    </a:ext>
                  </a:extLst>
                </p:cNvPr>
                <p:cNvGrpSpPr>
                  <a:grpSpLocks/>
                </p:cNvGrpSpPr>
                <p:nvPr/>
              </p:nvGrpSpPr>
              <p:grpSpPr bwMode="auto">
                <a:xfrm>
                  <a:off x="1583" y="4269"/>
                  <a:ext cx="2217" cy="423"/>
                  <a:chOff x="1583" y="4269"/>
                  <a:chExt cx="2217" cy="423"/>
                </a:xfrm>
              </p:grpSpPr>
              <p:sp>
                <p:nvSpPr>
                  <p:cNvPr id="620740" name="Rectangle 39">
                    <a:extLst>
                      <a:ext uri="{FF2B5EF4-FFF2-40B4-BE49-F238E27FC236}">
                        <a16:creationId xmlns:a16="http://schemas.microsoft.com/office/drawing/2014/main" id="{8E5BB2FA-98BC-0E57-63CB-A983A26930DB}"/>
                      </a:ext>
                    </a:extLst>
                  </p:cNvPr>
                  <p:cNvSpPr>
                    <a:spLocks noChangeArrowheads="1"/>
                  </p:cNvSpPr>
                  <p:nvPr/>
                </p:nvSpPr>
                <p:spPr bwMode="auto">
                  <a:xfrm>
                    <a:off x="1626" y="4269"/>
                    <a:ext cx="2131" cy="42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Contains a pointer to an object that exists somewhere else.</a:t>
                    </a:r>
                  </a:p>
                  <a:p>
                    <a:pPr algn="just">
                      <a:spcBef>
                        <a:spcPct val="0"/>
                      </a:spcBef>
                      <a:buClrTx/>
                      <a:buSzTx/>
                      <a:buFontTx/>
                      <a:buNone/>
                    </a:pPr>
                    <a:endParaRPr lang="en-US" altLang="en-US" sz="1800">
                      <a:latin typeface="Arial" panose="020B0604020202020204" pitchFamily="34" charset="0"/>
                    </a:endParaRPr>
                  </a:p>
                </p:txBody>
              </p:sp>
              <p:sp>
                <p:nvSpPr>
                  <p:cNvPr id="620741" name="Rectangle 210">
                    <a:extLst>
                      <a:ext uri="{FF2B5EF4-FFF2-40B4-BE49-F238E27FC236}">
                        <a16:creationId xmlns:a16="http://schemas.microsoft.com/office/drawing/2014/main" id="{D21B23AE-E293-1BE9-9361-3CBCC74D8A34}"/>
                      </a:ext>
                    </a:extLst>
                  </p:cNvPr>
                  <p:cNvSpPr>
                    <a:spLocks noChangeArrowheads="1"/>
                  </p:cNvSpPr>
                  <p:nvPr/>
                </p:nvSpPr>
                <p:spPr bwMode="auto">
                  <a:xfrm>
                    <a:off x="1583" y="4269"/>
                    <a:ext cx="2217" cy="42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8" name="Group 217">
                <a:extLst>
                  <a:ext uri="{FF2B5EF4-FFF2-40B4-BE49-F238E27FC236}">
                    <a16:creationId xmlns:a16="http://schemas.microsoft.com/office/drawing/2014/main" id="{F11DFBAF-0F54-3002-E07B-A03591434BBA}"/>
                  </a:ext>
                </a:extLst>
              </p:cNvPr>
              <p:cNvGrpSpPr>
                <a:grpSpLocks/>
              </p:cNvGrpSpPr>
              <p:nvPr/>
            </p:nvGrpSpPr>
            <p:grpSpPr bwMode="auto">
              <a:xfrm>
                <a:off x="0" y="4692"/>
                <a:ext cx="813" cy="327"/>
                <a:chOff x="0" y="4692"/>
                <a:chExt cx="813" cy="327"/>
              </a:xfrm>
            </p:grpSpPr>
            <p:sp>
              <p:nvSpPr>
                <p:cNvPr id="620734" name="Rectangle 216">
                  <a:extLst>
                    <a:ext uri="{FF2B5EF4-FFF2-40B4-BE49-F238E27FC236}">
                      <a16:creationId xmlns:a16="http://schemas.microsoft.com/office/drawing/2014/main" id="{A76E7579-0F89-B2E8-B0D2-B0980C8F5A70}"/>
                    </a:ext>
                  </a:extLst>
                </p:cNvPr>
                <p:cNvSpPr>
                  <a:spLocks noChangeArrowheads="1"/>
                </p:cNvSpPr>
                <p:nvPr/>
              </p:nvSpPr>
              <p:spPr bwMode="auto">
                <a:xfrm>
                  <a:off x="0" y="4692"/>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35" name="Group 215">
                  <a:extLst>
                    <a:ext uri="{FF2B5EF4-FFF2-40B4-BE49-F238E27FC236}">
                      <a16:creationId xmlns:a16="http://schemas.microsoft.com/office/drawing/2014/main" id="{26895351-663F-1015-FFE4-4F1A1643C0FD}"/>
                    </a:ext>
                  </a:extLst>
                </p:cNvPr>
                <p:cNvGrpSpPr>
                  <a:grpSpLocks/>
                </p:cNvGrpSpPr>
                <p:nvPr/>
              </p:nvGrpSpPr>
              <p:grpSpPr bwMode="auto">
                <a:xfrm>
                  <a:off x="0" y="4692"/>
                  <a:ext cx="813" cy="327"/>
                  <a:chOff x="0" y="4692"/>
                  <a:chExt cx="813" cy="327"/>
                </a:xfrm>
              </p:grpSpPr>
              <p:sp>
                <p:nvSpPr>
                  <p:cNvPr id="620736" name="Rectangle 40">
                    <a:extLst>
                      <a:ext uri="{FF2B5EF4-FFF2-40B4-BE49-F238E27FC236}">
                        <a16:creationId xmlns:a16="http://schemas.microsoft.com/office/drawing/2014/main" id="{9E27AF7D-3006-8D0F-A1C7-BFFCB754DF61}"/>
                      </a:ext>
                    </a:extLst>
                  </p:cNvPr>
                  <p:cNvSpPr>
                    <a:spLocks noChangeArrowheads="1"/>
                  </p:cNvSpPr>
                  <p:nvPr/>
                </p:nvSpPr>
                <p:spPr bwMode="auto">
                  <a:xfrm>
                    <a:off x="43" y="4692"/>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37" name="Rectangle 214">
                    <a:extLst>
                      <a:ext uri="{FF2B5EF4-FFF2-40B4-BE49-F238E27FC236}">
                        <a16:creationId xmlns:a16="http://schemas.microsoft.com/office/drawing/2014/main" id="{C07962AC-D383-5DEF-B4CF-4C9D54B37B02}"/>
                      </a:ext>
                    </a:extLst>
                  </p:cNvPr>
                  <p:cNvSpPr>
                    <a:spLocks noChangeArrowheads="1"/>
                  </p:cNvSpPr>
                  <p:nvPr/>
                </p:nvSpPr>
                <p:spPr bwMode="auto">
                  <a:xfrm>
                    <a:off x="0" y="4692"/>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89" name="Group 221">
                <a:extLst>
                  <a:ext uri="{FF2B5EF4-FFF2-40B4-BE49-F238E27FC236}">
                    <a16:creationId xmlns:a16="http://schemas.microsoft.com/office/drawing/2014/main" id="{A3B54F36-FF17-784F-15C6-2A1F947C52C7}"/>
                  </a:ext>
                </a:extLst>
              </p:cNvPr>
              <p:cNvGrpSpPr>
                <a:grpSpLocks/>
              </p:cNvGrpSpPr>
              <p:nvPr/>
            </p:nvGrpSpPr>
            <p:grpSpPr bwMode="auto">
              <a:xfrm>
                <a:off x="813" y="4692"/>
                <a:ext cx="770" cy="327"/>
                <a:chOff x="813" y="4692"/>
                <a:chExt cx="770" cy="327"/>
              </a:xfrm>
            </p:grpSpPr>
            <p:sp>
              <p:nvSpPr>
                <p:cNvPr id="620730" name="Rectangle 220">
                  <a:extLst>
                    <a:ext uri="{FF2B5EF4-FFF2-40B4-BE49-F238E27FC236}">
                      <a16:creationId xmlns:a16="http://schemas.microsoft.com/office/drawing/2014/main" id="{55D8FDBF-ED76-2390-C606-18A0E40BC800}"/>
                    </a:ext>
                  </a:extLst>
                </p:cNvPr>
                <p:cNvSpPr>
                  <a:spLocks noChangeArrowheads="1"/>
                </p:cNvSpPr>
                <p:nvPr/>
              </p:nvSpPr>
              <p:spPr bwMode="auto">
                <a:xfrm>
                  <a:off x="813" y="4692"/>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31" name="Group 219">
                  <a:extLst>
                    <a:ext uri="{FF2B5EF4-FFF2-40B4-BE49-F238E27FC236}">
                      <a16:creationId xmlns:a16="http://schemas.microsoft.com/office/drawing/2014/main" id="{FACEF5BC-EE84-3CF8-3D46-76DD45F8A1F2}"/>
                    </a:ext>
                  </a:extLst>
                </p:cNvPr>
                <p:cNvGrpSpPr>
                  <a:grpSpLocks/>
                </p:cNvGrpSpPr>
                <p:nvPr/>
              </p:nvGrpSpPr>
              <p:grpSpPr bwMode="auto">
                <a:xfrm>
                  <a:off x="813" y="4692"/>
                  <a:ext cx="770" cy="327"/>
                  <a:chOff x="813" y="4692"/>
                  <a:chExt cx="770" cy="327"/>
                </a:xfrm>
              </p:grpSpPr>
              <p:sp>
                <p:nvSpPr>
                  <p:cNvPr id="620732" name="Rectangle 41">
                    <a:extLst>
                      <a:ext uri="{FF2B5EF4-FFF2-40B4-BE49-F238E27FC236}">
                        <a16:creationId xmlns:a16="http://schemas.microsoft.com/office/drawing/2014/main" id="{B648451F-7859-8D75-5F89-2E03C7EE16F0}"/>
                      </a:ext>
                    </a:extLst>
                  </p:cNvPr>
                  <p:cNvSpPr>
                    <a:spLocks noChangeArrowheads="1"/>
                  </p:cNvSpPr>
                  <p:nvPr/>
                </p:nvSpPr>
                <p:spPr bwMode="auto">
                  <a:xfrm>
                    <a:off x="856" y="4692"/>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33" name="Rectangle 218">
                    <a:extLst>
                      <a:ext uri="{FF2B5EF4-FFF2-40B4-BE49-F238E27FC236}">
                        <a16:creationId xmlns:a16="http://schemas.microsoft.com/office/drawing/2014/main" id="{F2EAB5C8-673C-3AC4-3ECA-BD9FD6690471}"/>
                      </a:ext>
                    </a:extLst>
                  </p:cNvPr>
                  <p:cNvSpPr>
                    <a:spLocks noChangeArrowheads="1"/>
                  </p:cNvSpPr>
                  <p:nvPr/>
                </p:nvSpPr>
                <p:spPr bwMode="auto">
                  <a:xfrm>
                    <a:off x="813" y="4692"/>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0" name="Group 225">
                <a:extLst>
                  <a:ext uri="{FF2B5EF4-FFF2-40B4-BE49-F238E27FC236}">
                    <a16:creationId xmlns:a16="http://schemas.microsoft.com/office/drawing/2014/main" id="{DC383B12-D914-87DC-3251-24C3A89D3229}"/>
                  </a:ext>
                </a:extLst>
              </p:cNvPr>
              <p:cNvGrpSpPr>
                <a:grpSpLocks/>
              </p:cNvGrpSpPr>
              <p:nvPr/>
            </p:nvGrpSpPr>
            <p:grpSpPr bwMode="auto">
              <a:xfrm>
                <a:off x="1583" y="4692"/>
                <a:ext cx="2217" cy="327"/>
                <a:chOff x="1583" y="4692"/>
                <a:chExt cx="2217" cy="327"/>
              </a:xfrm>
            </p:grpSpPr>
            <p:sp>
              <p:nvSpPr>
                <p:cNvPr id="620726" name="Rectangle 224">
                  <a:extLst>
                    <a:ext uri="{FF2B5EF4-FFF2-40B4-BE49-F238E27FC236}">
                      <a16:creationId xmlns:a16="http://schemas.microsoft.com/office/drawing/2014/main" id="{B7355A43-E5EC-1C77-3199-99142FBDFBBD}"/>
                    </a:ext>
                  </a:extLst>
                </p:cNvPr>
                <p:cNvSpPr>
                  <a:spLocks noChangeArrowheads="1"/>
                </p:cNvSpPr>
                <p:nvPr/>
              </p:nvSpPr>
              <p:spPr bwMode="auto">
                <a:xfrm>
                  <a:off x="1583" y="4692"/>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27" name="Group 223">
                  <a:extLst>
                    <a:ext uri="{FF2B5EF4-FFF2-40B4-BE49-F238E27FC236}">
                      <a16:creationId xmlns:a16="http://schemas.microsoft.com/office/drawing/2014/main" id="{6BA09FB6-C319-CA88-0EC9-B3F9E73434CD}"/>
                    </a:ext>
                  </a:extLst>
                </p:cNvPr>
                <p:cNvGrpSpPr>
                  <a:grpSpLocks/>
                </p:cNvGrpSpPr>
                <p:nvPr/>
              </p:nvGrpSpPr>
              <p:grpSpPr bwMode="auto">
                <a:xfrm>
                  <a:off x="1583" y="4692"/>
                  <a:ext cx="2217" cy="327"/>
                  <a:chOff x="1583" y="4692"/>
                  <a:chExt cx="2217" cy="327"/>
                </a:xfrm>
              </p:grpSpPr>
              <p:sp>
                <p:nvSpPr>
                  <p:cNvPr id="620728" name="Rectangle 42">
                    <a:extLst>
                      <a:ext uri="{FF2B5EF4-FFF2-40B4-BE49-F238E27FC236}">
                        <a16:creationId xmlns:a16="http://schemas.microsoft.com/office/drawing/2014/main" id="{14FDAFF6-7094-BEAA-02BC-263892795415}"/>
                      </a:ext>
                    </a:extLst>
                  </p:cNvPr>
                  <p:cNvSpPr>
                    <a:spLocks noChangeArrowheads="1"/>
                  </p:cNvSpPr>
                  <p:nvPr/>
                </p:nvSpPr>
                <p:spPr bwMode="auto">
                  <a:xfrm>
                    <a:off x="1626" y="4692"/>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29" name="Rectangle 222">
                    <a:extLst>
                      <a:ext uri="{FF2B5EF4-FFF2-40B4-BE49-F238E27FC236}">
                        <a16:creationId xmlns:a16="http://schemas.microsoft.com/office/drawing/2014/main" id="{FA45C116-99C5-82D5-F905-3C9D8E54DAE4}"/>
                      </a:ext>
                    </a:extLst>
                  </p:cNvPr>
                  <p:cNvSpPr>
                    <a:spLocks noChangeArrowheads="1"/>
                  </p:cNvSpPr>
                  <p:nvPr/>
                </p:nvSpPr>
                <p:spPr bwMode="auto">
                  <a:xfrm>
                    <a:off x="1583" y="4692"/>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1" name="Group 229">
                <a:extLst>
                  <a:ext uri="{FF2B5EF4-FFF2-40B4-BE49-F238E27FC236}">
                    <a16:creationId xmlns:a16="http://schemas.microsoft.com/office/drawing/2014/main" id="{B7E91227-798E-84EA-9B6C-FA23345ED89F}"/>
                  </a:ext>
                </a:extLst>
              </p:cNvPr>
              <p:cNvGrpSpPr>
                <a:grpSpLocks/>
              </p:cNvGrpSpPr>
              <p:nvPr/>
            </p:nvGrpSpPr>
            <p:grpSpPr bwMode="auto">
              <a:xfrm>
                <a:off x="0" y="5019"/>
                <a:ext cx="813" cy="327"/>
                <a:chOff x="0" y="5019"/>
                <a:chExt cx="813" cy="327"/>
              </a:xfrm>
            </p:grpSpPr>
            <p:sp>
              <p:nvSpPr>
                <p:cNvPr id="620722" name="Rectangle 228">
                  <a:extLst>
                    <a:ext uri="{FF2B5EF4-FFF2-40B4-BE49-F238E27FC236}">
                      <a16:creationId xmlns:a16="http://schemas.microsoft.com/office/drawing/2014/main" id="{1636EEC0-2FCA-5C81-637A-8BC93592AD55}"/>
                    </a:ext>
                  </a:extLst>
                </p:cNvPr>
                <p:cNvSpPr>
                  <a:spLocks noChangeArrowheads="1"/>
                </p:cNvSpPr>
                <p:nvPr/>
              </p:nvSpPr>
              <p:spPr bwMode="auto">
                <a:xfrm>
                  <a:off x="0" y="5019"/>
                  <a:ext cx="813"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23" name="Group 227">
                  <a:extLst>
                    <a:ext uri="{FF2B5EF4-FFF2-40B4-BE49-F238E27FC236}">
                      <a16:creationId xmlns:a16="http://schemas.microsoft.com/office/drawing/2014/main" id="{A9E4882A-EBC3-9D7C-B55D-BD7331AF4DEC}"/>
                    </a:ext>
                  </a:extLst>
                </p:cNvPr>
                <p:cNvGrpSpPr>
                  <a:grpSpLocks/>
                </p:cNvGrpSpPr>
                <p:nvPr/>
              </p:nvGrpSpPr>
              <p:grpSpPr bwMode="auto">
                <a:xfrm>
                  <a:off x="0" y="5019"/>
                  <a:ext cx="813" cy="327"/>
                  <a:chOff x="0" y="5019"/>
                  <a:chExt cx="813" cy="327"/>
                </a:xfrm>
              </p:grpSpPr>
              <p:sp>
                <p:nvSpPr>
                  <p:cNvPr id="620724" name="Rectangle 43">
                    <a:extLst>
                      <a:ext uri="{FF2B5EF4-FFF2-40B4-BE49-F238E27FC236}">
                        <a16:creationId xmlns:a16="http://schemas.microsoft.com/office/drawing/2014/main" id="{FC319944-5AF0-5A63-FF8F-7482ADD0B99E}"/>
                      </a:ext>
                    </a:extLst>
                  </p:cNvPr>
                  <p:cNvSpPr>
                    <a:spLocks noChangeArrowheads="1"/>
                  </p:cNvSpPr>
                  <p:nvPr/>
                </p:nvSpPr>
                <p:spPr bwMode="auto">
                  <a:xfrm>
                    <a:off x="43" y="5019"/>
                    <a:ext cx="72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Image</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725" name="Rectangle 226">
                    <a:extLst>
                      <a:ext uri="{FF2B5EF4-FFF2-40B4-BE49-F238E27FC236}">
                        <a16:creationId xmlns:a16="http://schemas.microsoft.com/office/drawing/2014/main" id="{19F2BEB8-271F-1644-8C69-97639639D64C}"/>
                      </a:ext>
                    </a:extLst>
                  </p:cNvPr>
                  <p:cNvSpPr>
                    <a:spLocks noChangeArrowheads="1"/>
                  </p:cNvSpPr>
                  <p:nvPr/>
                </p:nvSpPr>
                <p:spPr bwMode="auto">
                  <a:xfrm>
                    <a:off x="0" y="5019"/>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2" name="Group 233">
                <a:extLst>
                  <a:ext uri="{FF2B5EF4-FFF2-40B4-BE49-F238E27FC236}">
                    <a16:creationId xmlns:a16="http://schemas.microsoft.com/office/drawing/2014/main" id="{04201A7C-32AD-E60B-C7A7-103DC5663286}"/>
                  </a:ext>
                </a:extLst>
              </p:cNvPr>
              <p:cNvGrpSpPr>
                <a:grpSpLocks/>
              </p:cNvGrpSpPr>
              <p:nvPr/>
            </p:nvGrpSpPr>
            <p:grpSpPr bwMode="auto">
              <a:xfrm>
                <a:off x="813" y="5019"/>
                <a:ext cx="770" cy="327"/>
                <a:chOff x="813" y="5019"/>
                <a:chExt cx="770" cy="327"/>
              </a:xfrm>
            </p:grpSpPr>
            <p:sp>
              <p:nvSpPr>
                <p:cNvPr id="620718" name="Rectangle 232">
                  <a:extLst>
                    <a:ext uri="{FF2B5EF4-FFF2-40B4-BE49-F238E27FC236}">
                      <a16:creationId xmlns:a16="http://schemas.microsoft.com/office/drawing/2014/main" id="{5262EC8D-7559-3D84-C369-E7BFD20A81F8}"/>
                    </a:ext>
                  </a:extLst>
                </p:cNvPr>
                <p:cNvSpPr>
                  <a:spLocks noChangeArrowheads="1"/>
                </p:cNvSpPr>
                <p:nvPr/>
              </p:nvSpPr>
              <p:spPr bwMode="auto">
                <a:xfrm>
                  <a:off x="813" y="5019"/>
                  <a:ext cx="770"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19" name="Group 231">
                  <a:extLst>
                    <a:ext uri="{FF2B5EF4-FFF2-40B4-BE49-F238E27FC236}">
                      <a16:creationId xmlns:a16="http://schemas.microsoft.com/office/drawing/2014/main" id="{0F6BD152-F97C-4B0E-AFBF-C86E8E20592A}"/>
                    </a:ext>
                  </a:extLst>
                </p:cNvPr>
                <p:cNvGrpSpPr>
                  <a:grpSpLocks/>
                </p:cNvGrpSpPr>
                <p:nvPr/>
              </p:nvGrpSpPr>
              <p:grpSpPr bwMode="auto">
                <a:xfrm>
                  <a:off x="813" y="5019"/>
                  <a:ext cx="770" cy="327"/>
                  <a:chOff x="813" y="5019"/>
                  <a:chExt cx="770" cy="327"/>
                </a:xfrm>
              </p:grpSpPr>
              <p:sp>
                <p:nvSpPr>
                  <p:cNvPr id="620720" name="Rectangle 44">
                    <a:extLst>
                      <a:ext uri="{FF2B5EF4-FFF2-40B4-BE49-F238E27FC236}">
                        <a16:creationId xmlns:a16="http://schemas.microsoft.com/office/drawing/2014/main" id="{932A0587-FA01-E6EA-525A-605C18C442BC}"/>
                      </a:ext>
                    </a:extLst>
                  </p:cNvPr>
                  <p:cNvSpPr>
                    <a:spLocks noChangeArrowheads="1"/>
                  </p:cNvSpPr>
                  <p:nvPr/>
                </p:nvSpPr>
                <p:spPr bwMode="auto">
                  <a:xfrm>
                    <a:off x="856" y="5019"/>
                    <a:ext cx="684"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Jpeg</a:t>
                    </a:r>
                  </a:p>
                  <a:p>
                    <a:pPr algn="just">
                      <a:spcBef>
                        <a:spcPct val="0"/>
                      </a:spcBef>
                      <a:buClrTx/>
                      <a:buSzTx/>
                      <a:buFontTx/>
                      <a:buNone/>
                    </a:pPr>
                    <a:endParaRPr lang="en-US" altLang="en-US" sz="1800">
                      <a:latin typeface="Arial" panose="020B0604020202020204" pitchFamily="34" charset="0"/>
                    </a:endParaRPr>
                  </a:p>
                </p:txBody>
              </p:sp>
              <p:sp>
                <p:nvSpPr>
                  <p:cNvPr id="620721" name="Rectangle 230">
                    <a:extLst>
                      <a:ext uri="{FF2B5EF4-FFF2-40B4-BE49-F238E27FC236}">
                        <a16:creationId xmlns:a16="http://schemas.microsoft.com/office/drawing/2014/main" id="{ECD58BE9-EA29-BA8A-60F1-94D4948D8939}"/>
                      </a:ext>
                    </a:extLst>
                  </p:cNvPr>
                  <p:cNvSpPr>
                    <a:spLocks noChangeArrowheads="1"/>
                  </p:cNvSpPr>
                  <p:nvPr/>
                </p:nvSpPr>
                <p:spPr bwMode="auto">
                  <a:xfrm>
                    <a:off x="813" y="5019"/>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3" name="Group 237">
                <a:extLst>
                  <a:ext uri="{FF2B5EF4-FFF2-40B4-BE49-F238E27FC236}">
                    <a16:creationId xmlns:a16="http://schemas.microsoft.com/office/drawing/2014/main" id="{EAC46C22-9B4B-7B93-1B55-324FBFC75E17}"/>
                  </a:ext>
                </a:extLst>
              </p:cNvPr>
              <p:cNvGrpSpPr>
                <a:grpSpLocks/>
              </p:cNvGrpSpPr>
              <p:nvPr/>
            </p:nvGrpSpPr>
            <p:grpSpPr bwMode="auto">
              <a:xfrm>
                <a:off x="1583" y="5019"/>
                <a:ext cx="2217" cy="327"/>
                <a:chOff x="1583" y="5019"/>
                <a:chExt cx="2217" cy="327"/>
              </a:xfrm>
            </p:grpSpPr>
            <p:sp>
              <p:nvSpPr>
                <p:cNvPr id="620714" name="Rectangle 236">
                  <a:extLst>
                    <a:ext uri="{FF2B5EF4-FFF2-40B4-BE49-F238E27FC236}">
                      <a16:creationId xmlns:a16="http://schemas.microsoft.com/office/drawing/2014/main" id="{4F719868-09C4-0410-A9FA-B44B585AF604}"/>
                    </a:ext>
                  </a:extLst>
                </p:cNvPr>
                <p:cNvSpPr>
                  <a:spLocks noChangeArrowheads="1"/>
                </p:cNvSpPr>
                <p:nvPr/>
              </p:nvSpPr>
              <p:spPr bwMode="auto">
                <a:xfrm>
                  <a:off x="1583" y="5019"/>
                  <a:ext cx="221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15" name="Group 235">
                  <a:extLst>
                    <a:ext uri="{FF2B5EF4-FFF2-40B4-BE49-F238E27FC236}">
                      <a16:creationId xmlns:a16="http://schemas.microsoft.com/office/drawing/2014/main" id="{5353FB62-00DC-FA15-A24A-C4F6B60138A1}"/>
                    </a:ext>
                  </a:extLst>
                </p:cNvPr>
                <p:cNvGrpSpPr>
                  <a:grpSpLocks/>
                </p:cNvGrpSpPr>
                <p:nvPr/>
              </p:nvGrpSpPr>
              <p:grpSpPr bwMode="auto">
                <a:xfrm>
                  <a:off x="1583" y="5019"/>
                  <a:ext cx="2217" cy="327"/>
                  <a:chOff x="1583" y="5019"/>
                  <a:chExt cx="2217" cy="327"/>
                </a:xfrm>
              </p:grpSpPr>
              <p:sp>
                <p:nvSpPr>
                  <p:cNvPr id="620716" name="Rectangle 45">
                    <a:extLst>
                      <a:ext uri="{FF2B5EF4-FFF2-40B4-BE49-F238E27FC236}">
                        <a16:creationId xmlns:a16="http://schemas.microsoft.com/office/drawing/2014/main" id="{5600D8EA-2CD2-0C4C-F7E1-1A3D0618A9CB}"/>
                      </a:ext>
                    </a:extLst>
                  </p:cNvPr>
                  <p:cNvSpPr>
                    <a:spLocks noChangeArrowheads="1"/>
                  </p:cNvSpPr>
                  <p:nvPr/>
                </p:nvSpPr>
                <p:spPr bwMode="auto">
                  <a:xfrm>
                    <a:off x="1626" y="5019"/>
                    <a:ext cx="2131"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An image in JPEG format.</a:t>
                    </a:r>
                  </a:p>
                  <a:p>
                    <a:pPr algn="just">
                      <a:spcBef>
                        <a:spcPct val="0"/>
                      </a:spcBef>
                      <a:buClrTx/>
                      <a:buSzTx/>
                      <a:buFontTx/>
                      <a:buNone/>
                    </a:pPr>
                    <a:endParaRPr lang="en-US" altLang="en-US" sz="1800">
                      <a:latin typeface="Arial" panose="020B0604020202020204" pitchFamily="34" charset="0"/>
                    </a:endParaRPr>
                  </a:p>
                </p:txBody>
              </p:sp>
              <p:sp>
                <p:nvSpPr>
                  <p:cNvPr id="620717" name="Rectangle 234">
                    <a:extLst>
                      <a:ext uri="{FF2B5EF4-FFF2-40B4-BE49-F238E27FC236}">
                        <a16:creationId xmlns:a16="http://schemas.microsoft.com/office/drawing/2014/main" id="{7B358DA0-7F23-DEA5-E013-6FB78656DEC6}"/>
                      </a:ext>
                    </a:extLst>
                  </p:cNvPr>
                  <p:cNvSpPr>
                    <a:spLocks noChangeArrowheads="1"/>
                  </p:cNvSpPr>
                  <p:nvPr/>
                </p:nvSpPr>
                <p:spPr bwMode="auto">
                  <a:xfrm>
                    <a:off x="1583" y="5019"/>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4" name="Group 241">
                <a:extLst>
                  <a:ext uri="{FF2B5EF4-FFF2-40B4-BE49-F238E27FC236}">
                    <a16:creationId xmlns:a16="http://schemas.microsoft.com/office/drawing/2014/main" id="{C1482E65-14D5-76AE-4FA4-9D4D73127CAF}"/>
                  </a:ext>
                </a:extLst>
              </p:cNvPr>
              <p:cNvGrpSpPr>
                <a:grpSpLocks/>
              </p:cNvGrpSpPr>
              <p:nvPr/>
            </p:nvGrpSpPr>
            <p:grpSpPr bwMode="auto">
              <a:xfrm>
                <a:off x="0" y="5346"/>
                <a:ext cx="813" cy="327"/>
                <a:chOff x="0" y="5346"/>
                <a:chExt cx="813" cy="327"/>
              </a:xfrm>
            </p:grpSpPr>
            <p:sp>
              <p:nvSpPr>
                <p:cNvPr id="620710" name="Rectangle 240">
                  <a:extLst>
                    <a:ext uri="{FF2B5EF4-FFF2-40B4-BE49-F238E27FC236}">
                      <a16:creationId xmlns:a16="http://schemas.microsoft.com/office/drawing/2014/main" id="{0DF82819-9F45-C644-DBAE-E8CAA9D2F60B}"/>
                    </a:ext>
                  </a:extLst>
                </p:cNvPr>
                <p:cNvSpPr>
                  <a:spLocks noChangeArrowheads="1"/>
                </p:cNvSpPr>
                <p:nvPr/>
              </p:nvSpPr>
              <p:spPr bwMode="auto">
                <a:xfrm>
                  <a:off x="0" y="5346"/>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11" name="Group 239">
                  <a:extLst>
                    <a:ext uri="{FF2B5EF4-FFF2-40B4-BE49-F238E27FC236}">
                      <a16:creationId xmlns:a16="http://schemas.microsoft.com/office/drawing/2014/main" id="{F51588F0-8F4C-7B86-43C6-9E8C22F1A5B0}"/>
                    </a:ext>
                  </a:extLst>
                </p:cNvPr>
                <p:cNvGrpSpPr>
                  <a:grpSpLocks/>
                </p:cNvGrpSpPr>
                <p:nvPr/>
              </p:nvGrpSpPr>
              <p:grpSpPr bwMode="auto">
                <a:xfrm>
                  <a:off x="0" y="5346"/>
                  <a:ext cx="813" cy="327"/>
                  <a:chOff x="0" y="5346"/>
                  <a:chExt cx="813" cy="327"/>
                </a:xfrm>
              </p:grpSpPr>
              <p:sp>
                <p:nvSpPr>
                  <p:cNvPr id="620712" name="Rectangle 46">
                    <a:extLst>
                      <a:ext uri="{FF2B5EF4-FFF2-40B4-BE49-F238E27FC236}">
                        <a16:creationId xmlns:a16="http://schemas.microsoft.com/office/drawing/2014/main" id="{70DC1DC2-CAE8-D737-320E-A1A45BD18948}"/>
                      </a:ext>
                    </a:extLst>
                  </p:cNvPr>
                  <p:cNvSpPr>
                    <a:spLocks noChangeArrowheads="1"/>
                  </p:cNvSpPr>
                  <p:nvPr/>
                </p:nvSpPr>
                <p:spPr bwMode="auto">
                  <a:xfrm>
                    <a:off x="43" y="5346"/>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13" name="Rectangle 238">
                    <a:extLst>
                      <a:ext uri="{FF2B5EF4-FFF2-40B4-BE49-F238E27FC236}">
                        <a16:creationId xmlns:a16="http://schemas.microsoft.com/office/drawing/2014/main" id="{7662E63F-FE0C-E8C3-C2DA-F5F2479B599C}"/>
                      </a:ext>
                    </a:extLst>
                  </p:cNvPr>
                  <p:cNvSpPr>
                    <a:spLocks noChangeArrowheads="1"/>
                  </p:cNvSpPr>
                  <p:nvPr/>
                </p:nvSpPr>
                <p:spPr bwMode="auto">
                  <a:xfrm>
                    <a:off x="0" y="5346"/>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5" name="Group 245">
                <a:extLst>
                  <a:ext uri="{FF2B5EF4-FFF2-40B4-BE49-F238E27FC236}">
                    <a16:creationId xmlns:a16="http://schemas.microsoft.com/office/drawing/2014/main" id="{B5B3C577-7983-D729-44E5-BD1554DC5C6B}"/>
                  </a:ext>
                </a:extLst>
              </p:cNvPr>
              <p:cNvGrpSpPr>
                <a:grpSpLocks/>
              </p:cNvGrpSpPr>
              <p:nvPr/>
            </p:nvGrpSpPr>
            <p:grpSpPr bwMode="auto">
              <a:xfrm>
                <a:off x="813" y="5346"/>
                <a:ext cx="770" cy="327"/>
                <a:chOff x="813" y="5346"/>
                <a:chExt cx="770" cy="327"/>
              </a:xfrm>
            </p:grpSpPr>
            <p:sp>
              <p:nvSpPr>
                <p:cNvPr id="620706" name="Rectangle 244">
                  <a:extLst>
                    <a:ext uri="{FF2B5EF4-FFF2-40B4-BE49-F238E27FC236}">
                      <a16:creationId xmlns:a16="http://schemas.microsoft.com/office/drawing/2014/main" id="{D2219A91-2C2E-EFC7-8FC5-A6234EB9C8F8}"/>
                    </a:ext>
                  </a:extLst>
                </p:cNvPr>
                <p:cNvSpPr>
                  <a:spLocks noChangeArrowheads="1"/>
                </p:cNvSpPr>
                <p:nvPr/>
              </p:nvSpPr>
              <p:spPr bwMode="auto">
                <a:xfrm>
                  <a:off x="813" y="5346"/>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07" name="Group 243">
                  <a:extLst>
                    <a:ext uri="{FF2B5EF4-FFF2-40B4-BE49-F238E27FC236}">
                      <a16:creationId xmlns:a16="http://schemas.microsoft.com/office/drawing/2014/main" id="{9EC563B6-9FF1-765B-E43B-52EED4CAB4FB}"/>
                    </a:ext>
                  </a:extLst>
                </p:cNvPr>
                <p:cNvGrpSpPr>
                  <a:grpSpLocks/>
                </p:cNvGrpSpPr>
                <p:nvPr/>
              </p:nvGrpSpPr>
              <p:grpSpPr bwMode="auto">
                <a:xfrm>
                  <a:off x="813" y="5346"/>
                  <a:ext cx="770" cy="327"/>
                  <a:chOff x="813" y="5346"/>
                  <a:chExt cx="770" cy="327"/>
                </a:xfrm>
              </p:grpSpPr>
              <p:sp>
                <p:nvSpPr>
                  <p:cNvPr id="620708" name="Rectangle 47">
                    <a:extLst>
                      <a:ext uri="{FF2B5EF4-FFF2-40B4-BE49-F238E27FC236}">
                        <a16:creationId xmlns:a16="http://schemas.microsoft.com/office/drawing/2014/main" id="{5383F300-614A-BB8F-654F-F8C148ECA726}"/>
                      </a:ext>
                    </a:extLst>
                  </p:cNvPr>
                  <p:cNvSpPr>
                    <a:spLocks noChangeArrowheads="1"/>
                  </p:cNvSpPr>
                  <p:nvPr/>
                </p:nvSpPr>
                <p:spPr bwMode="auto">
                  <a:xfrm>
                    <a:off x="856" y="5346"/>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Gif</a:t>
                    </a:r>
                  </a:p>
                  <a:p>
                    <a:pPr algn="just">
                      <a:spcBef>
                        <a:spcPct val="0"/>
                      </a:spcBef>
                      <a:buClrTx/>
                      <a:buSzTx/>
                      <a:buFontTx/>
                      <a:buNone/>
                    </a:pPr>
                    <a:endParaRPr lang="en-US" altLang="en-US" sz="1800">
                      <a:latin typeface="Arial" panose="020B0604020202020204" pitchFamily="34" charset="0"/>
                    </a:endParaRPr>
                  </a:p>
                </p:txBody>
              </p:sp>
              <p:sp>
                <p:nvSpPr>
                  <p:cNvPr id="620709" name="Rectangle 242">
                    <a:extLst>
                      <a:ext uri="{FF2B5EF4-FFF2-40B4-BE49-F238E27FC236}">
                        <a16:creationId xmlns:a16="http://schemas.microsoft.com/office/drawing/2014/main" id="{0F79CD6F-78F7-90D8-9F6F-A02ACE0F118F}"/>
                      </a:ext>
                    </a:extLst>
                  </p:cNvPr>
                  <p:cNvSpPr>
                    <a:spLocks noChangeArrowheads="1"/>
                  </p:cNvSpPr>
                  <p:nvPr/>
                </p:nvSpPr>
                <p:spPr bwMode="auto">
                  <a:xfrm>
                    <a:off x="813" y="5346"/>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6" name="Group 249">
                <a:extLst>
                  <a:ext uri="{FF2B5EF4-FFF2-40B4-BE49-F238E27FC236}">
                    <a16:creationId xmlns:a16="http://schemas.microsoft.com/office/drawing/2014/main" id="{67553699-D592-84C7-8AEC-4DCBBF175325}"/>
                  </a:ext>
                </a:extLst>
              </p:cNvPr>
              <p:cNvGrpSpPr>
                <a:grpSpLocks/>
              </p:cNvGrpSpPr>
              <p:nvPr/>
            </p:nvGrpSpPr>
            <p:grpSpPr bwMode="auto">
              <a:xfrm>
                <a:off x="1583" y="5346"/>
                <a:ext cx="2217" cy="327"/>
                <a:chOff x="1583" y="5346"/>
                <a:chExt cx="2217" cy="327"/>
              </a:xfrm>
            </p:grpSpPr>
            <p:sp>
              <p:nvSpPr>
                <p:cNvPr id="620702" name="Rectangle 248">
                  <a:extLst>
                    <a:ext uri="{FF2B5EF4-FFF2-40B4-BE49-F238E27FC236}">
                      <a16:creationId xmlns:a16="http://schemas.microsoft.com/office/drawing/2014/main" id="{4E034D73-AD1F-9FA4-C386-7C60803DBFF1}"/>
                    </a:ext>
                  </a:extLst>
                </p:cNvPr>
                <p:cNvSpPr>
                  <a:spLocks noChangeArrowheads="1"/>
                </p:cNvSpPr>
                <p:nvPr/>
              </p:nvSpPr>
              <p:spPr bwMode="auto">
                <a:xfrm>
                  <a:off x="1583" y="5346"/>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703" name="Group 247">
                  <a:extLst>
                    <a:ext uri="{FF2B5EF4-FFF2-40B4-BE49-F238E27FC236}">
                      <a16:creationId xmlns:a16="http://schemas.microsoft.com/office/drawing/2014/main" id="{32C091EB-C4B0-1288-C89A-DE91D48552FB}"/>
                    </a:ext>
                  </a:extLst>
                </p:cNvPr>
                <p:cNvGrpSpPr>
                  <a:grpSpLocks/>
                </p:cNvGrpSpPr>
                <p:nvPr/>
              </p:nvGrpSpPr>
              <p:grpSpPr bwMode="auto">
                <a:xfrm>
                  <a:off x="1583" y="5346"/>
                  <a:ext cx="2217" cy="327"/>
                  <a:chOff x="1583" y="5346"/>
                  <a:chExt cx="2217" cy="327"/>
                </a:xfrm>
              </p:grpSpPr>
              <p:sp>
                <p:nvSpPr>
                  <p:cNvPr id="620704" name="Rectangle 48">
                    <a:extLst>
                      <a:ext uri="{FF2B5EF4-FFF2-40B4-BE49-F238E27FC236}">
                        <a16:creationId xmlns:a16="http://schemas.microsoft.com/office/drawing/2014/main" id="{D0EA159B-9838-BF80-61E3-EABD613D6399}"/>
                      </a:ext>
                    </a:extLst>
                  </p:cNvPr>
                  <p:cNvSpPr>
                    <a:spLocks noChangeArrowheads="1"/>
                  </p:cNvSpPr>
                  <p:nvPr/>
                </p:nvSpPr>
                <p:spPr bwMode="auto">
                  <a:xfrm>
                    <a:off x="1626" y="5346"/>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An image in GIF format.</a:t>
                    </a:r>
                  </a:p>
                  <a:p>
                    <a:pPr algn="just">
                      <a:spcBef>
                        <a:spcPct val="0"/>
                      </a:spcBef>
                      <a:buClrTx/>
                      <a:buSzTx/>
                      <a:buFontTx/>
                      <a:buNone/>
                    </a:pPr>
                    <a:endParaRPr lang="en-US" altLang="en-US" sz="1800">
                      <a:latin typeface="Arial" panose="020B0604020202020204" pitchFamily="34" charset="0"/>
                    </a:endParaRPr>
                  </a:p>
                </p:txBody>
              </p:sp>
              <p:sp>
                <p:nvSpPr>
                  <p:cNvPr id="620705" name="Rectangle 246">
                    <a:extLst>
                      <a:ext uri="{FF2B5EF4-FFF2-40B4-BE49-F238E27FC236}">
                        <a16:creationId xmlns:a16="http://schemas.microsoft.com/office/drawing/2014/main" id="{69B87925-5558-DE3F-BA41-67EFFB783987}"/>
                      </a:ext>
                    </a:extLst>
                  </p:cNvPr>
                  <p:cNvSpPr>
                    <a:spLocks noChangeArrowheads="1"/>
                  </p:cNvSpPr>
                  <p:nvPr/>
                </p:nvSpPr>
                <p:spPr bwMode="auto">
                  <a:xfrm>
                    <a:off x="1583" y="5346"/>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7" name="Group 253">
                <a:extLst>
                  <a:ext uri="{FF2B5EF4-FFF2-40B4-BE49-F238E27FC236}">
                    <a16:creationId xmlns:a16="http://schemas.microsoft.com/office/drawing/2014/main" id="{A0F0662B-DCA5-2607-3A85-D1DF453AA3AA}"/>
                  </a:ext>
                </a:extLst>
              </p:cNvPr>
              <p:cNvGrpSpPr>
                <a:grpSpLocks/>
              </p:cNvGrpSpPr>
              <p:nvPr/>
            </p:nvGrpSpPr>
            <p:grpSpPr bwMode="auto">
              <a:xfrm>
                <a:off x="0" y="5673"/>
                <a:ext cx="813" cy="327"/>
                <a:chOff x="0" y="5673"/>
                <a:chExt cx="813" cy="327"/>
              </a:xfrm>
            </p:grpSpPr>
            <p:sp>
              <p:nvSpPr>
                <p:cNvPr id="620698" name="Rectangle 252">
                  <a:extLst>
                    <a:ext uri="{FF2B5EF4-FFF2-40B4-BE49-F238E27FC236}">
                      <a16:creationId xmlns:a16="http://schemas.microsoft.com/office/drawing/2014/main" id="{8ECAC7A4-E26D-BBE3-1C84-35C80EECD876}"/>
                    </a:ext>
                  </a:extLst>
                </p:cNvPr>
                <p:cNvSpPr>
                  <a:spLocks noChangeArrowheads="1"/>
                </p:cNvSpPr>
                <p:nvPr/>
              </p:nvSpPr>
              <p:spPr bwMode="auto">
                <a:xfrm>
                  <a:off x="0" y="5673"/>
                  <a:ext cx="813"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99" name="Group 251">
                  <a:extLst>
                    <a:ext uri="{FF2B5EF4-FFF2-40B4-BE49-F238E27FC236}">
                      <a16:creationId xmlns:a16="http://schemas.microsoft.com/office/drawing/2014/main" id="{ED4EADE6-E8B7-DC93-7DB8-28ECE9945C5A}"/>
                    </a:ext>
                  </a:extLst>
                </p:cNvPr>
                <p:cNvGrpSpPr>
                  <a:grpSpLocks/>
                </p:cNvGrpSpPr>
                <p:nvPr/>
              </p:nvGrpSpPr>
              <p:grpSpPr bwMode="auto">
                <a:xfrm>
                  <a:off x="0" y="5673"/>
                  <a:ext cx="813" cy="327"/>
                  <a:chOff x="0" y="5673"/>
                  <a:chExt cx="813" cy="327"/>
                </a:xfrm>
              </p:grpSpPr>
              <p:sp>
                <p:nvSpPr>
                  <p:cNvPr id="620700" name="Rectangle 49">
                    <a:extLst>
                      <a:ext uri="{FF2B5EF4-FFF2-40B4-BE49-F238E27FC236}">
                        <a16:creationId xmlns:a16="http://schemas.microsoft.com/office/drawing/2014/main" id="{F1D038F8-F12B-4CEC-7203-CC4F6FB8E988}"/>
                      </a:ext>
                    </a:extLst>
                  </p:cNvPr>
                  <p:cNvSpPr>
                    <a:spLocks noChangeArrowheads="1"/>
                  </p:cNvSpPr>
                  <p:nvPr/>
                </p:nvSpPr>
                <p:spPr bwMode="auto">
                  <a:xfrm>
                    <a:off x="43" y="5673"/>
                    <a:ext cx="72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701" name="Rectangle 250">
                    <a:extLst>
                      <a:ext uri="{FF2B5EF4-FFF2-40B4-BE49-F238E27FC236}">
                        <a16:creationId xmlns:a16="http://schemas.microsoft.com/office/drawing/2014/main" id="{07CD2948-B05A-CFFC-20CF-08F47930EE26}"/>
                      </a:ext>
                    </a:extLst>
                  </p:cNvPr>
                  <p:cNvSpPr>
                    <a:spLocks noChangeArrowheads="1"/>
                  </p:cNvSpPr>
                  <p:nvPr/>
                </p:nvSpPr>
                <p:spPr bwMode="auto">
                  <a:xfrm>
                    <a:off x="0" y="5673"/>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8" name="Group 257">
                <a:extLst>
                  <a:ext uri="{FF2B5EF4-FFF2-40B4-BE49-F238E27FC236}">
                    <a16:creationId xmlns:a16="http://schemas.microsoft.com/office/drawing/2014/main" id="{8724CBAE-5FA3-EC96-FD08-6B9124375C18}"/>
                  </a:ext>
                </a:extLst>
              </p:cNvPr>
              <p:cNvGrpSpPr>
                <a:grpSpLocks/>
              </p:cNvGrpSpPr>
              <p:nvPr/>
            </p:nvGrpSpPr>
            <p:grpSpPr bwMode="auto">
              <a:xfrm>
                <a:off x="813" y="5673"/>
                <a:ext cx="770" cy="327"/>
                <a:chOff x="813" y="5673"/>
                <a:chExt cx="770" cy="327"/>
              </a:xfrm>
            </p:grpSpPr>
            <p:sp>
              <p:nvSpPr>
                <p:cNvPr id="620694" name="Rectangle 256">
                  <a:extLst>
                    <a:ext uri="{FF2B5EF4-FFF2-40B4-BE49-F238E27FC236}">
                      <a16:creationId xmlns:a16="http://schemas.microsoft.com/office/drawing/2014/main" id="{27611BDC-ECA9-5099-84FE-3EAF6215B089}"/>
                    </a:ext>
                  </a:extLst>
                </p:cNvPr>
                <p:cNvSpPr>
                  <a:spLocks noChangeArrowheads="1"/>
                </p:cNvSpPr>
                <p:nvPr/>
              </p:nvSpPr>
              <p:spPr bwMode="auto">
                <a:xfrm>
                  <a:off x="813" y="5673"/>
                  <a:ext cx="770"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95" name="Group 255">
                  <a:extLst>
                    <a:ext uri="{FF2B5EF4-FFF2-40B4-BE49-F238E27FC236}">
                      <a16:creationId xmlns:a16="http://schemas.microsoft.com/office/drawing/2014/main" id="{99425381-8439-E8DB-1EB5-533F9B9244C4}"/>
                    </a:ext>
                  </a:extLst>
                </p:cNvPr>
                <p:cNvGrpSpPr>
                  <a:grpSpLocks/>
                </p:cNvGrpSpPr>
                <p:nvPr/>
              </p:nvGrpSpPr>
              <p:grpSpPr bwMode="auto">
                <a:xfrm>
                  <a:off x="813" y="5673"/>
                  <a:ext cx="770" cy="327"/>
                  <a:chOff x="813" y="5673"/>
                  <a:chExt cx="770" cy="327"/>
                </a:xfrm>
              </p:grpSpPr>
              <p:sp>
                <p:nvSpPr>
                  <p:cNvPr id="620696" name="Rectangle 50">
                    <a:extLst>
                      <a:ext uri="{FF2B5EF4-FFF2-40B4-BE49-F238E27FC236}">
                        <a16:creationId xmlns:a16="http://schemas.microsoft.com/office/drawing/2014/main" id="{1384A7CA-482A-DE72-67A8-669C9D5EC3CB}"/>
                      </a:ext>
                    </a:extLst>
                  </p:cNvPr>
                  <p:cNvSpPr>
                    <a:spLocks noChangeArrowheads="1"/>
                  </p:cNvSpPr>
                  <p:nvPr/>
                </p:nvSpPr>
                <p:spPr bwMode="auto">
                  <a:xfrm>
                    <a:off x="856" y="5673"/>
                    <a:ext cx="684"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97" name="Rectangle 254">
                    <a:extLst>
                      <a:ext uri="{FF2B5EF4-FFF2-40B4-BE49-F238E27FC236}">
                        <a16:creationId xmlns:a16="http://schemas.microsoft.com/office/drawing/2014/main" id="{849B6092-5A56-3968-473E-E46CAAC220CE}"/>
                      </a:ext>
                    </a:extLst>
                  </p:cNvPr>
                  <p:cNvSpPr>
                    <a:spLocks noChangeArrowheads="1"/>
                  </p:cNvSpPr>
                  <p:nvPr/>
                </p:nvSpPr>
                <p:spPr bwMode="auto">
                  <a:xfrm>
                    <a:off x="813" y="5673"/>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599" name="Group 261">
                <a:extLst>
                  <a:ext uri="{FF2B5EF4-FFF2-40B4-BE49-F238E27FC236}">
                    <a16:creationId xmlns:a16="http://schemas.microsoft.com/office/drawing/2014/main" id="{AE70BC66-F315-3AA8-2A1C-B5C74E881FF6}"/>
                  </a:ext>
                </a:extLst>
              </p:cNvPr>
              <p:cNvGrpSpPr>
                <a:grpSpLocks/>
              </p:cNvGrpSpPr>
              <p:nvPr/>
            </p:nvGrpSpPr>
            <p:grpSpPr bwMode="auto">
              <a:xfrm>
                <a:off x="1583" y="5673"/>
                <a:ext cx="2217" cy="327"/>
                <a:chOff x="1583" y="5673"/>
                <a:chExt cx="2217" cy="327"/>
              </a:xfrm>
            </p:grpSpPr>
            <p:sp>
              <p:nvSpPr>
                <p:cNvPr id="620690" name="Rectangle 260">
                  <a:extLst>
                    <a:ext uri="{FF2B5EF4-FFF2-40B4-BE49-F238E27FC236}">
                      <a16:creationId xmlns:a16="http://schemas.microsoft.com/office/drawing/2014/main" id="{5AC84252-7718-826B-406C-B9FFFB3DFCCB}"/>
                    </a:ext>
                  </a:extLst>
                </p:cNvPr>
                <p:cNvSpPr>
                  <a:spLocks noChangeArrowheads="1"/>
                </p:cNvSpPr>
                <p:nvPr/>
              </p:nvSpPr>
              <p:spPr bwMode="auto">
                <a:xfrm>
                  <a:off x="1583" y="5673"/>
                  <a:ext cx="221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91" name="Group 259">
                  <a:extLst>
                    <a:ext uri="{FF2B5EF4-FFF2-40B4-BE49-F238E27FC236}">
                      <a16:creationId xmlns:a16="http://schemas.microsoft.com/office/drawing/2014/main" id="{F8F084BF-6D97-E4D5-04C5-DCA805C49865}"/>
                    </a:ext>
                  </a:extLst>
                </p:cNvPr>
                <p:cNvGrpSpPr>
                  <a:grpSpLocks/>
                </p:cNvGrpSpPr>
                <p:nvPr/>
              </p:nvGrpSpPr>
              <p:grpSpPr bwMode="auto">
                <a:xfrm>
                  <a:off x="1583" y="5673"/>
                  <a:ext cx="2217" cy="327"/>
                  <a:chOff x="1583" y="5673"/>
                  <a:chExt cx="2217" cy="327"/>
                </a:xfrm>
              </p:grpSpPr>
              <p:sp>
                <p:nvSpPr>
                  <p:cNvPr id="620692" name="Rectangle 51">
                    <a:extLst>
                      <a:ext uri="{FF2B5EF4-FFF2-40B4-BE49-F238E27FC236}">
                        <a16:creationId xmlns:a16="http://schemas.microsoft.com/office/drawing/2014/main" id="{19AE944A-FF7A-EC54-7F93-C0654F4FFC08}"/>
                      </a:ext>
                    </a:extLst>
                  </p:cNvPr>
                  <p:cNvSpPr>
                    <a:spLocks noChangeArrowheads="1"/>
                  </p:cNvSpPr>
                  <p:nvPr/>
                </p:nvSpPr>
                <p:spPr bwMode="auto">
                  <a:xfrm>
                    <a:off x="1626" y="5673"/>
                    <a:ext cx="2131"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93" name="Rectangle 258">
                    <a:extLst>
                      <a:ext uri="{FF2B5EF4-FFF2-40B4-BE49-F238E27FC236}">
                        <a16:creationId xmlns:a16="http://schemas.microsoft.com/office/drawing/2014/main" id="{FD426472-14AB-944C-81E8-8B0B774BEC88}"/>
                      </a:ext>
                    </a:extLst>
                  </p:cNvPr>
                  <p:cNvSpPr>
                    <a:spLocks noChangeArrowheads="1"/>
                  </p:cNvSpPr>
                  <p:nvPr/>
                </p:nvSpPr>
                <p:spPr bwMode="auto">
                  <a:xfrm>
                    <a:off x="1583" y="5673"/>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0" name="Group 265">
                <a:extLst>
                  <a:ext uri="{FF2B5EF4-FFF2-40B4-BE49-F238E27FC236}">
                    <a16:creationId xmlns:a16="http://schemas.microsoft.com/office/drawing/2014/main" id="{F4E96DAC-CEFB-DD10-0BEB-16DDB9C3D700}"/>
                  </a:ext>
                </a:extLst>
              </p:cNvPr>
              <p:cNvGrpSpPr>
                <a:grpSpLocks/>
              </p:cNvGrpSpPr>
              <p:nvPr/>
            </p:nvGrpSpPr>
            <p:grpSpPr bwMode="auto">
              <a:xfrm>
                <a:off x="0" y="6000"/>
                <a:ext cx="813" cy="327"/>
                <a:chOff x="0" y="6000"/>
                <a:chExt cx="813" cy="327"/>
              </a:xfrm>
            </p:grpSpPr>
            <p:sp>
              <p:nvSpPr>
                <p:cNvPr id="620686" name="Rectangle 264">
                  <a:extLst>
                    <a:ext uri="{FF2B5EF4-FFF2-40B4-BE49-F238E27FC236}">
                      <a16:creationId xmlns:a16="http://schemas.microsoft.com/office/drawing/2014/main" id="{19ABD4C0-0C39-DE85-830B-5220E3DD3F33}"/>
                    </a:ext>
                  </a:extLst>
                </p:cNvPr>
                <p:cNvSpPr>
                  <a:spLocks noChangeArrowheads="1"/>
                </p:cNvSpPr>
                <p:nvPr/>
              </p:nvSpPr>
              <p:spPr bwMode="auto">
                <a:xfrm>
                  <a:off x="0" y="6000"/>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87" name="Group 263">
                  <a:extLst>
                    <a:ext uri="{FF2B5EF4-FFF2-40B4-BE49-F238E27FC236}">
                      <a16:creationId xmlns:a16="http://schemas.microsoft.com/office/drawing/2014/main" id="{517EFB6C-EE4D-2833-6BD8-8E91A84BAADE}"/>
                    </a:ext>
                  </a:extLst>
                </p:cNvPr>
                <p:cNvGrpSpPr>
                  <a:grpSpLocks/>
                </p:cNvGrpSpPr>
                <p:nvPr/>
              </p:nvGrpSpPr>
              <p:grpSpPr bwMode="auto">
                <a:xfrm>
                  <a:off x="0" y="6000"/>
                  <a:ext cx="813" cy="327"/>
                  <a:chOff x="0" y="6000"/>
                  <a:chExt cx="813" cy="327"/>
                </a:xfrm>
              </p:grpSpPr>
              <p:sp>
                <p:nvSpPr>
                  <p:cNvPr id="620688" name="Rectangle 52">
                    <a:extLst>
                      <a:ext uri="{FF2B5EF4-FFF2-40B4-BE49-F238E27FC236}">
                        <a16:creationId xmlns:a16="http://schemas.microsoft.com/office/drawing/2014/main" id="{EE15615D-4C4A-57AD-F174-C2136AFCBB58}"/>
                      </a:ext>
                    </a:extLst>
                  </p:cNvPr>
                  <p:cNvSpPr>
                    <a:spLocks noChangeArrowheads="1"/>
                  </p:cNvSpPr>
                  <p:nvPr/>
                </p:nvSpPr>
                <p:spPr bwMode="auto">
                  <a:xfrm>
                    <a:off x="43" y="6000"/>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Video</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689" name="Rectangle 262">
                    <a:extLst>
                      <a:ext uri="{FF2B5EF4-FFF2-40B4-BE49-F238E27FC236}">
                        <a16:creationId xmlns:a16="http://schemas.microsoft.com/office/drawing/2014/main" id="{4A0448E4-9711-21E6-175D-EE4D8CE4F719}"/>
                      </a:ext>
                    </a:extLst>
                  </p:cNvPr>
                  <p:cNvSpPr>
                    <a:spLocks noChangeArrowheads="1"/>
                  </p:cNvSpPr>
                  <p:nvPr/>
                </p:nvSpPr>
                <p:spPr bwMode="auto">
                  <a:xfrm>
                    <a:off x="0" y="6000"/>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1" name="Group 269">
                <a:extLst>
                  <a:ext uri="{FF2B5EF4-FFF2-40B4-BE49-F238E27FC236}">
                    <a16:creationId xmlns:a16="http://schemas.microsoft.com/office/drawing/2014/main" id="{C4FB9D45-AB64-F427-2148-57418ABF2F80}"/>
                  </a:ext>
                </a:extLst>
              </p:cNvPr>
              <p:cNvGrpSpPr>
                <a:grpSpLocks/>
              </p:cNvGrpSpPr>
              <p:nvPr/>
            </p:nvGrpSpPr>
            <p:grpSpPr bwMode="auto">
              <a:xfrm>
                <a:off x="813" y="6000"/>
                <a:ext cx="770" cy="327"/>
                <a:chOff x="813" y="6000"/>
                <a:chExt cx="770" cy="327"/>
              </a:xfrm>
            </p:grpSpPr>
            <p:sp>
              <p:nvSpPr>
                <p:cNvPr id="620682" name="Rectangle 268">
                  <a:extLst>
                    <a:ext uri="{FF2B5EF4-FFF2-40B4-BE49-F238E27FC236}">
                      <a16:creationId xmlns:a16="http://schemas.microsoft.com/office/drawing/2014/main" id="{27634FC2-0F6C-1EEA-455C-186D9613BC6B}"/>
                    </a:ext>
                  </a:extLst>
                </p:cNvPr>
                <p:cNvSpPr>
                  <a:spLocks noChangeArrowheads="1"/>
                </p:cNvSpPr>
                <p:nvPr/>
              </p:nvSpPr>
              <p:spPr bwMode="auto">
                <a:xfrm>
                  <a:off x="813" y="6000"/>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83" name="Group 267">
                  <a:extLst>
                    <a:ext uri="{FF2B5EF4-FFF2-40B4-BE49-F238E27FC236}">
                      <a16:creationId xmlns:a16="http://schemas.microsoft.com/office/drawing/2014/main" id="{BD870551-01AB-EB87-AAD4-ACD56F7A0BEC}"/>
                    </a:ext>
                  </a:extLst>
                </p:cNvPr>
                <p:cNvGrpSpPr>
                  <a:grpSpLocks/>
                </p:cNvGrpSpPr>
                <p:nvPr/>
              </p:nvGrpSpPr>
              <p:grpSpPr bwMode="auto">
                <a:xfrm>
                  <a:off x="813" y="6000"/>
                  <a:ext cx="770" cy="327"/>
                  <a:chOff x="813" y="6000"/>
                  <a:chExt cx="770" cy="327"/>
                </a:xfrm>
              </p:grpSpPr>
              <p:sp>
                <p:nvSpPr>
                  <p:cNvPr id="620684" name="Rectangle 53">
                    <a:extLst>
                      <a:ext uri="{FF2B5EF4-FFF2-40B4-BE49-F238E27FC236}">
                        <a16:creationId xmlns:a16="http://schemas.microsoft.com/office/drawing/2014/main" id="{4BB4E15F-33FC-7466-7FD0-4038E052B856}"/>
                      </a:ext>
                    </a:extLst>
                  </p:cNvPr>
                  <p:cNvSpPr>
                    <a:spLocks noChangeArrowheads="1"/>
                  </p:cNvSpPr>
                  <p:nvPr/>
                </p:nvSpPr>
                <p:spPr bwMode="auto">
                  <a:xfrm>
                    <a:off x="856" y="6000"/>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Mpeg</a:t>
                    </a:r>
                  </a:p>
                  <a:p>
                    <a:pPr algn="just">
                      <a:spcBef>
                        <a:spcPct val="0"/>
                      </a:spcBef>
                      <a:buClrTx/>
                      <a:buSzTx/>
                      <a:buFontTx/>
                      <a:buNone/>
                    </a:pPr>
                    <a:endParaRPr lang="en-US" altLang="en-US" sz="1800">
                      <a:latin typeface="Arial" panose="020B0604020202020204" pitchFamily="34" charset="0"/>
                    </a:endParaRPr>
                  </a:p>
                </p:txBody>
              </p:sp>
              <p:sp>
                <p:nvSpPr>
                  <p:cNvPr id="620685" name="Rectangle 266">
                    <a:extLst>
                      <a:ext uri="{FF2B5EF4-FFF2-40B4-BE49-F238E27FC236}">
                        <a16:creationId xmlns:a16="http://schemas.microsoft.com/office/drawing/2014/main" id="{5E4CB1F4-146A-6E9F-39F0-5AF14E124E37}"/>
                      </a:ext>
                    </a:extLst>
                  </p:cNvPr>
                  <p:cNvSpPr>
                    <a:spLocks noChangeArrowheads="1"/>
                  </p:cNvSpPr>
                  <p:nvPr/>
                </p:nvSpPr>
                <p:spPr bwMode="auto">
                  <a:xfrm>
                    <a:off x="813" y="6000"/>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2" name="Group 273">
                <a:extLst>
                  <a:ext uri="{FF2B5EF4-FFF2-40B4-BE49-F238E27FC236}">
                    <a16:creationId xmlns:a16="http://schemas.microsoft.com/office/drawing/2014/main" id="{4CDA907C-4BA2-A584-9521-2645EF028CBD}"/>
                  </a:ext>
                </a:extLst>
              </p:cNvPr>
              <p:cNvGrpSpPr>
                <a:grpSpLocks/>
              </p:cNvGrpSpPr>
              <p:nvPr/>
            </p:nvGrpSpPr>
            <p:grpSpPr bwMode="auto">
              <a:xfrm>
                <a:off x="1583" y="6000"/>
                <a:ext cx="2217" cy="327"/>
                <a:chOff x="1583" y="6000"/>
                <a:chExt cx="2217" cy="327"/>
              </a:xfrm>
            </p:grpSpPr>
            <p:sp>
              <p:nvSpPr>
                <p:cNvPr id="620678" name="Rectangle 272">
                  <a:extLst>
                    <a:ext uri="{FF2B5EF4-FFF2-40B4-BE49-F238E27FC236}">
                      <a16:creationId xmlns:a16="http://schemas.microsoft.com/office/drawing/2014/main" id="{6313EB17-F083-45CE-8164-58C7DEE13BE9}"/>
                    </a:ext>
                  </a:extLst>
                </p:cNvPr>
                <p:cNvSpPr>
                  <a:spLocks noChangeArrowheads="1"/>
                </p:cNvSpPr>
                <p:nvPr/>
              </p:nvSpPr>
              <p:spPr bwMode="auto">
                <a:xfrm>
                  <a:off x="1583" y="6000"/>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79" name="Group 271">
                  <a:extLst>
                    <a:ext uri="{FF2B5EF4-FFF2-40B4-BE49-F238E27FC236}">
                      <a16:creationId xmlns:a16="http://schemas.microsoft.com/office/drawing/2014/main" id="{08227B64-D8D0-9BFC-4918-A0E8C1672069}"/>
                    </a:ext>
                  </a:extLst>
                </p:cNvPr>
                <p:cNvGrpSpPr>
                  <a:grpSpLocks/>
                </p:cNvGrpSpPr>
                <p:nvPr/>
              </p:nvGrpSpPr>
              <p:grpSpPr bwMode="auto">
                <a:xfrm>
                  <a:off x="1583" y="6000"/>
                  <a:ext cx="2217" cy="327"/>
                  <a:chOff x="1583" y="6000"/>
                  <a:chExt cx="2217" cy="327"/>
                </a:xfrm>
              </p:grpSpPr>
              <p:sp>
                <p:nvSpPr>
                  <p:cNvPr id="620680" name="Rectangle 54">
                    <a:extLst>
                      <a:ext uri="{FF2B5EF4-FFF2-40B4-BE49-F238E27FC236}">
                        <a16:creationId xmlns:a16="http://schemas.microsoft.com/office/drawing/2014/main" id="{A1E5CBED-2491-0918-1521-46B57F26E09A}"/>
                      </a:ext>
                    </a:extLst>
                  </p:cNvPr>
                  <p:cNvSpPr>
                    <a:spLocks noChangeArrowheads="1"/>
                  </p:cNvSpPr>
                  <p:nvPr/>
                </p:nvSpPr>
                <p:spPr bwMode="auto">
                  <a:xfrm>
                    <a:off x="1626" y="6000"/>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A video in MPEG format.</a:t>
                    </a:r>
                  </a:p>
                  <a:p>
                    <a:pPr algn="just">
                      <a:spcBef>
                        <a:spcPct val="0"/>
                      </a:spcBef>
                      <a:buClrTx/>
                      <a:buSzTx/>
                      <a:buFontTx/>
                      <a:buNone/>
                    </a:pPr>
                    <a:endParaRPr lang="en-US" altLang="en-US" sz="1800">
                      <a:latin typeface="Arial" panose="020B0604020202020204" pitchFamily="34" charset="0"/>
                    </a:endParaRPr>
                  </a:p>
                </p:txBody>
              </p:sp>
              <p:sp>
                <p:nvSpPr>
                  <p:cNvPr id="620681" name="Rectangle 270">
                    <a:extLst>
                      <a:ext uri="{FF2B5EF4-FFF2-40B4-BE49-F238E27FC236}">
                        <a16:creationId xmlns:a16="http://schemas.microsoft.com/office/drawing/2014/main" id="{6A23569E-00B8-8113-813E-EDCE2E9F08A6}"/>
                      </a:ext>
                    </a:extLst>
                  </p:cNvPr>
                  <p:cNvSpPr>
                    <a:spLocks noChangeArrowheads="1"/>
                  </p:cNvSpPr>
                  <p:nvPr/>
                </p:nvSpPr>
                <p:spPr bwMode="auto">
                  <a:xfrm>
                    <a:off x="1583" y="6000"/>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3" name="Group 277">
                <a:extLst>
                  <a:ext uri="{FF2B5EF4-FFF2-40B4-BE49-F238E27FC236}">
                    <a16:creationId xmlns:a16="http://schemas.microsoft.com/office/drawing/2014/main" id="{4C7FE4D1-65B7-D8FE-91AA-23CFFC0476B5}"/>
                  </a:ext>
                </a:extLst>
              </p:cNvPr>
              <p:cNvGrpSpPr>
                <a:grpSpLocks/>
              </p:cNvGrpSpPr>
              <p:nvPr/>
            </p:nvGrpSpPr>
            <p:grpSpPr bwMode="auto">
              <a:xfrm>
                <a:off x="0" y="6327"/>
                <a:ext cx="813" cy="327"/>
                <a:chOff x="0" y="6327"/>
                <a:chExt cx="813" cy="327"/>
              </a:xfrm>
            </p:grpSpPr>
            <p:sp>
              <p:nvSpPr>
                <p:cNvPr id="620674" name="Rectangle 276">
                  <a:extLst>
                    <a:ext uri="{FF2B5EF4-FFF2-40B4-BE49-F238E27FC236}">
                      <a16:creationId xmlns:a16="http://schemas.microsoft.com/office/drawing/2014/main" id="{C78C0EEB-8850-D222-DE49-EE05566CC286}"/>
                    </a:ext>
                  </a:extLst>
                </p:cNvPr>
                <p:cNvSpPr>
                  <a:spLocks noChangeArrowheads="1"/>
                </p:cNvSpPr>
                <p:nvPr/>
              </p:nvSpPr>
              <p:spPr bwMode="auto">
                <a:xfrm>
                  <a:off x="0" y="6327"/>
                  <a:ext cx="813"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75" name="Group 275">
                  <a:extLst>
                    <a:ext uri="{FF2B5EF4-FFF2-40B4-BE49-F238E27FC236}">
                      <a16:creationId xmlns:a16="http://schemas.microsoft.com/office/drawing/2014/main" id="{8A8FB19C-B491-C651-865F-98914B2D2550}"/>
                    </a:ext>
                  </a:extLst>
                </p:cNvPr>
                <p:cNvGrpSpPr>
                  <a:grpSpLocks/>
                </p:cNvGrpSpPr>
                <p:nvPr/>
              </p:nvGrpSpPr>
              <p:grpSpPr bwMode="auto">
                <a:xfrm>
                  <a:off x="0" y="6327"/>
                  <a:ext cx="813" cy="327"/>
                  <a:chOff x="0" y="6327"/>
                  <a:chExt cx="813" cy="327"/>
                </a:xfrm>
              </p:grpSpPr>
              <p:sp>
                <p:nvSpPr>
                  <p:cNvPr id="620676" name="Rectangle 55">
                    <a:extLst>
                      <a:ext uri="{FF2B5EF4-FFF2-40B4-BE49-F238E27FC236}">
                        <a16:creationId xmlns:a16="http://schemas.microsoft.com/office/drawing/2014/main" id="{6F1ACFAA-54DE-AED8-C3B5-AC1D69D27984}"/>
                      </a:ext>
                    </a:extLst>
                  </p:cNvPr>
                  <p:cNvSpPr>
                    <a:spLocks noChangeArrowheads="1"/>
                  </p:cNvSpPr>
                  <p:nvPr/>
                </p:nvSpPr>
                <p:spPr bwMode="auto">
                  <a:xfrm>
                    <a:off x="43" y="6327"/>
                    <a:ext cx="72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77" name="Rectangle 274">
                    <a:extLst>
                      <a:ext uri="{FF2B5EF4-FFF2-40B4-BE49-F238E27FC236}">
                        <a16:creationId xmlns:a16="http://schemas.microsoft.com/office/drawing/2014/main" id="{4DF77A30-EA08-88F8-C9D9-77B8EBD01E06}"/>
                      </a:ext>
                    </a:extLst>
                  </p:cNvPr>
                  <p:cNvSpPr>
                    <a:spLocks noChangeArrowheads="1"/>
                  </p:cNvSpPr>
                  <p:nvPr/>
                </p:nvSpPr>
                <p:spPr bwMode="auto">
                  <a:xfrm>
                    <a:off x="0" y="6327"/>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4" name="Group 281">
                <a:extLst>
                  <a:ext uri="{FF2B5EF4-FFF2-40B4-BE49-F238E27FC236}">
                    <a16:creationId xmlns:a16="http://schemas.microsoft.com/office/drawing/2014/main" id="{F1369027-8E59-8310-D2FE-1783D226C224}"/>
                  </a:ext>
                </a:extLst>
              </p:cNvPr>
              <p:cNvGrpSpPr>
                <a:grpSpLocks/>
              </p:cNvGrpSpPr>
              <p:nvPr/>
            </p:nvGrpSpPr>
            <p:grpSpPr bwMode="auto">
              <a:xfrm>
                <a:off x="813" y="6327"/>
                <a:ext cx="770" cy="327"/>
                <a:chOff x="813" y="6327"/>
                <a:chExt cx="770" cy="327"/>
              </a:xfrm>
            </p:grpSpPr>
            <p:sp>
              <p:nvSpPr>
                <p:cNvPr id="620670" name="Rectangle 280">
                  <a:extLst>
                    <a:ext uri="{FF2B5EF4-FFF2-40B4-BE49-F238E27FC236}">
                      <a16:creationId xmlns:a16="http://schemas.microsoft.com/office/drawing/2014/main" id="{F6567B4B-2C17-7ECB-66C0-4C58A136540D}"/>
                    </a:ext>
                  </a:extLst>
                </p:cNvPr>
                <p:cNvSpPr>
                  <a:spLocks noChangeArrowheads="1"/>
                </p:cNvSpPr>
                <p:nvPr/>
              </p:nvSpPr>
              <p:spPr bwMode="auto">
                <a:xfrm>
                  <a:off x="813" y="6327"/>
                  <a:ext cx="770"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71" name="Group 279">
                  <a:extLst>
                    <a:ext uri="{FF2B5EF4-FFF2-40B4-BE49-F238E27FC236}">
                      <a16:creationId xmlns:a16="http://schemas.microsoft.com/office/drawing/2014/main" id="{EE4C0D29-ED01-CF56-12F1-3BAB54F6BD48}"/>
                    </a:ext>
                  </a:extLst>
                </p:cNvPr>
                <p:cNvGrpSpPr>
                  <a:grpSpLocks/>
                </p:cNvGrpSpPr>
                <p:nvPr/>
              </p:nvGrpSpPr>
              <p:grpSpPr bwMode="auto">
                <a:xfrm>
                  <a:off x="813" y="6327"/>
                  <a:ext cx="770" cy="327"/>
                  <a:chOff x="813" y="6327"/>
                  <a:chExt cx="770" cy="327"/>
                </a:xfrm>
              </p:grpSpPr>
              <p:sp>
                <p:nvSpPr>
                  <p:cNvPr id="620672" name="Rectangle 56">
                    <a:extLst>
                      <a:ext uri="{FF2B5EF4-FFF2-40B4-BE49-F238E27FC236}">
                        <a16:creationId xmlns:a16="http://schemas.microsoft.com/office/drawing/2014/main" id="{7CD4B385-078A-8B4A-F5FB-E2317D9A3963}"/>
                      </a:ext>
                    </a:extLst>
                  </p:cNvPr>
                  <p:cNvSpPr>
                    <a:spLocks noChangeArrowheads="1"/>
                  </p:cNvSpPr>
                  <p:nvPr/>
                </p:nvSpPr>
                <p:spPr bwMode="auto">
                  <a:xfrm>
                    <a:off x="856" y="6327"/>
                    <a:ext cx="684"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73" name="Rectangle 278">
                    <a:extLst>
                      <a:ext uri="{FF2B5EF4-FFF2-40B4-BE49-F238E27FC236}">
                        <a16:creationId xmlns:a16="http://schemas.microsoft.com/office/drawing/2014/main" id="{7D72B842-6346-E849-5B60-1201B1086D1F}"/>
                      </a:ext>
                    </a:extLst>
                  </p:cNvPr>
                  <p:cNvSpPr>
                    <a:spLocks noChangeArrowheads="1"/>
                  </p:cNvSpPr>
                  <p:nvPr/>
                </p:nvSpPr>
                <p:spPr bwMode="auto">
                  <a:xfrm>
                    <a:off x="813" y="6327"/>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5" name="Group 285">
                <a:extLst>
                  <a:ext uri="{FF2B5EF4-FFF2-40B4-BE49-F238E27FC236}">
                    <a16:creationId xmlns:a16="http://schemas.microsoft.com/office/drawing/2014/main" id="{3B8551C2-D332-A0C0-F0A9-AFCB25A62F12}"/>
                  </a:ext>
                </a:extLst>
              </p:cNvPr>
              <p:cNvGrpSpPr>
                <a:grpSpLocks/>
              </p:cNvGrpSpPr>
              <p:nvPr/>
            </p:nvGrpSpPr>
            <p:grpSpPr bwMode="auto">
              <a:xfrm>
                <a:off x="1583" y="6327"/>
                <a:ext cx="2217" cy="327"/>
                <a:chOff x="1583" y="6327"/>
                <a:chExt cx="2217" cy="327"/>
              </a:xfrm>
            </p:grpSpPr>
            <p:sp>
              <p:nvSpPr>
                <p:cNvPr id="620666" name="Rectangle 284">
                  <a:extLst>
                    <a:ext uri="{FF2B5EF4-FFF2-40B4-BE49-F238E27FC236}">
                      <a16:creationId xmlns:a16="http://schemas.microsoft.com/office/drawing/2014/main" id="{92F3D3C7-70FB-59B5-2716-C867FA644437}"/>
                    </a:ext>
                  </a:extLst>
                </p:cNvPr>
                <p:cNvSpPr>
                  <a:spLocks noChangeArrowheads="1"/>
                </p:cNvSpPr>
                <p:nvPr/>
              </p:nvSpPr>
              <p:spPr bwMode="auto">
                <a:xfrm>
                  <a:off x="1583" y="6327"/>
                  <a:ext cx="2217"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67" name="Group 283">
                  <a:extLst>
                    <a:ext uri="{FF2B5EF4-FFF2-40B4-BE49-F238E27FC236}">
                      <a16:creationId xmlns:a16="http://schemas.microsoft.com/office/drawing/2014/main" id="{F800A400-1F6C-9520-D940-C335D1ADE657}"/>
                    </a:ext>
                  </a:extLst>
                </p:cNvPr>
                <p:cNvGrpSpPr>
                  <a:grpSpLocks/>
                </p:cNvGrpSpPr>
                <p:nvPr/>
              </p:nvGrpSpPr>
              <p:grpSpPr bwMode="auto">
                <a:xfrm>
                  <a:off x="1583" y="6327"/>
                  <a:ext cx="2217" cy="327"/>
                  <a:chOff x="1583" y="6327"/>
                  <a:chExt cx="2217" cy="327"/>
                </a:xfrm>
              </p:grpSpPr>
              <p:sp>
                <p:nvSpPr>
                  <p:cNvPr id="620668" name="Rectangle 57">
                    <a:extLst>
                      <a:ext uri="{FF2B5EF4-FFF2-40B4-BE49-F238E27FC236}">
                        <a16:creationId xmlns:a16="http://schemas.microsoft.com/office/drawing/2014/main" id="{57ED4099-BCC5-798C-4371-220BA9D240D3}"/>
                      </a:ext>
                    </a:extLst>
                  </p:cNvPr>
                  <p:cNvSpPr>
                    <a:spLocks noChangeArrowheads="1"/>
                  </p:cNvSpPr>
                  <p:nvPr/>
                </p:nvSpPr>
                <p:spPr bwMode="auto">
                  <a:xfrm>
                    <a:off x="1626" y="6327"/>
                    <a:ext cx="2131" cy="3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69" name="Rectangle 282">
                    <a:extLst>
                      <a:ext uri="{FF2B5EF4-FFF2-40B4-BE49-F238E27FC236}">
                        <a16:creationId xmlns:a16="http://schemas.microsoft.com/office/drawing/2014/main" id="{0E8045D6-54C5-72B7-6D62-459A8C2BCA56}"/>
                      </a:ext>
                    </a:extLst>
                  </p:cNvPr>
                  <p:cNvSpPr>
                    <a:spLocks noChangeArrowheads="1"/>
                  </p:cNvSpPr>
                  <p:nvPr/>
                </p:nvSpPr>
                <p:spPr bwMode="auto">
                  <a:xfrm>
                    <a:off x="1583" y="6327"/>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6" name="Group 289">
                <a:extLst>
                  <a:ext uri="{FF2B5EF4-FFF2-40B4-BE49-F238E27FC236}">
                    <a16:creationId xmlns:a16="http://schemas.microsoft.com/office/drawing/2014/main" id="{CD0E2FC6-C4B3-4BDD-97BE-61928B5CEF79}"/>
                  </a:ext>
                </a:extLst>
              </p:cNvPr>
              <p:cNvGrpSpPr>
                <a:grpSpLocks/>
              </p:cNvGrpSpPr>
              <p:nvPr/>
            </p:nvGrpSpPr>
            <p:grpSpPr bwMode="auto">
              <a:xfrm>
                <a:off x="0" y="6654"/>
                <a:ext cx="813" cy="327"/>
                <a:chOff x="0" y="6654"/>
                <a:chExt cx="813" cy="327"/>
              </a:xfrm>
            </p:grpSpPr>
            <p:sp>
              <p:nvSpPr>
                <p:cNvPr id="620662" name="Rectangle 288">
                  <a:extLst>
                    <a:ext uri="{FF2B5EF4-FFF2-40B4-BE49-F238E27FC236}">
                      <a16:creationId xmlns:a16="http://schemas.microsoft.com/office/drawing/2014/main" id="{87830DB0-347F-1064-9DA9-262099665222}"/>
                    </a:ext>
                  </a:extLst>
                </p:cNvPr>
                <p:cNvSpPr>
                  <a:spLocks noChangeArrowheads="1"/>
                </p:cNvSpPr>
                <p:nvPr/>
              </p:nvSpPr>
              <p:spPr bwMode="auto">
                <a:xfrm>
                  <a:off x="0" y="6654"/>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63" name="Group 287">
                  <a:extLst>
                    <a:ext uri="{FF2B5EF4-FFF2-40B4-BE49-F238E27FC236}">
                      <a16:creationId xmlns:a16="http://schemas.microsoft.com/office/drawing/2014/main" id="{84D4F359-960F-B36A-6B6D-06F0694FE1A6}"/>
                    </a:ext>
                  </a:extLst>
                </p:cNvPr>
                <p:cNvGrpSpPr>
                  <a:grpSpLocks/>
                </p:cNvGrpSpPr>
                <p:nvPr/>
              </p:nvGrpSpPr>
              <p:grpSpPr bwMode="auto">
                <a:xfrm>
                  <a:off x="0" y="6654"/>
                  <a:ext cx="813" cy="327"/>
                  <a:chOff x="0" y="6654"/>
                  <a:chExt cx="813" cy="327"/>
                </a:xfrm>
              </p:grpSpPr>
              <p:sp>
                <p:nvSpPr>
                  <p:cNvPr id="620664" name="Rectangle 58">
                    <a:extLst>
                      <a:ext uri="{FF2B5EF4-FFF2-40B4-BE49-F238E27FC236}">
                        <a16:creationId xmlns:a16="http://schemas.microsoft.com/office/drawing/2014/main" id="{DF926E86-677B-5484-B26F-08149F3AED62}"/>
                      </a:ext>
                    </a:extLst>
                  </p:cNvPr>
                  <p:cNvSpPr>
                    <a:spLocks noChangeArrowheads="1"/>
                  </p:cNvSpPr>
                  <p:nvPr/>
                </p:nvSpPr>
                <p:spPr bwMode="auto">
                  <a:xfrm>
                    <a:off x="43" y="6654"/>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Audio</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665" name="Rectangle 286">
                    <a:extLst>
                      <a:ext uri="{FF2B5EF4-FFF2-40B4-BE49-F238E27FC236}">
                        <a16:creationId xmlns:a16="http://schemas.microsoft.com/office/drawing/2014/main" id="{EB505A0F-6160-919D-E155-3E0399D3C92F}"/>
                      </a:ext>
                    </a:extLst>
                  </p:cNvPr>
                  <p:cNvSpPr>
                    <a:spLocks noChangeArrowheads="1"/>
                  </p:cNvSpPr>
                  <p:nvPr/>
                </p:nvSpPr>
                <p:spPr bwMode="auto">
                  <a:xfrm>
                    <a:off x="0" y="6654"/>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7" name="Group 293">
                <a:extLst>
                  <a:ext uri="{FF2B5EF4-FFF2-40B4-BE49-F238E27FC236}">
                    <a16:creationId xmlns:a16="http://schemas.microsoft.com/office/drawing/2014/main" id="{C0216705-0303-520C-C7FC-B647CE4A6447}"/>
                  </a:ext>
                </a:extLst>
              </p:cNvPr>
              <p:cNvGrpSpPr>
                <a:grpSpLocks/>
              </p:cNvGrpSpPr>
              <p:nvPr/>
            </p:nvGrpSpPr>
            <p:grpSpPr bwMode="auto">
              <a:xfrm>
                <a:off x="813" y="6654"/>
                <a:ext cx="770" cy="327"/>
                <a:chOff x="813" y="6654"/>
                <a:chExt cx="770" cy="327"/>
              </a:xfrm>
            </p:grpSpPr>
            <p:sp>
              <p:nvSpPr>
                <p:cNvPr id="620658" name="Rectangle 292">
                  <a:extLst>
                    <a:ext uri="{FF2B5EF4-FFF2-40B4-BE49-F238E27FC236}">
                      <a16:creationId xmlns:a16="http://schemas.microsoft.com/office/drawing/2014/main" id="{EA2DAADD-F6C0-8A07-4B82-31C3290F71C7}"/>
                    </a:ext>
                  </a:extLst>
                </p:cNvPr>
                <p:cNvSpPr>
                  <a:spLocks noChangeArrowheads="1"/>
                </p:cNvSpPr>
                <p:nvPr/>
              </p:nvSpPr>
              <p:spPr bwMode="auto">
                <a:xfrm>
                  <a:off x="813" y="6654"/>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59" name="Group 291">
                  <a:extLst>
                    <a:ext uri="{FF2B5EF4-FFF2-40B4-BE49-F238E27FC236}">
                      <a16:creationId xmlns:a16="http://schemas.microsoft.com/office/drawing/2014/main" id="{BAE8A369-D775-4F80-DF5A-918885AC05DF}"/>
                    </a:ext>
                  </a:extLst>
                </p:cNvPr>
                <p:cNvGrpSpPr>
                  <a:grpSpLocks/>
                </p:cNvGrpSpPr>
                <p:nvPr/>
              </p:nvGrpSpPr>
              <p:grpSpPr bwMode="auto">
                <a:xfrm>
                  <a:off x="813" y="6654"/>
                  <a:ext cx="770" cy="327"/>
                  <a:chOff x="813" y="6654"/>
                  <a:chExt cx="770" cy="327"/>
                </a:xfrm>
              </p:grpSpPr>
              <p:sp>
                <p:nvSpPr>
                  <p:cNvPr id="620660" name="Rectangle 59">
                    <a:extLst>
                      <a:ext uri="{FF2B5EF4-FFF2-40B4-BE49-F238E27FC236}">
                        <a16:creationId xmlns:a16="http://schemas.microsoft.com/office/drawing/2014/main" id="{750AA478-D533-8C29-97BE-A1DF4A751941}"/>
                      </a:ext>
                    </a:extLst>
                  </p:cNvPr>
                  <p:cNvSpPr>
                    <a:spLocks noChangeArrowheads="1"/>
                  </p:cNvSpPr>
                  <p:nvPr/>
                </p:nvSpPr>
                <p:spPr bwMode="auto">
                  <a:xfrm>
                    <a:off x="856" y="6654"/>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Basic</a:t>
                    </a:r>
                  </a:p>
                  <a:p>
                    <a:pPr algn="just">
                      <a:spcBef>
                        <a:spcPct val="0"/>
                      </a:spcBef>
                      <a:buClrTx/>
                      <a:buSzTx/>
                      <a:buFontTx/>
                      <a:buNone/>
                    </a:pPr>
                    <a:endParaRPr lang="en-US" altLang="en-US" sz="1800">
                      <a:latin typeface="Arial" panose="020B0604020202020204" pitchFamily="34" charset="0"/>
                    </a:endParaRPr>
                  </a:p>
                </p:txBody>
              </p:sp>
              <p:sp>
                <p:nvSpPr>
                  <p:cNvPr id="620661" name="Rectangle 290">
                    <a:extLst>
                      <a:ext uri="{FF2B5EF4-FFF2-40B4-BE49-F238E27FC236}">
                        <a16:creationId xmlns:a16="http://schemas.microsoft.com/office/drawing/2014/main" id="{10E1CD53-9D57-9187-CFA2-74103F9CAF80}"/>
                      </a:ext>
                    </a:extLst>
                  </p:cNvPr>
                  <p:cNvSpPr>
                    <a:spLocks noChangeArrowheads="1"/>
                  </p:cNvSpPr>
                  <p:nvPr/>
                </p:nvSpPr>
                <p:spPr bwMode="auto">
                  <a:xfrm>
                    <a:off x="813" y="6654"/>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8" name="Group 297">
                <a:extLst>
                  <a:ext uri="{FF2B5EF4-FFF2-40B4-BE49-F238E27FC236}">
                    <a16:creationId xmlns:a16="http://schemas.microsoft.com/office/drawing/2014/main" id="{BBA67BC9-B79C-47D8-E03A-F78EE4C4D301}"/>
                  </a:ext>
                </a:extLst>
              </p:cNvPr>
              <p:cNvGrpSpPr>
                <a:grpSpLocks/>
              </p:cNvGrpSpPr>
              <p:nvPr/>
            </p:nvGrpSpPr>
            <p:grpSpPr bwMode="auto">
              <a:xfrm>
                <a:off x="1583" y="6654"/>
                <a:ext cx="2217" cy="327"/>
                <a:chOff x="1583" y="6654"/>
                <a:chExt cx="2217" cy="327"/>
              </a:xfrm>
            </p:grpSpPr>
            <p:sp>
              <p:nvSpPr>
                <p:cNvPr id="620654" name="Rectangle 296">
                  <a:extLst>
                    <a:ext uri="{FF2B5EF4-FFF2-40B4-BE49-F238E27FC236}">
                      <a16:creationId xmlns:a16="http://schemas.microsoft.com/office/drawing/2014/main" id="{D8A555FA-323C-3104-321F-A170CC8E8DDC}"/>
                    </a:ext>
                  </a:extLst>
                </p:cNvPr>
                <p:cNvSpPr>
                  <a:spLocks noChangeArrowheads="1"/>
                </p:cNvSpPr>
                <p:nvPr/>
              </p:nvSpPr>
              <p:spPr bwMode="auto">
                <a:xfrm>
                  <a:off x="1583" y="6654"/>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55" name="Group 295">
                  <a:extLst>
                    <a:ext uri="{FF2B5EF4-FFF2-40B4-BE49-F238E27FC236}">
                      <a16:creationId xmlns:a16="http://schemas.microsoft.com/office/drawing/2014/main" id="{6D25B3A5-3E21-DF48-D5B2-86D20B40DCBF}"/>
                    </a:ext>
                  </a:extLst>
                </p:cNvPr>
                <p:cNvGrpSpPr>
                  <a:grpSpLocks/>
                </p:cNvGrpSpPr>
                <p:nvPr/>
              </p:nvGrpSpPr>
              <p:grpSpPr bwMode="auto">
                <a:xfrm>
                  <a:off x="1583" y="6654"/>
                  <a:ext cx="2217" cy="327"/>
                  <a:chOff x="1583" y="6654"/>
                  <a:chExt cx="2217" cy="327"/>
                </a:xfrm>
              </p:grpSpPr>
              <p:sp>
                <p:nvSpPr>
                  <p:cNvPr id="620656" name="Rectangle 60">
                    <a:extLst>
                      <a:ext uri="{FF2B5EF4-FFF2-40B4-BE49-F238E27FC236}">
                        <a16:creationId xmlns:a16="http://schemas.microsoft.com/office/drawing/2014/main" id="{BCD5BB7E-0862-AE2F-1C09-7CE0FB77D3E4}"/>
                      </a:ext>
                    </a:extLst>
                  </p:cNvPr>
                  <p:cNvSpPr>
                    <a:spLocks noChangeArrowheads="1"/>
                  </p:cNvSpPr>
                  <p:nvPr/>
                </p:nvSpPr>
                <p:spPr bwMode="auto">
                  <a:xfrm>
                    <a:off x="1626" y="6654"/>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Sound format.</a:t>
                    </a:r>
                  </a:p>
                  <a:p>
                    <a:pPr algn="just">
                      <a:spcBef>
                        <a:spcPct val="0"/>
                      </a:spcBef>
                      <a:buClrTx/>
                      <a:buSzTx/>
                      <a:buFontTx/>
                      <a:buNone/>
                    </a:pPr>
                    <a:endParaRPr lang="en-US" altLang="en-US" sz="1800">
                      <a:latin typeface="Arial" panose="020B0604020202020204" pitchFamily="34" charset="0"/>
                    </a:endParaRPr>
                  </a:p>
                </p:txBody>
              </p:sp>
              <p:sp>
                <p:nvSpPr>
                  <p:cNvPr id="620657" name="Rectangle 294">
                    <a:extLst>
                      <a:ext uri="{FF2B5EF4-FFF2-40B4-BE49-F238E27FC236}">
                        <a16:creationId xmlns:a16="http://schemas.microsoft.com/office/drawing/2014/main" id="{0721F0D2-D24E-6B03-C5AD-E7D48C4927E2}"/>
                      </a:ext>
                    </a:extLst>
                  </p:cNvPr>
                  <p:cNvSpPr>
                    <a:spLocks noChangeArrowheads="1"/>
                  </p:cNvSpPr>
                  <p:nvPr/>
                </p:nvSpPr>
                <p:spPr bwMode="auto">
                  <a:xfrm>
                    <a:off x="1583" y="6654"/>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09" name="Group 301">
                <a:extLst>
                  <a:ext uri="{FF2B5EF4-FFF2-40B4-BE49-F238E27FC236}">
                    <a16:creationId xmlns:a16="http://schemas.microsoft.com/office/drawing/2014/main" id="{A2BFD9F7-9B76-24F1-2A8F-1D2C7691D42A}"/>
                  </a:ext>
                </a:extLst>
              </p:cNvPr>
              <p:cNvGrpSpPr>
                <a:grpSpLocks/>
              </p:cNvGrpSpPr>
              <p:nvPr/>
            </p:nvGrpSpPr>
            <p:grpSpPr bwMode="auto">
              <a:xfrm>
                <a:off x="0" y="6981"/>
                <a:ext cx="813" cy="327"/>
                <a:chOff x="0" y="6981"/>
                <a:chExt cx="813" cy="327"/>
              </a:xfrm>
            </p:grpSpPr>
            <p:sp>
              <p:nvSpPr>
                <p:cNvPr id="620650" name="Rectangle 300">
                  <a:extLst>
                    <a:ext uri="{FF2B5EF4-FFF2-40B4-BE49-F238E27FC236}">
                      <a16:creationId xmlns:a16="http://schemas.microsoft.com/office/drawing/2014/main" id="{0645FD4A-8584-06BB-611C-A696BE8B1F8D}"/>
                    </a:ext>
                  </a:extLst>
                </p:cNvPr>
                <p:cNvSpPr>
                  <a:spLocks noChangeArrowheads="1"/>
                </p:cNvSpPr>
                <p:nvPr/>
              </p:nvSpPr>
              <p:spPr bwMode="auto">
                <a:xfrm>
                  <a:off x="0" y="6981"/>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51" name="Group 299">
                  <a:extLst>
                    <a:ext uri="{FF2B5EF4-FFF2-40B4-BE49-F238E27FC236}">
                      <a16:creationId xmlns:a16="http://schemas.microsoft.com/office/drawing/2014/main" id="{A327F977-ABEA-610B-6007-C016DE3F9C74}"/>
                    </a:ext>
                  </a:extLst>
                </p:cNvPr>
                <p:cNvGrpSpPr>
                  <a:grpSpLocks/>
                </p:cNvGrpSpPr>
                <p:nvPr/>
              </p:nvGrpSpPr>
              <p:grpSpPr bwMode="auto">
                <a:xfrm>
                  <a:off x="0" y="6981"/>
                  <a:ext cx="813" cy="327"/>
                  <a:chOff x="0" y="6981"/>
                  <a:chExt cx="813" cy="327"/>
                </a:xfrm>
              </p:grpSpPr>
              <p:sp>
                <p:nvSpPr>
                  <p:cNvPr id="620652" name="Rectangle 61">
                    <a:extLst>
                      <a:ext uri="{FF2B5EF4-FFF2-40B4-BE49-F238E27FC236}">
                        <a16:creationId xmlns:a16="http://schemas.microsoft.com/office/drawing/2014/main" id="{76736140-8053-C003-CC2A-E0B17FC874A7}"/>
                      </a:ext>
                    </a:extLst>
                  </p:cNvPr>
                  <p:cNvSpPr>
                    <a:spLocks noChangeArrowheads="1"/>
                  </p:cNvSpPr>
                  <p:nvPr/>
                </p:nvSpPr>
                <p:spPr bwMode="auto">
                  <a:xfrm>
                    <a:off x="43" y="6981"/>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53" name="Rectangle 298">
                    <a:extLst>
                      <a:ext uri="{FF2B5EF4-FFF2-40B4-BE49-F238E27FC236}">
                        <a16:creationId xmlns:a16="http://schemas.microsoft.com/office/drawing/2014/main" id="{4D66038D-CFC9-7CEE-C233-CA477E0FA120}"/>
                      </a:ext>
                    </a:extLst>
                  </p:cNvPr>
                  <p:cNvSpPr>
                    <a:spLocks noChangeArrowheads="1"/>
                  </p:cNvSpPr>
                  <p:nvPr/>
                </p:nvSpPr>
                <p:spPr bwMode="auto">
                  <a:xfrm>
                    <a:off x="0" y="6981"/>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0" name="Group 305">
                <a:extLst>
                  <a:ext uri="{FF2B5EF4-FFF2-40B4-BE49-F238E27FC236}">
                    <a16:creationId xmlns:a16="http://schemas.microsoft.com/office/drawing/2014/main" id="{34243EB7-06A0-E75F-3D82-F7C4C21E42FE}"/>
                  </a:ext>
                </a:extLst>
              </p:cNvPr>
              <p:cNvGrpSpPr>
                <a:grpSpLocks/>
              </p:cNvGrpSpPr>
              <p:nvPr/>
            </p:nvGrpSpPr>
            <p:grpSpPr bwMode="auto">
              <a:xfrm>
                <a:off x="813" y="6981"/>
                <a:ext cx="770" cy="327"/>
                <a:chOff x="813" y="6981"/>
                <a:chExt cx="770" cy="327"/>
              </a:xfrm>
            </p:grpSpPr>
            <p:sp>
              <p:nvSpPr>
                <p:cNvPr id="620646" name="Rectangle 304">
                  <a:extLst>
                    <a:ext uri="{FF2B5EF4-FFF2-40B4-BE49-F238E27FC236}">
                      <a16:creationId xmlns:a16="http://schemas.microsoft.com/office/drawing/2014/main" id="{96F15258-6A1D-E768-878C-32EBED895550}"/>
                    </a:ext>
                  </a:extLst>
                </p:cNvPr>
                <p:cNvSpPr>
                  <a:spLocks noChangeArrowheads="1"/>
                </p:cNvSpPr>
                <p:nvPr/>
              </p:nvSpPr>
              <p:spPr bwMode="auto">
                <a:xfrm>
                  <a:off x="813" y="6981"/>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47" name="Group 303">
                  <a:extLst>
                    <a:ext uri="{FF2B5EF4-FFF2-40B4-BE49-F238E27FC236}">
                      <a16:creationId xmlns:a16="http://schemas.microsoft.com/office/drawing/2014/main" id="{D88D9F24-F0A4-40F9-9068-912A50F883CC}"/>
                    </a:ext>
                  </a:extLst>
                </p:cNvPr>
                <p:cNvGrpSpPr>
                  <a:grpSpLocks/>
                </p:cNvGrpSpPr>
                <p:nvPr/>
              </p:nvGrpSpPr>
              <p:grpSpPr bwMode="auto">
                <a:xfrm>
                  <a:off x="813" y="6981"/>
                  <a:ext cx="770" cy="327"/>
                  <a:chOff x="813" y="6981"/>
                  <a:chExt cx="770" cy="327"/>
                </a:xfrm>
              </p:grpSpPr>
              <p:sp>
                <p:nvSpPr>
                  <p:cNvPr id="620648" name="Rectangle 62">
                    <a:extLst>
                      <a:ext uri="{FF2B5EF4-FFF2-40B4-BE49-F238E27FC236}">
                        <a16:creationId xmlns:a16="http://schemas.microsoft.com/office/drawing/2014/main" id="{940B7BF4-7E2F-84D9-EC94-0C16D5B680C4}"/>
                      </a:ext>
                    </a:extLst>
                  </p:cNvPr>
                  <p:cNvSpPr>
                    <a:spLocks noChangeArrowheads="1"/>
                  </p:cNvSpPr>
                  <p:nvPr/>
                </p:nvSpPr>
                <p:spPr bwMode="auto">
                  <a:xfrm>
                    <a:off x="856" y="6981"/>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49" name="Rectangle 302">
                    <a:extLst>
                      <a:ext uri="{FF2B5EF4-FFF2-40B4-BE49-F238E27FC236}">
                        <a16:creationId xmlns:a16="http://schemas.microsoft.com/office/drawing/2014/main" id="{87A9B3C0-86B1-7268-387E-D1D3183A13B6}"/>
                      </a:ext>
                    </a:extLst>
                  </p:cNvPr>
                  <p:cNvSpPr>
                    <a:spLocks noChangeArrowheads="1"/>
                  </p:cNvSpPr>
                  <p:nvPr/>
                </p:nvSpPr>
                <p:spPr bwMode="auto">
                  <a:xfrm>
                    <a:off x="813" y="6981"/>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1" name="Group 309">
                <a:extLst>
                  <a:ext uri="{FF2B5EF4-FFF2-40B4-BE49-F238E27FC236}">
                    <a16:creationId xmlns:a16="http://schemas.microsoft.com/office/drawing/2014/main" id="{A946CB1A-1EDE-7E0C-80B4-F859945C4261}"/>
                  </a:ext>
                </a:extLst>
              </p:cNvPr>
              <p:cNvGrpSpPr>
                <a:grpSpLocks/>
              </p:cNvGrpSpPr>
              <p:nvPr/>
            </p:nvGrpSpPr>
            <p:grpSpPr bwMode="auto">
              <a:xfrm>
                <a:off x="1583" y="6981"/>
                <a:ext cx="2217" cy="327"/>
                <a:chOff x="1583" y="6981"/>
                <a:chExt cx="2217" cy="327"/>
              </a:xfrm>
            </p:grpSpPr>
            <p:sp>
              <p:nvSpPr>
                <p:cNvPr id="620642" name="Rectangle 308">
                  <a:extLst>
                    <a:ext uri="{FF2B5EF4-FFF2-40B4-BE49-F238E27FC236}">
                      <a16:creationId xmlns:a16="http://schemas.microsoft.com/office/drawing/2014/main" id="{D37C45E1-E0E4-2996-7096-B8EABBB1022C}"/>
                    </a:ext>
                  </a:extLst>
                </p:cNvPr>
                <p:cNvSpPr>
                  <a:spLocks noChangeArrowheads="1"/>
                </p:cNvSpPr>
                <p:nvPr/>
              </p:nvSpPr>
              <p:spPr bwMode="auto">
                <a:xfrm>
                  <a:off x="1583" y="6981"/>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43" name="Group 307">
                  <a:extLst>
                    <a:ext uri="{FF2B5EF4-FFF2-40B4-BE49-F238E27FC236}">
                      <a16:creationId xmlns:a16="http://schemas.microsoft.com/office/drawing/2014/main" id="{2F5CAE0A-01D0-487D-825D-9E6F4DB0F962}"/>
                    </a:ext>
                  </a:extLst>
                </p:cNvPr>
                <p:cNvGrpSpPr>
                  <a:grpSpLocks/>
                </p:cNvGrpSpPr>
                <p:nvPr/>
              </p:nvGrpSpPr>
              <p:grpSpPr bwMode="auto">
                <a:xfrm>
                  <a:off x="1583" y="6981"/>
                  <a:ext cx="2217" cy="327"/>
                  <a:chOff x="1583" y="6981"/>
                  <a:chExt cx="2217" cy="327"/>
                </a:xfrm>
              </p:grpSpPr>
              <p:sp>
                <p:nvSpPr>
                  <p:cNvPr id="620644" name="Rectangle 63">
                    <a:extLst>
                      <a:ext uri="{FF2B5EF4-FFF2-40B4-BE49-F238E27FC236}">
                        <a16:creationId xmlns:a16="http://schemas.microsoft.com/office/drawing/2014/main" id="{844A31C2-756E-42F5-8C18-2AB46382E0E5}"/>
                      </a:ext>
                    </a:extLst>
                  </p:cNvPr>
                  <p:cNvSpPr>
                    <a:spLocks noChangeArrowheads="1"/>
                  </p:cNvSpPr>
                  <p:nvPr/>
                </p:nvSpPr>
                <p:spPr bwMode="auto">
                  <a:xfrm>
                    <a:off x="1626" y="6981"/>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45" name="Rectangle 306">
                    <a:extLst>
                      <a:ext uri="{FF2B5EF4-FFF2-40B4-BE49-F238E27FC236}">
                        <a16:creationId xmlns:a16="http://schemas.microsoft.com/office/drawing/2014/main" id="{91A30CDA-DC32-E53A-9FC0-8B8E4825DBC1}"/>
                      </a:ext>
                    </a:extLst>
                  </p:cNvPr>
                  <p:cNvSpPr>
                    <a:spLocks noChangeArrowheads="1"/>
                  </p:cNvSpPr>
                  <p:nvPr/>
                </p:nvSpPr>
                <p:spPr bwMode="auto">
                  <a:xfrm>
                    <a:off x="1583" y="6981"/>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2" name="Group 313">
                <a:extLst>
                  <a:ext uri="{FF2B5EF4-FFF2-40B4-BE49-F238E27FC236}">
                    <a16:creationId xmlns:a16="http://schemas.microsoft.com/office/drawing/2014/main" id="{1202F259-C03C-B00B-A9C2-700DCCE69391}"/>
                  </a:ext>
                </a:extLst>
              </p:cNvPr>
              <p:cNvGrpSpPr>
                <a:grpSpLocks/>
              </p:cNvGrpSpPr>
              <p:nvPr/>
            </p:nvGrpSpPr>
            <p:grpSpPr bwMode="auto">
              <a:xfrm>
                <a:off x="0" y="7308"/>
                <a:ext cx="813" cy="327"/>
                <a:chOff x="0" y="7308"/>
                <a:chExt cx="813" cy="327"/>
              </a:xfrm>
            </p:grpSpPr>
            <p:sp>
              <p:nvSpPr>
                <p:cNvPr id="620638" name="Rectangle 312">
                  <a:extLst>
                    <a:ext uri="{FF2B5EF4-FFF2-40B4-BE49-F238E27FC236}">
                      <a16:creationId xmlns:a16="http://schemas.microsoft.com/office/drawing/2014/main" id="{0D6EF131-9666-03E0-0834-F87C37C9C946}"/>
                    </a:ext>
                  </a:extLst>
                </p:cNvPr>
                <p:cNvSpPr>
                  <a:spLocks noChangeArrowheads="1"/>
                </p:cNvSpPr>
                <p:nvPr/>
              </p:nvSpPr>
              <p:spPr bwMode="auto">
                <a:xfrm>
                  <a:off x="0" y="7308"/>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39" name="Group 311">
                  <a:extLst>
                    <a:ext uri="{FF2B5EF4-FFF2-40B4-BE49-F238E27FC236}">
                      <a16:creationId xmlns:a16="http://schemas.microsoft.com/office/drawing/2014/main" id="{16F94B32-DF8D-DE62-91F4-634450408567}"/>
                    </a:ext>
                  </a:extLst>
                </p:cNvPr>
                <p:cNvGrpSpPr>
                  <a:grpSpLocks/>
                </p:cNvGrpSpPr>
                <p:nvPr/>
              </p:nvGrpSpPr>
              <p:grpSpPr bwMode="auto">
                <a:xfrm>
                  <a:off x="0" y="7308"/>
                  <a:ext cx="813" cy="327"/>
                  <a:chOff x="0" y="7308"/>
                  <a:chExt cx="813" cy="327"/>
                </a:xfrm>
              </p:grpSpPr>
              <p:sp>
                <p:nvSpPr>
                  <p:cNvPr id="620640" name="Rectangle 64">
                    <a:extLst>
                      <a:ext uri="{FF2B5EF4-FFF2-40B4-BE49-F238E27FC236}">
                        <a16:creationId xmlns:a16="http://schemas.microsoft.com/office/drawing/2014/main" id="{6BE0FC64-F8A6-824E-CB8C-EB9E8D7CC9E4}"/>
                      </a:ext>
                    </a:extLst>
                  </p:cNvPr>
                  <p:cNvSpPr>
                    <a:spLocks noChangeArrowheads="1"/>
                  </p:cNvSpPr>
                  <p:nvPr/>
                </p:nvSpPr>
                <p:spPr bwMode="auto">
                  <a:xfrm>
                    <a:off x="43" y="7308"/>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b="1">
                        <a:latin typeface="Arial" panose="020B0604020202020204" pitchFamily="34" charset="0"/>
                        <a:cs typeface="Times New Roman" panose="02020603050405020304" pitchFamily="18" charset="0"/>
                      </a:rPr>
                      <a:t>Application</a:t>
                    </a:r>
                    <a:endParaRPr lang="en-US" altLang="en-US" sz="1000">
                      <a:latin typeface="Arial" panose="020B0604020202020204" pitchFamily="34" charset="0"/>
                      <a:cs typeface="Times New Roman" panose="02020603050405020304" pitchFamily="18" charset="0"/>
                    </a:endParaRPr>
                  </a:p>
                  <a:p>
                    <a:pPr algn="just">
                      <a:spcBef>
                        <a:spcPct val="0"/>
                      </a:spcBef>
                      <a:buClrTx/>
                      <a:buSzTx/>
                      <a:buFontTx/>
                      <a:buNone/>
                    </a:pPr>
                    <a:endParaRPr lang="en-US" altLang="en-US" sz="1800">
                      <a:latin typeface="Arial" panose="020B0604020202020204" pitchFamily="34" charset="0"/>
                    </a:endParaRPr>
                  </a:p>
                </p:txBody>
              </p:sp>
              <p:sp>
                <p:nvSpPr>
                  <p:cNvPr id="620641" name="Rectangle 310">
                    <a:extLst>
                      <a:ext uri="{FF2B5EF4-FFF2-40B4-BE49-F238E27FC236}">
                        <a16:creationId xmlns:a16="http://schemas.microsoft.com/office/drawing/2014/main" id="{7251F672-0A32-B10A-11FF-C9E742AC454E}"/>
                      </a:ext>
                    </a:extLst>
                  </p:cNvPr>
                  <p:cNvSpPr>
                    <a:spLocks noChangeArrowheads="1"/>
                  </p:cNvSpPr>
                  <p:nvPr/>
                </p:nvSpPr>
                <p:spPr bwMode="auto">
                  <a:xfrm>
                    <a:off x="0" y="7308"/>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3" name="Group 317">
                <a:extLst>
                  <a:ext uri="{FF2B5EF4-FFF2-40B4-BE49-F238E27FC236}">
                    <a16:creationId xmlns:a16="http://schemas.microsoft.com/office/drawing/2014/main" id="{C16B16DD-E3EE-98F5-CCFB-FC5BAA41FEA2}"/>
                  </a:ext>
                </a:extLst>
              </p:cNvPr>
              <p:cNvGrpSpPr>
                <a:grpSpLocks/>
              </p:cNvGrpSpPr>
              <p:nvPr/>
            </p:nvGrpSpPr>
            <p:grpSpPr bwMode="auto">
              <a:xfrm>
                <a:off x="813" y="7308"/>
                <a:ext cx="770" cy="327"/>
                <a:chOff x="813" y="7308"/>
                <a:chExt cx="770" cy="327"/>
              </a:xfrm>
            </p:grpSpPr>
            <p:sp>
              <p:nvSpPr>
                <p:cNvPr id="620634" name="Rectangle 316">
                  <a:extLst>
                    <a:ext uri="{FF2B5EF4-FFF2-40B4-BE49-F238E27FC236}">
                      <a16:creationId xmlns:a16="http://schemas.microsoft.com/office/drawing/2014/main" id="{C893B381-416E-4E19-2B62-7AAFF422C8B9}"/>
                    </a:ext>
                  </a:extLst>
                </p:cNvPr>
                <p:cNvSpPr>
                  <a:spLocks noChangeArrowheads="1"/>
                </p:cNvSpPr>
                <p:nvPr/>
              </p:nvSpPr>
              <p:spPr bwMode="auto">
                <a:xfrm>
                  <a:off x="813" y="7308"/>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35" name="Group 315">
                  <a:extLst>
                    <a:ext uri="{FF2B5EF4-FFF2-40B4-BE49-F238E27FC236}">
                      <a16:creationId xmlns:a16="http://schemas.microsoft.com/office/drawing/2014/main" id="{072C32BE-C87E-897C-FA20-8DFB8568A149}"/>
                    </a:ext>
                  </a:extLst>
                </p:cNvPr>
                <p:cNvGrpSpPr>
                  <a:grpSpLocks/>
                </p:cNvGrpSpPr>
                <p:nvPr/>
              </p:nvGrpSpPr>
              <p:grpSpPr bwMode="auto">
                <a:xfrm>
                  <a:off x="813" y="7308"/>
                  <a:ext cx="770" cy="327"/>
                  <a:chOff x="813" y="7308"/>
                  <a:chExt cx="770" cy="327"/>
                </a:xfrm>
              </p:grpSpPr>
              <p:sp>
                <p:nvSpPr>
                  <p:cNvPr id="620636" name="Rectangle 65">
                    <a:extLst>
                      <a:ext uri="{FF2B5EF4-FFF2-40B4-BE49-F238E27FC236}">
                        <a16:creationId xmlns:a16="http://schemas.microsoft.com/office/drawing/2014/main" id="{67A09AA4-3D8A-4BAE-55E0-49FE47556424}"/>
                      </a:ext>
                    </a:extLst>
                  </p:cNvPr>
                  <p:cNvSpPr>
                    <a:spLocks noChangeArrowheads="1"/>
                  </p:cNvSpPr>
                  <p:nvPr/>
                </p:nvSpPr>
                <p:spPr bwMode="auto">
                  <a:xfrm>
                    <a:off x="856" y="7308"/>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PostScript</a:t>
                    </a:r>
                  </a:p>
                  <a:p>
                    <a:pPr algn="just">
                      <a:spcBef>
                        <a:spcPct val="0"/>
                      </a:spcBef>
                      <a:buClrTx/>
                      <a:buSzTx/>
                      <a:buFontTx/>
                      <a:buNone/>
                    </a:pPr>
                    <a:endParaRPr lang="en-US" altLang="en-US" sz="1800">
                      <a:latin typeface="Arial" panose="020B0604020202020204" pitchFamily="34" charset="0"/>
                    </a:endParaRPr>
                  </a:p>
                </p:txBody>
              </p:sp>
              <p:sp>
                <p:nvSpPr>
                  <p:cNvPr id="620637" name="Rectangle 314">
                    <a:extLst>
                      <a:ext uri="{FF2B5EF4-FFF2-40B4-BE49-F238E27FC236}">
                        <a16:creationId xmlns:a16="http://schemas.microsoft.com/office/drawing/2014/main" id="{100AFF93-E19B-E375-298C-2B95CB8B7C6D}"/>
                      </a:ext>
                    </a:extLst>
                  </p:cNvPr>
                  <p:cNvSpPr>
                    <a:spLocks noChangeArrowheads="1"/>
                  </p:cNvSpPr>
                  <p:nvPr/>
                </p:nvSpPr>
                <p:spPr bwMode="auto">
                  <a:xfrm>
                    <a:off x="813" y="7308"/>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4" name="Group 321">
                <a:extLst>
                  <a:ext uri="{FF2B5EF4-FFF2-40B4-BE49-F238E27FC236}">
                    <a16:creationId xmlns:a16="http://schemas.microsoft.com/office/drawing/2014/main" id="{E1346192-DB49-5DE6-76E6-B2E122D26777}"/>
                  </a:ext>
                </a:extLst>
              </p:cNvPr>
              <p:cNvGrpSpPr>
                <a:grpSpLocks/>
              </p:cNvGrpSpPr>
              <p:nvPr/>
            </p:nvGrpSpPr>
            <p:grpSpPr bwMode="auto">
              <a:xfrm>
                <a:off x="1583" y="7308"/>
                <a:ext cx="2217" cy="327"/>
                <a:chOff x="1583" y="7308"/>
                <a:chExt cx="2217" cy="327"/>
              </a:xfrm>
            </p:grpSpPr>
            <p:sp>
              <p:nvSpPr>
                <p:cNvPr id="620630" name="Rectangle 320">
                  <a:extLst>
                    <a:ext uri="{FF2B5EF4-FFF2-40B4-BE49-F238E27FC236}">
                      <a16:creationId xmlns:a16="http://schemas.microsoft.com/office/drawing/2014/main" id="{B52C2791-FD09-AEE2-FBA3-D4257EBF4658}"/>
                    </a:ext>
                  </a:extLst>
                </p:cNvPr>
                <p:cNvSpPr>
                  <a:spLocks noChangeArrowheads="1"/>
                </p:cNvSpPr>
                <p:nvPr/>
              </p:nvSpPr>
              <p:spPr bwMode="auto">
                <a:xfrm>
                  <a:off x="1583" y="7308"/>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31" name="Group 319">
                  <a:extLst>
                    <a:ext uri="{FF2B5EF4-FFF2-40B4-BE49-F238E27FC236}">
                      <a16:creationId xmlns:a16="http://schemas.microsoft.com/office/drawing/2014/main" id="{35E18F9C-CA58-6FDC-8773-082720655FA2}"/>
                    </a:ext>
                  </a:extLst>
                </p:cNvPr>
                <p:cNvGrpSpPr>
                  <a:grpSpLocks/>
                </p:cNvGrpSpPr>
                <p:nvPr/>
              </p:nvGrpSpPr>
              <p:grpSpPr bwMode="auto">
                <a:xfrm>
                  <a:off x="1583" y="7308"/>
                  <a:ext cx="2217" cy="327"/>
                  <a:chOff x="1583" y="7308"/>
                  <a:chExt cx="2217" cy="327"/>
                </a:xfrm>
              </p:grpSpPr>
              <p:sp>
                <p:nvSpPr>
                  <p:cNvPr id="620632" name="Rectangle 66">
                    <a:extLst>
                      <a:ext uri="{FF2B5EF4-FFF2-40B4-BE49-F238E27FC236}">
                        <a16:creationId xmlns:a16="http://schemas.microsoft.com/office/drawing/2014/main" id="{D19D641A-B174-5FE7-A1BB-A773B4911A2C}"/>
                      </a:ext>
                    </a:extLst>
                  </p:cNvPr>
                  <p:cNvSpPr>
                    <a:spLocks noChangeArrowheads="1"/>
                  </p:cNvSpPr>
                  <p:nvPr/>
                </p:nvSpPr>
                <p:spPr bwMode="auto">
                  <a:xfrm>
                    <a:off x="1626" y="7308"/>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Adobe PostScript.</a:t>
                    </a:r>
                  </a:p>
                  <a:p>
                    <a:pPr algn="just">
                      <a:spcBef>
                        <a:spcPct val="0"/>
                      </a:spcBef>
                      <a:buClrTx/>
                      <a:buSzTx/>
                      <a:buFontTx/>
                      <a:buNone/>
                    </a:pPr>
                    <a:endParaRPr lang="en-US" altLang="en-US" sz="1800">
                      <a:latin typeface="Arial" panose="020B0604020202020204" pitchFamily="34" charset="0"/>
                    </a:endParaRPr>
                  </a:p>
                </p:txBody>
              </p:sp>
              <p:sp>
                <p:nvSpPr>
                  <p:cNvPr id="620633" name="Rectangle 318">
                    <a:extLst>
                      <a:ext uri="{FF2B5EF4-FFF2-40B4-BE49-F238E27FC236}">
                        <a16:creationId xmlns:a16="http://schemas.microsoft.com/office/drawing/2014/main" id="{3DDBF8B6-98E5-6D0A-9964-18F685FACEA0}"/>
                      </a:ext>
                    </a:extLst>
                  </p:cNvPr>
                  <p:cNvSpPr>
                    <a:spLocks noChangeArrowheads="1"/>
                  </p:cNvSpPr>
                  <p:nvPr/>
                </p:nvSpPr>
                <p:spPr bwMode="auto">
                  <a:xfrm>
                    <a:off x="1583" y="7308"/>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5" name="Group 325">
                <a:extLst>
                  <a:ext uri="{FF2B5EF4-FFF2-40B4-BE49-F238E27FC236}">
                    <a16:creationId xmlns:a16="http://schemas.microsoft.com/office/drawing/2014/main" id="{E1DD9CC3-A62C-2EED-96FE-B52CC865E382}"/>
                  </a:ext>
                </a:extLst>
              </p:cNvPr>
              <p:cNvGrpSpPr>
                <a:grpSpLocks/>
              </p:cNvGrpSpPr>
              <p:nvPr/>
            </p:nvGrpSpPr>
            <p:grpSpPr bwMode="auto">
              <a:xfrm>
                <a:off x="0" y="7635"/>
                <a:ext cx="813" cy="327"/>
                <a:chOff x="0" y="7635"/>
                <a:chExt cx="813" cy="327"/>
              </a:xfrm>
            </p:grpSpPr>
            <p:sp>
              <p:nvSpPr>
                <p:cNvPr id="620626" name="Rectangle 324">
                  <a:extLst>
                    <a:ext uri="{FF2B5EF4-FFF2-40B4-BE49-F238E27FC236}">
                      <a16:creationId xmlns:a16="http://schemas.microsoft.com/office/drawing/2014/main" id="{3142C16C-CBD4-FE12-39FF-12F9D1863F9C}"/>
                    </a:ext>
                  </a:extLst>
                </p:cNvPr>
                <p:cNvSpPr>
                  <a:spLocks noChangeArrowheads="1"/>
                </p:cNvSpPr>
                <p:nvPr/>
              </p:nvSpPr>
              <p:spPr bwMode="auto">
                <a:xfrm>
                  <a:off x="0" y="7635"/>
                  <a:ext cx="813"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27" name="Group 323">
                  <a:extLst>
                    <a:ext uri="{FF2B5EF4-FFF2-40B4-BE49-F238E27FC236}">
                      <a16:creationId xmlns:a16="http://schemas.microsoft.com/office/drawing/2014/main" id="{99403624-2CA3-1EE6-8CD2-13EC4A1D4905}"/>
                    </a:ext>
                  </a:extLst>
                </p:cNvPr>
                <p:cNvGrpSpPr>
                  <a:grpSpLocks/>
                </p:cNvGrpSpPr>
                <p:nvPr/>
              </p:nvGrpSpPr>
              <p:grpSpPr bwMode="auto">
                <a:xfrm>
                  <a:off x="0" y="7635"/>
                  <a:ext cx="813" cy="327"/>
                  <a:chOff x="0" y="7635"/>
                  <a:chExt cx="813" cy="327"/>
                </a:xfrm>
              </p:grpSpPr>
              <p:sp>
                <p:nvSpPr>
                  <p:cNvPr id="620628" name="Rectangle 67">
                    <a:extLst>
                      <a:ext uri="{FF2B5EF4-FFF2-40B4-BE49-F238E27FC236}">
                        <a16:creationId xmlns:a16="http://schemas.microsoft.com/office/drawing/2014/main" id="{63BB6042-579F-B636-D29E-EBBC314D588F}"/>
                      </a:ext>
                    </a:extLst>
                  </p:cNvPr>
                  <p:cNvSpPr>
                    <a:spLocks noChangeArrowheads="1"/>
                  </p:cNvSpPr>
                  <p:nvPr/>
                </p:nvSpPr>
                <p:spPr bwMode="auto">
                  <a:xfrm>
                    <a:off x="43" y="7635"/>
                    <a:ext cx="72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 </a:t>
                    </a:r>
                  </a:p>
                  <a:p>
                    <a:pPr algn="just">
                      <a:spcBef>
                        <a:spcPct val="0"/>
                      </a:spcBef>
                      <a:buClrTx/>
                      <a:buSzTx/>
                      <a:buFontTx/>
                      <a:buNone/>
                    </a:pPr>
                    <a:endParaRPr lang="en-US" altLang="en-US" sz="1800">
                      <a:latin typeface="Arial" panose="020B0604020202020204" pitchFamily="34" charset="0"/>
                    </a:endParaRPr>
                  </a:p>
                </p:txBody>
              </p:sp>
              <p:sp>
                <p:nvSpPr>
                  <p:cNvPr id="620629" name="Rectangle 322">
                    <a:extLst>
                      <a:ext uri="{FF2B5EF4-FFF2-40B4-BE49-F238E27FC236}">
                        <a16:creationId xmlns:a16="http://schemas.microsoft.com/office/drawing/2014/main" id="{FB0F15DB-CAC9-7F27-B362-30F445E7A9EE}"/>
                      </a:ext>
                    </a:extLst>
                  </p:cNvPr>
                  <p:cNvSpPr>
                    <a:spLocks noChangeArrowheads="1"/>
                  </p:cNvSpPr>
                  <p:nvPr/>
                </p:nvSpPr>
                <p:spPr bwMode="auto">
                  <a:xfrm>
                    <a:off x="0" y="7635"/>
                    <a:ext cx="813"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6" name="Group 329">
                <a:extLst>
                  <a:ext uri="{FF2B5EF4-FFF2-40B4-BE49-F238E27FC236}">
                    <a16:creationId xmlns:a16="http://schemas.microsoft.com/office/drawing/2014/main" id="{B7C3FAC6-0595-B800-375C-EB72C908E9FC}"/>
                  </a:ext>
                </a:extLst>
              </p:cNvPr>
              <p:cNvGrpSpPr>
                <a:grpSpLocks/>
              </p:cNvGrpSpPr>
              <p:nvPr/>
            </p:nvGrpSpPr>
            <p:grpSpPr bwMode="auto">
              <a:xfrm>
                <a:off x="813" y="7635"/>
                <a:ext cx="770" cy="327"/>
                <a:chOff x="813" y="7635"/>
                <a:chExt cx="770" cy="327"/>
              </a:xfrm>
            </p:grpSpPr>
            <p:sp>
              <p:nvSpPr>
                <p:cNvPr id="620622" name="Rectangle 328">
                  <a:extLst>
                    <a:ext uri="{FF2B5EF4-FFF2-40B4-BE49-F238E27FC236}">
                      <a16:creationId xmlns:a16="http://schemas.microsoft.com/office/drawing/2014/main" id="{EDC91039-8460-FD5F-F3E9-DA9511B5F9DC}"/>
                    </a:ext>
                  </a:extLst>
                </p:cNvPr>
                <p:cNvSpPr>
                  <a:spLocks noChangeArrowheads="1"/>
                </p:cNvSpPr>
                <p:nvPr/>
              </p:nvSpPr>
              <p:spPr bwMode="auto">
                <a:xfrm>
                  <a:off x="813" y="7635"/>
                  <a:ext cx="770"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23" name="Group 327">
                  <a:extLst>
                    <a:ext uri="{FF2B5EF4-FFF2-40B4-BE49-F238E27FC236}">
                      <a16:creationId xmlns:a16="http://schemas.microsoft.com/office/drawing/2014/main" id="{42862E0D-C2B3-0F28-2E64-2CBEA90B5BC8}"/>
                    </a:ext>
                  </a:extLst>
                </p:cNvPr>
                <p:cNvGrpSpPr>
                  <a:grpSpLocks/>
                </p:cNvGrpSpPr>
                <p:nvPr/>
              </p:nvGrpSpPr>
              <p:grpSpPr bwMode="auto">
                <a:xfrm>
                  <a:off x="813" y="7635"/>
                  <a:ext cx="770" cy="327"/>
                  <a:chOff x="813" y="7635"/>
                  <a:chExt cx="770" cy="327"/>
                </a:xfrm>
              </p:grpSpPr>
              <p:sp>
                <p:nvSpPr>
                  <p:cNvPr id="620624" name="Rectangle 68">
                    <a:extLst>
                      <a:ext uri="{FF2B5EF4-FFF2-40B4-BE49-F238E27FC236}">
                        <a16:creationId xmlns:a16="http://schemas.microsoft.com/office/drawing/2014/main" id="{BD868DFC-7E32-6E02-8396-3534C5F993AA}"/>
                      </a:ext>
                    </a:extLst>
                  </p:cNvPr>
                  <p:cNvSpPr>
                    <a:spLocks noChangeArrowheads="1"/>
                  </p:cNvSpPr>
                  <p:nvPr/>
                </p:nvSpPr>
                <p:spPr bwMode="auto">
                  <a:xfrm>
                    <a:off x="856" y="7635"/>
                    <a:ext cx="684"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octet-stream</a:t>
                    </a:r>
                  </a:p>
                  <a:p>
                    <a:pPr algn="just">
                      <a:spcBef>
                        <a:spcPct val="0"/>
                      </a:spcBef>
                      <a:buClrTx/>
                      <a:buSzTx/>
                      <a:buFontTx/>
                      <a:buNone/>
                    </a:pPr>
                    <a:endParaRPr lang="en-US" altLang="en-US" sz="1800">
                      <a:latin typeface="Arial" panose="020B0604020202020204" pitchFamily="34" charset="0"/>
                    </a:endParaRPr>
                  </a:p>
                </p:txBody>
              </p:sp>
              <p:sp>
                <p:nvSpPr>
                  <p:cNvPr id="620625" name="Rectangle 326">
                    <a:extLst>
                      <a:ext uri="{FF2B5EF4-FFF2-40B4-BE49-F238E27FC236}">
                        <a16:creationId xmlns:a16="http://schemas.microsoft.com/office/drawing/2014/main" id="{98D7A30A-C39D-B4D0-0FB5-6CD093AE012D}"/>
                      </a:ext>
                    </a:extLst>
                  </p:cNvPr>
                  <p:cNvSpPr>
                    <a:spLocks noChangeArrowheads="1"/>
                  </p:cNvSpPr>
                  <p:nvPr/>
                </p:nvSpPr>
                <p:spPr bwMode="auto">
                  <a:xfrm>
                    <a:off x="813" y="7635"/>
                    <a:ext cx="770"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nvGrpSpPr>
              <p:cNvPr id="620617" name="Group 333">
                <a:extLst>
                  <a:ext uri="{FF2B5EF4-FFF2-40B4-BE49-F238E27FC236}">
                    <a16:creationId xmlns:a16="http://schemas.microsoft.com/office/drawing/2014/main" id="{C576AAF3-6313-8161-716A-1C97E3343349}"/>
                  </a:ext>
                </a:extLst>
              </p:cNvPr>
              <p:cNvGrpSpPr>
                <a:grpSpLocks/>
              </p:cNvGrpSpPr>
              <p:nvPr/>
            </p:nvGrpSpPr>
            <p:grpSpPr bwMode="auto">
              <a:xfrm>
                <a:off x="1583" y="7635"/>
                <a:ext cx="2217" cy="327"/>
                <a:chOff x="1583" y="7635"/>
                <a:chExt cx="2217" cy="327"/>
              </a:xfrm>
            </p:grpSpPr>
            <p:sp>
              <p:nvSpPr>
                <p:cNvPr id="620618" name="Rectangle 332">
                  <a:extLst>
                    <a:ext uri="{FF2B5EF4-FFF2-40B4-BE49-F238E27FC236}">
                      <a16:creationId xmlns:a16="http://schemas.microsoft.com/office/drawing/2014/main" id="{259E9418-EA54-F2E0-9EAD-456FD5E9D2B0}"/>
                    </a:ext>
                  </a:extLst>
                </p:cNvPr>
                <p:cNvSpPr>
                  <a:spLocks noChangeArrowheads="1"/>
                </p:cNvSpPr>
                <p:nvPr/>
              </p:nvSpPr>
              <p:spPr bwMode="auto">
                <a:xfrm>
                  <a:off x="1583" y="7635"/>
                  <a:ext cx="2217"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nvGrpSpPr>
                <p:cNvPr id="620619" name="Group 331">
                  <a:extLst>
                    <a:ext uri="{FF2B5EF4-FFF2-40B4-BE49-F238E27FC236}">
                      <a16:creationId xmlns:a16="http://schemas.microsoft.com/office/drawing/2014/main" id="{A101DE13-9483-04ED-3C5C-F65AB8F78491}"/>
                    </a:ext>
                  </a:extLst>
                </p:cNvPr>
                <p:cNvGrpSpPr>
                  <a:grpSpLocks/>
                </p:cNvGrpSpPr>
                <p:nvPr/>
              </p:nvGrpSpPr>
              <p:grpSpPr bwMode="auto">
                <a:xfrm>
                  <a:off x="1583" y="7635"/>
                  <a:ext cx="2217" cy="327"/>
                  <a:chOff x="1583" y="7635"/>
                  <a:chExt cx="2217" cy="327"/>
                </a:xfrm>
              </p:grpSpPr>
              <p:sp>
                <p:nvSpPr>
                  <p:cNvPr id="620620" name="Rectangle 69">
                    <a:extLst>
                      <a:ext uri="{FF2B5EF4-FFF2-40B4-BE49-F238E27FC236}">
                        <a16:creationId xmlns:a16="http://schemas.microsoft.com/office/drawing/2014/main" id="{C095864A-C910-5EFB-2453-060794A7EF70}"/>
                      </a:ext>
                    </a:extLst>
                  </p:cNvPr>
                  <p:cNvSpPr>
                    <a:spLocks noChangeArrowheads="1"/>
                  </p:cNvSpPr>
                  <p:nvPr/>
                </p:nvSpPr>
                <p:spPr bwMode="auto">
                  <a:xfrm>
                    <a:off x="1626" y="7635"/>
                    <a:ext cx="2131" cy="327"/>
                  </a:xfrm>
                  <a:prstGeom prst="rect">
                    <a:avLst/>
                  </a:prstGeom>
                  <a:solidFill>
                    <a:srgbClr val="FFFF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n-US" altLang="en-US" sz="1000">
                        <a:latin typeface="Arial" panose="020B0604020202020204" pitchFamily="34" charset="0"/>
                        <a:cs typeface="Times New Roman" panose="02020603050405020304" pitchFamily="18" charset="0"/>
                      </a:rPr>
                      <a:t>General binary data (8-bit bytes).</a:t>
                    </a:r>
                  </a:p>
                  <a:p>
                    <a:pPr algn="just">
                      <a:spcBef>
                        <a:spcPct val="0"/>
                      </a:spcBef>
                      <a:buClrTx/>
                      <a:buSzTx/>
                      <a:buFontTx/>
                      <a:buNone/>
                    </a:pPr>
                    <a:endParaRPr lang="en-US" altLang="en-US" sz="1800">
                      <a:latin typeface="Arial" panose="020B0604020202020204" pitchFamily="34" charset="0"/>
                    </a:endParaRPr>
                  </a:p>
                </p:txBody>
              </p:sp>
              <p:sp>
                <p:nvSpPr>
                  <p:cNvPr id="620621" name="Rectangle 330">
                    <a:extLst>
                      <a:ext uri="{FF2B5EF4-FFF2-40B4-BE49-F238E27FC236}">
                        <a16:creationId xmlns:a16="http://schemas.microsoft.com/office/drawing/2014/main" id="{DBD9A884-C51E-7D2B-2565-E9205E8B5DA1}"/>
                      </a:ext>
                    </a:extLst>
                  </p:cNvPr>
                  <p:cNvSpPr>
                    <a:spLocks noChangeArrowheads="1"/>
                  </p:cNvSpPr>
                  <p:nvPr/>
                </p:nvSpPr>
                <p:spPr bwMode="auto">
                  <a:xfrm>
                    <a:off x="1583" y="7635"/>
                    <a:ext cx="2217" cy="327"/>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grpSp>
        </p:grpSp>
        <p:sp>
          <p:nvSpPr>
            <p:cNvPr id="620551" name="Rectangle 335">
              <a:extLst>
                <a:ext uri="{FF2B5EF4-FFF2-40B4-BE49-F238E27FC236}">
                  <a16:creationId xmlns:a16="http://schemas.microsoft.com/office/drawing/2014/main" id="{37DC5F4E-71B7-9C97-16C6-D08835D4C4A4}"/>
                </a:ext>
              </a:extLst>
            </p:cNvPr>
            <p:cNvSpPr>
              <a:spLocks noChangeArrowheads="1"/>
            </p:cNvSpPr>
            <p:nvPr/>
          </p:nvSpPr>
          <p:spPr bwMode="auto">
            <a:xfrm>
              <a:off x="-2" y="-2"/>
              <a:ext cx="3804" cy="7966"/>
            </a:xfrm>
            <a:prstGeom prst="rect">
              <a:avLst/>
            </a:prstGeom>
            <a:noFill/>
            <a:ln w="793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IN" altLang="en-US" sz="1800"/>
            </a:p>
          </p:txBody>
        </p:sp>
      </p:grpSp>
    </p:spTree>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Slide Number Placeholder 5">
            <a:extLst>
              <a:ext uri="{FF2B5EF4-FFF2-40B4-BE49-F238E27FC236}">
                <a16:creationId xmlns:a16="http://schemas.microsoft.com/office/drawing/2014/main" id="{562FD67A-1A26-6817-6D85-F356D67BF6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122014E-C075-417A-BF5F-9342D8BA0BF2}" type="slidenum">
              <a:rPr lang="en-US" altLang="en-US" sz="1400"/>
              <a:pPr>
                <a:spcBef>
                  <a:spcPct val="0"/>
                </a:spcBef>
                <a:buClrTx/>
                <a:buSzTx/>
                <a:buFontTx/>
                <a:buNone/>
              </a:pPr>
              <a:t>280</a:t>
            </a:fld>
            <a:endParaRPr lang="en-US" altLang="en-US" sz="1400"/>
          </a:p>
        </p:txBody>
      </p:sp>
      <p:sp>
        <p:nvSpPr>
          <p:cNvPr id="622595" name="Rectangle 2">
            <a:extLst>
              <a:ext uri="{FF2B5EF4-FFF2-40B4-BE49-F238E27FC236}">
                <a16:creationId xmlns:a16="http://schemas.microsoft.com/office/drawing/2014/main" id="{B91D9582-2EDD-6C8B-09F9-4B5E107CBEC0}"/>
              </a:ext>
            </a:extLst>
          </p:cNvPr>
          <p:cNvSpPr>
            <a:spLocks noGrp="1" noChangeArrowheads="1"/>
          </p:cNvSpPr>
          <p:nvPr>
            <p:ph type="title"/>
          </p:nvPr>
        </p:nvSpPr>
        <p:spPr/>
        <p:txBody>
          <a:bodyPr/>
          <a:lstStyle/>
          <a:p>
            <a:pPr eaLnBrk="1" hangingPunct="1"/>
            <a:r>
              <a:rPr lang="en-US" altLang="en-US" sz="4000"/>
              <a:t>S/MIME Functionalities</a:t>
            </a:r>
          </a:p>
        </p:txBody>
      </p:sp>
      <p:graphicFrame>
        <p:nvGraphicFramePr>
          <p:cNvPr id="410648" name="Group 24">
            <a:extLst>
              <a:ext uri="{FF2B5EF4-FFF2-40B4-BE49-F238E27FC236}">
                <a16:creationId xmlns:a16="http://schemas.microsoft.com/office/drawing/2014/main" id="{4D783F02-97E3-94B4-0345-358A34344C5F}"/>
              </a:ext>
            </a:extLst>
          </p:cNvPr>
          <p:cNvGraphicFramePr>
            <a:graphicFrameLocks noGrp="1"/>
          </p:cNvGraphicFramePr>
          <p:nvPr>
            <p:ph idx="1"/>
          </p:nvPr>
        </p:nvGraphicFramePr>
        <p:xfrm>
          <a:off x="2706688" y="2286000"/>
          <a:ext cx="7300912" cy="3944999"/>
        </p:xfrm>
        <a:graphic>
          <a:graphicData uri="http://schemas.openxmlformats.org/drawingml/2006/table">
            <a:tbl>
              <a:tblPr/>
              <a:tblGrid>
                <a:gridCol w="1646237">
                  <a:extLst>
                    <a:ext uri="{9D8B030D-6E8A-4147-A177-3AD203B41FA5}">
                      <a16:colId xmlns:a16="http://schemas.microsoft.com/office/drawing/2014/main" val="20000"/>
                    </a:ext>
                  </a:extLst>
                </a:gridCol>
                <a:gridCol w="5654675">
                  <a:extLst>
                    <a:ext uri="{9D8B030D-6E8A-4147-A177-3AD203B41FA5}">
                      <a16:colId xmlns:a16="http://schemas.microsoft.com/office/drawing/2014/main" val="20001"/>
                    </a:ext>
                  </a:extLst>
                </a:gridCol>
              </a:tblGrid>
              <a:tr h="56182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1" u="none" strike="noStrike" cap="none" normalizeH="0" baseline="0">
                          <a:ln>
                            <a:noFill/>
                          </a:ln>
                          <a:solidFill>
                            <a:srgbClr val="800000"/>
                          </a:solidFill>
                          <a:effectLst/>
                          <a:latin typeface="Times New Roman" pitchFamily="18" charset="0"/>
                          <a:cs typeface="Times New Roman" pitchFamily="18" charset="0"/>
                        </a:rPr>
                        <a:t>Functionality</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808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808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1" u="none" strike="noStrike" cap="none" normalizeH="0" baseline="0">
                          <a:ln>
                            <a:noFill/>
                          </a:ln>
                          <a:solidFill>
                            <a:srgbClr val="800000"/>
                          </a:solidFill>
                          <a:effectLst/>
                          <a:latin typeface="Times New Roman" pitchFamily="18" charset="0"/>
                          <a:cs typeface="Times New Roman" pitchFamily="18" charset="0"/>
                        </a:rPr>
                        <a:t>Description</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0000"/>
                      </a:solidFill>
                      <a:prstDash val="solid"/>
                      <a:round/>
                      <a:headEnd type="none" w="sm" len="sm"/>
                      <a:tailEnd type="none" w="sm" len="sm"/>
                    </a:lnL>
                    <a:lnR w="12700" cap="flat" cmpd="sng" algn="ctr">
                      <a:solidFill>
                        <a:srgbClr val="008080"/>
                      </a:solidFill>
                      <a:prstDash val="solid"/>
                      <a:round/>
                      <a:headEnd type="none" w="sm" len="sm"/>
                      <a:tailEnd type="none" w="sm" len="sm"/>
                    </a:lnR>
                    <a:lnT w="25400" cap="flat" cmpd="sng" algn="ctr">
                      <a:solidFill>
                        <a:srgbClr val="00808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extLst>
                  <a:ext uri="{0D108BD9-81ED-4DB2-BD59-A6C34878D82A}">
                    <a16:rowId xmlns:a16="http://schemas.microsoft.com/office/drawing/2014/main" val="10000"/>
                  </a:ext>
                </a:extLst>
              </a:tr>
              <a:tr h="914357">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Enveloped data</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808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Consists of encrypted content of any type, and the encryption key encrypted with the receiver’s public key.</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0000"/>
                      </a:solidFill>
                      <a:prstDash val="solid"/>
                      <a:round/>
                      <a:headEnd type="none" w="sm" len="sm"/>
                      <a:tailEnd type="none" w="sm" len="sm"/>
                    </a:lnL>
                    <a:lnR w="12700" cap="flat" cmpd="sng" algn="ctr">
                      <a:solidFill>
                        <a:srgbClr val="00808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extLst>
                  <a:ext uri="{0D108BD9-81ED-4DB2-BD59-A6C34878D82A}">
                    <a16:rowId xmlns:a16="http://schemas.microsoft.com/office/drawing/2014/main" val="10001"/>
                  </a:ext>
                </a:extLst>
              </a:tr>
              <a:tr h="914357">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Signed data</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808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Consists of a message digest encrypted with the sender’s private key. The content and the digital signature are both Base-64 encoded.</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0000"/>
                      </a:solidFill>
                      <a:prstDash val="solid"/>
                      <a:round/>
                      <a:headEnd type="none" w="sm" len="sm"/>
                      <a:tailEnd type="none" w="sm" len="sm"/>
                    </a:lnL>
                    <a:lnR w="12700" cap="flat" cmpd="sng" algn="ctr">
                      <a:solidFill>
                        <a:srgbClr val="00808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40043">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Clear-signed data</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808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Similar to Signed data. However, only the digital signature is Base-64 encoded.</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0000"/>
                      </a:solidFill>
                      <a:prstDash val="solid"/>
                      <a:round/>
                      <a:headEnd type="none" w="sm" len="sm"/>
                      <a:tailEnd type="none" w="sm" len="sm"/>
                    </a:lnL>
                    <a:lnR w="12700" cap="flat" cmpd="sng" algn="ctr">
                      <a:solidFill>
                        <a:srgbClr val="00808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0C0C0"/>
                    </a:solidFill>
                  </a:tcPr>
                </a:tc>
                <a:extLst>
                  <a:ext uri="{0D108BD9-81ED-4DB2-BD59-A6C34878D82A}">
                    <a16:rowId xmlns:a16="http://schemas.microsoft.com/office/drawing/2014/main" val="10003"/>
                  </a:ext>
                </a:extLst>
              </a:tr>
              <a:tr h="914357">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Signed and Enveloped data</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808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8080"/>
                      </a:solidFill>
                      <a:prstDash val="solid"/>
                      <a:round/>
                      <a:headEnd type="none" w="sm" len="sm"/>
                      <a:tailEnd type="none" w="sm" len="sm"/>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bg1"/>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Signed-only and Enveloped-only entities can be combined, so that the Enveloped data can be signed, or the Signed/Clear-signed data can be enveloped.</a:t>
                      </a:r>
                      <a:endParaRPr kumimoji="0" lang="en-US" sz="4000" b="0" i="0" u="none" strike="noStrike" cap="none" normalizeH="0" baseline="0">
                        <a:ln>
                          <a:noFill/>
                        </a:ln>
                        <a:solidFill>
                          <a:schemeClr val="tx1"/>
                        </a:solidFill>
                        <a:effectLst/>
                        <a:latin typeface="Times New Roman" pitchFamily="18" charset="0"/>
                      </a:endParaRPr>
                    </a:p>
                  </a:txBody>
                  <a:tcPr marT="45707" marB="45707" horzOverflow="overflow">
                    <a:lnL w="12700" cap="flat" cmpd="sng" algn="ctr">
                      <a:solidFill>
                        <a:srgbClr val="000000"/>
                      </a:solidFill>
                      <a:prstDash val="solid"/>
                      <a:round/>
                      <a:headEnd type="none" w="sm" len="sm"/>
                      <a:tailEnd type="none" w="sm" len="sm"/>
                    </a:lnL>
                    <a:lnR w="12700" cap="flat" cmpd="sng" algn="ctr">
                      <a:solidFill>
                        <a:srgbClr val="00808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808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6608</TotalTime>
  <Words>15059</Words>
  <Application>Microsoft Office PowerPoint</Application>
  <PresentationFormat>Widescreen</PresentationFormat>
  <Paragraphs>3028</Paragraphs>
  <Slides>280</Slides>
  <Notes>162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280</vt:i4>
      </vt:variant>
    </vt:vector>
  </HeadingPairs>
  <TitlesOfParts>
    <vt:vector size="295" baseType="lpstr">
      <vt:lpstr>Arial</vt:lpstr>
      <vt:lpstr>Book Antiqua</vt:lpstr>
      <vt:lpstr>Calibri</vt:lpstr>
      <vt:lpstr>Calibri Light</vt:lpstr>
      <vt:lpstr>Courier</vt:lpstr>
      <vt:lpstr>Courier-Bold</vt:lpstr>
      <vt:lpstr>FranklinGothic-Book</vt:lpstr>
      <vt:lpstr>Mangal</vt:lpstr>
      <vt:lpstr>NewBaskerville-Italic</vt:lpstr>
      <vt:lpstr>NewBaskerville-Roman</vt:lpstr>
      <vt:lpstr>Symbol</vt:lpstr>
      <vt:lpstr>Tahoma</vt:lpstr>
      <vt:lpstr>Times New Roman</vt:lpstr>
      <vt:lpstr>Wingdings</vt:lpstr>
      <vt:lpstr>Office Theme</vt:lpstr>
      <vt:lpstr>Public Key Infrastructure (PKI)</vt:lpstr>
      <vt:lpstr>Benjamin Franklin once said …</vt:lpstr>
      <vt:lpstr>Security is Not Easy to Achieve</vt:lpstr>
      <vt:lpstr>Information security basics</vt:lpstr>
      <vt:lpstr>Some incidents …</vt:lpstr>
      <vt:lpstr>Some incidents …</vt:lpstr>
      <vt:lpstr>Some incidents …</vt:lpstr>
      <vt:lpstr>Some incidents …</vt:lpstr>
      <vt:lpstr>Some incidents …</vt:lpstr>
      <vt:lpstr>CIA Triad of security</vt:lpstr>
      <vt:lpstr>Low, moderate, and high impacts</vt:lpstr>
      <vt:lpstr>Low, moderate, and high impacts</vt:lpstr>
      <vt:lpstr>low, moderate, and high impacts</vt:lpstr>
      <vt:lpstr>Why is security not easy?</vt:lpstr>
      <vt:lpstr>Why is security not easy?</vt:lpstr>
      <vt:lpstr>Security attacks – first view</vt:lpstr>
      <vt:lpstr>Snooping</vt:lpstr>
      <vt:lpstr>Traffic analysis</vt:lpstr>
      <vt:lpstr>Modification</vt:lpstr>
      <vt:lpstr>Masquerading</vt:lpstr>
      <vt:lpstr>Replaying</vt:lpstr>
      <vt:lpstr>Repudiation</vt:lpstr>
      <vt:lpstr>Denial of service (DOS)</vt:lpstr>
      <vt:lpstr>Another attack classification</vt:lpstr>
      <vt:lpstr>Security Classification</vt:lpstr>
      <vt:lpstr>Transmission of Credit Card Details</vt:lpstr>
      <vt:lpstr>Need for Security…</vt:lpstr>
      <vt:lpstr>Authentication…</vt:lpstr>
      <vt:lpstr>Integrity…</vt:lpstr>
      <vt:lpstr>Confidentiality…</vt:lpstr>
      <vt:lpstr>Non-repudiation …</vt:lpstr>
      <vt:lpstr>How to achieve Security?</vt:lpstr>
      <vt:lpstr>Cryptography Concept</vt:lpstr>
      <vt:lpstr>Cryptanalysis</vt:lpstr>
      <vt:lpstr>Cryptology</vt:lpstr>
      <vt:lpstr>Cryptographic System</vt:lpstr>
      <vt:lpstr>Cryptography Basics</vt:lpstr>
      <vt:lpstr>Cryptography Mechanisms</vt:lpstr>
      <vt:lpstr>Traditional Cryptography: Substitution Techniques</vt:lpstr>
      <vt:lpstr>Caesar Cipher Concept</vt:lpstr>
      <vt:lpstr>Cryptography is simple!</vt:lpstr>
      <vt:lpstr>Caesar Cipher Demo</vt:lpstr>
      <vt:lpstr>Mono-alphabetic Cipher</vt:lpstr>
      <vt:lpstr>Mono-alphabetic Cipher</vt:lpstr>
      <vt:lpstr>Homophonic Substitution Cipher</vt:lpstr>
      <vt:lpstr>Homophonic Substitution Cipher – Demo</vt:lpstr>
      <vt:lpstr>Polyalphabetic Substitution Cipher</vt:lpstr>
      <vt:lpstr>Vigenere Cipher</vt:lpstr>
      <vt:lpstr>Vigenere Square</vt:lpstr>
      <vt:lpstr>Vigenere Cipher</vt:lpstr>
      <vt:lpstr>Vigenere Cipher – Example</vt:lpstr>
      <vt:lpstr>Playfair Cipher</vt:lpstr>
      <vt:lpstr>Playfair Cipher</vt:lpstr>
      <vt:lpstr>Playfair Cipher</vt:lpstr>
      <vt:lpstr>Playfair Cipher – Encryption </vt:lpstr>
      <vt:lpstr>Playfair Cipher – Demo </vt:lpstr>
      <vt:lpstr>Traditional Cryptography: Transposition Technique Example</vt:lpstr>
      <vt:lpstr>Rail Fence Technique</vt:lpstr>
      <vt:lpstr>Rail Fence Technique: Demo</vt:lpstr>
      <vt:lpstr>Modern Computer-based Cryptography</vt:lpstr>
      <vt:lpstr>Encryption and Decryption</vt:lpstr>
      <vt:lpstr>Encryption</vt:lpstr>
      <vt:lpstr>Decryption</vt:lpstr>
      <vt:lpstr>Algorithm and Key</vt:lpstr>
      <vt:lpstr>Key Range</vt:lpstr>
      <vt:lpstr>Brute Force Attack</vt:lpstr>
      <vt:lpstr>Types of Cipher</vt:lpstr>
      <vt:lpstr>Stream Cipher Example</vt:lpstr>
      <vt:lpstr>Block Cipher Example</vt:lpstr>
      <vt:lpstr>Key Types</vt:lpstr>
      <vt:lpstr>Symmetric Key Encryption</vt:lpstr>
      <vt:lpstr>Symmetric Key Encryption: Example</vt:lpstr>
      <vt:lpstr>Data Encryption Standard (DES)</vt:lpstr>
      <vt:lpstr>DES History</vt:lpstr>
      <vt:lpstr>Conceptual View of DES</vt:lpstr>
      <vt:lpstr>Broad Level Steps in DES</vt:lpstr>
      <vt:lpstr>Details of One Round in DES</vt:lpstr>
      <vt:lpstr>Key Transformation</vt:lpstr>
      <vt:lpstr>Expansion Permutation – 1/2</vt:lpstr>
      <vt:lpstr>Expansion Permutation – 2/2</vt:lpstr>
      <vt:lpstr>S-Box Substitution Concept</vt:lpstr>
      <vt:lpstr>S-Box Substitution</vt:lpstr>
      <vt:lpstr>S-Box Concept</vt:lpstr>
      <vt:lpstr>S-Box Logic</vt:lpstr>
      <vt:lpstr>P-Box Permutation</vt:lpstr>
      <vt:lpstr>XOR and Swap</vt:lpstr>
      <vt:lpstr>Final Permutation</vt:lpstr>
      <vt:lpstr>Modified Versions of DES</vt:lpstr>
      <vt:lpstr>Double DES Encryption</vt:lpstr>
      <vt:lpstr>Double DES Decryption</vt:lpstr>
      <vt:lpstr>Double DES Mathematically Expressed</vt:lpstr>
      <vt:lpstr>Triple DES</vt:lpstr>
      <vt:lpstr>Triple DES with Two Keys</vt:lpstr>
      <vt:lpstr>DES Demo</vt:lpstr>
      <vt:lpstr>RC5</vt:lpstr>
      <vt:lpstr>RC5 Basics</vt:lpstr>
      <vt:lpstr>Encryption using RC5</vt:lpstr>
      <vt:lpstr>RC5 Encryption</vt:lpstr>
      <vt:lpstr>RC5 Decryption</vt:lpstr>
      <vt:lpstr>Advanced Encryption Standard (AES)</vt:lpstr>
      <vt:lpstr>AES Basics</vt:lpstr>
      <vt:lpstr>Rijndael Basics</vt:lpstr>
      <vt:lpstr>Rijndael Operation</vt:lpstr>
      <vt:lpstr>Rijndael Round</vt:lpstr>
      <vt:lpstr>Asymmetric Key Encryption</vt:lpstr>
      <vt:lpstr>Two-way Functions</vt:lpstr>
      <vt:lpstr>One-way Functions</vt:lpstr>
      <vt:lpstr>Modular Arithmetic and One-way Functions</vt:lpstr>
      <vt:lpstr>Modular Arithmetic using a Clock for Modular 8 (or Mod 8)</vt:lpstr>
      <vt:lpstr>Modular Arithmetic is Simple!</vt:lpstr>
      <vt:lpstr>Mathematicians and Modular Arithmetic</vt:lpstr>
      <vt:lpstr>Why is Modular Arithmetic Tricky? (See next slide also)</vt:lpstr>
      <vt:lpstr>Why is Modular Arithmetic Tricky? (See next slide also)</vt:lpstr>
      <vt:lpstr>Why is Modular Arithmetic Tricky?</vt:lpstr>
      <vt:lpstr>Diffie-Hellman Key Agreement/Exchange</vt:lpstr>
      <vt:lpstr>Diffie-Hellman Key Exchange - Basics</vt:lpstr>
      <vt:lpstr>Diffie-Hellman Mechanism</vt:lpstr>
      <vt:lpstr>Diffie-Hellman Example</vt:lpstr>
      <vt:lpstr>Understanding Diffie-Hellman</vt:lpstr>
      <vt:lpstr>Person-in-the-middle Attack - 1</vt:lpstr>
      <vt:lpstr>Diffie-Hellman Person-in-the-middle Attack</vt:lpstr>
      <vt:lpstr>PowerPoint Presentation</vt:lpstr>
      <vt:lpstr>Asymmetric Key Encryption</vt:lpstr>
      <vt:lpstr>Asymmetric Key Encryption: Concept</vt:lpstr>
      <vt:lpstr>Asymmetric Key Encryption: Example</vt:lpstr>
      <vt:lpstr>Matrix of Keys</vt:lpstr>
      <vt:lpstr>The RSA Algorithm: The Public Key</vt:lpstr>
      <vt:lpstr>The RSA Algorithm: The Private Key</vt:lpstr>
      <vt:lpstr>The RSA Algorithm: Why is it Difficult to Guess the Private Key?</vt:lpstr>
      <vt:lpstr>The RSA Algorithm: Why is it Difficult to Guess the Private Key?</vt:lpstr>
      <vt:lpstr>The RSA Algorithm: The Attacker’s Problem – 1</vt:lpstr>
      <vt:lpstr>The RSA Algorithm: The Attacker’s Problem – 2</vt:lpstr>
      <vt:lpstr>The RSA Algorithm: The Attacker’s Problem – 3</vt:lpstr>
      <vt:lpstr>The RSA Algorithm: The Attacker’s Problem – 4</vt:lpstr>
      <vt:lpstr>RSA Algorithm</vt:lpstr>
      <vt:lpstr>Find Missing Values</vt:lpstr>
      <vt:lpstr>Solution</vt:lpstr>
      <vt:lpstr>Example of RSA Algorithm</vt:lpstr>
      <vt:lpstr>Elliptic Curve Cryptography (ECC)</vt:lpstr>
      <vt:lpstr>Symmetric/Asymmetric Key Encryption</vt:lpstr>
      <vt:lpstr>Message Digest/Hash: Concepts and Algorithms</vt:lpstr>
      <vt:lpstr>Message Digest/Hash</vt:lpstr>
      <vt:lpstr>Message Digest: Concept</vt:lpstr>
      <vt:lpstr>Message Digest: Conceptual Example</vt:lpstr>
      <vt:lpstr>Message Digest Demands - 1</vt:lpstr>
      <vt:lpstr>Message Digest Demands - 2</vt:lpstr>
      <vt:lpstr>Message Digest Demands - 3</vt:lpstr>
      <vt:lpstr>Message Digest Example</vt:lpstr>
      <vt:lpstr>MD5</vt:lpstr>
      <vt:lpstr>Padding Step</vt:lpstr>
      <vt:lpstr>Append Length</vt:lpstr>
      <vt:lpstr>Divide Input into 512-Bit Blocks</vt:lpstr>
      <vt:lpstr>Initialize Chaining Variables</vt:lpstr>
      <vt:lpstr>Copy Chaining Variables</vt:lpstr>
      <vt:lpstr>Sub-Blocks</vt:lpstr>
      <vt:lpstr>One Round</vt:lpstr>
      <vt:lpstr>One MD5 Operation</vt:lpstr>
      <vt:lpstr>Process P</vt:lpstr>
      <vt:lpstr>SHA-1</vt:lpstr>
      <vt:lpstr>Single SHA-1 Iteration</vt:lpstr>
      <vt:lpstr>Comparison of MD5 and SHA</vt:lpstr>
      <vt:lpstr>HMAC</vt:lpstr>
      <vt:lpstr>HMAC Variables</vt:lpstr>
      <vt:lpstr>HMAC – Step 1: Make the length of K equal to b</vt:lpstr>
      <vt:lpstr>HMAC – Step 2: XOR K with ipad to produce S1</vt:lpstr>
      <vt:lpstr>HMAC – Step 3: Append M to S1</vt:lpstr>
      <vt:lpstr>HMAC – Step 4: Digest the Step 3 Output</vt:lpstr>
      <vt:lpstr>HMAC – Step 5: XOR K with opad to produce S2</vt:lpstr>
      <vt:lpstr>HMAC – Step 6: Append H to S2</vt:lpstr>
      <vt:lpstr>HMAC – Step 7: Digest the Output of Step 6</vt:lpstr>
      <vt:lpstr>HMAC Summary</vt:lpstr>
      <vt:lpstr>Digital Certificates</vt:lpstr>
      <vt:lpstr>Digital Certificates</vt:lpstr>
      <vt:lpstr>Digital Certificate: Example</vt:lpstr>
      <vt:lpstr>Digital Certificate Contents</vt:lpstr>
      <vt:lpstr>X.509 Certificate Format</vt:lpstr>
      <vt:lpstr>Digital Signature</vt:lpstr>
      <vt:lpstr>Digital Signature: Process</vt:lpstr>
      <vt:lpstr>Digital Signature: Example</vt:lpstr>
      <vt:lpstr>Classes of Digital Certificates – General</vt:lpstr>
      <vt:lpstr>Classes of Digital Certificates in India</vt:lpstr>
      <vt:lpstr>Validating Certificates</vt:lpstr>
      <vt:lpstr>CA Hierarchy</vt:lpstr>
      <vt:lpstr>Problem of Verification</vt:lpstr>
      <vt:lpstr>Solution</vt:lpstr>
      <vt:lpstr>CA Cross-Certification</vt:lpstr>
      <vt:lpstr>Java Keystore and Keytool</vt:lpstr>
      <vt:lpstr>Using the keytool</vt:lpstr>
      <vt:lpstr>Certificate Revocation</vt:lpstr>
      <vt:lpstr>Validating Certificates</vt:lpstr>
      <vt:lpstr>Certificate Revocation Checks</vt:lpstr>
      <vt:lpstr>Certificate Revocation List (CRL)</vt:lpstr>
      <vt:lpstr>CRL Issuance and Verification</vt:lpstr>
      <vt:lpstr>CRL: Logical View</vt:lpstr>
      <vt:lpstr>Validating Certificates: 3 Steps</vt:lpstr>
      <vt:lpstr>Delta CRL</vt:lpstr>
      <vt:lpstr>Base CRL</vt:lpstr>
      <vt:lpstr>Delta CRLs: Points to Note</vt:lpstr>
      <vt:lpstr>Why CRLs are offline?</vt:lpstr>
      <vt:lpstr>CRL Format</vt:lpstr>
      <vt:lpstr>CRL Entry Extensions</vt:lpstr>
      <vt:lpstr>Online Certificate Status Protocol (OCSP)</vt:lpstr>
      <vt:lpstr>OCSP Basics</vt:lpstr>
      <vt:lpstr>OCSP – Step 1</vt:lpstr>
      <vt:lpstr>OCSP – Step 2</vt:lpstr>
      <vt:lpstr>OCSP – Step 3</vt:lpstr>
      <vt:lpstr>OCSP – Note!</vt:lpstr>
      <vt:lpstr> Simple Certificate Validation Protocol (SCVP)</vt:lpstr>
      <vt:lpstr>OCSP versus SCVP</vt:lpstr>
      <vt:lpstr>Cryptography Standards</vt:lpstr>
      <vt:lpstr>Public Key Cryptography Standards (PKCS)</vt:lpstr>
      <vt:lpstr>FIPS</vt:lpstr>
      <vt:lpstr>Authentication Mechanisms</vt:lpstr>
      <vt:lpstr>Fast Identity Online (FIDO)</vt:lpstr>
      <vt:lpstr>FIDO Registration</vt:lpstr>
      <vt:lpstr>FIDO Login</vt:lpstr>
      <vt:lpstr>OAuth Process</vt:lpstr>
      <vt:lpstr>From OAuth 2.0 Specifications (Example Follows)</vt:lpstr>
      <vt:lpstr>OAuth 2.0 Terminology With An Example – 1</vt:lpstr>
      <vt:lpstr>OAuth 2.0 Terminology With An Example – 2</vt:lpstr>
      <vt:lpstr>Authorization Server</vt:lpstr>
      <vt:lpstr>Authorization Server</vt:lpstr>
      <vt:lpstr>Delegating Access</vt:lpstr>
      <vt:lpstr>Client Redirects the Resource Owner</vt:lpstr>
      <vt:lpstr>Client Redirects the Resource Owner</vt:lpstr>
      <vt:lpstr>HTTP GET to Authorization Server</vt:lpstr>
      <vt:lpstr>Authorization Server May Ask The User to Authenticate</vt:lpstr>
      <vt:lpstr>User Authentication</vt:lpstr>
      <vt:lpstr>User Authorizes the Client Application</vt:lpstr>
      <vt:lpstr>User Authorizes the Client Application</vt:lpstr>
      <vt:lpstr>Authorization Server Redirects User Back to the Client Application</vt:lpstr>
      <vt:lpstr>Authorization Server Redirects User Back to the Client Application</vt:lpstr>
      <vt:lpstr>Client Sends the Authorization Code to the Authorization Server</vt:lpstr>
      <vt:lpstr>Client Sends the Authorization Code to the Authorization Server</vt:lpstr>
      <vt:lpstr>Authorization Server Issues OAuth Token to the Client</vt:lpstr>
      <vt:lpstr>OAuth Token is a JSON Token</vt:lpstr>
      <vt:lpstr>Authorization Server Issues OAuth Token to the Client</vt:lpstr>
      <vt:lpstr>Client Presents the Token to the Protected Resource</vt:lpstr>
      <vt:lpstr>Client Presents the Token to the Protected Resource</vt:lpstr>
      <vt:lpstr>Protected Resource Parses the Token</vt:lpstr>
      <vt:lpstr>Zero Trust Architecture</vt:lpstr>
      <vt:lpstr>Secure Socket Layer (SSL) / Transport Layer Security (TLS)</vt:lpstr>
      <vt:lpstr>Secure Socket Layer (SSL)</vt:lpstr>
      <vt:lpstr>Secure Socket Layer (SSL)</vt:lpstr>
      <vt:lpstr>Data Exchange including SSL</vt:lpstr>
      <vt:lpstr>SSL Concept</vt:lpstr>
      <vt:lpstr>SSL – More Details</vt:lpstr>
      <vt:lpstr>SSL Process</vt:lpstr>
      <vt:lpstr>SSL Sub-Protocols</vt:lpstr>
      <vt:lpstr>SSL Handshake Message Format</vt:lpstr>
      <vt:lpstr>SSL Handshake Messages</vt:lpstr>
      <vt:lpstr>SSL Handshake</vt:lpstr>
      <vt:lpstr>SSL Handshake Process</vt:lpstr>
      <vt:lpstr>SSL Handshake – Phase 1</vt:lpstr>
      <vt:lpstr>SSL Handshake – Phase 2</vt:lpstr>
      <vt:lpstr>SSL Handshake – Phase 3</vt:lpstr>
      <vt:lpstr>Notes</vt:lpstr>
      <vt:lpstr>SSL Handshake – Phase 4</vt:lpstr>
      <vt:lpstr>“Change Cipher Specs”</vt:lpstr>
      <vt:lpstr>Some Notes</vt:lpstr>
      <vt:lpstr>Symmetric Session Key Generation</vt:lpstr>
      <vt:lpstr>SSL Record Protocol</vt:lpstr>
      <vt:lpstr>SSL Alert Protocol</vt:lpstr>
      <vt:lpstr>Email Security</vt:lpstr>
      <vt:lpstr>Pretty Good Privacy (PGP)</vt:lpstr>
      <vt:lpstr>PGP Security Features</vt:lpstr>
      <vt:lpstr>PGP Operations</vt:lpstr>
      <vt:lpstr>Key Rings</vt:lpstr>
      <vt:lpstr>How it works – 1</vt:lpstr>
      <vt:lpstr>How it works – 2</vt:lpstr>
      <vt:lpstr>PGP Certificates</vt:lpstr>
      <vt:lpstr>Introducer Trust</vt:lpstr>
      <vt:lpstr>Certificate Trust</vt:lpstr>
      <vt:lpstr>Base-64 Encoding Concept</vt:lpstr>
      <vt:lpstr>Mapping Table</vt:lpstr>
      <vt:lpstr>Base-64 Example</vt:lpstr>
      <vt:lpstr>Secure Multipurpose Internet Mail Extension (S/MIME)</vt:lpstr>
      <vt:lpstr>MIME Concept</vt:lpstr>
      <vt:lpstr>MIME Content Types</vt:lpstr>
      <vt:lpstr>S/MIME Functionalities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Key Infrastructure (PKI)</dc:title>
  <dc:creator>Atul Kahate</dc:creator>
  <cp:lastModifiedBy>sunbeam</cp:lastModifiedBy>
  <cp:revision>29</cp:revision>
  <dcterms:created xsi:type="dcterms:W3CDTF">2022-11-04T11:18:40Z</dcterms:created>
  <dcterms:modified xsi:type="dcterms:W3CDTF">2024-01-21T00:58:43Z</dcterms:modified>
</cp:coreProperties>
</file>