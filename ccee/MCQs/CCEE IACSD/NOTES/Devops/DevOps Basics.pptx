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D485D-AF0A-72D0-950A-F28F380B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41C03-4C9B-2A61-B092-9FC9EF50E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F4E8A-0A3C-84C5-64B5-13DA394B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2077-F67F-45F0-9003-0E6FF63BC35A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B45A4-A422-3FD9-8F76-5980087C7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A5062-2D18-AC91-3020-C358D948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DA96-28D2-44CA-9139-64ECA129A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1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4388B-7D54-9A02-738B-F3B53916D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0ADAC-49C3-555D-DDE0-269470A1B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DB1F4-5A1D-EBCC-D25D-69837C08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2077-F67F-45F0-9003-0E6FF63BC35A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E6689-0CAF-C059-2C04-1EFCBC7FD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74650-E12B-8731-2C23-41072BA86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DA96-28D2-44CA-9139-64ECA129A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741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B1D2-FF7F-1B93-4B79-4332FE538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C4168-3883-1121-B7FF-B96B13467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37537-2D67-9389-4982-1D12F0287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2077-F67F-45F0-9003-0E6FF63BC35A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43DD5-480E-8724-A440-E5A4FD5D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68A8D-8794-D233-CEEF-AC929D02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DA96-28D2-44CA-9139-64ECA129A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78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20D20-F432-B01D-E341-BBB45E104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4E5AF-0607-A278-A959-AEF84E674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C0F50-BB01-7C5D-45D0-321D0259D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7C1ED-4D87-C4C5-F908-C6A8BBDC7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2077-F67F-45F0-9003-0E6FF63BC35A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DD73A-2F97-C6BA-6134-F0E42CB5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BF006-0AB5-EDB2-53BE-F9288D69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DA96-28D2-44CA-9139-64ECA129A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510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53DF-1AC5-D139-53E6-B9BC0398A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257B9-4DCB-C440-1930-516EDF9AB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C0AEF-73DF-B36E-C8A4-EB232DFCE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92E39F-FB8A-4FC5-C38E-6E502EB13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37CCE3-F95D-628A-2EE6-115E6DF2B2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2F741-E3AF-D2B1-D62C-249D73B5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2077-F67F-45F0-9003-0E6FF63BC35A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DD817-3144-62FA-25C7-36C24EB45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773856-A24C-9299-4646-4EC3252B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DA96-28D2-44CA-9139-64ECA129A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73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050E-064E-B219-DF99-BC0620BD7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CD5D5-D3A4-2D5F-1F2B-122E4DB2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2077-F67F-45F0-9003-0E6FF63BC35A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BF739F-1A26-D983-0517-BB098D9D9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728EA-FFD0-1F01-5FCE-44F764D2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DA96-28D2-44CA-9139-64ECA129A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779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3F3D5-9B4F-C589-79C6-B8EF21C6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2077-F67F-45F0-9003-0E6FF63BC35A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954EF-6B11-2411-14F7-27EE8DF04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64C27-F59F-9799-E23F-B98D604C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DA96-28D2-44CA-9139-64ECA129A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637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EAF1-A078-2B3D-4A2E-09D663AD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55D69-A2E3-AE45-CE1B-33B4028DF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A7EAE-3B19-9BB5-3602-7CA1DFEC3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EE6B0-A16D-BDF3-D348-7EFE2CD3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2077-F67F-45F0-9003-0E6FF63BC35A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56152-1588-9231-C2B6-99D96446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88B8F-16F3-BE72-1E03-8406FF671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DA96-28D2-44CA-9139-64ECA129A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74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08A7-2A15-697F-2255-B37E415A8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881EE1-1000-A329-9ACC-40BF71AC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25702-E26C-84EA-3311-B28F9DAAD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B844B-7ECD-2680-7E41-2E99C845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2077-F67F-45F0-9003-0E6FF63BC35A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ADAC5-96A6-0C36-769F-C9428E65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8740E-7810-2CCF-8CC0-63701F45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DA96-28D2-44CA-9139-64ECA129A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63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E2E60-5BC7-ACB4-2782-6920CEC12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9D2CF-6E2F-4472-3C11-E139A349E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98B48-8B1F-DB28-2B82-CE9513F53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2077-F67F-45F0-9003-0E6FF63BC35A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55030-782B-AF54-34ED-7DA471BE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06820-F848-E96D-63C1-5B3B0203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DA96-28D2-44CA-9139-64ECA129A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583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51B653-6A50-88C2-E39D-8612872CF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CC501-BECE-F626-A3DB-CDBDF2FC0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DFFFC-1F4E-1938-0BBB-EB3256AA8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2077-F67F-45F0-9003-0E6FF63BC35A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E097D-3C05-5E67-1626-87A9855EE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61C59-B01E-9617-1F70-B6EDE7DC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DA96-28D2-44CA-9139-64ECA129A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35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2C2B14-CFD8-0603-C19D-4EFC2B28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43433-BDC1-CE59-63AE-F95756888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AB318-2526-7077-F5D1-9708F9C7A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02077-F67F-45F0-9003-0E6FF63BC35A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B66A1-DF9D-6A9A-D777-8C231E911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F4707-B020-15FA-C39A-A835DED2E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ADA96-28D2-44CA-9139-64ECA129A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209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1D3C-34B1-35AB-5D88-2D6C313F1F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DevOps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D7DAC-3E7B-F651-E083-953CEEA70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463351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B6699-1B3B-20A3-D95F-42C2DA59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DevOps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9EC8-1CF7-9E7D-D497-160C7EA70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Coming together of both development and operations teams into a coordinated workflow such that collaboration and productivity are improved</a:t>
            </a:r>
          </a:p>
          <a:p>
            <a:r>
              <a:rPr lang="en-US" dirty="0"/>
              <a:t>Traditionally, products were </a:t>
            </a:r>
            <a:r>
              <a:rPr lang="en-US" b="1" dirty="0"/>
              <a:t>monolithic </a:t>
            </a:r>
            <a:r>
              <a:rPr lang="en-US" dirty="0"/>
              <a:t>in nature and </a:t>
            </a:r>
            <a:r>
              <a:rPr lang="en-US" b="1" dirty="0"/>
              <a:t>release cycles </a:t>
            </a:r>
            <a:r>
              <a:rPr lang="en-US" dirty="0"/>
              <a:t>were long</a:t>
            </a:r>
          </a:p>
          <a:p>
            <a:r>
              <a:rPr lang="en-US" dirty="0"/>
              <a:t>Developers focused on creating working software</a:t>
            </a:r>
          </a:p>
          <a:p>
            <a:r>
              <a:rPr lang="en-US" dirty="0"/>
              <a:t>Operations manually ensured that it could run in a production environment</a:t>
            </a:r>
          </a:p>
          <a:p>
            <a:r>
              <a:rPr lang="en-US" dirty="0"/>
              <a:t>Between these two were the testers</a:t>
            </a:r>
          </a:p>
          <a:p>
            <a:r>
              <a:rPr lang="en-US"/>
              <a:t>DevOps </a:t>
            </a:r>
            <a:r>
              <a:rPr lang="en-US" dirty="0"/>
              <a:t>brings these teams closer so that releases can happen as quickly </a:t>
            </a:r>
            <a:r>
              <a:rPr lang="en-US"/>
              <a:t>as necessary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244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840E-C00C-DEFF-3742-8D3982BA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DevOps: Who all are involved?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7E8D2-E49B-5CC7-5B6A-37B093E7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6AE3A-8607-52BC-8072-BF5A939E9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188" y="1502217"/>
            <a:ext cx="8850533" cy="490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9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CBED-1052-DE74-AD72-D117C983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DevOps – 8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82250-1C0E-DD19-FF3C-D70945A3F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The DevOps workflow. Source: Pease, 2017.">
            <a:extLst>
              <a:ext uri="{FF2B5EF4-FFF2-40B4-BE49-F238E27FC236}">
                <a16:creationId xmlns:a16="http://schemas.microsoft.com/office/drawing/2014/main" id="{D3AE6C15-A722-7F7F-147F-802DDC9D1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334" y="1617915"/>
            <a:ext cx="9695380" cy="498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33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DevOps Basics</vt:lpstr>
      <vt:lpstr>DevOps Definition</vt:lpstr>
      <vt:lpstr>DevOps: Who all are involved?</vt:lpstr>
      <vt:lpstr>DevOps – 8 Phases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Basics</dc:title>
  <dc:creator>Atul Kahate</dc:creator>
  <cp:lastModifiedBy>Atul Kahate</cp:lastModifiedBy>
  <cp:revision>2</cp:revision>
  <dcterms:created xsi:type="dcterms:W3CDTF">2022-06-08T03:59:15Z</dcterms:created>
  <dcterms:modified xsi:type="dcterms:W3CDTF">2022-06-08T04:00:57Z</dcterms:modified>
</cp:coreProperties>
</file>