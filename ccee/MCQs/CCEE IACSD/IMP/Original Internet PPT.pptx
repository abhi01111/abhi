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9" r:id="rId1"/>
    <p:sldMasterId id="2147483684" r:id="rId2"/>
  </p:sldMasterIdLst>
  <p:notesMasterIdLst>
    <p:notesMasterId r:id="rId369"/>
  </p:notesMasterIdLst>
  <p:handoutMasterIdLst>
    <p:handoutMasterId r:id="rId370"/>
  </p:handout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558" r:id="rId82"/>
    <p:sldId id="335" r:id="rId83"/>
    <p:sldId id="336" r:id="rId84"/>
    <p:sldId id="337" r:id="rId85"/>
    <p:sldId id="338" r:id="rId86"/>
    <p:sldId id="339" r:id="rId87"/>
    <p:sldId id="340" r:id="rId88"/>
    <p:sldId id="341" r:id="rId89"/>
    <p:sldId id="342" r:id="rId90"/>
    <p:sldId id="343" r:id="rId91"/>
    <p:sldId id="344" r:id="rId92"/>
    <p:sldId id="345" r:id="rId93"/>
    <p:sldId id="346" r:id="rId94"/>
    <p:sldId id="347" r:id="rId95"/>
    <p:sldId id="348" r:id="rId96"/>
    <p:sldId id="661" r:id="rId97"/>
    <p:sldId id="662" r:id="rId98"/>
    <p:sldId id="349" r:id="rId99"/>
    <p:sldId id="350" r:id="rId100"/>
    <p:sldId id="352" r:id="rId101"/>
    <p:sldId id="663" r:id="rId102"/>
    <p:sldId id="353" r:id="rId103"/>
    <p:sldId id="354" r:id="rId104"/>
    <p:sldId id="361" r:id="rId105"/>
    <p:sldId id="362" r:id="rId106"/>
    <p:sldId id="363" r:id="rId107"/>
    <p:sldId id="364" r:id="rId108"/>
    <p:sldId id="647" r:id="rId109"/>
    <p:sldId id="648" r:id="rId110"/>
    <p:sldId id="649" r:id="rId111"/>
    <p:sldId id="650" r:id="rId112"/>
    <p:sldId id="651" r:id="rId113"/>
    <p:sldId id="652" r:id="rId114"/>
    <p:sldId id="653" r:id="rId115"/>
    <p:sldId id="654" r:id="rId116"/>
    <p:sldId id="655" r:id="rId117"/>
    <p:sldId id="656" r:id="rId118"/>
    <p:sldId id="665" r:id="rId119"/>
    <p:sldId id="657" r:id="rId120"/>
    <p:sldId id="664" r:id="rId121"/>
    <p:sldId id="658" r:id="rId122"/>
    <p:sldId id="640" r:id="rId123"/>
    <p:sldId id="641" r:id="rId124"/>
    <p:sldId id="642" r:id="rId125"/>
    <p:sldId id="643" r:id="rId126"/>
    <p:sldId id="644" r:id="rId127"/>
    <p:sldId id="645" r:id="rId128"/>
    <p:sldId id="646" r:id="rId129"/>
    <p:sldId id="619" r:id="rId130"/>
    <p:sldId id="627" r:id="rId131"/>
    <p:sldId id="372" r:id="rId132"/>
    <p:sldId id="373" r:id="rId133"/>
    <p:sldId id="374" r:id="rId134"/>
    <p:sldId id="375" r:id="rId135"/>
    <p:sldId id="376" r:id="rId136"/>
    <p:sldId id="377" r:id="rId137"/>
    <p:sldId id="378" r:id="rId138"/>
    <p:sldId id="379" r:id="rId139"/>
    <p:sldId id="380" r:id="rId140"/>
    <p:sldId id="596" r:id="rId141"/>
    <p:sldId id="597" r:id="rId142"/>
    <p:sldId id="598" r:id="rId143"/>
    <p:sldId id="599" r:id="rId144"/>
    <p:sldId id="600" r:id="rId145"/>
    <p:sldId id="601" r:id="rId146"/>
    <p:sldId id="602" r:id="rId147"/>
    <p:sldId id="603" r:id="rId148"/>
    <p:sldId id="631" r:id="rId149"/>
    <p:sldId id="632" r:id="rId150"/>
    <p:sldId id="633" r:id="rId151"/>
    <p:sldId id="634" r:id="rId152"/>
    <p:sldId id="635" r:id="rId153"/>
    <p:sldId id="636" r:id="rId154"/>
    <p:sldId id="628" r:id="rId155"/>
    <p:sldId id="629" r:id="rId156"/>
    <p:sldId id="630" r:id="rId157"/>
    <p:sldId id="637" r:id="rId158"/>
    <p:sldId id="638" r:id="rId159"/>
    <p:sldId id="639" r:id="rId160"/>
    <p:sldId id="613" r:id="rId161"/>
    <p:sldId id="659" r:id="rId162"/>
    <p:sldId id="660" r:id="rId163"/>
    <p:sldId id="614" r:id="rId164"/>
    <p:sldId id="615" r:id="rId165"/>
    <p:sldId id="616" r:id="rId166"/>
    <p:sldId id="617" r:id="rId167"/>
    <p:sldId id="618" r:id="rId168"/>
    <p:sldId id="382" r:id="rId169"/>
    <p:sldId id="383" r:id="rId170"/>
    <p:sldId id="384" r:id="rId171"/>
    <p:sldId id="385" r:id="rId172"/>
    <p:sldId id="386" r:id="rId173"/>
    <p:sldId id="387" r:id="rId174"/>
    <p:sldId id="388" r:id="rId175"/>
    <p:sldId id="389" r:id="rId176"/>
    <p:sldId id="390" r:id="rId177"/>
    <p:sldId id="391" r:id="rId178"/>
    <p:sldId id="392" r:id="rId179"/>
    <p:sldId id="393" r:id="rId180"/>
    <p:sldId id="394" r:id="rId181"/>
    <p:sldId id="395" r:id="rId182"/>
    <p:sldId id="396" r:id="rId183"/>
    <p:sldId id="397" r:id="rId184"/>
    <p:sldId id="398" r:id="rId185"/>
    <p:sldId id="399" r:id="rId186"/>
    <p:sldId id="666" r:id="rId187"/>
    <p:sldId id="400" r:id="rId188"/>
    <p:sldId id="401" r:id="rId189"/>
    <p:sldId id="402" r:id="rId190"/>
    <p:sldId id="403" r:id="rId191"/>
    <p:sldId id="404" r:id="rId192"/>
    <p:sldId id="405" r:id="rId193"/>
    <p:sldId id="406" r:id="rId194"/>
    <p:sldId id="407" r:id="rId195"/>
    <p:sldId id="408" r:id="rId196"/>
    <p:sldId id="409" r:id="rId197"/>
    <p:sldId id="671" r:id="rId198"/>
    <p:sldId id="668" r:id="rId199"/>
    <p:sldId id="669" r:id="rId200"/>
    <p:sldId id="410" r:id="rId201"/>
    <p:sldId id="670" r:id="rId202"/>
    <p:sldId id="667" r:id="rId203"/>
    <p:sldId id="412" r:id="rId204"/>
    <p:sldId id="413" r:id="rId205"/>
    <p:sldId id="555" r:id="rId206"/>
    <p:sldId id="556" r:id="rId207"/>
    <p:sldId id="557" r:id="rId208"/>
    <p:sldId id="414" r:id="rId209"/>
    <p:sldId id="415" r:id="rId210"/>
    <p:sldId id="416" r:id="rId211"/>
    <p:sldId id="417" r:id="rId212"/>
    <p:sldId id="418" r:id="rId213"/>
    <p:sldId id="419" r:id="rId214"/>
    <p:sldId id="420" r:id="rId215"/>
    <p:sldId id="421" r:id="rId216"/>
    <p:sldId id="422" r:id="rId217"/>
    <p:sldId id="423" r:id="rId218"/>
    <p:sldId id="424" r:id="rId219"/>
    <p:sldId id="425" r:id="rId220"/>
    <p:sldId id="426" r:id="rId221"/>
    <p:sldId id="427" r:id="rId222"/>
    <p:sldId id="428" r:id="rId223"/>
    <p:sldId id="429" r:id="rId224"/>
    <p:sldId id="430" r:id="rId225"/>
    <p:sldId id="431" r:id="rId226"/>
    <p:sldId id="679" r:id="rId227"/>
    <p:sldId id="432" r:id="rId228"/>
    <p:sldId id="433" r:id="rId229"/>
    <p:sldId id="434" r:id="rId230"/>
    <p:sldId id="435" r:id="rId231"/>
    <p:sldId id="436" r:id="rId232"/>
    <p:sldId id="437" r:id="rId233"/>
    <p:sldId id="438" r:id="rId234"/>
    <p:sldId id="439" r:id="rId235"/>
    <p:sldId id="440" r:id="rId236"/>
    <p:sldId id="441" r:id="rId237"/>
    <p:sldId id="442" r:id="rId238"/>
    <p:sldId id="610" r:id="rId239"/>
    <p:sldId id="611" r:id="rId240"/>
    <p:sldId id="612" r:id="rId241"/>
    <p:sldId id="443" r:id="rId242"/>
    <p:sldId id="444" r:id="rId243"/>
    <p:sldId id="672" r:id="rId244"/>
    <p:sldId id="673" r:id="rId245"/>
    <p:sldId id="674" r:id="rId246"/>
    <p:sldId id="675" r:id="rId247"/>
    <p:sldId id="676" r:id="rId248"/>
    <p:sldId id="677" r:id="rId249"/>
    <p:sldId id="678" r:id="rId250"/>
    <p:sldId id="451" r:id="rId251"/>
    <p:sldId id="452" r:id="rId252"/>
    <p:sldId id="453" r:id="rId253"/>
    <p:sldId id="454" r:id="rId254"/>
    <p:sldId id="455" r:id="rId255"/>
    <p:sldId id="456" r:id="rId256"/>
    <p:sldId id="680" r:id="rId257"/>
    <p:sldId id="457" r:id="rId258"/>
    <p:sldId id="681" r:id="rId259"/>
    <p:sldId id="462" r:id="rId260"/>
    <p:sldId id="463" r:id="rId261"/>
    <p:sldId id="682" r:id="rId262"/>
    <p:sldId id="683" r:id="rId263"/>
    <p:sldId id="464" r:id="rId264"/>
    <p:sldId id="465" r:id="rId265"/>
    <p:sldId id="466" r:id="rId266"/>
    <p:sldId id="467" r:id="rId267"/>
    <p:sldId id="468" r:id="rId268"/>
    <p:sldId id="684" r:id="rId269"/>
    <p:sldId id="469" r:id="rId270"/>
    <p:sldId id="470" r:id="rId271"/>
    <p:sldId id="471" r:id="rId272"/>
    <p:sldId id="474" r:id="rId273"/>
    <p:sldId id="475" r:id="rId274"/>
    <p:sldId id="476" r:id="rId275"/>
    <p:sldId id="477" r:id="rId276"/>
    <p:sldId id="478" r:id="rId277"/>
    <p:sldId id="479" r:id="rId278"/>
    <p:sldId id="685" r:id="rId279"/>
    <p:sldId id="480" r:id="rId280"/>
    <p:sldId id="686" r:id="rId281"/>
    <p:sldId id="482" r:id="rId282"/>
    <p:sldId id="483" r:id="rId283"/>
    <p:sldId id="484" r:id="rId284"/>
    <p:sldId id="485" r:id="rId285"/>
    <p:sldId id="486" r:id="rId286"/>
    <p:sldId id="559" r:id="rId287"/>
    <p:sldId id="487" r:id="rId288"/>
    <p:sldId id="488" r:id="rId289"/>
    <p:sldId id="489" r:id="rId290"/>
    <p:sldId id="490" r:id="rId291"/>
    <p:sldId id="493" r:id="rId292"/>
    <p:sldId id="494" r:id="rId293"/>
    <p:sldId id="495" r:id="rId294"/>
    <p:sldId id="496" r:id="rId295"/>
    <p:sldId id="687" r:id="rId296"/>
    <p:sldId id="497" r:id="rId297"/>
    <p:sldId id="499" r:id="rId298"/>
    <p:sldId id="500" r:id="rId299"/>
    <p:sldId id="560" r:id="rId300"/>
    <p:sldId id="561" r:id="rId301"/>
    <p:sldId id="501" r:id="rId302"/>
    <p:sldId id="562" r:id="rId303"/>
    <p:sldId id="502" r:id="rId304"/>
    <p:sldId id="564" r:id="rId305"/>
    <p:sldId id="565" r:id="rId306"/>
    <p:sldId id="566" r:id="rId307"/>
    <p:sldId id="567" r:id="rId308"/>
    <p:sldId id="568" r:id="rId309"/>
    <p:sldId id="569" r:id="rId310"/>
    <p:sldId id="570" r:id="rId311"/>
    <p:sldId id="571" r:id="rId312"/>
    <p:sldId id="572" r:id="rId313"/>
    <p:sldId id="573" r:id="rId314"/>
    <p:sldId id="574" r:id="rId315"/>
    <p:sldId id="575" r:id="rId316"/>
    <p:sldId id="576" r:id="rId317"/>
    <p:sldId id="577" r:id="rId318"/>
    <p:sldId id="578" r:id="rId319"/>
    <p:sldId id="579" r:id="rId320"/>
    <p:sldId id="512" r:id="rId321"/>
    <p:sldId id="513" r:id="rId322"/>
    <p:sldId id="514" r:id="rId323"/>
    <p:sldId id="592" r:id="rId324"/>
    <p:sldId id="515" r:id="rId325"/>
    <p:sldId id="591" r:id="rId326"/>
    <p:sldId id="593" r:id="rId327"/>
    <p:sldId id="516" r:id="rId328"/>
    <p:sldId id="517" r:id="rId329"/>
    <p:sldId id="518" r:id="rId330"/>
    <p:sldId id="581" r:id="rId331"/>
    <p:sldId id="688" r:id="rId332"/>
    <p:sldId id="689" r:id="rId333"/>
    <p:sldId id="520" r:id="rId334"/>
    <p:sldId id="521" r:id="rId335"/>
    <p:sldId id="522" r:id="rId336"/>
    <p:sldId id="523" r:id="rId337"/>
    <p:sldId id="524" r:id="rId338"/>
    <p:sldId id="525" r:id="rId339"/>
    <p:sldId id="526" r:id="rId340"/>
    <p:sldId id="527" r:id="rId341"/>
    <p:sldId id="528" r:id="rId342"/>
    <p:sldId id="529" r:id="rId343"/>
    <p:sldId id="530" r:id="rId344"/>
    <p:sldId id="531" r:id="rId345"/>
    <p:sldId id="532" r:id="rId346"/>
    <p:sldId id="533" r:id="rId347"/>
    <p:sldId id="534" r:id="rId348"/>
    <p:sldId id="535" r:id="rId349"/>
    <p:sldId id="536" r:id="rId350"/>
    <p:sldId id="537" r:id="rId351"/>
    <p:sldId id="538" r:id="rId352"/>
    <p:sldId id="539" r:id="rId353"/>
    <p:sldId id="540" r:id="rId354"/>
    <p:sldId id="541" r:id="rId355"/>
    <p:sldId id="542" r:id="rId356"/>
    <p:sldId id="543" r:id="rId357"/>
    <p:sldId id="544" r:id="rId358"/>
    <p:sldId id="545" r:id="rId359"/>
    <p:sldId id="546" r:id="rId360"/>
    <p:sldId id="547" r:id="rId361"/>
    <p:sldId id="548" r:id="rId362"/>
    <p:sldId id="549" r:id="rId363"/>
    <p:sldId id="550" r:id="rId364"/>
    <p:sldId id="551" r:id="rId365"/>
    <p:sldId id="552" r:id="rId366"/>
    <p:sldId id="553" r:id="rId367"/>
    <p:sldId id="554" r:id="rId368"/>
  </p:sldIdLst>
  <p:sldSz cx="9144000" cy="6858000" type="screen4x3"/>
  <p:notesSz cx="6858000" cy="9144000"/>
  <p:defaultTextStyle>
    <a:defPPr>
      <a:defRPr lang="en-GB"/>
    </a:defPPr>
    <a:lvl1pPr algn="l" defTabSz="449263" rtl="0" eaLnBrk="0" fontAlgn="base" hangingPunct="0">
      <a:spcBef>
        <a:spcPct val="0"/>
      </a:spcBef>
      <a:spcAft>
        <a:spcPct val="0"/>
      </a:spcAft>
      <a:defRPr kern="1200">
        <a:solidFill>
          <a:schemeClr val="bg1"/>
        </a:solidFill>
        <a:latin typeface="Tahoma" panose="020B0604030504040204" pitchFamily="34" charset="0"/>
        <a:ea typeface="Microsoft YaHei" panose="020B0503020204020204" pitchFamily="34" charset="-122"/>
        <a:cs typeface="+mn-cs"/>
      </a:defRPr>
    </a:lvl1pPr>
    <a:lvl2pPr marL="742950" indent="-285750" algn="l" defTabSz="449263" rtl="0" eaLnBrk="0" fontAlgn="base" hangingPunct="0">
      <a:spcBef>
        <a:spcPct val="0"/>
      </a:spcBef>
      <a:spcAft>
        <a:spcPct val="0"/>
      </a:spcAft>
      <a:defRPr kern="1200">
        <a:solidFill>
          <a:schemeClr val="bg1"/>
        </a:solidFill>
        <a:latin typeface="Tahoma" panose="020B0604030504040204" pitchFamily="34" charset="0"/>
        <a:ea typeface="Microsoft YaHei" panose="020B0503020204020204" pitchFamily="34" charset="-122"/>
        <a:cs typeface="+mn-cs"/>
      </a:defRPr>
    </a:lvl2pPr>
    <a:lvl3pPr marL="1143000" indent="-228600" algn="l" defTabSz="449263" rtl="0" eaLnBrk="0" fontAlgn="base" hangingPunct="0">
      <a:spcBef>
        <a:spcPct val="0"/>
      </a:spcBef>
      <a:spcAft>
        <a:spcPct val="0"/>
      </a:spcAft>
      <a:defRPr kern="1200">
        <a:solidFill>
          <a:schemeClr val="bg1"/>
        </a:solidFill>
        <a:latin typeface="Tahoma" panose="020B0604030504040204" pitchFamily="34" charset="0"/>
        <a:ea typeface="Microsoft YaHei" panose="020B0503020204020204" pitchFamily="34" charset="-122"/>
        <a:cs typeface="+mn-cs"/>
      </a:defRPr>
    </a:lvl3pPr>
    <a:lvl4pPr marL="1600200" indent="-228600" algn="l" defTabSz="449263" rtl="0" eaLnBrk="0" fontAlgn="base" hangingPunct="0">
      <a:spcBef>
        <a:spcPct val="0"/>
      </a:spcBef>
      <a:spcAft>
        <a:spcPct val="0"/>
      </a:spcAft>
      <a:defRPr kern="1200">
        <a:solidFill>
          <a:schemeClr val="bg1"/>
        </a:solidFill>
        <a:latin typeface="Tahoma" panose="020B0604030504040204" pitchFamily="34" charset="0"/>
        <a:ea typeface="Microsoft YaHei" panose="020B0503020204020204" pitchFamily="34" charset="-122"/>
        <a:cs typeface="+mn-cs"/>
      </a:defRPr>
    </a:lvl4pPr>
    <a:lvl5pPr marL="2057400" indent="-228600" algn="l" defTabSz="449263" rtl="0" eaLnBrk="0" fontAlgn="base" hangingPunct="0">
      <a:spcBef>
        <a:spcPct val="0"/>
      </a:spcBef>
      <a:spcAft>
        <a:spcPct val="0"/>
      </a:spcAft>
      <a:defRPr kern="1200">
        <a:solidFill>
          <a:schemeClr val="bg1"/>
        </a:solidFill>
        <a:latin typeface="Tahoma" panose="020B0604030504040204" pitchFamily="34" charset="0"/>
        <a:ea typeface="Microsoft YaHei" panose="020B0503020204020204" pitchFamily="34" charset="-122"/>
        <a:cs typeface="+mn-cs"/>
      </a:defRPr>
    </a:lvl5pPr>
    <a:lvl6pPr marL="2286000" algn="l" defTabSz="914400" rtl="0" eaLnBrk="1" latinLnBrk="0" hangingPunct="1">
      <a:defRPr kern="1200">
        <a:solidFill>
          <a:schemeClr val="bg1"/>
        </a:solidFill>
        <a:latin typeface="Tahoma" panose="020B0604030504040204" pitchFamily="34" charset="0"/>
        <a:ea typeface="Microsoft YaHei" panose="020B0503020204020204" pitchFamily="34" charset="-122"/>
        <a:cs typeface="+mn-cs"/>
      </a:defRPr>
    </a:lvl6pPr>
    <a:lvl7pPr marL="2743200" algn="l" defTabSz="914400" rtl="0" eaLnBrk="1" latinLnBrk="0" hangingPunct="1">
      <a:defRPr kern="1200">
        <a:solidFill>
          <a:schemeClr val="bg1"/>
        </a:solidFill>
        <a:latin typeface="Tahoma" panose="020B0604030504040204" pitchFamily="34" charset="0"/>
        <a:ea typeface="Microsoft YaHei" panose="020B0503020204020204" pitchFamily="34" charset="-122"/>
        <a:cs typeface="+mn-cs"/>
      </a:defRPr>
    </a:lvl7pPr>
    <a:lvl8pPr marL="3200400" algn="l" defTabSz="914400" rtl="0" eaLnBrk="1" latinLnBrk="0" hangingPunct="1">
      <a:defRPr kern="1200">
        <a:solidFill>
          <a:schemeClr val="bg1"/>
        </a:solidFill>
        <a:latin typeface="Tahoma" panose="020B0604030504040204" pitchFamily="34" charset="0"/>
        <a:ea typeface="Microsoft YaHei" panose="020B0503020204020204" pitchFamily="34" charset="-122"/>
        <a:cs typeface="+mn-cs"/>
      </a:defRPr>
    </a:lvl8pPr>
    <a:lvl9pPr marL="3657600" algn="l" defTabSz="914400" rtl="0" eaLnBrk="1" latinLnBrk="0" hangingPunct="1">
      <a:defRPr kern="1200">
        <a:solidFill>
          <a:schemeClr val="bg1"/>
        </a:solidFill>
        <a:latin typeface="Tahoma" panose="020B0604030504040204" pitchFamily="34" charset="0"/>
        <a:ea typeface="Microsoft YaHei" panose="020B0503020204020204" pitchFamily="34" charset="-122"/>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57" d="100"/>
          <a:sy n="57" d="100"/>
        </p:scale>
        <p:origin x="1540" y="52"/>
      </p:cViewPr>
      <p:guideLst>
        <p:guide orient="horz" pos="2160"/>
        <p:guide pos="2880"/>
      </p:guideLst>
    </p:cSldViewPr>
  </p:slideViewPr>
  <p:outlineViewPr>
    <p:cViewPr varScale="1">
      <p:scale>
        <a:sx n="170" d="200"/>
        <a:sy n="170" d="200"/>
      </p:scale>
      <p:origin x="-780" y="-84"/>
    </p:cViewPr>
  </p:outlineViewPr>
  <p:notesTextViewPr>
    <p:cViewPr>
      <p:scale>
        <a:sx n="1" d="1"/>
        <a:sy n="1" d="1"/>
      </p:scale>
      <p:origin x="0" y="0"/>
    </p:cViewPr>
  </p:notesTextViewPr>
  <p:sorterViewPr>
    <p:cViewPr>
      <p:scale>
        <a:sx n="100" d="100"/>
        <a:sy n="100" d="100"/>
      </p:scale>
      <p:origin x="0" y="-106024"/>
    </p:cViewPr>
  </p:sorterViewPr>
  <p:notesViewPr>
    <p:cSldViewPr>
      <p:cViewPr varScale="1">
        <p:scale>
          <a:sx n="59" d="100"/>
          <a:sy n="59" d="100"/>
        </p:scale>
        <p:origin x="-1752" y="-72"/>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slide" Target="slides/slide297.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324" Type="http://schemas.openxmlformats.org/officeDocument/2006/relationships/slide" Target="slides/slide322.xml"/><Relationship Id="rId366" Type="http://schemas.openxmlformats.org/officeDocument/2006/relationships/slide" Target="slides/slide364.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335" Type="http://schemas.openxmlformats.org/officeDocument/2006/relationships/slide" Target="slides/slide333.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79" Type="http://schemas.openxmlformats.org/officeDocument/2006/relationships/slide" Target="slides/slide277.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slide" Target="slides/slide302.xml"/><Relationship Id="rId346" Type="http://schemas.openxmlformats.org/officeDocument/2006/relationships/slide" Target="slides/slide344.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248" Type="http://schemas.openxmlformats.org/officeDocument/2006/relationships/slide" Target="slides/slide246.xml"/><Relationship Id="rId12" Type="http://schemas.openxmlformats.org/officeDocument/2006/relationships/slide" Target="slides/slide10.xml"/><Relationship Id="rId108" Type="http://schemas.openxmlformats.org/officeDocument/2006/relationships/slide" Target="slides/slide106.xml"/><Relationship Id="rId315" Type="http://schemas.openxmlformats.org/officeDocument/2006/relationships/slide" Target="slides/slide313.xml"/><Relationship Id="rId357" Type="http://schemas.openxmlformats.org/officeDocument/2006/relationships/slide" Target="slides/slide355.xml"/><Relationship Id="rId54" Type="http://schemas.openxmlformats.org/officeDocument/2006/relationships/slide" Target="slides/slide52.xml"/><Relationship Id="rId96" Type="http://schemas.openxmlformats.org/officeDocument/2006/relationships/slide" Target="slides/slide94.xml"/><Relationship Id="rId161" Type="http://schemas.openxmlformats.org/officeDocument/2006/relationships/slide" Target="slides/slide159.xml"/><Relationship Id="rId217" Type="http://schemas.openxmlformats.org/officeDocument/2006/relationships/slide" Target="slides/slide215.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326" Type="http://schemas.openxmlformats.org/officeDocument/2006/relationships/slide" Target="slides/slide324.xml"/><Relationship Id="rId65" Type="http://schemas.openxmlformats.org/officeDocument/2006/relationships/slide" Target="slides/slide63.xml"/><Relationship Id="rId130" Type="http://schemas.openxmlformats.org/officeDocument/2006/relationships/slide" Target="slides/slide128.xml"/><Relationship Id="rId368" Type="http://schemas.openxmlformats.org/officeDocument/2006/relationships/slide" Target="slides/slide366.xml"/><Relationship Id="rId172" Type="http://schemas.openxmlformats.org/officeDocument/2006/relationships/slide" Target="slides/slide170.xml"/><Relationship Id="rId228" Type="http://schemas.openxmlformats.org/officeDocument/2006/relationships/slide" Target="slides/slide226.xml"/><Relationship Id="rId281" Type="http://schemas.openxmlformats.org/officeDocument/2006/relationships/slide" Target="slides/slide279.xml"/><Relationship Id="rId337" Type="http://schemas.openxmlformats.org/officeDocument/2006/relationships/slide" Target="slides/slide335.xml"/><Relationship Id="rId34" Type="http://schemas.openxmlformats.org/officeDocument/2006/relationships/slide" Target="slides/slide32.xml"/><Relationship Id="rId76" Type="http://schemas.openxmlformats.org/officeDocument/2006/relationships/slide" Target="slides/slide74.xml"/><Relationship Id="rId141" Type="http://schemas.openxmlformats.org/officeDocument/2006/relationships/slide" Target="slides/slide139.xml"/><Relationship Id="rId7" Type="http://schemas.openxmlformats.org/officeDocument/2006/relationships/slide" Target="slides/slide5.xml"/><Relationship Id="rId183" Type="http://schemas.openxmlformats.org/officeDocument/2006/relationships/slide" Target="slides/slide181.xml"/><Relationship Id="rId239" Type="http://schemas.openxmlformats.org/officeDocument/2006/relationships/slide" Target="slides/slide237.xml"/><Relationship Id="rId250" Type="http://schemas.openxmlformats.org/officeDocument/2006/relationships/slide" Target="slides/slide248.xml"/><Relationship Id="rId292" Type="http://schemas.openxmlformats.org/officeDocument/2006/relationships/slide" Target="slides/slide290.xml"/><Relationship Id="rId306" Type="http://schemas.openxmlformats.org/officeDocument/2006/relationships/slide" Target="slides/slide304.xml"/><Relationship Id="rId45" Type="http://schemas.openxmlformats.org/officeDocument/2006/relationships/slide" Target="slides/slide43.xml"/><Relationship Id="rId87" Type="http://schemas.openxmlformats.org/officeDocument/2006/relationships/slide" Target="slides/slide85.xml"/><Relationship Id="rId110" Type="http://schemas.openxmlformats.org/officeDocument/2006/relationships/slide" Target="slides/slide108.xml"/><Relationship Id="rId348" Type="http://schemas.openxmlformats.org/officeDocument/2006/relationships/slide" Target="slides/slide346.xml"/><Relationship Id="rId152" Type="http://schemas.openxmlformats.org/officeDocument/2006/relationships/slide" Target="slides/slide150.xml"/><Relationship Id="rId194" Type="http://schemas.openxmlformats.org/officeDocument/2006/relationships/slide" Target="slides/slide192.xml"/><Relationship Id="rId208" Type="http://schemas.openxmlformats.org/officeDocument/2006/relationships/slide" Target="slides/slide206.xml"/><Relationship Id="rId261" Type="http://schemas.openxmlformats.org/officeDocument/2006/relationships/slide" Target="slides/slide259.xml"/><Relationship Id="rId14" Type="http://schemas.openxmlformats.org/officeDocument/2006/relationships/slide" Target="slides/slide12.xml"/><Relationship Id="rId56" Type="http://schemas.openxmlformats.org/officeDocument/2006/relationships/slide" Target="slides/slide54.xml"/><Relationship Id="rId317" Type="http://schemas.openxmlformats.org/officeDocument/2006/relationships/slide" Target="slides/slide315.xml"/><Relationship Id="rId359" Type="http://schemas.openxmlformats.org/officeDocument/2006/relationships/slide" Target="slides/slide357.xml"/><Relationship Id="rId98" Type="http://schemas.openxmlformats.org/officeDocument/2006/relationships/slide" Target="slides/slide96.xml"/><Relationship Id="rId121" Type="http://schemas.openxmlformats.org/officeDocument/2006/relationships/slide" Target="slides/slide119.xml"/><Relationship Id="rId163" Type="http://schemas.openxmlformats.org/officeDocument/2006/relationships/slide" Target="slides/slide161.xml"/><Relationship Id="rId219" Type="http://schemas.openxmlformats.org/officeDocument/2006/relationships/slide" Target="slides/slide217.xml"/><Relationship Id="rId370" Type="http://schemas.openxmlformats.org/officeDocument/2006/relationships/handoutMaster" Target="handoutMasters/handoutMaster1.xml"/><Relationship Id="rId230" Type="http://schemas.openxmlformats.org/officeDocument/2006/relationships/slide" Target="slides/slide228.xml"/><Relationship Id="rId25" Type="http://schemas.openxmlformats.org/officeDocument/2006/relationships/slide" Target="slides/slide23.xml"/><Relationship Id="rId67" Type="http://schemas.openxmlformats.org/officeDocument/2006/relationships/slide" Target="slides/slide65.xml"/><Relationship Id="rId272" Type="http://schemas.openxmlformats.org/officeDocument/2006/relationships/slide" Target="slides/slide270.xml"/><Relationship Id="rId328" Type="http://schemas.openxmlformats.org/officeDocument/2006/relationships/slide" Target="slides/slide326.xml"/><Relationship Id="rId132" Type="http://schemas.openxmlformats.org/officeDocument/2006/relationships/slide" Target="slides/slide130.xml"/><Relationship Id="rId174" Type="http://schemas.openxmlformats.org/officeDocument/2006/relationships/slide" Target="slides/slide172.xml"/><Relationship Id="rId241" Type="http://schemas.openxmlformats.org/officeDocument/2006/relationships/slide" Target="slides/slide239.xml"/><Relationship Id="rId36" Type="http://schemas.openxmlformats.org/officeDocument/2006/relationships/slide" Target="slides/slide34.xml"/><Relationship Id="rId283" Type="http://schemas.openxmlformats.org/officeDocument/2006/relationships/slide" Target="slides/slide281.xml"/><Relationship Id="rId339" Type="http://schemas.openxmlformats.org/officeDocument/2006/relationships/slide" Target="slides/slide337.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350" Type="http://schemas.openxmlformats.org/officeDocument/2006/relationships/slide" Target="slides/slide348.xml"/><Relationship Id="rId371" Type="http://schemas.openxmlformats.org/officeDocument/2006/relationships/presProps" Target="presProps.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slide" Target="slides/slide292.xml"/><Relationship Id="rId308" Type="http://schemas.openxmlformats.org/officeDocument/2006/relationships/slide" Target="slides/slide306.xml"/><Relationship Id="rId329" Type="http://schemas.openxmlformats.org/officeDocument/2006/relationships/slide" Target="slides/slide327.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340" Type="http://schemas.openxmlformats.org/officeDocument/2006/relationships/slide" Target="slides/slide338.xml"/><Relationship Id="rId361" Type="http://schemas.openxmlformats.org/officeDocument/2006/relationships/slide" Target="slides/slide359.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19" Type="http://schemas.openxmlformats.org/officeDocument/2006/relationships/slide" Target="slides/slide317.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330" Type="http://schemas.openxmlformats.org/officeDocument/2006/relationships/slide" Target="slides/slide328.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351" Type="http://schemas.openxmlformats.org/officeDocument/2006/relationships/slide" Target="slides/slide349.xml"/><Relationship Id="rId372" Type="http://schemas.openxmlformats.org/officeDocument/2006/relationships/viewProps" Target="viewProps.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slide" Target="slides/slide293.xml"/><Relationship Id="rId309" Type="http://schemas.openxmlformats.org/officeDocument/2006/relationships/slide" Target="slides/slide307.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320" Type="http://schemas.openxmlformats.org/officeDocument/2006/relationships/slide" Target="slides/slide318.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341" Type="http://schemas.openxmlformats.org/officeDocument/2006/relationships/slide" Target="slides/slide339.xml"/><Relationship Id="rId362" Type="http://schemas.openxmlformats.org/officeDocument/2006/relationships/slide" Target="slides/slide360.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310" Type="http://schemas.openxmlformats.org/officeDocument/2006/relationships/slide" Target="slides/slide308.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331" Type="http://schemas.openxmlformats.org/officeDocument/2006/relationships/slide" Target="slides/slide329.xml"/><Relationship Id="rId352" Type="http://schemas.openxmlformats.org/officeDocument/2006/relationships/slide" Target="slides/slide350.xml"/><Relationship Id="rId373" Type="http://schemas.openxmlformats.org/officeDocument/2006/relationships/theme" Target="theme/theme1.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slide" Target="slides/slide294.xml"/><Relationship Id="rId300" Type="http://schemas.openxmlformats.org/officeDocument/2006/relationships/slide" Target="slides/slide298.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321" Type="http://schemas.openxmlformats.org/officeDocument/2006/relationships/slide" Target="slides/slide319.xml"/><Relationship Id="rId342" Type="http://schemas.openxmlformats.org/officeDocument/2006/relationships/slide" Target="slides/slide340.xml"/><Relationship Id="rId363" Type="http://schemas.openxmlformats.org/officeDocument/2006/relationships/slide" Target="slides/slide361.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311" Type="http://schemas.openxmlformats.org/officeDocument/2006/relationships/slide" Target="slides/slide309.xml"/><Relationship Id="rId332" Type="http://schemas.openxmlformats.org/officeDocument/2006/relationships/slide" Target="slides/slide330.xml"/><Relationship Id="rId353" Type="http://schemas.openxmlformats.org/officeDocument/2006/relationships/slide" Target="slides/slide351.xml"/><Relationship Id="rId374" Type="http://schemas.openxmlformats.org/officeDocument/2006/relationships/tableStyles" Target="tableStyles.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slide" Target="slides/slide295.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301" Type="http://schemas.openxmlformats.org/officeDocument/2006/relationships/slide" Target="slides/slide299.xml"/><Relationship Id="rId322" Type="http://schemas.openxmlformats.org/officeDocument/2006/relationships/slide" Target="slides/slide320.xml"/><Relationship Id="rId343" Type="http://schemas.openxmlformats.org/officeDocument/2006/relationships/slide" Target="slides/slide341.xml"/><Relationship Id="rId364" Type="http://schemas.openxmlformats.org/officeDocument/2006/relationships/slide" Target="slides/slide362.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312" Type="http://schemas.openxmlformats.org/officeDocument/2006/relationships/slide" Target="slides/slide310.xml"/><Relationship Id="rId333" Type="http://schemas.openxmlformats.org/officeDocument/2006/relationships/slide" Target="slides/slide331.xml"/><Relationship Id="rId354" Type="http://schemas.openxmlformats.org/officeDocument/2006/relationships/slide" Target="slides/slide352.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slide" Target="slides/slide296.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302" Type="http://schemas.openxmlformats.org/officeDocument/2006/relationships/slide" Target="slides/slide300.xml"/><Relationship Id="rId323" Type="http://schemas.openxmlformats.org/officeDocument/2006/relationships/slide" Target="slides/slide321.xml"/><Relationship Id="rId344" Type="http://schemas.openxmlformats.org/officeDocument/2006/relationships/slide" Target="slides/slide342.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365" Type="http://schemas.openxmlformats.org/officeDocument/2006/relationships/slide" Target="slides/slide363.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106" Type="http://schemas.openxmlformats.org/officeDocument/2006/relationships/slide" Target="slides/slide104.xml"/><Relationship Id="rId127" Type="http://schemas.openxmlformats.org/officeDocument/2006/relationships/slide" Target="slides/slide125.xml"/><Relationship Id="rId313" Type="http://schemas.openxmlformats.org/officeDocument/2006/relationships/slide" Target="slides/slide311.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334" Type="http://schemas.openxmlformats.org/officeDocument/2006/relationships/slide" Target="slides/slide332.xml"/><Relationship Id="rId355" Type="http://schemas.openxmlformats.org/officeDocument/2006/relationships/slide" Target="slides/slide353.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303" Type="http://schemas.openxmlformats.org/officeDocument/2006/relationships/slide" Target="slides/slide301.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345" Type="http://schemas.openxmlformats.org/officeDocument/2006/relationships/slide" Target="slides/slide343.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289" Type="http://schemas.openxmlformats.org/officeDocument/2006/relationships/slide" Target="slides/slide287.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314" Type="http://schemas.openxmlformats.org/officeDocument/2006/relationships/slide" Target="slides/slide312.xml"/><Relationship Id="rId356" Type="http://schemas.openxmlformats.org/officeDocument/2006/relationships/slide" Target="slides/slide354.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258" Type="http://schemas.openxmlformats.org/officeDocument/2006/relationships/slide" Target="slides/slide256.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325" Type="http://schemas.openxmlformats.org/officeDocument/2006/relationships/slide" Target="slides/slide323.xml"/><Relationship Id="rId367" Type="http://schemas.openxmlformats.org/officeDocument/2006/relationships/slide" Target="slides/slide365.xml"/><Relationship Id="rId171" Type="http://schemas.openxmlformats.org/officeDocument/2006/relationships/slide" Target="slides/slide169.xml"/><Relationship Id="rId227" Type="http://schemas.openxmlformats.org/officeDocument/2006/relationships/slide" Target="slides/slide225.xml"/><Relationship Id="rId269" Type="http://schemas.openxmlformats.org/officeDocument/2006/relationships/slide" Target="slides/slide267.xml"/><Relationship Id="rId33" Type="http://schemas.openxmlformats.org/officeDocument/2006/relationships/slide" Target="slides/slide31.xml"/><Relationship Id="rId129" Type="http://schemas.openxmlformats.org/officeDocument/2006/relationships/slide" Target="slides/slide127.xml"/><Relationship Id="rId280" Type="http://schemas.openxmlformats.org/officeDocument/2006/relationships/slide" Target="slides/slide278.xml"/><Relationship Id="rId336" Type="http://schemas.openxmlformats.org/officeDocument/2006/relationships/slide" Target="slides/slide334.xml"/><Relationship Id="rId75" Type="http://schemas.openxmlformats.org/officeDocument/2006/relationships/slide" Target="slides/slide73.xml"/><Relationship Id="rId140" Type="http://schemas.openxmlformats.org/officeDocument/2006/relationships/slide" Target="slides/slide138.xml"/><Relationship Id="rId182" Type="http://schemas.openxmlformats.org/officeDocument/2006/relationships/slide" Target="slides/slide180.xml"/><Relationship Id="rId6" Type="http://schemas.openxmlformats.org/officeDocument/2006/relationships/slide" Target="slides/slide4.xml"/><Relationship Id="rId238" Type="http://schemas.openxmlformats.org/officeDocument/2006/relationships/slide" Target="slides/slide236.xml"/><Relationship Id="rId291" Type="http://schemas.openxmlformats.org/officeDocument/2006/relationships/slide" Target="slides/slide289.xml"/><Relationship Id="rId305" Type="http://schemas.openxmlformats.org/officeDocument/2006/relationships/slide" Target="slides/slide303.xml"/><Relationship Id="rId347" Type="http://schemas.openxmlformats.org/officeDocument/2006/relationships/slide" Target="slides/slide345.xml"/><Relationship Id="rId44" Type="http://schemas.openxmlformats.org/officeDocument/2006/relationships/slide" Target="slides/slide42.xml"/><Relationship Id="rId86" Type="http://schemas.openxmlformats.org/officeDocument/2006/relationships/slide" Target="slides/slide84.xml"/><Relationship Id="rId151" Type="http://schemas.openxmlformats.org/officeDocument/2006/relationships/slide" Target="slides/slide149.xml"/><Relationship Id="rId193" Type="http://schemas.openxmlformats.org/officeDocument/2006/relationships/slide" Target="slides/slide191.xml"/><Relationship Id="rId207" Type="http://schemas.openxmlformats.org/officeDocument/2006/relationships/slide" Target="slides/slide205.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316" Type="http://schemas.openxmlformats.org/officeDocument/2006/relationships/slide" Target="slides/slide314.xml"/><Relationship Id="rId55" Type="http://schemas.openxmlformats.org/officeDocument/2006/relationships/slide" Target="slides/slide53.xml"/><Relationship Id="rId97" Type="http://schemas.openxmlformats.org/officeDocument/2006/relationships/slide" Target="slides/slide95.xml"/><Relationship Id="rId120" Type="http://schemas.openxmlformats.org/officeDocument/2006/relationships/slide" Target="slides/slide118.xml"/><Relationship Id="rId358" Type="http://schemas.openxmlformats.org/officeDocument/2006/relationships/slide" Target="slides/slide356.xml"/><Relationship Id="rId162" Type="http://schemas.openxmlformats.org/officeDocument/2006/relationships/slide" Target="slides/slide160.xml"/><Relationship Id="rId218" Type="http://schemas.openxmlformats.org/officeDocument/2006/relationships/slide" Target="slides/slide216.xml"/><Relationship Id="rId271" Type="http://schemas.openxmlformats.org/officeDocument/2006/relationships/slide" Target="slides/slide269.xml"/><Relationship Id="rId24" Type="http://schemas.openxmlformats.org/officeDocument/2006/relationships/slide" Target="slides/slide22.xml"/><Relationship Id="rId66" Type="http://schemas.openxmlformats.org/officeDocument/2006/relationships/slide" Target="slides/slide64.xml"/><Relationship Id="rId131" Type="http://schemas.openxmlformats.org/officeDocument/2006/relationships/slide" Target="slides/slide129.xml"/><Relationship Id="rId327" Type="http://schemas.openxmlformats.org/officeDocument/2006/relationships/slide" Target="slides/slide325.xml"/><Relationship Id="rId369" Type="http://schemas.openxmlformats.org/officeDocument/2006/relationships/notesMaster" Target="notesMasters/notesMaster1.xml"/><Relationship Id="rId173" Type="http://schemas.openxmlformats.org/officeDocument/2006/relationships/slide" Target="slides/slide171.xml"/><Relationship Id="rId229" Type="http://schemas.openxmlformats.org/officeDocument/2006/relationships/slide" Target="slides/slide227.xml"/><Relationship Id="rId240" Type="http://schemas.openxmlformats.org/officeDocument/2006/relationships/slide" Target="slides/slide238.xml"/><Relationship Id="rId35" Type="http://schemas.openxmlformats.org/officeDocument/2006/relationships/slide" Target="slides/slide33.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338" Type="http://schemas.openxmlformats.org/officeDocument/2006/relationships/slide" Target="slides/slide336.xml"/><Relationship Id="rId8" Type="http://schemas.openxmlformats.org/officeDocument/2006/relationships/slide" Target="slides/slide6.xml"/><Relationship Id="rId142" Type="http://schemas.openxmlformats.org/officeDocument/2006/relationships/slide" Target="slides/slide140.xml"/><Relationship Id="rId184" Type="http://schemas.openxmlformats.org/officeDocument/2006/relationships/slide" Target="slides/slide182.xml"/><Relationship Id="rId251" Type="http://schemas.openxmlformats.org/officeDocument/2006/relationships/slide" Target="slides/slide249.xml"/><Relationship Id="rId46" Type="http://schemas.openxmlformats.org/officeDocument/2006/relationships/slide" Target="slides/slide44.xml"/><Relationship Id="rId293" Type="http://schemas.openxmlformats.org/officeDocument/2006/relationships/slide" Target="slides/slide291.xml"/><Relationship Id="rId307" Type="http://schemas.openxmlformats.org/officeDocument/2006/relationships/slide" Target="slides/slide305.xml"/><Relationship Id="rId349" Type="http://schemas.openxmlformats.org/officeDocument/2006/relationships/slide" Target="slides/slide347.xml"/><Relationship Id="rId88" Type="http://schemas.openxmlformats.org/officeDocument/2006/relationships/slide" Target="slides/slide86.xml"/><Relationship Id="rId111" Type="http://schemas.openxmlformats.org/officeDocument/2006/relationships/slide" Target="slides/slide109.xml"/><Relationship Id="rId153" Type="http://schemas.openxmlformats.org/officeDocument/2006/relationships/slide" Target="slides/slide151.xml"/><Relationship Id="rId195" Type="http://schemas.openxmlformats.org/officeDocument/2006/relationships/slide" Target="slides/slide193.xml"/><Relationship Id="rId209" Type="http://schemas.openxmlformats.org/officeDocument/2006/relationships/slide" Target="slides/slide207.xml"/><Relationship Id="rId360" Type="http://schemas.openxmlformats.org/officeDocument/2006/relationships/slide" Target="slides/slide358.xml"/><Relationship Id="rId220" Type="http://schemas.openxmlformats.org/officeDocument/2006/relationships/slide" Target="slides/slide218.xml"/><Relationship Id="rId15" Type="http://schemas.openxmlformats.org/officeDocument/2006/relationships/slide" Target="slides/slide13.xml"/><Relationship Id="rId57" Type="http://schemas.openxmlformats.org/officeDocument/2006/relationships/slide" Target="slides/slide55.xml"/><Relationship Id="rId262" Type="http://schemas.openxmlformats.org/officeDocument/2006/relationships/slide" Target="slides/slide260.xml"/><Relationship Id="rId318" Type="http://schemas.openxmlformats.org/officeDocument/2006/relationships/slide" Target="slides/slide31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57ABF802-D682-4BBB-FF2E-E8C1FBA85C51}"/>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a:extLst>
              <a:ext uri="{FF2B5EF4-FFF2-40B4-BE49-F238E27FC236}">
                <a16:creationId xmlns:a16="http://schemas.microsoft.com/office/drawing/2014/main" id="{E00BB656-AE9A-9359-9AFB-4FAF9118A3E9}"/>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AEE0A35-3A55-44EE-8026-9D406E3BDE7A}" type="datetimeFigureOut">
              <a:rPr lang="en-IN" smtClean="0"/>
              <a:t>28-09-2022</a:t>
            </a:fld>
            <a:endParaRPr lang="en-IN"/>
          </a:p>
        </p:txBody>
      </p:sp>
      <p:sp>
        <p:nvSpPr>
          <p:cNvPr id="4" name="Footer Placeholder 3">
            <a:extLst>
              <a:ext uri="{FF2B5EF4-FFF2-40B4-BE49-F238E27FC236}">
                <a16:creationId xmlns:a16="http://schemas.microsoft.com/office/drawing/2014/main" id="{88A401F1-5008-23CF-64A3-172E803AB0AF}"/>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5" name="Slide Number Placeholder 4">
            <a:extLst>
              <a:ext uri="{FF2B5EF4-FFF2-40B4-BE49-F238E27FC236}">
                <a16:creationId xmlns:a16="http://schemas.microsoft.com/office/drawing/2014/main" id="{D446A021-F7AF-7556-3DA1-5157241E25A2}"/>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6B3DAA-E11D-43E7-BD67-B2D340E1B264}" type="slidenum">
              <a:rPr lang="en-IN" smtClean="0"/>
              <a:t>‹#›</a:t>
            </a:fld>
            <a:endParaRPr lang="en-IN"/>
          </a:p>
        </p:txBody>
      </p:sp>
    </p:spTree>
    <p:extLst>
      <p:ext uri="{BB962C8B-B14F-4D97-AF65-F5344CB8AC3E}">
        <p14:creationId xmlns:p14="http://schemas.microsoft.com/office/powerpoint/2010/main" val="2025755962"/>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4" name="AutoShape 1">
            <a:extLst>
              <a:ext uri="{FF2B5EF4-FFF2-40B4-BE49-F238E27FC236}">
                <a16:creationId xmlns:a16="http://schemas.microsoft.com/office/drawing/2014/main" id="{77D0836C-995B-8F90-5AFD-264C6E2735C2}"/>
              </a:ext>
            </a:extLst>
          </p:cNvPr>
          <p:cNvSpPr>
            <a:spLocks noChangeArrowheads="1"/>
          </p:cNvSpPr>
          <p:nvPr/>
        </p:nvSpPr>
        <p:spPr bwMode="auto">
          <a:xfrm>
            <a:off x="0" y="0"/>
            <a:ext cx="6858000" cy="9144000"/>
          </a:xfrm>
          <a:prstGeom prst="roundRect">
            <a:avLst>
              <a:gd name="adj" fmla="val 23"/>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5" name="Text Box 2">
            <a:extLst>
              <a:ext uri="{FF2B5EF4-FFF2-40B4-BE49-F238E27FC236}">
                <a16:creationId xmlns:a16="http://schemas.microsoft.com/office/drawing/2014/main" id="{F204847D-F389-8D39-8374-71B7B066DEDC}"/>
              </a:ext>
            </a:extLst>
          </p:cNvPr>
          <p:cNvSpPr txBox="1">
            <a:spLocks noChangeArrowheads="1"/>
          </p:cNvSpP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6" name="Text Box 3">
            <a:extLst>
              <a:ext uri="{FF2B5EF4-FFF2-40B4-BE49-F238E27FC236}">
                <a16:creationId xmlns:a16="http://schemas.microsoft.com/office/drawing/2014/main" id="{C91BDF94-90BA-CE94-0659-2F2C64C76947}"/>
              </a:ext>
            </a:extLst>
          </p:cNvPr>
          <p:cNvSpPr txBox="1">
            <a:spLocks noChangeArrowheads="1"/>
          </p:cNvSpPr>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7" name="Rectangle 4">
            <a:extLst>
              <a:ext uri="{FF2B5EF4-FFF2-40B4-BE49-F238E27FC236}">
                <a16:creationId xmlns:a16="http://schemas.microsoft.com/office/drawing/2014/main" id="{3C95EF2C-0BE2-882E-7DDD-096C87694B22}"/>
              </a:ext>
            </a:extLst>
          </p:cNvPr>
          <p:cNvSpPr>
            <a:spLocks noGrp="1" noRot="1" noChangeAspect="1" noChangeArrowheads="1"/>
          </p:cNvSpPr>
          <p:nvPr>
            <p:ph type="sldImg"/>
          </p:nvPr>
        </p:nvSpPr>
        <p:spPr bwMode="auto">
          <a:xfrm>
            <a:off x="1143000" y="685800"/>
            <a:ext cx="4570413" cy="3427413"/>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sp>
      <p:sp>
        <p:nvSpPr>
          <p:cNvPr id="2" name="Rectangle 5">
            <a:extLst>
              <a:ext uri="{FF2B5EF4-FFF2-40B4-BE49-F238E27FC236}">
                <a16:creationId xmlns:a16="http://schemas.microsoft.com/office/drawing/2014/main" id="{A001F689-4E4C-4059-82A8-BB75F879216E}"/>
              </a:ext>
            </a:extLst>
          </p:cNvPr>
          <p:cNvSpPr>
            <a:spLocks noGrp="1" noChangeArrowheads="1"/>
          </p:cNvSpPr>
          <p:nvPr>
            <p:ph type="body"/>
          </p:nvPr>
        </p:nvSpPr>
        <p:spPr bwMode="auto">
          <a:xfrm>
            <a:off x="685800" y="4343400"/>
            <a:ext cx="5484813" cy="4113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t" anchorCtr="0" compatLnSpc="1">
            <a:prstTxWarp prst="textNoShape">
              <a:avLst/>
            </a:prstTxWarp>
          </a:bodyPr>
          <a:lstStyle/>
          <a:p>
            <a:pPr lvl="0"/>
            <a:endParaRPr lang="en-US" altLang="en-US" noProof="0"/>
          </a:p>
        </p:txBody>
      </p:sp>
      <p:sp>
        <p:nvSpPr>
          <p:cNvPr id="3079" name="Text Box 6">
            <a:extLst>
              <a:ext uri="{FF2B5EF4-FFF2-40B4-BE49-F238E27FC236}">
                <a16:creationId xmlns:a16="http://schemas.microsoft.com/office/drawing/2014/main" id="{7F748BC3-E0EF-9AFA-5559-22C9BF1DD76E}"/>
              </a:ext>
            </a:extLst>
          </p:cNvPr>
          <p:cNvSpPr txBox="1">
            <a:spLocks noChangeArrowheads="1"/>
          </p:cNvSpPr>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 name="Rectangle 7">
            <a:extLst>
              <a:ext uri="{FF2B5EF4-FFF2-40B4-BE49-F238E27FC236}">
                <a16:creationId xmlns:a16="http://schemas.microsoft.com/office/drawing/2014/main" id="{7394CDCE-72DE-46FE-86C1-77D74810D2B9}"/>
              </a:ext>
            </a:extLst>
          </p:cNvPr>
          <p:cNvSpPr>
            <a:spLocks noGrp="1" noChangeArrowheads="1"/>
          </p:cNvSpPr>
          <p:nvPr>
            <p:ph type="sldNum"/>
          </p:nvPr>
        </p:nvSpPr>
        <p:spPr bwMode="auto">
          <a:xfrm>
            <a:off x="3884613" y="8685213"/>
            <a:ext cx="2970212" cy="4556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b" anchorCtr="0" compatLnSpc="1">
            <a:prstTxWarp prst="textNoShape">
              <a:avLst/>
            </a:prstTxWarp>
          </a:bodyPr>
          <a:lstStyle>
            <a:lvl1pPr algn="r" eaLnBrk="1" hangingPunct="1">
              <a:buSzPct val="100000"/>
              <a:tabLst>
                <a:tab pos="449263" algn="l"/>
                <a:tab pos="898525" algn="l"/>
                <a:tab pos="1347788" algn="l"/>
                <a:tab pos="1797050" algn="l"/>
                <a:tab pos="2246313" algn="l"/>
                <a:tab pos="2695575" algn="l"/>
              </a:tabLst>
              <a:defRPr sz="1200">
                <a:solidFill>
                  <a:srgbClr val="000000"/>
                </a:solidFill>
                <a:latin typeface="Arial" panose="020B0604020202020204" pitchFamily="34" charset="0"/>
                <a:cs typeface="Segoe UI" panose="020B0502040204020203" pitchFamily="34" charset="0"/>
              </a:defRPr>
            </a:lvl1pPr>
          </a:lstStyle>
          <a:p>
            <a:fld id="{743BF27D-5245-40A8-B775-90FD8F59E5E4}" type="slidenum">
              <a:rPr lang="en-US" altLang="en-US"/>
              <a:pPr/>
              <a:t>‹#›</a:t>
            </a:fld>
            <a:endParaRPr lang="en-US" altLang="en-US"/>
          </a:p>
        </p:txBody>
      </p:sp>
    </p:spTree>
  </p:cSld>
  <p:clrMap bg1="lt1" tx1="dk1" bg2="lt2" tx2="dk2" accent1="accent1" accent2="accent2" accent3="accent3" accent4="accent4" accent5="accent5" accent6="accent6" hlink="hlink" folHlink="folHlink"/>
  <p:hf sldNum="0" hdr="0" ftr="0" dt="0"/>
  <p:notesStyle>
    <a:lvl1pPr algn="l" defTabSz="449263" rtl="0" eaLnBrk="0" fontAlgn="base" hangingPunct="0">
      <a:spcBef>
        <a:spcPct val="30000"/>
      </a:spcBef>
      <a:spcAft>
        <a:spcPct val="0"/>
      </a:spcAft>
      <a:buClr>
        <a:srgbClr val="000000"/>
      </a:buClr>
      <a:buSzPct val="100000"/>
      <a:buFont typeface="Times New Roman" panose="02020603050405020304" pitchFamily="18" charset="0"/>
      <a:defRPr sz="1200" kern="1200">
        <a:solidFill>
          <a:srgbClr val="000000"/>
        </a:solidFill>
        <a:latin typeface="Times New Roman" panose="02020603050405020304" pitchFamily="18" charset="0"/>
        <a:ea typeface="+mn-ea"/>
        <a:cs typeface="+mn-cs"/>
      </a:defRPr>
    </a:lvl1pPr>
    <a:lvl2pPr marL="742950" indent="-285750" algn="l" defTabSz="449263" rtl="0" eaLnBrk="0" fontAlgn="base" hangingPunct="0">
      <a:spcBef>
        <a:spcPct val="30000"/>
      </a:spcBef>
      <a:spcAft>
        <a:spcPct val="0"/>
      </a:spcAft>
      <a:buClr>
        <a:srgbClr val="000000"/>
      </a:buClr>
      <a:buSzPct val="100000"/>
      <a:buFont typeface="Times New Roman" panose="02020603050405020304" pitchFamily="18" charset="0"/>
      <a:defRPr sz="1200" kern="1200">
        <a:solidFill>
          <a:srgbClr val="000000"/>
        </a:solidFill>
        <a:latin typeface="Times New Roman" panose="02020603050405020304" pitchFamily="18" charset="0"/>
        <a:ea typeface="+mn-ea"/>
        <a:cs typeface="+mn-cs"/>
      </a:defRPr>
    </a:lvl2pPr>
    <a:lvl3pPr marL="1143000" indent="-228600" algn="l" defTabSz="449263" rtl="0" eaLnBrk="0" fontAlgn="base" hangingPunct="0">
      <a:spcBef>
        <a:spcPct val="30000"/>
      </a:spcBef>
      <a:spcAft>
        <a:spcPct val="0"/>
      </a:spcAft>
      <a:buClr>
        <a:srgbClr val="000000"/>
      </a:buClr>
      <a:buSzPct val="100000"/>
      <a:buFont typeface="Times New Roman" panose="02020603050405020304" pitchFamily="18" charset="0"/>
      <a:defRPr sz="1200" kern="1200">
        <a:solidFill>
          <a:srgbClr val="000000"/>
        </a:solidFill>
        <a:latin typeface="Times New Roman" panose="02020603050405020304" pitchFamily="18" charset="0"/>
        <a:ea typeface="+mn-ea"/>
        <a:cs typeface="+mn-cs"/>
      </a:defRPr>
    </a:lvl3pPr>
    <a:lvl4pPr marL="1600200" indent="-228600" algn="l" defTabSz="449263" rtl="0" eaLnBrk="0" fontAlgn="base" hangingPunct="0">
      <a:spcBef>
        <a:spcPct val="30000"/>
      </a:spcBef>
      <a:spcAft>
        <a:spcPct val="0"/>
      </a:spcAft>
      <a:buClr>
        <a:srgbClr val="000000"/>
      </a:buClr>
      <a:buSzPct val="100000"/>
      <a:buFont typeface="Times New Roman" panose="02020603050405020304" pitchFamily="18" charset="0"/>
      <a:defRPr sz="1200" kern="1200">
        <a:solidFill>
          <a:srgbClr val="000000"/>
        </a:solidFill>
        <a:latin typeface="Times New Roman" panose="02020603050405020304" pitchFamily="18" charset="0"/>
        <a:ea typeface="+mn-ea"/>
        <a:cs typeface="+mn-cs"/>
      </a:defRPr>
    </a:lvl4pPr>
    <a:lvl5pPr marL="2057400" indent="-228600" algn="l" defTabSz="449263" rtl="0" eaLnBrk="0" fontAlgn="base" hangingPunct="0">
      <a:spcBef>
        <a:spcPct val="30000"/>
      </a:spcBef>
      <a:spcAft>
        <a:spcPct val="0"/>
      </a:spcAft>
      <a:buClr>
        <a:srgbClr val="000000"/>
      </a:buClr>
      <a:buSzPct val="100000"/>
      <a:buFont typeface="Times New Roman" panose="02020603050405020304" pitchFamily="18" charset="0"/>
      <a:defRPr sz="1200" kern="1200">
        <a:solidFill>
          <a:srgbClr val="000000"/>
        </a:solidFill>
        <a:latin typeface="Times New Roman" panose="02020603050405020304"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123" name="Rectangle 1">
            <a:extLst>
              <a:ext uri="{FF2B5EF4-FFF2-40B4-BE49-F238E27FC236}">
                <a16:creationId xmlns:a16="http://schemas.microsoft.com/office/drawing/2014/main" id="{8F92CC35-16A7-99A9-26A3-1C8772C45EC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124" name="Text Box 2">
            <a:extLst>
              <a:ext uri="{FF2B5EF4-FFF2-40B4-BE49-F238E27FC236}">
                <a16:creationId xmlns:a16="http://schemas.microsoft.com/office/drawing/2014/main" id="{C756F44F-80D2-BE3D-D58A-6FDB503A00C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125" name="Text Box 3">
            <a:extLst>
              <a:ext uri="{FF2B5EF4-FFF2-40B4-BE49-F238E27FC236}">
                <a16:creationId xmlns:a16="http://schemas.microsoft.com/office/drawing/2014/main" id="{31A12BFA-3BBD-08F7-D821-30D5494B5C0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317B692-241B-413E-9CE3-1CA31381BA49}" type="slidenum">
              <a:rPr lang="en-US" altLang="en-US" sz="1200">
                <a:solidFill>
                  <a:srgbClr val="000000"/>
                </a:solidFill>
                <a:latin typeface="Arial" panose="020B0604020202020204" pitchFamily="34" charset="0"/>
              </a:rPr>
              <a:pPr algn="r" eaLnBrk="1" hangingPunct="1">
                <a:buClrTx/>
                <a:buFontTx/>
                <a:buNone/>
              </a:pPr>
              <a:t>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171" name="Rectangle 1">
            <a:extLst>
              <a:ext uri="{FF2B5EF4-FFF2-40B4-BE49-F238E27FC236}">
                <a16:creationId xmlns:a16="http://schemas.microsoft.com/office/drawing/2014/main" id="{C08E797A-C9D1-60E4-067C-077D88F492F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172" name="Text Box 2">
            <a:extLst>
              <a:ext uri="{FF2B5EF4-FFF2-40B4-BE49-F238E27FC236}">
                <a16:creationId xmlns:a16="http://schemas.microsoft.com/office/drawing/2014/main" id="{D040FC43-B22D-C424-7F7D-193874C796E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73" name="Text Box 3">
            <a:extLst>
              <a:ext uri="{FF2B5EF4-FFF2-40B4-BE49-F238E27FC236}">
                <a16:creationId xmlns:a16="http://schemas.microsoft.com/office/drawing/2014/main" id="{B3F0D56D-825C-A284-7873-B254DCFE094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D17D6F3-4A20-425C-9C34-9D87CBDBC62F}" type="slidenum">
              <a:rPr lang="en-US" altLang="en-US" sz="1200">
                <a:solidFill>
                  <a:srgbClr val="000000"/>
                </a:solidFill>
                <a:latin typeface="Arial" panose="020B0604020202020204" pitchFamily="34" charset="0"/>
              </a:rPr>
              <a:pPr algn="r" eaLnBrk="1" hangingPunct="1">
                <a:buClrTx/>
                <a:buFontTx/>
                <a:buNone/>
              </a:pPr>
              <a:t>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219" name="Rectangle 1">
            <a:extLst>
              <a:ext uri="{FF2B5EF4-FFF2-40B4-BE49-F238E27FC236}">
                <a16:creationId xmlns:a16="http://schemas.microsoft.com/office/drawing/2014/main" id="{4139E14E-20F1-2FD5-860E-E95A811F45B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220" name="Text Box 2">
            <a:extLst>
              <a:ext uri="{FF2B5EF4-FFF2-40B4-BE49-F238E27FC236}">
                <a16:creationId xmlns:a16="http://schemas.microsoft.com/office/drawing/2014/main" id="{EA7C5CDC-E0DD-0067-3D6B-9422D50F60C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221" name="Text Box 3">
            <a:extLst>
              <a:ext uri="{FF2B5EF4-FFF2-40B4-BE49-F238E27FC236}">
                <a16:creationId xmlns:a16="http://schemas.microsoft.com/office/drawing/2014/main" id="{F46D7AA5-0883-0E05-C142-8784AFB0B0A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229A25C-54E8-493F-BF38-29B28C548188}" type="slidenum">
              <a:rPr lang="en-US" altLang="en-US" sz="1200">
                <a:solidFill>
                  <a:srgbClr val="000000"/>
                </a:solidFill>
                <a:latin typeface="Arial" panose="020B0604020202020204" pitchFamily="34" charset="0"/>
              </a:rPr>
              <a:pPr algn="r" eaLnBrk="1" hangingPunct="1">
                <a:buClrTx/>
                <a:buFontTx/>
                <a:buNone/>
              </a:pPr>
              <a:t>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267" name="Rectangle 1">
            <a:extLst>
              <a:ext uri="{FF2B5EF4-FFF2-40B4-BE49-F238E27FC236}">
                <a16:creationId xmlns:a16="http://schemas.microsoft.com/office/drawing/2014/main" id="{71CDD2DB-5D0D-D821-A442-EE7387649C7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268" name="Text Box 2">
            <a:extLst>
              <a:ext uri="{FF2B5EF4-FFF2-40B4-BE49-F238E27FC236}">
                <a16:creationId xmlns:a16="http://schemas.microsoft.com/office/drawing/2014/main" id="{1F54F3E9-AB39-5981-55A3-494A9F20A10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269" name="Text Box 3">
            <a:extLst>
              <a:ext uri="{FF2B5EF4-FFF2-40B4-BE49-F238E27FC236}">
                <a16:creationId xmlns:a16="http://schemas.microsoft.com/office/drawing/2014/main" id="{81325E3D-48CE-818C-1158-C73F8C966BC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C571BEC-87E2-4EA7-AB34-CFF0C94BA897}" type="slidenum">
              <a:rPr lang="en-US" altLang="en-US" sz="1200">
                <a:solidFill>
                  <a:srgbClr val="000000"/>
                </a:solidFill>
                <a:latin typeface="Arial" panose="020B0604020202020204" pitchFamily="34" charset="0"/>
              </a:rPr>
              <a:pPr algn="r" eaLnBrk="1" hangingPunct="1">
                <a:buClrTx/>
                <a:buFontTx/>
                <a:buNone/>
              </a:pPr>
              <a:t>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315" name="Rectangle 1">
            <a:extLst>
              <a:ext uri="{FF2B5EF4-FFF2-40B4-BE49-F238E27FC236}">
                <a16:creationId xmlns:a16="http://schemas.microsoft.com/office/drawing/2014/main" id="{D6B01E8C-EA0A-27B0-3F4F-71AFECC9778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316" name="Text Box 2">
            <a:extLst>
              <a:ext uri="{FF2B5EF4-FFF2-40B4-BE49-F238E27FC236}">
                <a16:creationId xmlns:a16="http://schemas.microsoft.com/office/drawing/2014/main" id="{8C5890C7-F699-C78B-F1B5-B31C134FF1D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317" name="Text Box 3">
            <a:extLst>
              <a:ext uri="{FF2B5EF4-FFF2-40B4-BE49-F238E27FC236}">
                <a16:creationId xmlns:a16="http://schemas.microsoft.com/office/drawing/2014/main" id="{299CF388-DD83-4E14-F9CD-BAD6E25AE1F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569B8AA-FD4A-49EC-A086-4B6E36DFD631}" type="slidenum">
              <a:rPr lang="en-US" altLang="en-US" sz="1200">
                <a:solidFill>
                  <a:srgbClr val="000000"/>
                </a:solidFill>
                <a:latin typeface="Arial" panose="020B0604020202020204" pitchFamily="34" charset="0"/>
              </a:rPr>
              <a:pPr algn="r" eaLnBrk="1" hangingPunct="1">
                <a:buClrTx/>
                <a:buFontTx/>
                <a:buNone/>
              </a:pPr>
              <a:t>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363" name="Rectangle 1">
            <a:extLst>
              <a:ext uri="{FF2B5EF4-FFF2-40B4-BE49-F238E27FC236}">
                <a16:creationId xmlns:a16="http://schemas.microsoft.com/office/drawing/2014/main" id="{EF54FD2C-3C60-8180-06C0-BD6FAD6E11C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364" name="Text Box 2">
            <a:extLst>
              <a:ext uri="{FF2B5EF4-FFF2-40B4-BE49-F238E27FC236}">
                <a16:creationId xmlns:a16="http://schemas.microsoft.com/office/drawing/2014/main" id="{840E7C1F-8A33-408B-FFE7-ABDBBF2274A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365" name="Text Box 3">
            <a:extLst>
              <a:ext uri="{FF2B5EF4-FFF2-40B4-BE49-F238E27FC236}">
                <a16:creationId xmlns:a16="http://schemas.microsoft.com/office/drawing/2014/main" id="{BBF38A00-5B76-E1B4-7C12-613E22A938E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0644A81-9318-40DF-AB2B-1869783120A4}" type="slidenum">
              <a:rPr lang="en-US" altLang="en-US" sz="1200">
                <a:solidFill>
                  <a:srgbClr val="000000"/>
                </a:solidFill>
                <a:latin typeface="Arial" panose="020B0604020202020204" pitchFamily="34" charset="0"/>
              </a:rPr>
              <a:pPr algn="r" eaLnBrk="1" hangingPunct="1">
                <a:buClrTx/>
                <a:buFontTx/>
                <a:buNone/>
              </a:pPr>
              <a:t>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411" name="Rectangle 1">
            <a:extLst>
              <a:ext uri="{FF2B5EF4-FFF2-40B4-BE49-F238E27FC236}">
                <a16:creationId xmlns:a16="http://schemas.microsoft.com/office/drawing/2014/main" id="{C403E7C4-4352-F236-0013-B658F534E0A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412" name="Text Box 2">
            <a:extLst>
              <a:ext uri="{FF2B5EF4-FFF2-40B4-BE49-F238E27FC236}">
                <a16:creationId xmlns:a16="http://schemas.microsoft.com/office/drawing/2014/main" id="{982A8663-738E-D8A5-9D84-2C063D0CB3D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413" name="Text Box 3">
            <a:extLst>
              <a:ext uri="{FF2B5EF4-FFF2-40B4-BE49-F238E27FC236}">
                <a16:creationId xmlns:a16="http://schemas.microsoft.com/office/drawing/2014/main" id="{733DDD09-7DF9-59A6-D3F6-96381F5F3C6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0811A15-7C35-4E60-9554-70FAA63676AB}" type="slidenum">
              <a:rPr lang="en-US" altLang="en-US" sz="1200">
                <a:solidFill>
                  <a:srgbClr val="000000"/>
                </a:solidFill>
                <a:latin typeface="Arial" panose="020B0604020202020204" pitchFamily="34" charset="0"/>
              </a:rPr>
              <a:pPr algn="r" eaLnBrk="1" hangingPunct="1">
                <a:buClrTx/>
                <a:buFontTx/>
                <a:buNone/>
              </a:pPr>
              <a:t>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9" name="Rectangle 1">
            <a:extLst>
              <a:ext uri="{FF2B5EF4-FFF2-40B4-BE49-F238E27FC236}">
                <a16:creationId xmlns:a16="http://schemas.microsoft.com/office/drawing/2014/main" id="{E0E0D9AA-293F-E258-7D9C-608074809CE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460" name="Text Box 2">
            <a:extLst>
              <a:ext uri="{FF2B5EF4-FFF2-40B4-BE49-F238E27FC236}">
                <a16:creationId xmlns:a16="http://schemas.microsoft.com/office/drawing/2014/main" id="{E089AD11-C17F-4449-B715-FF42465D0EB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461" name="Text Box 3">
            <a:extLst>
              <a:ext uri="{FF2B5EF4-FFF2-40B4-BE49-F238E27FC236}">
                <a16:creationId xmlns:a16="http://schemas.microsoft.com/office/drawing/2014/main" id="{02E8E011-792A-E349-2DB5-14A8FA7D55F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0163FB6-A98B-438F-8CCF-3C937C28C378}" type="slidenum">
              <a:rPr lang="en-US" altLang="en-US" sz="1200">
                <a:solidFill>
                  <a:srgbClr val="000000"/>
                </a:solidFill>
                <a:latin typeface="Arial" panose="020B0604020202020204" pitchFamily="34" charset="0"/>
              </a:rPr>
              <a:pPr algn="r" eaLnBrk="1" hangingPunct="1">
                <a:buClrTx/>
                <a:buFontTx/>
                <a:buNone/>
              </a:pPr>
              <a:t>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1507" name="Rectangle 1">
            <a:extLst>
              <a:ext uri="{FF2B5EF4-FFF2-40B4-BE49-F238E27FC236}">
                <a16:creationId xmlns:a16="http://schemas.microsoft.com/office/drawing/2014/main" id="{61242C31-54F7-D6E4-7742-AC61C04D255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1508" name="Text Box 2">
            <a:extLst>
              <a:ext uri="{FF2B5EF4-FFF2-40B4-BE49-F238E27FC236}">
                <a16:creationId xmlns:a16="http://schemas.microsoft.com/office/drawing/2014/main" id="{8935C333-C9DF-CDE5-FA8F-130A080B163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1509" name="Text Box 3">
            <a:extLst>
              <a:ext uri="{FF2B5EF4-FFF2-40B4-BE49-F238E27FC236}">
                <a16:creationId xmlns:a16="http://schemas.microsoft.com/office/drawing/2014/main" id="{225A2A8E-83C0-EAE7-7E3C-EF742F14674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F52901E-C4D4-42FC-9E3D-57912300B661}" type="slidenum">
              <a:rPr lang="en-US" altLang="en-US" sz="1200">
                <a:solidFill>
                  <a:srgbClr val="000000"/>
                </a:solidFill>
                <a:latin typeface="Arial" panose="020B0604020202020204" pitchFamily="34" charset="0"/>
              </a:rPr>
              <a:pPr algn="r" eaLnBrk="1" hangingPunct="1">
                <a:buClrTx/>
                <a:buFontTx/>
                <a:buNone/>
              </a:pPr>
              <a:t>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3555" name="Rectangle 1">
            <a:extLst>
              <a:ext uri="{FF2B5EF4-FFF2-40B4-BE49-F238E27FC236}">
                <a16:creationId xmlns:a16="http://schemas.microsoft.com/office/drawing/2014/main" id="{D2038F6A-8FCB-B25C-B282-8E7CAAADF2B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3556" name="Text Box 2">
            <a:extLst>
              <a:ext uri="{FF2B5EF4-FFF2-40B4-BE49-F238E27FC236}">
                <a16:creationId xmlns:a16="http://schemas.microsoft.com/office/drawing/2014/main" id="{BAB79E8E-46E6-12E2-480E-20E3DC92A81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3557" name="Text Box 3">
            <a:extLst>
              <a:ext uri="{FF2B5EF4-FFF2-40B4-BE49-F238E27FC236}">
                <a16:creationId xmlns:a16="http://schemas.microsoft.com/office/drawing/2014/main" id="{78D9B074-DDD2-5F6A-EBE0-D2069CC8525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8C512D2-6D1A-4C02-8083-01DAC413D44C}" type="slidenum">
              <a:rPr lang="en-US" altLang="en-US" sz="1200">
                <a:solidFill>
                  <a:srgbClr val="000000"/>
                </a:solidFill>
                <a:latin typeface="Arial" panose="020B0604020202020204" pitchFamily="34" charset="0"/>
              </a:rPr>
              <a:pPr algn="r" eaLnBrk="1" hangingPunct="1">
                <a:buClrTx/>
                <a:buFontTx/>
                <a:buNone/>
              </a:pPr>
              <a:t>10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3" name="Rectangle 1">
            <a:extLst>
              <a:ext uri="{FF2B5EF4-FFF2-40B4-BE49-F238E27FC236}">
                <a16:creationId xmlns:a16="http://schemas.microsoft.com/office/drawing/2014/main" id="{6128DC64-E5FA-1356-D90A-65F97CBDE3F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604" name="Text Box 2">
            <a:extLst>
              <a:ext uri="{FF2B5EF4-FFF2-40B4-BE49-F238E27FC236}">
                <a16:creationId xmlns:a16="http://schemas.microsoft.com/office/drawing/2014/main" id="{825EA73A-50ED-3944-E18B-64BF6A44101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605" name="Text Box 3">
            <a:extLst>
              <a:ext uri="{FF2B5EF4-FFF2-40B4-BE49-F238E27FC236}">
                <a16:creationId xmlns:a16="http://schemas.microsoft.com/office/drawing/2014/main" id="{03D47D3B-1335-AFD5-4212-A6C7E3D916C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EA7D2B7-D1A9-41BE-955F-211E2FFD7E2D}" type="slidenum">
              <a:rPr lang="en-US" altLang="en-US" sz="1200">
                <a:solidFill>
                  <a:srgbClr val="000000"/>
                </a:solidFill>
                <a:latin typeface="Arial" panose="020B0604020202020204" pitchFamily="34" charset="0"/>
              </a:rPr>
              <a:pPr algn="r" eaLnBrk="1" hangingPunct="1">
                <a:buClrTx/>
                <a:buFontTx/>
                <a:buNone/>
              </a:pPr>
              <a:t>11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51" name="Rectangle 1">
            <a:extLst>
              <a:ext uri="{FF2B5EF4-FFF2-40B4-BE49-F238E27FC236}">
                <a16:creationId xmlns:a16="http://schemas.microsoft.com/office/drawing/2014/main" id="{81D84452-7D0F-9FBF-FB19-1485C383F53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652" name="Text Box 2">
            <a:extLst>
              <a:ext uri="{FF2B5EF4-FFF2-40B4-BE49-F238E27FC236}">
                <a16:creationId xmlns:a16="http://schemas.microsoft.com/office/drawing/2014/main" id="{2178108B-7A70-B8BE-031E-BA6CDDA55A3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653" name="Text Box 3">
            <a:extLst>
              <a:ext uri="{FF2B5EF4-FFF2-40B4-BE49-F238E27FC236}">
                <a16:creationId xmlns:a16="http://schemas.microsoft.com/office/drawing/2014/main" id="{30AEC2E8-8C27-948F-9C40-5E9AF3692F6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599D44A-B983-4291-AF5E-0AC427DD30BC}" type="slidenum">
              <a:rPr lang="en-US" altLang="en-US" sz="1200">
                <a:solidFill>
                  <a:srgbClr val="000000"/>
                </a:solidFill>
                <a:latin typeface="Arial" panose="020B0604020202020204" pitchFamily="34" charset="0"/>
              </a:rPr>
              <a:pPr algn="r" eaLnBrk="1" hangingPunct="1">
                <a:buClrTx/>
                <a:buFontTx/>
                <a:buNone/>
              </a:pPr>
              <a:t>12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9" name="Rectangle 1">
            <a:extLst>
              <a:ext uri="{FF2B5EF4-FFF2-40B4-BE49-F238E27FC236}">
                <a16:creationId xmlns:a16="http://schemas.microsoft.com/office/drawing/2014/main" id="{F54DC249-2111-E7A5-2DBE-99D2757F83E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700" name="Text Box 2">
            <a:extLst>
              <a:ext uri="{FF2B5EF4-FFF2-40B4-BE49-F238E27FC236}">
                <a16:creationId xmlns:a16="http://schemas.microsoft.com/office/drawing/2014/main" id="{7B4ED1BB-9B5E-D52C-90E1-5CEF1ACFC09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9701" name="Text Box 3">
            <a:extLst>
              <a:ext uri="{FF2B5EF4-FFF2-40B4-BE49-F238E27FC236}">
                <a16:creationId xmlns:a16="http://schemas.microsoft.com/office/drawing/2014/main" id="{4AA840FA-16E5-7D5B-6330-64F57D3A252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2D9A440-056F-435B-AB47-4E005630D3CC}" type="slidenum">
              <a:rPr lang="en-US" altLang="en-US" sz="1200">
                <a:solidFill>
                  <a:srgbClr val="000000"/>
                </a:solidFill>
                <a:latin typeface="Arial" panose="020B0604020202020204" pitchFamily="34" charset="0"/>
              </a:rPr>
              <a:pPr algn="r" eaLnBrk="1" hangingPunct="1">
                <a:buClrTx/>
                <a:buFontTx/>
                <a:buNone/>
              </a:pPr>
              <a:t>13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7" name="Rectangle 1">
            <a:extLst>
              <a:ext uri="{FF2B5EF4-FFF2-40B4-BE49-F238E27FC236}">
                <a16:creationId xmlns:a16="http://schemas.microsoft.com/office/drawing/2014/main" id="{DDA0D14A-03BB-950E-FFE3-94851A3FA3E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748" name="Text Box 2">
            <a:extLst>
              <a:ext uri="{FF2B5EF4-FFF2-40B4-BE49-F238E27FC236}">
                <a16:creationId xmlns:a16="http://schemas.microsoft.com/office/drawing/2014/main" id="{79514504-B353-42E1-DA9E-F409867CC9E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749" name="Text Box 3">
            <a:extLst>
              <a:ext uri="{FF2B5EF4-FFF2-40B4-BE49-F238E27FC236}">
                <a16:creationId xmlns:a16="http://schemas.microsoft.com/office/drawing/2014/main" id="{86C318AA-C236-18E8-6BDB-F1F375CC358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801F7A4-EACE-4E49-9608-718D1835447A}" type="slidenum">
              <a:rPr lang="en-US" altLang="en-US" sz="1200">
                <a:solidFill>
                  <a:srgbClr val="000000"/>
                </a:solidFill>
                <a:latin typeface="Arial" panose="020B0604020202020204" pitchFamily="34" charset="0"/>
              </a:rPr>
              <a:pPr algn="r" eaLnBrk="1" hangingPunct="1">
                <a:buClrTx/>
                <a:buFontTx/>
                <a:buNone/>
              </a:pPr>
              <a:t>14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5" name="Rectangle 1">
            <a:extLst>
              <a:ext uri="{FF2B5EF4-FFF2-40B4-BE49-F238E27FC236}">
                <a16:creationId xmlns:a16="http://schemas.microsoft.com/office/drawing/2014/main" id="{5B798078-BECC-1C10-9137-8B23F712EB5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796" name="Text Box 2">
            <a:extLst>
              <a:ext uri="{FF2B5EF4-FFF2-40B4-BE49-F238E27FC236}">
                <a16:creationId xmlns:a16="http://schemas.microsoft.com/office/drawing/2014/main" id="{0E0AA2B1-B67E-0C2D-D3A6-C9E4D22471D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797" name="Text Box 3">
            <a:extLst>
              <a:ext uri="{FF2B5EF4-FFF2-40B4-BE49-F238E27FC236}">
                <a16:creationId xmlns:a16="http://schemas.microsoft.com/office/drawing/2014/main" id="{72EC5B03-48FF-293B-43AB-C90BBBA640A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5202302-9206-4FAE-ACF4-CC970655F720}" type="slidenum">
              <a:rPr lang="en-US" altLang="en-US" sz="1200">
                <a:solidFill>
                  <a:srgbClr val="000000"/>
                </a:solidFill>
                <a:latin typeface="Arial" panose="020B0604020202020204" pitchFamily="34" charset="0"/>
              </a:rPr>
              <a:pPr algn="r" eaLnBrk="1" hangingPunct="1">
                <a:buClrTx/>
                <a:buFontTx/>
                <a:buNone/>
              </a:pPr>
              <a:t>15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3" name="Rectangle 1">
            <a:extLst>
              <a:ext uri="{FF2B5EF4-FFF2-40B4-BE49-F238E27FC236}">
                <a16:creationId xmlns:a16="http://schemas.microsoft.com/office/drawing/2014/main" id="{5C30715A-AC49-0330-5D00-AD4840FFA84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844" name="Text Box 2">
            <a:extLst>
              <a:ext uri="{FF2B5EF4-FFF2-40B4-BE49-F238E27FC236}">
                <a16:creationId xmlns:a16="http://schemas.microsoft.com/office/drawing/2014/main" id="{18C0570C-B56B-400F-DEB0-E29F3730BFF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5845" name="Text Box 3">
            <a:extLst>
              <a:ext uri="{FF2B5EF4-FFF2-40B4-BE49-F238E27FC236}">
                <a16:creationId xmlns:a16="http://schemas.microsoft.com/office/drawing/2014/main" id="{8C468E12-E10E-295A-573F-3F963CBEAE4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E044368-7470-4965-93D1-5D0A5123C81D}" type="slidenum">
              <a:rPr lang="en-US" altLang="en-US" sz="1200">
                <a:solidFill>
                  <a:srgbClr val="000000"/>
                </a:solidFill>
                <a:latin typeface="Arial" panose="020B0604020202020204" pitchFamily="34" charset="0"/>
              </a:rPr>
              <a:pPr algn="r" eaLnBrk="1" hangingPunct="1">
                <a:buClrTx/>
                <a:buFontTx/>
                <a:buNone/>
              </a:pPr>
              <a:t>16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91" name="Rectangle 1">
            <a:extLst>
              <a:ext uri="{FF2B5EF4-FFF2-40B4-BE49-F238E27FC236}">
                <a16:creationId xmlns:a16="http://schemas.microsoft.com/office/drawing/2014/main" id="{EF4E0D9E-49B3-9B58-A4AD-82ADEC30683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892" name="Text Box 2">
            <a:extLst>
              <a:ext uri="{FF2B5EF4-FFF2-40B4-BE49-F238E27FC236}">
                <a16:creationId xmlns:a16="http://schemas.microsoft.com/office/drawing/2014/main" id="{3EEDC252-009B-C6EE-FDE8-E5453396B87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893" name="Text Box 3">
            <a:extLst>
              <a:ext uri="{FF2B5EF4-FFF2-40B4-BE49-F238E27FC236}">
                <a16:creationId xmlns:a16="http://schemas.microsoft.com/office/drawing/2014/main" id="{5D280886-53B0-6F85-1A33-A115D8A2D9E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DDA5122-49BA-44FB-9A06-CE70575114F4}" type="slidenum">
              <a:rPr lang="en-US" altLang="en-US" sz="1200">
                <a:solidFill>
                  <a:srgbClr val="000000"/>
                </a:solidFill>
                <a:latin typeface="Arial" panose="020B0604020202020204" pitchFamily="34" charset="0"/>
              </a:rPr>
              <a:pPr algn="r" eaLnBrk="1" hangingPunct="1">
                <a:buClrTx/>
                <a:buFontTx/>
                <a:buNone/>
              </a:pPr>
              <a:t>17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9" name="Rectangle 1">
            <a:extLst>
              <a:ext uri="{FF2B5EF4-FFF2-40B4-BE49-F238E27FC236}">
                <a16:creationId xmlns:a16="http://schemas.microsoft.com/office/drawing/2014/main" id="{AAAE3AAE-3D1A-F727-0920-3C1E5CA5476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9940" name="Text Box 2">
            <a:extLst>
              <a:ext uri="{FF2B5EF4-FFF2-40B4-BE49-F238E27FC236}">
                <a16:creationId xmlns:a16="http://schemas.microsoft.com/office/drawing/2014/main" id="{6327050C-6DBA-B0AD-5402-1A6F6176415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9941" name="Text Box 3">
            <a:extLst>
              <a:ext uri="{FF2B5EF4-FFF2-40B4-BE49-F238E27FC236}">
                <a16:creationId xmlns:a16="http://schemas.microsoft.com/office/drawing/2014/main" id="{B2733755-F3E8-C608-DFF8-6D49B1785C4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52E2992-4E0F-4E29-BD2C-24A5F3DB815F}" type="slidenum">
              <a:rPr lang="en-US" altLang="en-US" sz="1200">
                <a:solidFill>
                  <a:srgbClr val="000000"/>
                </a:solidFill>
                <a:latin typeface="Arial" panose="020B0604020202020204" pitchFamily="34" charset="0"/>
              </a:rPr>
              <a:pPr algn="r" eaLnBrk="1" hangingPunct="1">
                <a:buClrTx/>
                <a:buFontTx/>
                <a:buNone/>
              </a:pPr>
              <a:t>18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7" name="Rectangle 1">
            <a:extLst>
              <a:ext uri="{FF2B5EF4-FFF2-40B4-BE49-F238E27FC236}">
                <a16:creationId xmlns:a16="http://schemas.microsoft.com/office/drawing/2014/main" id="{7E1A3646-67DB-8B5A-04D6-290A3ED9377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988" name="Text Box 2">
            <a:extLst>
              <a:ext uri="{FF2B5EF4-FFF2-40B4-BE49-F238E27FC236}">
                <a16:creationId xmlns:a16="http://schemas.microsoft.com/office/drawing/2014/main" id="{09AD5CB5-9A1C-62A2-60AF-986C29EA9FF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989" name="Text Box 3">
            <a:extLst>
              <a:ext uri="{FF2B5EF4-FFF2-40B4-BE49-F238E27FC236}">
                <a16:creationId xmlns:a16="http://schemas.microsoft.com/office/drawing/2014/main" id="{571F4473-5646-1B2F-D345-9CCE99EA693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F8D15A9-0BCF-418A-A3FE-3DBFC8D88679}" type="slidenum">
              <a:rPr lang="en-US" altLang="en-US" sz="1200">
                <a:solidFill>
                  <a:srgbClr val="000000"/>
                </a:solidFill>
                <a:latin typeface="Arial" panose="020B0604020202020204" pitchFamily="34" charset="0"/>
              </a:rPr>
              <a:pPr algn="r" eaLnBrk="1" hangingPunct="1">
                <a:buClrTx/>
                <a:buFontTx/>
                <a:buNone/>
              </a:pPr>
              <a:t>19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035" name="Rectangle 1">
            <a:extLst>
              <a:ext uri="{FF2B5EF4-FFF2-40B4-BE49-F238E27FC236}">
                <a16:creationId xmlns:a16="http://schemas.microsoft.com/office/drawing/2014/main" id="{BFCA17B2-0EBE-064E-4D2A-826AAC1469A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036" name="Text Box 2">
            <a:extLst>
              <a:ext uri="{FF2B5EF4-FFF2-40B4-BE49-F238E27FC236}">
                <a16:creationId xmlns:a16="http://schemas.microsoft.com/office/drawing/2014/main" id="{051E1B6F-6076-D468-BCC5-94D8EE6E40C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037" name="Text Box 3">
            <a:extLst>
              <a:ext uri="{FF2B5EF4-FFF2-40B4-BE49-F238E27FC236}">
                <a16:creationId xmlns:a16="http://schemas.microsoft.com/office/drawing/2014/main" id="{91FCD0EF-434A-51D7-C803-E3949DDEC0E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81FFF7E-6DB9-4037-B7DA-A08E0222B63C}" type="slidenum">
              <a:rPr lang="en-US" altLang="en-US" sz="1200">
                <a:solidFill>
                  <a:srgbClr val="000000"/>
                </a:solidFill>
                <a:latin typeface="Arial" panose="020B0604020202020204" pitchFamily="34" charset="0"/>
              </a:rPr>
              <a:pPr algn="r" eaLnBrk="1" hangingPunct="1">
                <a:buClrTx/>
                <a:buFontTx/>
                <a:buNone/>
              </a:pPr>
              <a:t>20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083" name="Rectangle 1">
            <a:extLst>
              <a:ext uri="{FF2B5EF4-FFF2-40B4-BE49-F238E27FC236}">
                <a16:creationId xmlns:a16="http://schemas.microsoft.com/office/drawing/2014/main" id="{7920067F-C749-E7BF-465B-2BEE2C249DC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6084" name="Text Box 2">
            <a:extLst>
              <a:ext uri="{FF2B5EF4-FFF2-40B4-BE49-F238E27FC236}">
                <a16:creationId xmlns:a16="http://schemas.microsoft.com/office/drawing/2014/main" id="{3A11AADF-1AF2-8911-6ED7-7FC58C54F43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085" name="Text Box 3">
            <a:extLst>
              <a:ext uri="{FF2B5EF4-FFF2-40B4-BE49-F238E27FC236}">
                <a16:creationId xmlns:a16="http://schemas.microsoft.com/office/drawing/2014/main" id="{BAA00BB3-6E39-9F5A-F289-FD3013EF949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B0840E0-668C-4827-89D5-40A844A07745}" type="slidenum">
              <a:rPr lang="en-US" altLang="en-US" sz="1200">
                <a:solidFill>
                  <a:srgbClr val="000000"/>
                </a:solidFill>
                <a:latin typeface="Arial" panose="020B0604020202020204" pitchFamily="34" charset="0"/>
              </a:rPr>
              <a:pPr algn="r" eaLnBrk="1" hangingPunct="1">
                <a:buClrTx/>
                <a:buFontTx/>
                <a:buNone/>
              </a:pPr>
              <a:t>21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131" name="Rectangle 1">
            <a:extLst>
              <a:ext uri="{FF2B5EF4-FFF2-40B4-BE49-F238E27FC236}">
                <a16:creationId xmlns:a16="http://schemas.microsoft.com/office/drawing/2014/main" id="{798EAF42-5971-A97B-0BFF-6176BA59179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8132" name="Text Box 2">
            <a:extLst>
              <a:ext uri="{FF2B5EF4-FFF2-40B4-BE49-F238E27FC236}">
                <a16:creationId xmlns:a16="http://schemas.microsoft.com/office/drawing/2014/main" id="{8CECF17D-6734-9E6A-FDC8-922E65F1FC1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8133" name="Text Box 3">
            <a:extLst>
              <a:ext uri="{FF2B5EF4-FFF2-40B4-BE49-F238E27FC236}">
                <a16:creationId xmlns:a16="http://schemas.microsoft.com/office/drawing/2014/main" id="{E5375FD6-A882-B211-1164-B2F46DFB450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CD1F246-F609-4D46-A8B3-D13BED4D1574}" type="slidenum">
              <a:rPr lang="en-US" altLang="en-US" sz="1200">
                <a:solidFill>
                  <a:srgbClr val="000000"/>
                </a:solidFill>
                <a:latin typeface="Arial" panose="020B0604020202020204" pitchFamily="34" charset="0"/>
              </a:rPr>
              <a:pPr algn="r" eaLnBrk="1" hangingPunct="1">
                <a:buClrTx/>
                <a:buFontTx/>
                <a:buNone/>
              </a:pPr>
              <a:t>22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179" name="Rectangle 1">
            <a:extLst>
              <a:ext uri="{FF2B5EF4-FFF2-40B4-BE49-F238E27FC236}">
                <a16:creationId xmlns:a16="http://schemas.microsoft.com/office/drawing/2014/main" id="{F5953436-E2E8-C97B-50A7-89BEA2DAD34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180" name="Text Box 2">
            <a:extLst>
              <a:ext uri="{FF2B5EF4-FFF2-40B4-BE49-F238E27FC236}">
                <a16:creationId xmlns:a16="http://schemas.microsoft.com/office/drawing/2014/main" id="{F9DA626D-D26B-775D-C489-CE1D1433515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181" name="Text Box 3">
            <a:extLst>
              <a:ext uri="{FF2B5EF4-FFF2-40B4-BE49-F238E27FC236}">
                <a16:creationId xmlns:a16="http://schemas.microsoft.com/office/drawing/2014/main" id="{0D54DBC5-BB37-C602-5FA5-3A3E0BCF0E0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F501F56-BAA1-47DC-AA5C-35B7AE82E988}" type="slidenum">
              <a:rPr lang="en-US" altLang="en-US" sz="1200">
                <a:solidFill>
                  <a:srgbClr val="000000"/>
                </a:solidFill>
                <a:latin typeface="Arial" panose="020B0604020202020204" pitchFamily="34" charset="0"/>
              </a:rPr>
              <a:pPr algn="r" eaLnBrk="1" hangingPunct="1">
                <a:buClrTx/>
                <a:buFontTx/>
                <a:buNone/>
              </a:pPr>
              <a:t>23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2227" name="Rectangle 1">
            <a:extLst>
              <a:ext uri="{FF2B5EF4-FFF2-40B4-BE49-F238E27FC236}">
                <a16:creationId xmlns:a16="http://schemas.microsoft.com/office/drawing/2014/main" id="{17BC44D3-0623-EBDF-456A-175397423B0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2228" name="Text Box 2">
            <a:extLst>
              <a:ext uri="{FF2B5EF4-FFF2-40B4-BE49-F238E27FC236}">
                <a16:creationId xmlns:a16="http://schemas.microsoft.com/office/drawing/2014/main" id="{669C1226-DEF8-B141-7533-D0E75C0F2E5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2229" name="Text Box 3">
            <a:extLst>
              <a:ext uri="{FF2B5EF4-FFF2-40B4-BE49-F238E27FC236}">
                <a16:creationId xmlns:a16="http://schemas.microsoft.com/office/drawing/2014/main" id="{A91F4605-2762-1C4E-DA79-CF7305E962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308E42A-51AA-45C5-ACD9-E733B9190358}" type="slidenum">
              <a:rPr lang="en-US" altLang="en-US" sz="1200">
                <a:solidFill>
                  <a:srgbClr val="000000"/>
                </a:solidFill>
                <a:latin typeface="Arial" panose="020B0604020202020204" pitchFamily="34" charset="0"/>
              </a:rPr>
              <a:pPr algn="r" eaLnBrk="1" hangingPunct="1">
                <a:buClrTx/>
                <a:buFontTx/>
                <a:buNone/>
              </a:pPr>
              <a:t>24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4275" name="Rectangle 1">
            <a:extLst>
              <a:ext uri="{FF2B5EF4-FFF2-40B4-BE49-F238E27FC236}">
                <a16:creationId xmlns:a16="http://schemas.microsoft.com/office/drawing/2014/main" id="{20C130ED-0293-F829-4CDE-3052879A6CB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4276" name="Text Box 2">
            <a:extLst>
              <a:ext uri="{FF2B5EF4-FFF2-40B4-BE49-F238E27FC236}">
                <a16:creationId xmlns:a16="http://schemas.microsoft.com/office/drawing/2014/main" id="{2D9D85A8-C01B-CE38-8C5B-DB6C0668FEE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4277" name="Text Box 3">
            <a:extLst>
              <a:ext uri="{FF2B5EF4-FFF2-40B4-BE49-F238E27FC236}">
                <a16:creationId xmlns:a16="http://schemas.microsoft.com/office/drawing/2014/main" id="{E5AC1A78-753D-FCF9-6351-B0632B2C7A6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1C3793A-428C-4633-AC2B-055433F49C63}" type="slidenum">
              <a:rPr lang="en-US" altLang="en-US" sz="1200">
                <a:solidFill>
                  <a:srgbClr val="000000"/>
                </a:solidFill>
                <a:latin typeface="Arial" panose="020B0604020202020204" pitchFamily="34" charset="0"/>
              </a:rPr>
              <a:pPr algn="r" eaLnBrk="1" hangingPunct="1">
                <a:buClrTx/>
                <a:buFontTx/>
                <a:buNone/>
              </a:pPr>
              <a:t>25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323" name="Rectangle 1">
            <a:extLst>
              <a:ext uri="{FF2B5EF4-FFF2-40B4-BE49-F238E27FC236}">
                <a16:creationId xmlns:a16="http://schemas.microsoft.com/office/drawing/2014/main" id="{31F9F67D-DAFB-CFD3-B809-575B54718F1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324" name="Text Box 2">
            <a:extLst>
              <a:ext uri="{FF2B5EF4-FFF2-40B4-BE49-F238E27FC236}">
                <a16:creationId xmlns:a16="http://schemas.microsoft.com/office/drawing/2014/main" id="{0D1CC469-C4CB-5464-D0C7-CB7AF009320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325" name="Text Box 3">
            <a:extLst>
              <a:ext uri="{FF2B5EF4-FFF2-40B4-BE49-F238E27FC236}">
                <a16:creationId xmlns:a16="http://schemas.microsoft.com/office/drawing/2014/main" id="{391C13A2-20A9-C8AF-CD8F-ADE911D7251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156DFE8-2E5D-4CB5-B439-F0DCC9F37667}" type="slidenum">
              <a:rPr lang="en-US" altLang="en-US" sz="1200">
                <a:solidFill>
                  <a:srgbClr val="000000"/>
                </a:solidFill>
                <a:latin typeface="Arial" panose="020B0604020202020204" pitchFamily="34" charset="0"/>
              </a:rPr>
              <a:pPr algn="r" eaLnBrk="1" hangingPunct="1">
                <a:buClrTx/>
                <a:buFontTx/>
                <a:buNone/>
              </a:pPr>
              <a:t>26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371" name="Rectangle 1">
            <a:extLst>
              <a:ext uri="{FF2B5EF4-FFF2-40B4-BE49-F238E27FC236}">
                <a16:creationId xmlns:a16="http://schemas.microsoft.com/office/drawing/2014/main" id="{67533EF0-1ACF-5A1D-B33A-BB864DCBEBD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372" name="Text Box 2">
            <a:extLst>
              <a:ext uri="{FF2B5EF4-FFF2-40B4-BE49-F238E27FC236}">
                <a16:creationId xmlns:a16="http://schemas.microsoft.com/office/drawing/2014/main" id="{8145CFA3-3C66-D148-2A0A-ECB234A1E08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373" name="Text Box 3">
            <a:extLst>
              <a:ext uri="{FF2B5EF4-FFF2-40B4-BE49-F238E27FC236}">
                <a16:creationId xmlns:a16="http://schemas.microsoft.com/office/drawing/2014/main" id="{0C7EF292-842C-DD78-6910-FBDF530E763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F733174-0CFA-4605-9A64-0C9F6587C74C}" type="slidenum">
              <a:rPr lang="en-US" altLang="en-US" sz="1200">
                <a:solidFill>
                  <a:srgbClr val="000000"/>
                </a:solidFill>
                <a:latin typeface="Arial" panose="020B0604020202020204" pitchFamily="34" charset="0"/>
              </a:rPr>
              <a:pPr algn="r" eaLnBrk="1" hangingPunct="1">
                <a:buClrTx/>
                <a:buFontTx/>
                <a:buNone/>
              </a:pPr>
              <a:t>27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419" name="Rectangle 1">
            <a:extLst>
              <a:ext uri="{FF2B5EF4-FFF2-40B4-BE49-F238E27FC236}">
                <a16:creationId xmlns:a16="http://schemas.microsoft.com/office/drawing/2014/main" id="{37D2C8DD-7B17-5ECA-6018-06829DAD85F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420" name="Text Box 2">
            <a:extLst>
              <a:ext uri="{FF2B5EF4-FFF2-40B4-BE49-F238E27FC236}">
                <a16:creationId xmlns:a16="http://schemas.microsoft.com/office/drawing/2014/main" id="{63726470-2C74-CAE3-B7DC-7206302A104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421" name="Text Box 3">
            <a:extLst>
              <a:ext uri="{FF2B5EF4-FFF2-40B4-BE49-F238E27FC236}">
                <a16:creationId xmlns:a16="http://schemas.microsoft.com/office/drawing/2014/main" id="{68775D41-94A1-5683-527B-8B791ACD4E3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6FB45BE-DCD0-4A8F-B066-A5B0779B5D42}" type="slidenum">
              <a:rPr lang="en-US" altLang="en-US" sz="1200">
                <a:solidFill>
                  <a:srgbClr val="000000"/>
                </a:solidFill>
                <a:latin typeface="Arial" panose="020B0604020202020204" pitchFamily="34" charset="0"/>
              </a:rPr>
              <a:pPr algn="r" eaLnBrk="1" hangingPunct="1">
                <a:buClrTx/>
                <a:buFontTx/>
                <a:buNone/>
              </a:pPr>
              <a:t>28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2467" name="Rectangle 1">
            <a:extLst>
              <a:ext uri="{FF2B5EF4-FFF2-40B4-BE49-F238E27FC236}">
                <a16:creationId xmlns:a16="http://schemas.microsoft.com/office/drawing/2014/main" id="{4098F456-A4F6-3F04-772F-DFFAF15377D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2468" name="Text Box 2">
            <a:extLst>
              <a:ext uri="{FF2B5EF4-FFF2-40B4-BE49-F238E27FC236}">
                <a16:creationId xmlns:a16="http://schemas.microsoft.com/office/drawing/2014/main" id="{FAFB1AD1-30E0-7F9C-DFCE-E235EE827BD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2469" name="Text Box 3">
            <a:extLst>
              <a:ext uri="{FF2B5EF4-FFF2-40B4-BE49-F238E27FC236}">
                <a16:creationId xmlns:a16="http://schemas.microsoft.com/office/drawing/2014/main" id="{2FAFEA91-B8B7-7DF4-D59C-9B282B2A968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3E77C3C-6C43-490B-BDFB-B43DEA8703E0}" type="slidenum">
              <a:rPr lang="en-US" altLang="en-US" sz="1200">
                <a:solidFill>
                  <a:srgbClr val="000000"/>
                </a:solidFill>
                <a:latin typeface="Arial" panose="020B0604020202020204" pitchFamily="34" charset="0"/>
              </a:rPr>
              <a:pPr algn="r" eaLnBrk="1" hangingPunct="1">
                <a:buClrTx/>
                <a:buFontTx/>
                <a:buNone/>
              </a:pPr>
              <a:t>29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4515" name="Rectangle 1">
            <a:extLst>
              <a:ext uri="{FF2B5EF4-FFF2-40B4-BE49-F238E27FC236}">
                <a16:creationId xmlns:a16="http://schemas.microsoft.com/office/drawing/2014/main" id="{A4651E63-22EB-EF83-4348-906FB9C7EBE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4516" name="Text Box 2">
            <a:extLst>
              <a:ext uri="{FF2B5EF4-FFF2-40B4-BE49-F238E27FC236}">
                <a16:creationId xmlns:a16="http://schemas.microsoft.com/office/drawing/2014/main" id="{63F236AE-1D26-08FF-3BCD-24EB864DE1C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4517" name="Text Box 3">
            <a:extLst>
              <a:ext uri="{FF2B5EF4-FFF2-40B4-BE49-F238E27FC236}">
                <a16:creationId xmlns:a16="http://schemas.microsoft.com/office/drawing/2014/main" id="{B734C93F-79CA-0884-3E4D-0685E3D8D7A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1536818-CBBD-48B2-8160-AA7FCFC46541}" type="slidenum">
              <a:rPr lang="en-US" altLang="en-US" sz="1200">
                <a:solidFill>
                  <a:srgbClr val="000000"/>
                </a:solidFill>
                <a:latin typeface="Arial" panose="020B0604020202020204" pitchFamily="34" charset="0"/>
              </a:rPr>
              <a:pPr algn="r" eaLnBrk="1" hangingPunct="1">
                <a:buClrTx/>
                <a:buFontTx/>
                <a:buNone/>
              </a:pPr>
              <a:t>30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563" name="Rectangle 1">
            <a:extLst>
              <a:ext uri="{FF2B5EF4-FFF2-40B4-BE49-F238E27FC236}">
                <a16:creationId xmlns:a16="http://schemas.microsoft.com/office/drawing/2014/main" id="{95D58ECC-0E35-8BC8-C374-382CC0FC652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6564" name="Text Box 2">
            <a:extLst>
              <a:ext uri="{FF2B5EF4-FFF2-40B4-BE49-F238E27FC236}">
                <a16:creationId xmlns:a16="http://schemas.microsoft.com/office/drawing/2014/main" id="{8F2FCE46-02F6-D5BE-013E-BBA540E8CFC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6565" name="Text Box 3">
            <a:extLst>
              <a:ext uri="{FF2B5EF4-FFF2-40B4-BE49-F238E27FC236}">
                <a16:creationId xmlns:a16="http://schemas.microsoft.com/office/drawing/2014/main" id="{BB880B6E-FBB2-E093-582D-60F36D11850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F7AE9EE-325A-4F13-8A79-5FEE6F9AA2C1}" type="slidenum">
              <a:rPr lang="en-US" altLang="en-US" sz="1200">
                <a:solidFill>
                  <a:srgbClr val="000000"/>
                </a:solidFill>
                <a:latin typeface="Arial" panose="020B0604020202020204" pitchFamily="34" charset="0"/>
              </a:rPr>
              <a:pPr algn="r" eaLnBrk="1" hangingPunct="1">
                <a:buClrTx/>
                <a:buFontTx/>
                <a:buNone/>
              </a:pPr>
              <a:t>31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8611" name="Rectangle 1">
            <a:extLst>
              <a:ext uri="{FF2B5EF4-FFF2-40B4-BE49-F238E27FC236}">
                <a16:creationId xmlns:a16="http://schemas.microsoft.com/office/drawing/2014/main" id="{D96079F6-4A55-1AD7-78FC-F689600B9E2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8612" name="Text Box 2">
            <a:extLst>
              <a:ext uri="{FF2B5EF4-FFF2-40B4-BE49-F238E27FC236}">
                <a16:creationId xmlns:a16="http://schemas.microsoft.com/office/drawing/2014/main" id="{1BB597F3-7DFC-C767-2B45-D22F036F9C6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8613" name="Text Box 3">
            <a:extLst>
              <a:ext uri="{FF2B5EF4-FFF2-40B4-BE49-F238E27FC236}">
                <a16:creationId xmlns:a16="http://schemas.microsoft.com/office/drawing/2014/main" id="{BCFB192C-4B2F-2A1B-EC7C-D8C727D19CC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1DE9E90-A3A7-483F-A779-0D7E466B48E8}" type="slidenum">
              <a:rPr lang="en-US" altLang="en-US" sz="1200">
                <a:solidFill>
                  <a:srgbClr val="000000"/>
                </a:solidFill>
                <a:latin typeface="Arial" panose="020B0604020202020204" pitchFamily="34" charset="0"/>
              </a:rPr>
              <a:pPr algn="r" eaLnBrk="1" hangingPunct="1">
                <a:buClrTx/>
                <a:buFontTx/>
                <a:buNone/>
              </a:pPr>
              <a:t>32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0659" name="Rectangle 1">
            <a:extLst>
              <a:ext uri="{FF2B5EF4-FFF2-40B4-BE49-F238E27FC236}">
                <a16:creationId xmlns:a16="http://schemas.microsoft.com/office/drawing/2014/main" id="{1CFFC952-C996-1A30-0F00-28E6F18B4D0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0660" name="Text Box 2">
            <a:extLst>
              <a:ext uri="{FF2B5EF4-FFF2-40B4-BE49-F238E27FC236}">
                <a16:creationId xmlns:a16="http://schemas.microsoft.com/office/drawing/2014/main" id="{54558407-0ACA-F4BE-AD24-10EB6A9AFEE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0661" name="Text Box 3">
            <a:extLst>
              <a:ext uri="{FF2B5EF4-FFF2-40B4-BE49-F238E27FC236}">
                <a16:creationId xmlns:a16="http://schemas.microsoft.com/office/drawing/2014/main" id="{E4E4A22F-F5F4-8ED9-222A-8F4EAF717A8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019DE7C-8940-4B83-8C34-91387208740E}" type="slidenum">
              <a:rPr lang="en-US" altLang="en-US" sz="1200">
                <a:solidFill>
                  <a:srgbClr val="000000"/>
                </a:solidFill>
                <a:latin typeface="Arial" panose="020B0604020202020204" pitchFamily="34" charset="0"/>
              </a:rPr>
              <a:pPr algn="r" eaLnBrk="1" hangingPunct="1">
                <a:buClrTx/>
                <a:buFontTx/>
                <a:buNone/>
              </a:pPr>
              <a:t>33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2707" name="Rectangle 1">
            <a:extLst>
              <a:ext uri="{FF2B5EF4-FFF2-40B4-BE49-F238E27FC236}">
                <a16:creationId xmlns:a16="http://schemas.microsoft.com/office/drawing/2014/main" id="{9CA76C2A-4ACA-133E-2D1B-DB08FD254AB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2708" name="Text Box 2">
            <a:extLst>
              <a:ext uri="{FF2B5EF4-FFF2-40B4-BE49-F238E27FC236}">
                <a16:creationId xmlns:a16="http://schemas.microsoft.com/office/drawing/2014/main" id="{EC662071-9666-8D33-C6C5-6D51EF1AD53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2709" name="Text Box 3">
            <a:extLst>
              <a:ext uri="{FF2B5EF4-FFF2-40B4-BE49-F238E27FC236}">
                <a16:creationId xmlns:a16="http://schemas.microsoft.com/office/drawing/2014/main" id="{71CB8CD8-4EF8-7E16-94B9-31E975BDAFD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87D0B20-B814-4EC1-8D97-F5C4D8CE8E55}" type="slidenum">
              <a:rPr lang="en-US" altLang="en-US" sz="1200">
                <a:solidFill>
                  <a:srgbClr val="000000"/>
                </a:solidFill>
                <a:latin typeface="Arial" panose="020B0604020202020204" pitchFamily="34" charset="0"/>
              </a:rPr>
              <a:pPr algn="r" eaLnBrk="1" hangingPunct="1">
                <a:buClrTx/>
                <a:buFontTx/>
                <a:buNone/>
              </a:pPr>
              <a:t>34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4755" name="Rectangle 1">
            <a:extLst>
              <a:ext uri="{FF2B5EF4-FFF2-40B4-BE49-F238E27FC236}">
                <a16:creationId xmlns:a16="http://schemas.microsoft.com/office/drawing/2014/main" id="{EBE73F3B-2377-3D9F-BD9E-06C5B89F7E3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4756" name="Text Box 2">
            <a:extLst>
              <a:ext uri="{FF2B5EF4-FFF2-40B4-BE49-F238E27FC236}">
                <a16:creationId xmlns:a16="http://schemas.microsoft.com/office/drawing/2014/main" id="{94B1E191-19FD-C366-F05A-212FD1D6DC0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4757" name="Text Box 3">
            <a:extLst>
              <a:ext uri="{FF2B5EF4-FFF2-40B4-BE49-F238E27FC236}">
                <a16:creationId xmlns:a16="http://schemas.microsoft.com/office/drawing/2014/main" id="{AE8F0FA1-1C43-5C4F-5467-CE617B51031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CFA1E9E-0CBA-468C-A859-FD6737841F82}" type="slidenum">
              <a:rPr lang="en-US" altLang="en-US" sz="1200">
                <a:solidFill>
                  <a:srgbClr val="000000"/>
                </a:solidFill>
                <a:latin typeface="Arial" panose="020B0604020202020204" pitchFamily="34" charset="0"/>
              </a:rPr>
              <a:pPr algn="r" eaLnBrk="1" hangingPunct="1">
                <a:buClrTx/>
                <a:buFontTx/>
                <a:buNone/>
              </a:pPr>
              <a:t>35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6803" name="Rectangle 1">
            <a:extLst>
              <a:ext uri="{FF2B5EF4-FFF2-40B4-BE49-F238E27FC236}">
                <a16:creationId xmlns:a16="http://schemas.microsoft.com/office/drawing/2014/main" id="{FDBE8C71-FB61-D4F0-E023-DC8BCE98FD9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6804" name="Text Box 2">
            <a:extLst>
              <a:ext uri="{FF2B5EF4-FFF2-40B4-BE49-F238E27FC236}">
                <a16:creationId xmlns:a16="http://schemas.microsoft.com/office/drawing/2014/main" id="{5DCE5767-5E2A-AD3C-C65D-EC70BF7C201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6805" name="Text Box 3">
            <a:extLst>
              <a:ext uri="{FF2B5EF4-FFF2-40B4-BE49-F238E27FC236}">
                <a16:creationId xmlns:a16="http://schemas.microsoft.com/office/drawing/2014/main" id="{8187A240-A8D4-B010-F8C4-D90A37A7310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31037DA-4565-4B12-93B1-7CAC129EFBD4}" type="slidenum">
              <a:rPr lang="en-US" altLang="en-US" sz="1200">
                <a:solidFill>
                  <a:srgbClr val="000000"/>
                </a:solidFill>
                <a:latin typeface="Arial" panose="020B0604020202020204" pitchFamily="34" charset="0"/>
              </a:rPr>
              <a:pPr algn="r" eaLnBrk="1" hangingPunct="1">
                <a:buClrTx/>
                <a:buFontTx/>
                <a:buNone/>
              </a:pPr>
              <a:t>36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8851" name="Rectangle 1">
            <a:extLst>
              <a:ext uri="{FF2B5EF4-FFF2-40B4-BE49-F238E27FC236}">
                <a16:creationId xmlns:a16="http://schemas.microsoft.com/office/drawing/2014/main" id="{DAF844A5-D622-0FDA-4BE9-0B3EE568175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8852" name="Text Box 2">
            <a:extLst>
              <a:ext uri="{FF2B5EF4-FFF2-40B4-BE49-F238E27FC236}">
                <a16:creationId xmlns:a16="http://schemas.microsoft.com/office/drawing/2014/main" id="{ADB324F5-CB4D-4CB6-F7D5-1B665B8795B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8853" name="Text Box 3">
            <a:extLst>
              <a:ext uri="{FF2B5EF4-FFF2-40B4-BE49-F238E27FC236}">
                <a16:creationId xmlns:a16="http://schemas.microsoft.com/office/drawing/2014/main" id="{5834E7F9-D417-E6F9-42D8-313EC030924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4313784-36F9-4BB2-9A7E-B4EEFD28C453}" type="slidenum">
              <a:rPr lang="en-US" altLang="en-US" sz="1200">
                <a:solidFill>
                  <a:srgbClr val="000000"/>
                </a:solidFill>
                <a:latin typeface="Arial" panose="020B0604020202020204" pitchFamily="34" charset="0"/>
              </a:rPr>
              <a:pPr algn="r" eaLnBrk="1" hangingPunct="1">
                <a:buClrTx/>
                <a:buFontTx/>
                <a:buNone/>
              </a:pPr>
              <a:t>37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0899" name="Rectangle 1">
            <a:extLst>
              <a:ext uri="{FF2B5EF4-FFF2-40B4-BE49-F238E27FC236}">
                <a16:creationId xmlns:a16="http://schemas.microsoft.com/office/drawing/2014/main" id="{51890D3D-9140-AC16-F388-D3B509E088A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0900" name="Text Box 2">
            <a:extLst>
              <a:ext uri="{FF2B5EF4-FFF2-40B4-BE49-F238E27FC236}">
                <a16:creationId xmlns:a16="http://schemas.microsoft.com/office/drawing/2014/main" id="{5D7F2E6D-1087-D456-D291-A99CADB4C4D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0901" name="Text Box 3">
            <a:extLst>
              <a:ext uri="{FF2B5EF4-FFF2-40B4-BE49-F238E27FC236}">
                <a16:creationId xmlns:a16="http://schemas.microsoft.com/office/drawing/2014/main" id="{E391C90E-0EC3-EBCA-9626-53C08E955CC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B970EC3-D94B-4142-9CC8-F44969D0E250}" type="slidenum">
              <a:rPr lang="en-US" altLang="en-US" sz="1200">
                <a:solidFill>
                  <a:srgbClr val="000000"/>
                </a:solidFill>
                <a:latin typeface="Arial" panose="020B0604020202020204" pitchFamily="34" charset="0"/>
              </a:rPr>
              <a:pPr algn="r" eaLnBrk="1" hangingPunct="1">
                <a:buClrTx/>
                <a:buFontTx/>
                <a:buNone/>
              </a:pPr>
              <a:t>38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2947" name="Rectangle 1">
            <a:extLst>
              <a:ext uri="{FF2B5EF4-FFF2-40B4-BE49-F238E27FC236}">
                <a16:creationId xmlns:a16="http://schemas.microsoft.com/office/drawing/2014/main" id="{43348B50-755C-80A9-298B-3DEE6F2DC29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2948" name="Text Box 2">
            <a:extLst>
              <a:ext uri="{FF2B5EF4-FFF2-40B4-BE49-F238E27FC236}">
                <a16:creationId xmlns:a16="http://schemas.microsoft.com/office/drawing/2014/main" id="{B54FA16A-9B9B-583C-C3C6-CF45ECDF971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2949" name="Text Box 3">
            <a:extLst>
              <a:ext uri="{FF2B5EF4-FFF2-40B4-BE49-F238E27FC236}">
                <a16:creationId xmlns:a16="http://schemas.microsoft.com/office/drawing/2014/main" id="{6A272EAA-9DC2-5490-B69F-0CA8D74A67B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30F913B-4AD3-4EA8-AA59-61CBD815B372}" type="slidenum">
              <a:rPr lang="en-US" altLang="en-US" sz="1200">
                <a:solidFill>
                  <a:srgbClr val="000000"/>
                </a:solidFill>
                <a:latin typeface="Arial" panose="020B0604020202020204" pitchFamily="34" charset="0"/>
              </a:rPr>
              <a:pPr algn="r" eaLnBrk="1" hangingPunct="1">
                <a:buClrTx/>
                <a:buFontTx/>
                <a:buNone/>
              </a:pPr>
              <a:t>39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4995" name="Rectangle 1">
            <a:extLst>
              <a:ext uri="{FF2B5EF4-FFF2-40B4-BE49-F238E27FC236}">
                <a16:creationId xmlns:a16="http://schemas.microsoft.com/office/drawing/2014/main" id="{9A8D0E0A-37A2-AFA0-17C5-C32855F2E10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4996" name="Text Box 2">
            <a:extLst>
              <a:ext uri="{FF2B5EF4-FFF2-40B4-BE49-F238E27FC236}">
                <a16:creationId xmlns:a16="http://schemas.microsoft.com/office/drawing/2014/main" id="{E4E23B67-8479-B4F4-0D4C-EAFD1451F5F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4997" name="Text Box 3">
            <a:extLst>
              <a:ext uri="{FF2B5EF4-FFF2-40B4-BE49-F238E27FC236}">
                <a16:creationId xmlns:a16="http://schemas.microsoft.com/office/drawing/2014/main" id="{7C7AA820-9504-79FF-1666-155AACC6758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A670A0E-E0A9-4133-A16F-4BF1A53B0A75}" type="slidenum">
              <a:rPr lang="en-US" altLang="en-US" sz="1200">
                <a:solidFill>
                  <a:srgbClr val="000000"/>
                </a:solidFill>
                <a:latin typeface="Arial" panose="020B0604020202020204" pitchFamily="34" charset="0"/>
              </a:rPr>
              <a:pPr algn="r" eaLnBrk="1" hangingPunct="1">
                <a:buClrTx/>
                <a:buFontTx/>
                <a:buNone/>
              </a:pPr>
              <a:t>40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7043" name="Rectangle 1">
            <a:extLst>
              <a:ext uri="{FF2B5EF4-FFF2-40B4-BE49-F238E27FC236}">
                <a16:creationId xmlns:a16="http://schemas.microsoft.com/office/drawing/2014/main" id="{042DC6BE-D898-5642-CC36-65CC8EF365C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7044" name="Text Box 2">
            <a:extLst>
              <a:ext uri="{FF2B5EF4-FFF2-40B4-BE49-F238E27FC236}">
                <a16:creationId xmlns:a16="http://schemas.microsoft.com/office/drawing/2014/main" id="{652ABDFB-856D-6CFD-07F7-1962FD36EF2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7045" name="Text Box 3">
            <a:extLst>
              <a:ext uri="{FF2B5EF4-FFF2-40B4-BE49-F238E27FC236}">
                <a16:creationId xmlns:a16="http://schemas.microsoft.com/office/drawing/2014/main" id="{3BD68524-EBA9-4A50-C886-03F957B0E93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1C045CD-63BE-4DFF-8B82-500418A30D6C}" type="slidenum">
              <a:rPr lang="en-US" altLang="en-US" sz="1200">
                <a:solidFill>
                  <a:srgbClr val="000000"/>
                </a:solidFill>
                <a:latin typeface="Arial" panose="020B0604020202020204" pitchFamily="34" charset="0"/>
              </a:rPr>
              <a:pPr algn="r" eaLnBrk="1" hangingPunct="1">
                <a:buClrTx/>
                <a:buFontTx/>
                <a:buNone/>
              </a:pPr>
              <a:t>41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9091" name="Rectangle 1">
            <a:extLst>
              <a:ext uri="{FF2B5EF4-FFF2-40B4-BE49-F238E27FC236}">
                <a16:creationId xmlns:a16="http://schemas.microsoft.com/office/drawing/2014/main" id="{D8B24983-8BBC-6130-6748-32CA626A704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9092" name="Text Box 2">
            <a:extLst>
              <a:ext uri="{FF2B5EF4-FFF2-40B4-BE49-F238E27FC236}">
                <a16:creationId xmlns:a16="http://schemas.microsoft.com/office/drawing/2014/main" id="{DBDAD436-052D-2261-5745-769F9D82B0A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9093" name="Text Box 3">
            <a:extLst>
              <a:ext uri="{FF2B5EF4-FFF2-40B4-BE49-F238E27FC236}">
                <a16:creationId xmlns:a16="http://schemas.microsoft.com/office/drawing/2014/main" id="{B27B071C-5E46-323B-381E-995B8E1EA85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B9C63EC-80EF-452E-9053-88D3BDBA722C}" type="slidenum">
              <a:rPr lang="en-US" altLang="en-US" sz="1200">
                <a:solidFill>
                  <a:srgbClr val="000000"/>
                </a:solidFill>
                <a:latin typeface="Arial" panose="020B0604020202020204" pitchFamily="34" charset="0"/>
              </a:rPr>
              <a:pPr algn="r" eaLnBrk="1" hangingPunct="1">
                <a:buClrTx/>
                <a:buFontTx/>
                <a:buNone/>
              </a:pPr>
              <a:t>42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1139" name="Rectangle 1">
            <a:extLst>
              <a:ext uri="{FF2B5EF4-FFF2-40B4-BE49-F238E27FC236}">
                <a16:creationId xmlns:a16="http://schemas.microsoft.com/office/drawing/2014/main" id="{741AB348-6E92-0DC6-6F14-BDC6CC3DFAC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1140" name="Text Box 2">
            <a:extLst>
              <a:ext uri="{FF2B5EF4-FFF2-40B4-BE49-F238E27FC236}">
                <a16:creationId xmlns:a16="http://schemas.microsoft.com/office/drawing/2014/main" id="{426A4BDD-0546-02D3-A53D-C4E2C1BB2B9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1141" name="Text Box 3">
            <a:extLst>
              <a:ext uri="{FF2B5EF4-FFF2-40B4-BE49-F238E27FC236}">
                <a16:creationId xmlns:a16="http://schemas.microsoft.com/office/drawing/2014/main" id="{AA6EEB39-2BFF-6C0B-D602-ABEED2237E7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5DBEA8C-28CB-45B2-BE1F-1AF4D6FDAC00}" type="slidenum">
              <a:rPr lang="en-US" altLang="en-US" sz="1200">
                <a:solidFill>
                  <a:srgbClr val="000000"/>
                </a:solidFill>
                <a:latin typeface="Arial" panose="020B0604020202020204" pitchFamily="34" charset="0"/>
              </a:rPr>
              <a:pPr algn="r" eaLnBrk="1" hangingPunct="1">
                <a:buClrTx/>
                <a:buFontTx/>
                <a:buNone/>
              </a:pPr>
              <a:t>43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3187" name="Rectangle 1">
            <a:extLst>
              <a:ext uri="{FF2B5EF4-FFF2-40B4-BE49-F238E27FC236}">
                <a16:creationId xmlns:a16="http://schemas.microsoft.com/office/drawing/2014/main" id="{24550F31-FB05-5BAF-1902-69E34872C50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3188" name="Text Box 2">
            <a:extLst>
              <a:ext uri="{FF2B5EF4-FFF2-40B4-BE49-F238E27FC236}">
                <a16:creationId xmlns:a16="http://schemas.microsoft.com/office/drawing/2014/main" id="{80112A8E-636F-2DCB-2F2C-4EE8B27581F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3189" name="Text Box 3">
            <a:extLst>
              <a:ext uri="{FF2B5EF4-FFF2-40B4-BE49-F238E27FC236}">
                <a16:creationId xmlns:a16="http://schemas.microsoft.com/office/drawing/2014/main" id="{875704E8-A4B9-224D-6294-6C468D6AA9B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D142E1A-CA00-43B3-AE55-B6DC8DAFE220}" type="slidenum">
              <a:rPr lang="en-US" altLang="en-US" sz="1200">
                <a:solidFill>
                  <a:srgbClr val="000000"/>
                </a:solidFill>
                <a:latin typeface="Arial" panose="020B0604020202020204" pitchFamily="34" charset="0"/>
              </a:rPr>
              <a:pPr algn="r" eaLnBrk="1" hangingPunct="1">
                <a:buClrTx/>
                <a:buFontTx/>
                <a:buNone/>
              </a:pPr>
              <a:t>44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5235" name="Rectangle 1">
            <a:extLst>
              <a:ext uri="{FF2B5EF4-FFF2-40B4-BE49-F238E27FC236}">
                <a16:creationId xmlns:a16="http://schemas.microsoft.com/office/drawing/2014/main" id="{E1FAA974-D750-8BFC-E4B0-0DC5289D0A2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5236" name="Text Box 2">
            <a:extLst>
              <a:ext uri="{FF2B5EF4-FFF2-40B4-BE49-F238E27FC236}">
                <a16:creationId xmlns:a16="http://schemas.microsoft.com/office/drawing/2014/main" id="{411B0191-351F-05AE-5E81-0DECD277F3A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5237" name="Text Box 3">
            <a:extLst>
              <a:ext uri="{FF2B5EF4-FFF2-40B4-BE49-F238E27FC236}">
                <a16:creationId xmlns:a16="http://schemas.microsoft.com/office/drawing/2014/main" id="{201FD128-E891-7053-B342-372D8828FBD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35F74C3-8E0D-41EF-AE51-3D422CC88AEF}" type="slidenum">
              <a:rPr lang="en-US" altLang="en-US" sz="1200">
                <a:solidFill>
                  <a:srgbClr val="000000"/>
                </a:solidFill>
                <a:latin typeface="Arial" panose="020B0604020202020204" pitchFamily="34" charset="0"/>
              </a:rPr>
              <a:pPr algn="r" eaLnBrk="1" hangingPunct="1">
                <a:buClrTx/>
                <a:buFontTx/>
                <a:buNone/>
              </a:pPr>
              <a:t>45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7283" name="Rectangle 1">
            <a:extLst>
              <a:ext uri="{FF2B5EF4-FFF2-40B4-BE49-F238E27FC236}">
                <a16:creationId xmlns:a16="http://schemas.microsoft.com/office/drawing/2014/main" id="{54836735-2E53-710B-7B83-7FF437B85FD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7284" name="Text Box 2">
            <a:extLst>
              <a:ext uri="{FF2B5EF4-FFF2-40B4-BE49-F238E27FC236}">
                <a16:creationId xmlns:a16="http://schemas.microsoft.com/office/drawing/2014/main" id="{0AE432E2-2A35-B736-F140-CE2168B2B0D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7285" name="Text Box 3">
            <a:extLst>
              <a:ext uri="{FF2B5EF4-FFF2-40B4-BE49-F238E27FC236}">
                <a16:creationId xmlns:a16="http://schemas.microsoft.com/office/drawing/2014/main" id="{FFF74D1B-AE0C-316A-1809-4B152FFBF1D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DC5B425-818E-4D8B-A8DB-17AB5C041F21}" type="slidenum">
              <a:rPr lang="en-US" altLang="en-US" sz="1200">
                <a:solidFill>
                  <a:srgbClr val="000000"/>
                </a:solidFill>
                <a:latin typeface="Arial" panose="020B0604020202020204" pitchFamily="34" charset="0"/>
              </a:rPr>
              <a:pPr algn="r" eaLnBrk="1" hangingPunct="1">
                <a:buClrTx/>
                <a:buFontTx/>
                <a:buNone/>
              </a:pPr>
              <a:t>46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9331" name="Rectangle 1">
            <a:extLst>
              <a:ext uri="{FF2B5EF4-FFF2-40B4-BE49-F238E27FC236}">
                <a16:creationId xmlns:a16="http://schemas.microsoft.com/office/drawing/2014/main" id="{423B1F89-FE82-B10E-7EA4-79FFD2D599F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9332" name="Text Box 2">
            <a:extLst>
              <a:ext uri="{FF2B5EF4-FFF2-40B4-BE49-F238E27FC236}">
                <a16:creationId xmlns:a16="http://schemas.microsoft.com/office/drawing/2014/main" id="{D11B3D40-E44C-8ABE-4508-9DDD7871A27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9333" name="Text Box 3">
            <a:extLst>
              <a:ext uri="{FF2B5EF4-FFF2-40B4-BE49-F238E27FC236}">
                <a16:creationId xmlns:a16="http://schemas.microsoft.com/office/drawing/2014/main" id="{AB0FD7E4-5DE9-603A-F2D5-1B17DC8E5BE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8F4176B-A7B8-48F4-8AFB-B709D0F5F9DF}" type="slidenum">
              <a:rPr lang="en-US" altLang="en-US" sz="1200">
                <a:solidFill>
                  <a:srgbClr val="000000"/>
                </a:solidFill>
                <a:latin typeface="Arial" panose="020B0604020202020204" pitchFamily="34" charset="0"/>
              </a:rPr>
              <a:pPr algn="r" eaLnBrk="1" hangingPunct="1">
                <a:buClrTx/>
                <a:buFontTx/>
                <a:buNone/>
              </a:pPr>
              <a:t>47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1379" name="Rectangle 1">
            <a:extLst>
              <a:ext uri="{FF2B5EF4-FFF2-40B4-BE49-F238E27FC236}">
                <a16:creationId xmlns:a16="http://schemas.microsoft.com/office/drawing/2014/main" id="{882EEFAC-87EE-19D8-724C-A0FD2D0843C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1380" name="Text Box 2">
            <a:extLst>
              <a:ext uri="{FF2B5EF4-FFF2-40B4-BE49-F238E27FC236}">
                <a16:creationId xmlns:a16="http://schemas.microsoft.com/office/drawing/2014/main" id="{E59B3FF3-4988-FCEF-2A52-4127A263AAC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1381" name="Text Box 3">
            <a:extLst>
              <a:ext uri="{FF2B5EF4-FFF2-40B4-BE49-F238E27FC236}">
                <a16:creationId xmlns:a16="http://schemas.microsoft.com/office/drawing/2014/main" id="{F69881F3-3029-8B53-108E-8B697E51F32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555AC0E-1E59-4615-B2AA-46CFD99DEDFD}" type="slidenum">
              <a:rPr lang="en-US" altLang="en-US" sz="1200">
                <a:solidFill>
                  <a:srgbClr val="000000"/>
                </a:solidFill>
                <a:latin typeface="Arial" panose="020B0604020202020204" pitchFamily="34" charset="0"/>
              </a:rPr>
              <a:pPr algn="r" eaLnBrk="1" hangingPunct="1">
                <a:buClrTx/>
                <a:buFontTx/>
                <a:buNone/>
              </a:pPr>
              <a:t>48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427" name="Rectangle 1">
            <a:extLst>
              <a:ext uri="{FF2B5EF4-FFF2-40B4-BE49-F238E27FC236}">
                <a16:creationId xmlns:a16="http://schemas.microsoft.com/office/drawing/2014/main" id="{C79A1D73-9191-BE5A-D1C6-4A34A774EF3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3428" name="Text Box 2">
            <a:extLst>
              <a:ext uri="{FF2B5EF4-FFF2-40B4-BE49-F238E27FC236}">
                <a16:creationId xmlns:a16="http://schemas.microsoft.com/office/drawing/2014/main" id="{527099B6-E223-6B9F-A0AA-98F9EAAFA66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3429" name="Text Box 3">
            <a:extLst>
              <a:ext uri="{FF2B5EF4-FFF2-40B4-BE49-F238E27FC236}">
                <a16:creationId xmlns:a16="http://schemas.microsoft.com/office/drawing/2014/main" id="{712EEE4E-9BB2-D9AD-9DB1-B76F073380A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F8FC4F2-9843-4A95-8750-6E0F532D00A6}" type="slidenum">
              <a:rPr lang="en-US" altLang="en-US" sz="1200">
                <a:solidFill>
                  <a:srgbClr val="000000"/>
                </a:solidFill>
                <a:latin typeface="Arial" panose="020B0604020202020204" pitchFamily="34" charset="0"/>
              </a:rPr>
              <a:pPr algn="r" eaLnBrk="1" hangingPunct="1">
                <a:buClrTx/>
                <a:buFontTx/>
                <a:buNone/>
              </a:pPr>
              <a:t>49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5475" name="Rectangle 1">
            <a:extLst>
              <a:ext uri="{FF2B5EF4-FFF2-40B4-BE49-F238E27FC236}">
                <a16:creationId xmlns:a16="http://schemas.microsoft.com/office/drawing/2014/main" id="{384B294F-10BE-63F0-67B3-E0C78E67939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5476" name="Text Box 2">
            <a:extLst>
              <a:ext uri="{FF2B5EF4-FFF2-40B4-BE49-F238E27FC236}">
                <a16:creationId xmlns:a16="http://schemas.microsoft.com/office/drawing/2014/main" id="{6B759542-8977-3828-805A-FADA265E7C6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5477" name="Text Box 3">
            <a:extLst>
              <a:ext uri="{FF2B5EF4-FFF2-40B4-BE49-F238E27FC236}">
                <a16:creationId xmlns:a16="http://schemas.microsoft.com/office/drawing/2014/main" id="{2A419A48-A59F-8662-C3C7-5D936366E8F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7305D45-6148-4F75-AD28-93825C4905BE}" type="slidenum">
              <a:rPr lang="en-US" altLang="en-US" sz="1200">
                <a:solidFill>
                  <a:srgbClr val="000000"/>
                </a:solidFill>
                <a:latin typeface="Arial" panose="020B0604020202020204" pitchFamily="34" charset="0"/>
              </a:rPr>
              <a:pPr algn="r" eaLnBrk="1" hangingPunct="1">
                <a:buClrTx/>
                <a:buFontTx/>
                <a:buNone/>
              </a:pPr>
              <a:t>50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7523" name="Rectangle 1">
            <a:extLst>
              <a:ext uri="{FF2B5EF4-FFF2-40B4-BE49-F238E27FC236}">
                <a16:creationId xmlns:a16="http://schemas.microsoft.com/office/drawing/2014/main" id="{779BBB16-4FEA-E855-B98B-6F438914A94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7524" name="Text Box 2">
            <a:extLst>
              <a:ext uri="{FF2B5EF4-FFF2-40B4-BE49-F238E27FC236}">
                <a16:creationId xmlns:a16="http://schemas.microsoft.com/office/drawing/2014/main" id="{2993732A-CE78-2385-22D3-DC0503CD081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7525" name="Text Box 3">
            <a:extLst>
              <a:ext uri="{FF2B5EF4-FFF2-40B4-BE49-F238E27FC236}">
                <a16:creationId xmlns:a16="http://schemas.microsoft.com/office/drawing/2014/main" id="{C6CCA6BA-370A-C138-B51D-F4C4447CA73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E0CAA93-2FB2-42AD-9892-A23ADA0285D2}" type="slidenum">
              <a:rPr lang="en-US" altLang="en-US" sz="1200">
                <a:solidFill>
                  <a:srgbClr val="000000"/>
                </a:solidFill>
                <a:latin typeface="Arial" panose="020B0604020202020204" pitchFamily="34" charset="0"/>
              </a:rPr>
              <a:pPr algn="r" eaLnBrk="1" hangingPunct="1">
                <a:buClrTx/>
                <a:buFontTx/>
                <a:buNone/>
              </a:pPr>
              <a:t>51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9571" name="Rectangle 1">
            <a:extLst>
              <a:ext uri="{FF2B5EF4-FFF2-40B4-BE49-F238E27FC236}">
                <a16:creationId xmlns:a16="http://schemas.microsoft.com/office/drawing/2014/main" id="{E487CE55-A348-F82A-C951-F3B3639C012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9572" name="Text Box 2">
            <a:extLst>
              <a:ext uri="{FF2B5EF4-FFF2-40B4-BE49-F238E27FC236}">
                <a16:creationId xmlns:a16="http://schemas.microsoft.com/office/drawing/2014/main" id="{9ABE45FE-D98C-4AA7-1424-997EB54EC9F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9573" name="Text Box 3">
            <a:extLst>
              <a:ext uri="{FF2B5EF4-FFF2-40B4-BE49-F238E27FC236}">
                <a16:creationId xmlns:a16="http://schemas.microsoft.com/office/drawing/2014/main" id="{D2A1B0B3-7F88-6498-0DB3-C6957FADCD7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FA09518-ED12-4D8A-A98B-1A647EFDF1F4}" type="slidenum">
              <a:rPr lang="en-US" altLang="en-US" sz="1200">
                <a:solidFill>
                  <a:srgbClr val="000000"/>
                </a:solidFill>
                <a:latin typeface="Arial" panose="020B0604020202020204" pitchFamily="34" charset="0"/>
              </a:rPr>
              <a:pPr algn="r" eaLnBrk="1" hangingPunct="1">
                <a:buClrTx/>
                <a:buFontTx/>
                <a:buNone/>
              </a:pPr>
              <a:t>52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619" name="Rectangle 1">
            <a:extLst>
              <a:ext uri="{FF2B5EF4-FFF2-40B4-BE49-F238E27FC236}">
                <a16:creationId xmlns:a16="http://schemas.microsoft.com/office/drawing/2014/main" id="{53760A6F-0C4E-0DA1-350B-4A1C6FE2B08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1620" name="Text Box 2">
            <a:extLst>
              <a:ext uri="{FF2B5EF4-FFF2-40B4-BE49-F238E27FC236}">
                <a16:creationId xmlns:a16="http://schemas.microsoft.com/office/drawing/2014/main" id="{DB07168A-5BB6-DCC4-2169-E2232F80235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1621" name="Text Box 3">
            <a:extLst>
              <a:ext uri="{FF2B5EF4-FFF2-40B4-BE49-F238E27FC236}">
                <a16:creationId xmlns:a16="http://schemas.microsoft.com/office/drawing/2014/main" id="{99476F66-65C2-0F18-902E-2398C8B83EB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C54A875-7EC0-4226-8411-3429B7C06D9C}" type="slidenum">
              <a:rPr lang="en-US" altLang="en-US" sz="1200">
                <a:solidFill>
                  <a:srgbClr val="000000"/>
                </a:solidFill>
                <a:latin typeface="Arial" panose="020B0604020202020204" pitchFamily="34" charset="0"/>
              </a:rPr>
              <a:pPr algn="r" eaLnBrk="1" hangingPunct="1">
                <a:buClrTx/>
                <a:buFontTx/>
                <a:buNone/>
              </a:pPr>
              <a:t>53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3667" name="Rectangle 1">
            <a:extLst>
              <a:ext uri="{FF2B5EF4-FFF2-40B4-BE49-F238E27FC236}">
                <a16:creationId xmlns:a16="http://schemas.microsoft.com/office/drawing/2014/main" id="{22CC1F48-F15A-0E70-E7F6-DE645DBD918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3668" name="Text Box 2">
            <a:extLst>
              <a:ext uri="{FF2B5EF4-FFF2-40B4-BE49-F238E27FC236}">
                <a16:creationId xmlns:a16="http://schemas.microsoft.com/office/drawing/2014/main" id="{BDC9BDBE-E093-CB8D-3E64-A918F233184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3669" name="Text Box 3">
            <a:extLst>
              <a:ext uri="{FF2B5EF4-FFF2-40B4-BE49-F238E27FC236}">
                <a16:creationId xmlns:a16="http://schemas.microsoft.com/office/drawing/2014/main" id="{F361919F-E27C-C66B-9042-5BD8B9E312E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264209C-1B61-4E18-A8FD-967A81D3BC5A}" type="slidenum">
              <a:rPr lang="en-US" altLang="en-US" sz="1200">
                <a:solidFill>
                  <a:srgbClr val="000000"/>
                </a:solidFill>
                <a:latin typeface="Arial" panose="020B0604020202020204" pitchFamily="34" charset="0"/>
              </a:rPr>
              <a:pPr algn="r" eaLnBrk="1" hangingPunct="1">
                <a:buClrTx/>
                <a:buFontTx/>
                <a:buNone/>
              </a:pPr>
              <a:t>54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5715" name="Rectangle 1">
            <a:extLst>
              <a:ext uri="{FF2B5EF4-FFF2-40B4-BE49-F238E27FC236}">
                <a16:creationId xmlns:a16="http://schemas.microsoft.com/office/drawing/2014/main" id="{47DF5475-C93D-0526-D498-6CC9CC3B65F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5716" name="Text Box 2">
            <a:extLst>
              <a:ext uri="{FF2B5EF4-FFF2-40B4-BE49-F238E27FC236}">
                <a16:creationId xmlns:a16="http://schemas.microsoft.com/office/drawing/2014/main" id="{C258CF9E-2C94-91BC-66A8-C18B249294C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5717" name="Text Box 3">
            <a:extLst>
              <a:ext uri="{FF2B5EF4-FFF2-40B4-BE49-F238E27FC236}">
                <a16:creationId xmlns:a16="http://schemas.microsoft.com/office/drawing/2014/main" id="{FC66F259-581F-84EE-BAC8-7A79CA27526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45E3BDD-3940-46B7-A577-15451B1082D0}" type="slidenum">
              <a:rPr lang="en-US" altLang="en-US" sz="1200">
                <a:solidFill>
                  <a:srgbClr val="000000"/>
                </a:solidFill>
                <a:latin typeface="Arial" panose="020B0604020202020204" pitchFamily="34" charset="0"/>
              </a:rPr>
              <a:pPr algn="r" eaLnBrk="1" hangingPunct="1">
                <a:buClrTx/>
                <a:buFontTx/>
                <a:buNone/>
              </a:pPr>
              <a:t>55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7763" name="Rectangle 1">
            <a:extLst>
              <a:ext uri="{FF2B5EF4-FFF2-40B4-BE49-F238E27FC236}">
                <a16:creationId xmlns:a16="http://schemas.microsoft.com/office/drawing/2014/main" id="{2031876D-C698-BDED-D73B-CAF6B892186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7764" name="Text Box 2">
            <a:extLst>
              <a:ext uri="{FF2B5EF4-FFF2-40B4-BE49-F238E27FC236}">
                <a16:creationId xmlns:a16="http://schemas.microsoft.com/office/drawing/2014/main" id="{36AF28A0-753E-63B7-084B-6699A34BAB8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7765" name="Text Box 3">
            <a:extLst>
              <a:ext uri="{FF2B5EF4-FFF2-40B4-BE49-F238E27FC236}">
                <a16:creationId xmlns:a16="http://schemas.microsoft.com/office/drawing/2014/main" id="{0855E2CB-BBFE-0F0A-84D8-417486B1C3D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980EDF6-46B0-415A-BB9E-947212745D7E}" type="slidenum">
              <a:rPr lang="en-US" altLang="en-US" sz="1200">
                <a:solidFill>
                  <a:srgbClr val="000000"/>
                </a:solidFill>
                <a:latin typeface="Arial" panose="020B0604020202020204" pitchFamily="34" charset="0"/>
              </a:rPr>
              <a:pPr algn="r" eaLnBrk="1" hangingPunct="1">
                <a:buClrTx/>
                <a:buFontTx/>
                <a:buNone/>
              </a:pPr>
              <a:t>56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9811" name="Rectangle 1">
            <a:extLst>
              <a:ext uri="{FF2B5EF4-FFF2-40B4-BE49-F238E27FC236}">
                <a16:creationId xmlns:a16="http://schemas.microsoft.com/office/drawing/2014/main" id="{0EB1DA9A-587F-A6EF-E107-BDA08A6E0EA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19812" name="Text Box 2">
            <a:extLst>
              <a:ext uri="{FF2B5EF4-FFF2-40B4-BE49-F238E27FC236}">
                <a16:creationId xmlns:a16="http://schemas.microsoft.com/office/drawing/2014/main" id="{520A2ACE-FAE7-38BC-7420-DD7C6F70EE9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9813" name="Text Box 3">
            <a:extLst>
              <a:ext uri="{FF2B5EF4-FFF2-40B4-BE49-F238E27FC236}">
                <a16:creationId xmlns:a16="http://schemas.microsoft.com/office/drawing/2014/main" id="{B5E7421E-35F5-FD22-FEB9-DCD86B159B4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69A21EF-B8A4-4954-A23D-9016F96ED858}" type="slidenum">
              <a:rPr lang="en-US" altLang="en-US" sz="1200">
                <a:solidFill>
                  <a:srgbClr val="000000"/>
                </a:solidFill>
                <a:latin typeface="Arial" panose="020B0604020202020204" pitchFamily="34" charset="0"/>
              </a:rPr>
              <a:pPr algn="r" eaLnBrk="1" hangingPunct="1">
                <a:buClrTx/>
                <a:buFontTx/>
                <a:buNone/>
              </a:pPr>
              <a:t>57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21859" name="Rectangle 1">
            <a:extLst>
              <a:ext uri="{FF2B5EF4-FFF2-40B4-BE49-F238E27FC236}">
                <a16:creationId xmlns:a16="http://schemas.microsoft.com/office/drawing/2014/main" id="{9A3D794F-028E-44E1-CC49-1A1955ECC57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21860" name="Text Box 2">
            <a:extLst>
              <a:ext uri="{FF2B5EF4-FFF2-40B4-BE49-F238E27FC236}">
                <a16:creationId xmlns:a16="http://schemas.microsoft.com/office/drawing/2014/main" id="{2C99AD45-3148-CB82-FDFE-E81D7618165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1861" name="Text Box 3">
            <a:extLst>
              <a:ext uri="{FF2B5EF4-FFF2-40B4-BE49-F238E27FC236}">
                <a16:creationId xmlns:a16="http://schemas.microsoft.com/office/drawing/2014/main" id="{60762D02-512C-6893-51EE-F0EC8E7F460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D4CFA89-F58E-41CB-86F0-8B5BE9DE066B}" type="slidenum">
              <a:rPr lang="en-US" altLang="en-US" sz="1200">
                <a:solidFill>
                  <a:srgbClr val="000000"/>
                </a:solidFill>
                <a:latin typeface="Arial" panose="020B0604020202020204" pitchFamily="34" charset="0"/>
              </a:rPr>
              <a:pPr algn="r" eaLnBrk="1" hangingPunct="1">
                <a:buClrTx/>
                <a:buFontTx/>
                <a:buNone/>
              </a:pPr>
              <a:t>58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23907" name="Rectangle 1">
            <a:extLst>
              <a:ext uri="{FF2B5EF4-FFF2-40B4-BE49-F238E27FC236}">
                <a16:creationId xmlns:a16="http://schemas.microsoft.com/office/drawing/2014/main" id="{63244B66-FCC4-7B15-85E5-65D3E52D1CA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23908" name="Text Box 2">
            <a:extLst>
              <a:ext uri="{FF2B5EF4-FFF2-40B4-BE49-F238E27FC236}">
                <a16:creationId xmlns:a16="http://schemas.microsoft.com/office/drawing/2014/main" id="{9297954D-5967-773D-7997-9C34C0034AD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909" name="Text Box 3">
            <a:extLst>
              <a:ext uri="{FF2B5EF4-FFF2-40B4-BE49-F238E27FC236}">
                <a16:creationId xmlns:a16="http://schemas.microsoft.com/office/drawing/2014/main" id="{A2FD49E5-CCC1-64FB-45DB-6BE0050851B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284CEF2-493D-4315-8D1B-1C5752CB9340}" type="slidenum">
              <a:rPr lang="en-US" altLang="en-US" sz="1200">
                <a:solidFill>
                  <a:srgbClr val="000000"/>
                </a:solidFill>
                <a:latin typeface="Arial" panose="020B0604020202020204" pitchFamily="34" charset="0"/>
              </a:rPr>
              <a:pPr algn="r" eaLnBrk="1" hangingPunct="1">
                <a:buClrTx/>
                <a:buFontTx/>
                <a:buNone/>
              </a:pPr>
              <a:t>59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25955" name="Rectangle 1">
            <a:extLst>
              <a:ext uri="{FF2B5EF4-FFF2-40B4-BE49-F238E27FC236}">
                <a16:creationId xmlns:a16="http://schemas.microsoft.com/office/drawing/2014/main" id="{59693C11-D153-2142-824A-EA9C6D8F29A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25956" name="Text Box 2">
            <a:extLst>
              <a:ext uri="{FF2B5EF4-FFF2-40B4-BE49-F238E27FC236}">
                <a16:creationId xmlns:a16="http://schemas.microsoft.com/office/drawing/2014/main" id="{E464EE4E-0F38-1162-A269-CC7FE21DBF4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5957" name="Text Box 3">
            <a:extLst>
              <a:ext uri="{FF2B5EF4-FFF2-40B4-BE49-F238E27FC236}">
                <a16:creationId xmlns:a16="http://schemas.microsoft.com/office/drawing/2014/main" id="{A86EC66D-AEE2-B6D0-B091-61B5214CD50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51C4645-7E86-4057-92D5-59D4E9D55AAD}" type="slidenum">
              <a:rPr lang="en-US" altLang="en-US" sz="1200">
                <a:solidFill>
                  <a:srgbClr val="000000"/>
                </a:solidFill>
                <a:latin typeface="Arial" panose="020B0604020202020204" pitchFamily="34" charset="0"/>
              </a:rPr>
              <a:pPr algn="r" eaLnBrk="1" hangingPunct="1">
                <a:buClrTx/>
                <a:buFontTx/>
                <a:buNone/>
              </a:pPr>
              <a:t>60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28003" name="Rectangle 1">
            <a:extLst>
              <a:ext uri="{FF2B5EF4-FFF2-40B4-BE49-F238E27FC236}">
                <a16:creationId xmlns:a16="http://schemas.microsoft.com/office/drawing/2014/main" id="{CF68A959-9C59-4C88-1845-34B0D28FE3D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28004" name="Text Box 2">
            <a:extLst>
              <a:ext uri="{FF2B5EF4-FFF2-40B4-BE49-F238E27FC236}">
                <a16:creationId xmlns:a16="http://schemas.microsoft.com/office/drawing/2014/main" id="{78AED259-23E9-BC7B-EED6-3D12A9D8452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8005" name="Text Box 3">
            <a:extLst>
              <a:ext uri="{FF2B5EF4-FFF2-40B4-BE49-F238E27FC236}">
                <a16:creationId xmlns:a16="http://schemas.microsoft.com/office/drawing/2014/main" id="{BB668864-F040-4FEA-B46F-AFF34C689F4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F81CD7D-D8ED-4FD8-BBB6-5ABC019817B2}" type="slidenum">
              <a:rPr lang="en-US" altLang="en-US" sz="1200">
                <a:solidFill>
                  <a:srgbClr val="000000"/>
                </a:solidFill>
                <a:latin typeface="Arial" panose="020B0604020202020204" pitchFamily="34" charset="0"/>
              </a:rPr>
              <a:pPr algn="r" eaLnBrk="1" hangingPunct="1">
                <a:buClrTx/>
                <a:buFontTx/>
                <a:buNone/>
              </a:pPr>
              <a:t>61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0051" name="Rectangle 1">
            <a:extLst>
              <a:ext uri="{FF2B5EF4-FFF2-40B4-BE49-F238E27FC236}">
                <a16:creationId xmlns:a16="http://schemas.microsoft.com/office/drawing/2014/main" id="{3589FB91-1900-853B-2555-CD83B212673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0052" name="Text Box 2">
            <a:extLst>
              <a:ext uri="{FF2B5EF4-FFF2-40B4-BE49-F238E27FC236}">
                <a16:creationId xmlns:a16="http://schemas.microsoft.com/office/drawing/2014/main" id="{FE1FB374-2F2F-D854-20F5-A941EC7B84B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0053" name="Text Box 3">
            <a:extLst>
              <a:ext uri="{FF2B5EF4-FFF2-40B4-BE49-F238E27FC236}">
                <a16:creationId xmlns:a16="http://schemas.microsoft.com/office/drawing/2014/main" id="{84330CC3-C14E-627B-FC5F-80BDA07CF60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07B9750-253C-408F-87B6-8DB4BAC9F2BD}" type="slidenum">
              <a:rPr lang="en-US" altLang="en-US" sz="1200">
                <a:solidFill>
                  <a:srgbClr val="000000"/>
                </a:solidFill>
                <a:latin typeface="Arial" panose="020B0604020202020204" pitchFamily="34" charset="0"/>
              </a:rPr>
              <a:pPr algn="r" eaLnBrk="1" hangingPunct="1">
                <a:buClrTx/>
                <a:buFontTx/>
                <a:buNone/>
              </a:pPr>
              <a:t>62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2099" name="Rectangle 1">
            <a:extLst>
              <a:ext uri="{FF2B5EF4-FFF2-40B4-BE49-F238E27FC236}">
                <a16:creationId xmlns:a16="http://schemas.microsoft.com/office/drawing/2014/main" id="{F605A955-45F9-3ADA-A07B-CF730422260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2100" name="Text Box 2">
            <a:extLst>
              <a:ext uri="{FF2B5EF4-FFF2-40B4-BE49-F238E27FC236}">
                <a16:creationId xmlns:a16="http://schemas.microsoft.com/office/drawing/2014/main" id="{D1AB1D51-57C9-05B3-3648-F6A5C9A3C13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2101" name="Text Box 3">
            <a:extLst>
              <a:ext uri="{FF2B5EF4-FFF2-40B4-BE49-F238E27FC236}">
                <a16:creationId xmlns:a16="http://schemas.microsoft.com/office/drawing/2014/main" id="{2E5A062B-5E2C-6528-729C-B4E5B3EFC0E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92C4242-FEB3-44C1-9368-8CB3EE40A138}" type="slidenum">
              <a:rPr lang="en-US" altLang="en-US" sz="1200">
                <a:solidFill>
                  <a:srgbClr val="000000"/>
                </a:solidFill>
                <a:latin typeface="Arial" panose="020B0604020202020204" pitchFamily="34" charset="0"/>
              </a:rPr>
              <a:pPr algn="r" eaLnBrk="1" hangingPunct="1">
                <a:buClrTx/>
                <a:buFontTx/>
                <a:buNone/>
              </a:pPr>
              <a:t>63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4147" name="Rectangle 1">
            <a:extLst>
              <a:ext uri="{FF2B5EF4-FFF2-40B4-BE49-F238E27FC236}">
                <a16:creationId xmlns:a16="http://schemas.microsoft.com/office/drawing/2014/main" id="{36DAD2B3-82FD-C03C-9465-3C1DC8C2196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4148" name="Text Box 2">
            <a:extLst>
              <a:ext uri="{FF2B5EF4-FFF2-40B4-BE49-F238E27FC236}">
                <a16:creationId xmlns:a16="http://schemas.microsoft.com/office/drawing/2014/main" id="{C2247A41-8A53-A93E-445F-E08B08D8AF9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4149" name="Text Box 3">
            <a:extLst>
              <a:ext uri="{FF2B5EF4-FFF2-40B4-BE49-F238E27FC236}">
                <a16:creationId xmlns:a16="http://schemas.microsoft.com/office/drawing/2014/main" id="{40D6271E-BF1D-5624-A4C7-D924A60211A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79F52EF-EEFE-4047-A200-BF43E7706582}" type="slidenum">
              <a:rPr lang="en-US" altLang="en-US" sz="1200">
                <a:solidFill>
                  <a:srgbClr val="000000"/>
                </a:solidFill>
                <a:latin typeface="Arial" panose="020B0604020202020204" pitchFamily="34" charset="0"/>
              </a:rPr>
              <a:pPr algn="r" eaLnBrk="1" hangingPunct="1">
                <a:buClrTx/>
                <a:buFontTx/>
                <a:buNone/>
              </a:pPr>
              <a:t>64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6195" name="Rectangle 1">
            <a:extLst>
              <a:ext uri="{FF2B5EF4-FFF2-40B4-BE49-F238E27FC236}">
                <a16:creationId xmlns:a16="http://schemas.microsoft.com/office/drawing/2014/main" id="{E493264B-BF9F-280C-5FDA-F7746DA4027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6196" name="Text Box 2">
            <a:extLst>
              <a:ext uri="{FF2B5EF4-FFF2-40B4-BE49-F238E27FC236}">
                <a16:creationId xmlns:a16="http://schemas.microsoft.com/office/drawing/2014/main" id="{D12BE037-1A66-49E0-10FD-8BEB44229F0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6197" name="Text Box 3">
            <a:extLst>
              <a:ext uri="{FF2B5EF4-FFF2-40B4-BE49-F238E27FC236}">
                <a16:creationId xmlns:a16="http://schemas.microsoft.com/office/drawing/2014/main" id="{01A8A138-E1A9-FAD8-865B-9072A2B19C2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3085CD5-44D5-4569-A8D4-26014F1244FA}" type="slidenum">
              <a:rPr lang="en-US" altLang="en-US" sz="1200">
                <a:solidFill>
                  <a:srgbClr val="000000"/>
                </a:solidFill>
                <a:latin typeface="Arial" panose="020B0604020202020204" pitchFamily="34" charset="0"/>
              </a:rPr>
              <a:pPr algn="r" eaLnBrk="1" hangingPunct="1">
                <a:buClrTx/>
                <a:buFontTx/>
                <a:buNone/>
              </a:pPr>
              <a:t>65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38243" name="Rectangle 1">
            <a:extLst>
              <a:ext uri="{FF2B5EF4-FFF2-40B4-BE49-F238E27FC236}">
                <a16:creationId xmlns:a16="http://schemas.microsoft.com/office/drawing/2014/main" id="{0815355A-D948-9427-8483-BEC33D9B2EB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38244" name="Text Box 2">
            <a:extLst>
              <a:ext uri="{FF2B5EF4-FFF2-40B4-BE49-F238E27FC236}">
                <a16:creationId xmlns:a16="http://schemas.microsoft.com/office/drawing/2014/main" id="{03AECC52-02AE-3DE8-971E-44DA3453DBE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38245" name="Text Box 3">
            <a:extLst>
              <a:ext uri="{FF2B5EF4-FFF2-40B4-BE49-F238E27FC236}">
                <a16:creationId xmlns:a16="http://schemas.microsoft.com/office/drawing/2014/main" id="{8A606C66-167C-DEBC-0D05-75E614B3747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694068A-31D1-4271-8BB0-9A7330A1A65A}" type="slidenum">
              <a:rPr lang="en-US" altLang="en-US" sz="1200">
                <a:solidFill>
                  <a:srgbClr val="000000"/>
                </a:solidFill>
                <a:latin typeface="Arial" panose="020B0604020202020204" pitchFamily="34" charset="0"/>
              </a:rPr>
              <a:pPr algn="r" eaLnBrk="1" hangingPunct="1">
                <a:buClrTx/>
                <a:buFontTx/>
                <a:buNone/>
              </a:pPr>
              <a:t>66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0291" name="Rectangle 1">
            <a:extLst>
              <a:ext uri="{FF2B5EF4-FFF2-40B4-BE49-F238E27FC236}">
                <a16:creationId xmlns:a16="http://schemas.microsoft.com/office/drawing/2014/main" id="{66AA4902-6E5F-0B42-F9C2-32BE36FCBCD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0292" name="Text Box 2">
            <a:extLst>
              <a:ext uri="{FF2B5EF4-FFF2-40B4-BE49-F238E27FC236}">
                <a16:creationId xmlns:a16="http://schemas.microsoft.com/office/drawing/2014/main" id="{0A70480C-34FA-0DC1-23AD-765CBA1E462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0293" name="Text Box 3">
            <a:extLst>
              <a:ext uri="{FF2B5EF4-FFF2-40B4-BE49-F238E27FC236}">
                <a16:creationId xmlns:a16="http://schemas.microsoft.com/office/drawing/2014/main" id="{E7441E92-C82B-77AB-C151-E686D32FB8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C99193E-2F24-499A-B3DD-0A50754AF52B}" type="slidenum">
              <a:rPr lang="en-US" altLang="en-US" sz="1200">
                <a:solidFill>
                  <a:srgbClr val="000000"/>
                </a:solidFill>
                <a:latin typeface="Arial" panose="020B0604020202020204" pitchFamily="34" charset="0"/>
              </a:rPr>
              <a:pPr algn="r" eaLnBrk="1" hangingPunct="1">
                <a:buClrTx/>
                <a:buFontTx/>
                <a:buNone/>
              </a:pPr>
              <a:t>67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2339" name="Rectangle 1">
            <a:extLst>
              <a:ext uri="{FF2B5EF4-FFF2-40B4-BE49-F238E27FC236}">
                <a16:creationId xmlns:a16="http://schemas.microsoft.com/office/drawing/2014/main" id="{6E65791D-261A-AE1D-0147-251502569F2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2340" name="Text Box 2">
            <a:extLst>
              <a:ext uri="{FF2B5EF4-FFF2-40B4-BE49-F238E27FC236}">
                <a16:creationId xmlns:a16="http://schemas.microsoft.com/office/drawing/2014/main" id="{32C6976F-BB5C-0BFE-65A5-A2AA010CC0A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2341" name="Text Box 3">
            <a:extLst>
              <a:ext uri="{FF2B5EF4-FFF2-40B4-BE49-F238E27FC236}">
                <a16:creationId xmlns:a16="http://schemas.microsoft.com/office/drawing/2014/main" id="{616D0E37-CE35-C75D-5A05-F8808C3DFD8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B0F35AB-3DAB-4CB6-8A4F-76BA6BE6891B}" type="slidenum">
              <a:rPr lang="en-US" altLang="en-US" sz="1200">
                <a:solidFill>
                  <a:srgbClr val="000000"/>
                </a:solidFill>
                <a:latin typeface="Arial" panose="020B0604020202020204" pitchFamily="34" charset="0"/>
              </a:rPr>
              <a:pPr algn="r" eaLnBrk="1" hangingPunct="1">
                <a:buClrTx/>
                <a:buFontTx/>
                <a:buNone/>
              </a:pPr>
              <a:t>68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4387" name="Rectangle 1">
            <a:extLst>
              <a:ext uri="{FF2B5EF4-FFF2-40B4-BE49-F238E27FC236}">
                <a16:creationId xmlns:a16="http://schemas.microsoft.com/office/drawing/2014/main" id="{9FC37309-B811-7D0C-F8D7-CECCEC496DD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4388" name="Text Box 2">
            <a:extLst>
              <a:ext uri="{FF2B5EF4-FFF2-40B4-BE49-F238E27FC236}">
                <a16:creationId xmlns:a16="http://schemas.microsoft.com/office/drawing/2014/main" id="{7140A1D2-6D7A-370D-A390-77C0FEA6C92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4389" name="Text Box 3">
            <a:extLst>
              <a:ext uri="{FF2B5EF4-FFF2-40B4-BE49-F238E27FC236}">
                <a16:creationId xmlns:a16="http://schemas.microsoft.com/office/drawing/2014/main" id="{0C2A790B-BE39-DF6E-D067-694F5F57421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DB97A41-6338-41CB-BBCD-8447FA8897C3}" type="slidenum">
              <a:rPr lang="en-US" altLang="en-US" sz="1200">
                <a:solidFill>
                  <a:srgbClr val="000000"/>
                </a:solidFill>
                <a:latin typeface="Arial" panose="020B0604020202020204" pitchFamily="34" charset="0"/>
              </a:rPr>
              <a:pPr algn="r" eaLnBrk="1" hangingPunct="1">
                <a:buClrTx/>
                <a:buFontTx/>
                <a:buNone/>
              </a:pPr>
              <a:t>69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6435" name="Rectangle 1">
            <a:extLst>
              <a:ext uri="{FF2B5EF4-FFF2-40B4-BE49-F238E27FC236}">
                <a16:creationId xmlns:a16="http://schemas.microsoft.com/office/drawing/2014/main" id="{4CB877A4-C7D8-DF8F-E385-C1ABFA6B72E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6436" name="Text Box 2">
            <a:extLst>
              <a:ext uri="{FF2B5EF4-FFF2-40B4-BE49-F238E27FC236}">
                <a16:creationId xmlns:a16="http://schemas.microsoft.com/office/drawing/2014/main" id="{7F21CA3B-F115-FB6F-D0C6-BF2361578E4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6437" name="Text Box 3">
            <a:extLst>
              <a:ext uri="{FF2B5EF4-FFF2-40B4-BE49-F238E27FC236}">
                <a16:creationId xmlns:a16="http://schemas.microsoft.com/office/drawing/2014/main" id="{5C989881-821C-37A4-8FBD-53743E60662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5F0CC8A-6188-4241-BDFE-AB20407D891D}" type="slidenum">
              <a:rPr lang="en-US" altLang="en-US" sz="1200">
                <a:solidFill>
                  <a:srgbClr val="000000"/>
                </a:solidFill>
                <a:latin typeface="Arial" panose="020B0604020202020204" pitchFamily="34" charset="0"/>
              </a:rPr>
              <a:pPr algn="r" eaLnBrk="1" hangingPunct="1">
                <a:buClrTx/>
                <a:buFontTx/>
                <a:buNone/>
              </a:pPr>
              <a:t>70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8483" name="Rectangle 1">
            <a:extLst>
              <a:ext uri="{FF2B5EF4-FFF2-40B4-BE49-F238E27FC236}">
                <a16:creationId xmlns:a16="http://schemas.microsoft.com/office/drawing/2014/main" id="{E7DC5DB9-399B-5213-1725-293123B0225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8484" name="Text Box 2">
            <a:extLst>
              <a:ext uri="{FF2B5EF4-FFF2-40B4-BE49-F238E27FC236}">
                <a16:creationId xmlns:a16="http://schemas.microsoft.com/office/drawing/2014/main" id="{B50CA677-170C-6C07-DE88-8AA818BE051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8485" name="Text Box 3">
            <a:extLst>
              <a:ext uri="{FF2B5EF4-FFF2-40B4-BE49-F238E27FC236}">
                <a16:creationId xmlns:a16="http://schemas.microsoft.com/office/drawing/2014/main" id="{39ACD709-B266-DE6E-C4E1-F6D5FAEB216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AB7850E-7812-4618-8ADB-D29ED943741B}" type="slidenum">
              <a:rPr lang="en-US" altLang="en-US" sz="1200">
                <a:solidFill>
                  <a:srgbClr val="000000"/>
                </a:solidFill>
                <a:latin typeface="Arial" panose="020B0604020202020204" pitchFamily="34" charset="0"/>
              </a:rPr>
              <a:pPr algn="r" eaLnBrk="1" hangingPunct="1">
                <a:buClrTx/>
                <a:buFontTx/>
                <a:buNone/>
              </a:pPr>
              <a:t>71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0531" name="Rectangle 1">
            <a:extLst>
              <a:ext uri="{FF2B5EF4-FFF2-40B4-BE49-F238E27FC236}">
                <a16:creationId xmlns:a16="http://schemas.microsoft.com/office/drawing/2014/main" id="{C45551FC-DBE2-A7F9-7005-5AAC7B4F9CD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0532" name="Text Box 2">
            <a:extLst>
              <a:ext uri="{FF2B5EF4-FFF2-40B4-BE49-F238E27FC236}">
                <a16:creationId xmlns:a16="http://schemas.microsoft.com/office/drawing/2014/main" id="{9B384C06-3F01-49F1-CCEE-D061A22E725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0533" name="Text Box 3">
            <a:extLst>
              <a:ext uri="{FF2B5EF4-FFF2-40B4-BE49-F238E27FC236}">
                <a16:creationId xmlns:a16="http://schemas.microsoft.com/office/drawing/2014/main" id="{6575EA11-8A64-9285-AC21-A379E48102A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CD79BF4-E18A-4D39-9331-484DC1D95A31}" type="slidenum">
              <a:rPr lang="en-US" altLang="en-US" sz="1200">
                <a:solidFill>
                  <a:srgbClr val="000000"/>
                </a:solidFill>
                <a:latin typeface="Arial" panose="020B0604020202020204" pitchFamily="34" charset="0"/>
              </a:rPr>
              <a:pPr algn="r" eaLnBrk="1" hangingPunct="1">
                <a:buClrTx/>
                <a:buFontTx/>
                <a:buNone/>
              </a:pPr>
              <a:t>72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2579" name="Rectangle 1">
            <a:extLst>
              <a:ext uri="{FF2B5EF4-FFF2-40B4-BE49-F238E27FC236}">
                <a16:creationId xmlns:a16="http://schemas.microsoft.com/office/drawing/2014/main" id="{098983D0-03DC-59A7-715F-BC1E27EDC77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2580" name="Text Box 2">
            <a:extLst>
              <a:ext uri="{FF2B5EF4-FFF2-40B4-BE49-F238E27FC236}">
                <a16:creationId xmlns:a16="http://schemas.microsoft.com/office/drawing/2014/main" id="{E0C9E9EB-9F35-7CC8-C811-64FF119F0AF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2581" name="Text Box 3">
            <a:extLst>
              <a:ext uri="{FF2B5EF4-FFF2-40B4-BE49-F238E27FC236}">
                <a16:creationId xmlns:a16="http://schemas.microsoft.com/office/drawing/2014/main" id="{CC65E9BB-F1E3-6527-79C5-D3C7DA12739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21BA8D4-C6E8-4888-9AC3-A4D008C7EDC7}" type="slidenum">
              <a:rPr lang="en-US" altLang="en-US" sz="1200">
                <a:solidFill>
                  <a:srgbClr val="000000"/>
                </a:solidFill>
                <a:latin typeface="Arial" panose="020B0604020202020204" pitchFamily="34" charset="0"/>
              </a:rPr>
              <a:pPr algn="r" eaLnBrk="1" hangingPunct="1">
                <a:buClrTx/>
                <a:buFontTx/>
                <a:buNone/>
              </a:pPr>
              <a:t>73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4627" name="Rectangle 1">
            <a:extLst>
              <a:ext uri="{FF2B5EF4-FFF2-40B4-BE49-F238E27FC236}">
                <a16:creationId xmlns:a16="http://schemas.microsoft.com/office/drawing/2014/main" id="{8DA364BC-B1D5-267E-572E-C4087AC1987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4628" name="Text Box 2">
            <a:extLst>
              <a:ext uri="{FF2B5EF4-FFF2-40B4-BE49-F238E27FC236}">
                <a16:creationId xmlns:a16="http://schemas.microsoft.com/office/drawing/2014/main" id="{266B4A36-AB17-C049-50B1-5C52104C54C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4629" name="Text Box 3">
            <a:extLst>
              <a:ext uri="{FF2B5EF4-FFF2-40B4-BE49-F238E27FC236}">
                <a16:creationId xmlns:a16="http://schemas.microsoft.com/office/drawing/2014/main" id="{8ABA598D-F1D1-0E4F-3F18-3CDAEDCEA1A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9E95DB1-97B6-44A9-AF28-CA7A278C62EF}" type="slidenum">
              <a:rPr lang="en-US" altLang="en-US" sz="1200">
                <a:solidFill>
                  <a:srgbClr val="000000"/>
                </a:solidFill>
                <a:latin typeface="Arial" panose="020B0604020202020204" pitchFamily="34" charset="0"/>
              </a:rPr>
              <a:pPr algn="r" eaLnBrk="1" hangingPunct="1">
                <a:buClrTx/>
                <a:buFontTx/>
                <a:buNone/>
              </a:pPr>
              <a:t>74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6675" name="Rectangle 1">
            <a:extLst>
              <a:ext uri="{FF2B5EF4-FFF2-40B4-BE49-F238E27FC236}">
                <a16:creationId xmlns:a16="http://schemas.microsoft.com/office/drawing/2014/main" id="{6C1B5591-0ADC-571B-6BDC-FA938F330EA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6676" name="Text Box 2">
            <a:extLst>
              <a:ext uri="{FF2B5EF4-FFF2-40B4-BE49-F238E27FC236}">
                <a16:creationId xmlns:a16="http://schemas.microsoft.com/office/drawing/2014/main" id="{C8EB5F12-35A7-429F-E44D-E087B07B9D4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6677" name="Text Box 3">
            <a:extLst>
              <a:ext uri="{FF2B5EF4-FFF2-40B4-BE49-F238E27FC236}">
                <a16:creationId xmlns:a16="http://schemas.microsoft.com/office/drawing/2014/main" id="{D38484A7-3C1F-FBC2-85FB-ED27C32F857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30BFDCD-7332-48FB-9C2E-4CE00628ADE4}" type="slidenum">
              <a:rPr lang="en-US" altLang="en-US" sz="1200">
                <a:solidFill>
                  <a:srgbClr val="000000"/>
                </a:solidFill>
                <a:latin typeface="Arial" panose="020B0604020202020204" pitchFamily="34" charset="0"/>
              </a:rPr>
              <a:pPr algn="r" eaLnBrk="1" hangingPunct="1">
                <a:buClrTx/>
                <a:buFontTx/>
                <a:buNone/>
              </a:pPr>
              <a:t>75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8723" name="Rectangle 1">
            <a:extLst>
              <a:ext uri="{FF2B5EF4-FFF2-40B4-BE49-F238E27FC236}">
                <a16:creationId xmlns:a16="http://schemas.microsoft.com/office/drawing/2014/main" id="{D6F566ED-7791-8120-369D-FECC917868D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8724" name="Text Box 2">
            <a:extLst>
              <a:ext uri="{FF2B5EF4-FFF2-40B4-BE49-F238E27FC236}">
                <a16:creationId xmlns:a16="http://schemas.microsoft.com/office/drawing/2014/main" id="{438EEBB1-910B-22ED-12BC-9D42CECD8AC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58725" name="Text Box 3">
            <a:extLst>
              <a:ext uri="{FF2B5EF4-FFF2-40B4-BE49-F238E27FC236}">
                <a16:creationId xmlns:a16="http://schemas.microsoft.com/office/drawing/2014/main" id="{200BF44F-A15D-062C-8059-436B57CE844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EFAC760-4351-46ED-8568-0E3E9601AA88}" type="slidenum">
              <a:rPr lang="en-US" altLang="en-US" sz="1200">
                <a:solidFill>
                  <a:srgbClr val="000000"/>
                </a:solidFill>
                <a:latin typeface="Arial" panose="020B0604020202020204" pitchFamily="34" charset="0"/>
              </a:rPr>
              <a:pPr algn="r" eaLnBrk="1" hangingPunct="1">
                <a:buClrTx/>
                <a:buFontTx/>
                <a:buNone/>
              </a:pPr>
              <a:t>76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0771" name="Rectangle 1">
            <a:extLst>
              <a:ext uri="{FF2B5EF4-FFF2-40B4-BE49-F238E27FC236}">
                <a16:creationId xmlns:a16="http://schemas.microsoft.com/office/drawing/2014/main" id="{4D7D4B48-B8DA-009A-E1CB-8EA4132B87F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0772" name="Text Box 2">
            <a:extLst>
              <a:ext uri="{FF2B5EF4-FFF2-40B4-BE49-F238E27FC236}">
                <a16:creationId xmlns:a16="http://schemas.microsoft.com/office/drawing/2014/main" id="{AC213655-F4C1-511A-979E-6634D8656E5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0773" name="Text Box 3">
            <a:extLst>
              <a:ext uri="{FF2B5EF4-FFF2-40B4-BE49-F238E27FC236}">
                <a16:creationId xmlns:a16="http://schemas.microsoft.com/office/drawing/2014/main" id="{64041A12-0105-9AF4-0902-77D4F8CBCA5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EF93770-884B-452C-92CB-A823091576D0}" type="slidenum">
              <a:rPr lang="en-US" altLang="en-US" sz="1200">
                <a:solidFill>
                  <a:srgbClr val="000000"/>
                </a:solidFill>
                <a:latin typeface="Arial" panose="020B0604020202020204" pitchFamily="34" charset="0"/>
              </a:rPr>
              <a:pPr algn="r" eaLnBrk="1" hangingPunct="1">
                <a:buClrTx/>
                <a:buFontTx/>
                <a:buNone/>
              </a:pPr>
              <a:t>77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2819" name="Rectangle 1">
            <a:extLst>
              <a:ext uri="{FF2B5EF4-FFF2-40B4-BE49-F238E27FC236}">
                <a16:creationId xmlns:a16="http://schemas.microsoft.com/office/drawing/2014/main" id="{261B4911-FA70-E60D-A672-E2C4045FB67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2820" name="Text Box 2">
            <a:extLst>
              <a:ext uri="{FF2B5EF4-FFF2-40B4-BE49-F238E27FC236}">
                <a16:creationId xmlns:a16="http://schemas.microsoft.com/office/drawing/2014/main" id="{6A3810AD-9843-2882-ACF1-3967E357220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2821" name="Text Box 3">
            <a:extLst>
              <a:ext uri="{FF2B5EF4-FFF2-40B4-BE49-F238E27FC236}">
                <a16:creationId xmlns:a16="http://schemas.microsoft.com/office/drawing/2014/main" id="{005ECD90-F737-4194-17B2-1F94E4728B9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450300B-F3F5-4A1D-96F7-70B75AC0880E}" type="slidenum">
              <a:rPr lang="en-US" altLang="en-US" sz="1200">
                <a:solidFill>
                  <a:srgbClr val="000000"/>
                </a:solidFill>
                <a:latin typeface="Arial" panose="020B0604020202020204" pitchFamily="34" charset="0"/>
              </a:rPr>
              <a:pPr algn="r" eaLnBrk="1" hangingPunct="1">
                <a:buClrTx/>
                <a:buFontTx/>
                <a:buNone/>
              </a:pPr>
              <a:t>78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4867" name="Rectangle 1">
            <a:extLst>
              <a:ext uri="{FF2B5EF4-FFF2-40B4-BE49-F238E27FC236}">
                <a16:creationId xmlns:a16="http://schemas.microsoft.com/office/drawing/2014/main" id="{F9EB1680-2998-E919-E17A-DDC1FFA2C1D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4868" name="Text Box 2">
            <a:extLst>
              <a:ext uri="{FF2B5EF4-FFF2-40B4-BE49-F238E27FC236}">
                <a16:creationId xmlns:a16="http://schemas.microsoft.com/office/drawing/2014/main" id="{5CE88D3E-32AF-CB00-824F-C2AC8982EAD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869" name="Text Box 3">
            <a:extLst>
              <a:ext uri="{FF2B5EF4-FFF2-40B4-BE49-F238E27FC236}">
                <a16:creationId xmlns:a16="http://schemas.microsoft.com/office/drawing/2014/main" id="{5FA72BB1-53A8-687A-1EF3-DA779A4BE9F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448B358-B864-4508-9B41-9B0BDAC70287}" type="slidenum">
              <a:rPr lang="en-US" altLang="en-US" sz="1200">
                <a:solidFill>
                  <a:srgbClr val="000000"/>
                </a:solidFill>
                <a:latin typeface="Arial" panose="020B0604020202020204" pitchFamily="34" charset="0"/>
              </a:rPr>
              <a:pPr algn="r" eaLnBrk="1" hangingPunct="1">
                <a:buClrTx/>
                <a:buFontTx/>
                <a:buNone/>
              </a:pPr>
              <a:t>79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4867" name="Rectangle 1">
            <a:extLst>
              <a:ext uri="{FF2B5EF4-FFF2-40B4-BE49-F238E27FC236}">
                <a16:creationId xmlns:a16="http://schemas.microsoft.com/office/drawing/2014/main" id="{F9EB1680-2998-E919-E17A-DDC1FFA2C1D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4868" name="Text Box 2">
            <a:extLst>
              <a:ext uri="{FF2B5EF4-FFF2-40B4-BE49-F238E27FC236}">
                <a16:creationId xmlns:a16="http://schemas.microsoft.com/office/drawing/2014/main" id="{5CE88D3E-32AF-CB00-824F-C2AC8982EAD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869" name="Text Box 3">
            <a:extLst>
              <a:ext uri="{FF2B5EF4-FFF2-40B4-BE49-F238E27FC236}">
                <a16:creationId xmlns:a16="http://schemas.microsoft.com/office/drawing/2014/main" id="{5FA72BB1-53A8-687A-1EF3-DA779A4BE9F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448B358-B864-4508-9B41-9B0BDAC70287}" type="slidenum">
              <a:rPr lang="en-US" altLang="en-US" sz="1200">
                <a:solidFill>
                  <a:srgbClr val="000000"/>
                </a:solidFill>
                <a:latin typeface="Arial" panose="020B0604020202020204" pitchFamily="34" charset="0"/>
              </a:rPr>
              <a:pPr algn="r" eaLnBrk="1" hangingPunct="1">
                <a:buClrTx/>
                <a:buFontTx/>
                <a:buNone/>
              </a:pPr>
              <a:t>80</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82295347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6915" name="Rectangle 1">
            <a:extLst>
              <a:ext uri="{FF2B5EF4-FFF2-40B4-BE49-F238E27FC236}">
                <a16:creationId xmlns:a16="http://schemas.microsoft.com/office/drawing/2014/main" id="{7A07E514-EE1D-9997-BE43-BE505FB2585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6916" name="Text Box 2">
            <a:extLst>
              <a:ext uri="{FF2B5EF4-FFF2-40B4-BE49-F238E27FC236}">
                <a16:creationId xmlns:a16="http://schemas.microsoft.com/office/drawing/2014/main" id="{F88FCB39-8718-6296-09D5-5704071F966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6917" name="Text Box 3">
            <a:extLst>
              <a:ext uri="{FF2B5EF4-FFF2-40B4-BE49-F238E27FC236}">
                <a16:creationId xmlns:a16="http://schemas.microsoft.com/office/drawing/2014/main" id="{14A7177C-9049-7430-98C1-19A83DAD6F1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00796A2-98E7-4820-ADA6-AD8AB651A161}" type="slidenum">
              <a:rPr lang="en-US" altLang="en-US" sz="1200">
                <a:solidFill>
                  <a:srgbClr val="000000"/>
                </a:solidFill>
                <a:latin typeface="Arial" panose="020B0604020202020204" pitchFamily="34" charset="0"/>
              </a:rPr>
              <a:pPr algn="r" eaLnBrk="1" hangingPunct="1">
                <a:buClrTx/>
                <a:buFontTx/>
                <a:buNone/>
              </a:pPr>
              <a:t>81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8963" name="Rectangle 1">
            <a:extLst>
              <a:ext uri="{FF2B5EF4-FFF2-40B4-BE49-F238E27FC236}">
                <a16:creationId xmlns:a16="http://schemas.microsoft.com/office/drawing/2014/main" id="{B7E1F433-0195-3773-3C39-1FC291CB145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8964" name="Text Box 2">
            <a:extLst>
              <a:ext uri="{FF2B5EF4-FFF2-40B4-BE49-F238E27FC236}">
                <a16:creationId xmlns:a16="http://schemas.microsoft.com/office/drawing/2014/main" id="{305D372C-27BE-5C08-0B2A-A344F1C84F8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8965" name="Text Box 3">
            <a:extLst>
              <a:ext uri="{FF2B5EF4-FFF2-40B4-BE49-F238E27FC236}">
                <a16:creationId xmlns:a16="http://schemas.microsoft.com/office/drawing/2014/main" id="{407CF7CB-AB3E-962A-E1CE-1E791DCD2D7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598981D-3BEE-4E6A-84A7-C136735F49D7}" type="slidenum">
              <a:rPr lang="en-US" altLang="en-US" sz="1200">
                <a:solidFill>
                  <a:srgbClr val="000000"/>
                </a:solidFill>
                <a:latin typeface="Arial" panose="020B0604020202020204" pitchFamily="34" charset="0"/>
              </a:rPr>
              <a:pPr algn="r" eaLnBrk="1" hangingPunct="1">
                <a:buClrTx/>
                <a:buFontTx/>
                <a:buNone/>
              </a:pPr>
              <a:t>82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1011" name="Rectangle 1">
            <a:extLst>
              <a:ext uri="{FF2B5EF4-FFF2-40B4-BE49-F238E27FC236}">
                <a16:creationId xmlns:a16="http://schemas.microsoft.com/office/drawing/2014/main" id="{AD264EDB-01D0-3E41-B2BE-1CC45D9ABD5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1012" name="Text Box 2">
            <a:extLst>
              <a:ext uri="{FF2B5EF4-FFF2-40B4-BE49-F238E27FC236}">
                <a16:creationId xmlns:a16="http://schemas.microsoft.com/office/drawing/2014/main" id="{A2A04358-2460-3C2B-F527-1F3015C1E45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1013" name="Text Box 3">
            <a:extLst>
              <a:ext uri="{FF2B5EF4-FFF2-40B4-BE49-F238E27FC236}">
                <a16:creationId xmlns:a16="http://schemas.microsoft.com/office/drawing/2014/main" id="{5946853C-C812-4959-231D-8ACCB285C83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EDC35B5-AF8A-4279-B61D-C0A0741FF238}" type="slidenum">
              <a:rPr lang="en-US" altLang="en-US" sz="1200">
                <a:solidFill>
                  <a:srgbClr val="000000"/>
                </a:solidFill>
                <a:latin typeface="Arial" panose="020B0604020202020204" pitchFamily="34" charset="0"/>
              </a:rPr>
              <a:pPr algn="r" eaLnBrk="1" hangingPunct="1">
                <a:buClrTx/>
                <a:buFontTx/>
                <a:buNone/>
              </a:pPr>
              <a:t>83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3059" name="Rectangle 1">
            <a:extLst>
              <a:ext uri="{FF2B5EF4-FFF2-40B4-BE49-F238E27FC236}">
                <a16:creationId xmlns:a16="http://schemas.microsoft.com/office/drawing/2014/main" id="{48150E52-BC95-0706-DE0B-4B231C09774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3060" name="Text Box 2">
            <a:extLst>
              <a:ext uri="{FF2B5EF4-FFF2-40B4-BE49-F238E27FC236}">
                <a16:creationId xmlns:a16="http://schemas.microsoft.com/office/drawing/2014/main" id="{521E50B1-26CB-01E4-4669-36C6D933566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3061" name="Text Box 3">
            <a:extLst>
              <a:ext uri="{FF2B5EF4-FFF2-40B4-BE49-F238E27FC236}">
                <a16:creationId xmlns:a16="http://schemas.microsoft.com/office/drawing/2014/main" id="{6A98F68F-2B6A-A371-6DC2-7606903CD68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2A0D2CC-248B-40E2-9616-B684BFA5ED55}" type="slidenum">
              <a:rPr lang="en-US" altLang="en-US" sz="1200">
                <a:solidFill>
                  <a:srgbClr val="000000"/>
                </a:solidFill>
                <a:latin typeface="Arial" panose="020B0604020202020204" pitchFamily="34" charset="0"/>
              </a:rPr>
              <a:pPr algn="r" eaLnBrk="1" hangingPunct="1">
                <a:buClrTx/>
                <a:buFontTx/>
                <a:buNone/>
              </a:pPr>
              <a:t>84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5107" name="Rectangle 1">
            <a:extLst>
              <a:ext uri="{FF2B5EF4-FFF2-40B4-BE49-F238E27FC236}">
                <a16:creationId xmlns:a16="http://schemas.microsoft.com/office/drawing/2014/main" id="{A0BCEBDA-12B3-8E46-5FAA-B4034541F96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5108" name="Text Box 2">
            <a:extLst>
              <a:ext uri="{FF2B5EF4-FFF2-40B4-BE49-F238E27FC236}">
                <a16:creationId xmlns:a16="http://schemas.microsoft.com/office/drawing/2014/main" id="{8DE87B32-3251-BA69-0801-045129D7AF3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5109" name="Text Box 3">
            <a:extLst>
              <a:ext uri="{FF2B5EF4-FFF2-40B4-BE49-F238E27FC236}">
                <a16:creationId xmlns:a16="http://schemas.microsoft.com/office/drawing/2014/main" id="{577C3716-AF0D-C310-660C-C34CE031FC0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166394F-D329-403D-842E-F71216E685CD}" type="slidenum">
              <a:rPr lang="en-US" altLang="en-US" sz="1200">
                <a:solidFill>
                  <a:srgbClr val="000000"/>
                </a:solidFill>
                <a:latin typeface="Arial" panose="020B0604020202020204" pitchFamily="34" charset="0"/>
              </a:rPr>
              <a:pPr algn="r" eaLnBrk="1" hangingPunct="1">
                <a:buClrTx/>
                <a:buFontTx/>
                <a:buNone/>
              </a:pPr>
              <a:t>85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7155" name="Rectangle 1">
            <a:extLst>
              <a:ext uri="{FF2B5EF4-FFF2-40B4-BE49-F238E27FC236}">
                <a16:creationId xmlns:a16="http://schemas.microsoft.com/office/drawing/2014/main" id="{1006581C-B165-F7B1-5496-8D7D86DE1A6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7156" name="Text Box 2">
            <a:extLst>
              <a:ext uri="{FF2B5EF4-FFF2-40B4-BE49-F238E27FC236}">
                <a16:creationId xmlns:a16="http://schemas.microsoft.com/office/drawing/2014/main" id="{3548C4CC-DA16-B9D7-A39A-F4BCBA26D09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7157" name="Text Box 3">
            <a:extLst>
              <a:ext uri="{FF2B5EF4-FFF2-40B4-BE49-F238E27FC236}">
                <a16:creationId xmlns:a16="http://schemas.microsoft.com/office/drawing/2014/main" id="{CC145129-B60A-E106-40A3-B4EEB9F7CAE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BF4259E-063E-4AE0-81D2-A2E7DB70A93C}" type="slidenum">
              <a:rPr lang="en-US" altLang="en-US" sz="1200">
                <a:solidFill>
                  <a:srgbClr val="000000"/>
                </a:solidFill>
                <a:latin typeface="Arial" panose="020B0604020202020204" pitchFamily="34" charset="0"/>
              </a:rPr>
              <a:pPr algn="r" eaLnBrk="1" hangingPunct="1">
                <a:buClrTx/>
                <a:buFontTx/>
                <a:buNone/>
              </a:pPr>
              <a:t>86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9203" name="Rectangle 1">
            <a:extLst>
              <a:ext uri="{FF2B5EF4-FFF2-40B4-BE49-F238E27FC236}">
                <a16:creationId xmlns:a16="http://schemas.microsoft.com/office/drawing/2014/main" id="{1616EE6C-540A-92BC-90CC-A9ACBB79C3D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9204" name="Text Box 2">
            <a:extLst>
              <a:ext uri="{FF2B5EF4-FFF2-40B4-BE49-F238E27FC236}">
                <a16:creationId xmlns:a16="http://schemas.microsoft.com/office/drawing/2014/main" id="{053836E3-2394-77F5-F4A4-16AF7294A8D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9205" name="Text Box 3">
            <a:extLst>
              <a:ext uri="{FF2B5EF4-FFF2-40B4-BE49-F238E27FC236}">
                <a16:creationId xmlns:a16="http://schemas.microsoft.com/office/drawing/2014/main" id="{5BFE66F3-D04A-EBB6-A303-2A0C94CF625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3915FC4-740A-4881-9E84-37FB00DAE9FC}" type="slidenum">
              <a:rPr lang="en-US" altLang="en-US" sz="1200">
                <a:solidFill>
                  <a:srgbClr val="000000"/>
                </a:solidFill>
                <a:latin typeface="Arial" panose="020B0604020202020204" pitchFamily="34" charset="0"/>
              </a:rPr>
              <a:pPr algn="r" eaLnBrk="1" hangingPunct="1">
                <a:buClrTx/>
                <a:buFontTx/>
                <a:buNone/>
              </a:pPr>
              <a:t>87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1251" name="Rectangle 1">
            <a:extLst>
              <a:ext uri="{FF2B5EF4-FFF2-40B4-BE49-F238E27FC236}">
                <a16:creationId xmlns:a16="http://schemas.microsoft.com/office/drawing/2014/main" id="{8C734E14-BF7B-DDCC-3111-E0546A845A1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1252" name="Text Box 2">
            <a:extLst>
              <a:ext uri="{FF2B5EF4-FFF2-40B4-BE49-F238E27FC236}">
                <a16:creationId xmlns:a16="http://schemas.microsoft.com/office/drawing/2014/main" id="{73162DEB-918A-64B1-9C69-D6FF7AD0E56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1253" name="Text Box 3">
            <a:extLst>
              <a:ext uri="{FF2B5EF4-FFF2-40B4-BE49-F238E27FC236}">
                <a16:creationId xmlns:a16="http://schemas.microsoft.com/office/drawing/2014/main" id="{494BD9D7-26C0-F8E7-5E93-0458AC1AE4A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DBC7C23-5F44-4EE0-9548-B65EBD032C81}" type="slidenum">
              <a:rPr lang="en-US" altLang="en-US" sz="1200">
                <a:solidFill>
                  <a:srgbClr val="000000"/>
                </a:solidFill>
                <a:latin typeface="Arial" panose="020B0604020202020204" pitchFamily="34" charset="0"/>
              </a:rPr>
              <a:pPr algn="r" eaLnBrk="1" hangingPunct="1">
                <a:buClrTx/>
                <a:buFontTx/>
                <a:buNone/>
              </a:pPr>
              <a:t>88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3299" name="Rectangle 1">
            <a:extLst>
              <a:ext uri="{FF2B5EF4-FFF2-40B4-BE49-F238E27FC236}">
                <a16:creationId xmlns:a16="http://schemas.microsoft.com/office/drawing/2014/main" id="{06AF7B80-659C-FB87-5F77-B7E421616B6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3300" name="Text Box 2">
            <a:extLst>
              <a:ext uri="{FF2B5EF4-FFF2-40B4-BE49-F238E27FC236}">
                <a16:creationId xmlns:a16="http://schemas.microsoft.com/office/drawing/2014/main" id="{BD6BC500-F7F0-36CA-BC25-21BF06E18E2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3301" name="Text Box 3">
            <a:extLst>
              <a:ext uri="{FF2B5EF4-FFF2-40B4-BE49-F238E27FC236}">
                <a16:creationId xmlns:a16="http://schemas.microsoft.com/office/drawing/2014/main" id="{B813E093-3BEF-DE7A-6759-B28D475EF86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171583E-F232-40D4-859A-911939A8B762}" type="slidenum">
              <a:rPr lang="en-US" altLang="en-US" sz="1200">
                <a:solidFill>
                  <a:srgbClr val="000000"/>
                </a:solidFill>
                <a:latin typeface="Arial" panose="020B0604020202020204" pitchFamily="34" charset="0"/>
              </a:rPr>
              <a:pPr algn="r" eaLnBrk="1" hangingPunct="1">
                <a:buClrTx/>
                <a:buFontTx/>
                <a:buNone/>
              </a:pPr>
              <a:t>89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5347" name="Rectangle 1">
            <a:extLst>
              <a:ext uri="{FF2B5EF4-FFF2-40B4-BE49-F238E27FC236}">
                <a16:creationId xmlns:a16="http://schemas.microsoft.com/office/drawing/2014/main" id="{4FFD0B0C-5418-10BE-C664-9C40D66154F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5348" name="Text Box 2">
            <a:extLst>
              <a:ext uri="{FF2B5EF4-FFF2-40B4-BE49-F238E27FC236}">
                <a16:creationId xmlns:a16="http://schemas.microsoft.com/office/drawing/2014/main" id="{75ADE589-79B0-2F3F-9BE9-B6F5694252F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5349" name="Text Box 3">
            <a:extLst>
              <a:ext uri="{FF2B5EF4-FFF2-40B4-BE49-F238E27FC236}">
                <a16:creationId xmlns:a16="http://schemas.microsoft.com/office/drawing/2014/main" id="{7C6D55A5-1936-976F-685F-0FB6D49E475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71714D6-7DD3-43E8-84D7-40479382F9CF}" type="slidenum">
              <a:rPr lang="en-US" altLang="en-US" sz="1200">
                <a:solidFill>
                  <a:srgbClr val="000000"/>
                </a:solidFill>
                <a:latin typeface="Arial" panose="020B0604020202020204" pitchFamily="34" charset="0"/>
              </a:rPr>
              <a:pPr algn="r" eaLnBrk="1" hangingPunct="1">
                <a:buClrTx/>
                <a:buFontTx/>
                <a:buNone/>
              </a:pPr>
              <a:t>90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7395" name="Rectangle 1">
            <a:extLst>
              <a:ext uri="{FF2B5EF4-FFF2-40B4-BE49-F238E27FC236}">
                <a16:creationId xmlns:a16="http://schemas.microsoft.com/office/drawing/2014/main" id="{AC4AADB7-A586-EFDF-088D-CDF791ABC37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7396" name="Text Box 2">
            <a:extLst>
              <a:ext uri="{FF2B5EF4-FFF2-40B4-BE49-F238E27FC236}">
                <a16:creationId xmlns:a16="http://schemas.microsoft.com/office/drawing/2014/main" id="{ECA54665-6381-717E-E006-5E873F545A5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7397" name="Text Box 3">
            <a:extLst>
              <a:ext uri="{FF2B5EF4-FFF2-40B4-BE49-F238E27FC236}">
                <a16:creationId xmlns:a16="http://schemas.microsoft.com/office/drawing/2014/main" id="{97B9B331-81A3-8C8A-AB87-60294BA3C94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42D1F47-0AA2-49B7-B255-DAB0C020479E}" type="slidenum">
              <a:rPr lang="en-US" altLang="en-US" sz="1200">
                <a:solidFill>
                  <a:srgbClr val="000000"/>
                </a:solidFill>
                <a:latin typeface="Arial" panose="020B0604020202020204" pitchFamily="34" charset="0"/>
              </a:rPr>
              <a:pPr algn="r" eaLnBrk="1" hangingPunct="1">
                <a:buClrTx/>
                <a:buFontTx/>
                <a:buNone/>
              </a:pPr>
              <a:t>91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9443" name="Rectangle 1">
            <a:extLst>
              <a:ext uri="{FF2B5EF4-FFF2-40B4-BE49-F238E27FC236}">
                <a16:creationId xmlns:a16="http://schemas.microsoft.com/office/drawing/2014/main" id="{78145175-0E64-6129-8744-DEF275E2A38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9444" name="Text Box 2">
            <a:extLst>
              <a:ext uri="{FF2B5EF4-FFF2-40B4-BE49-F238E27FC236}">
                <a16:creationId xmlns:a16="http://schemas.microsoft.com/office/drawing/2014/main" id="{1A0F7DD9-29E2-AA0B-5E62-FA73E9DA9AB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9445" name="Text Box 3">
            <a:extLst>
              <a:ext uri="{FF2B5EF4-FFF2-40B4-BE49-F238E27FC236}">
                <a16:creationId xmlns:a16="http://schemas.microsoft.com/office/drawing/2014/main" id="{7779E7FE-5037-9F86-5FAF-EDB419502EA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86D05B1-54E3-41B7-AE6D-B02375DAAB5D}" type="slidenum">
              <a:rPr lang="en-US" altLang="en-US" sz="1200">
                <a:solidFill>
                  <a:srgbClr val="000000"/>
                </a:solidFill>
                <a:latin typeface="Arial" panose="020B0604020202020204" pitchFamily="34" charset="0"/>
              </a:rPr>
              <a:pPr algn="r" eaLnBrk="1" hangingPunct="1">
                <a:buClrTx/>
                <a:buFontTx/>
                <a:buNone/>
              </a:pPr>
              <a:t>92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1491" name="Rectangle 1">
            <a:extLst>
              <a:ext uri="{FF2B5EF4-FFF2-40B4-BE49-F238E27FC236}">
                <a16:creationId xmlns:a16="http://schemas.microsoft.com/office/drawing/2014/main" id="{E19CD379-80F2-9002-771A-D18990EBF0C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1492" name="Text Box 2">
            <a:extLst>
              <a:ext uri="{FF2B5EF4-FFF2-40B4-BE49-F238E27FC236}">
                <a16:creationId xmlns:a16="http://schemas.microsoft.com/office/drawing/2014/main" id="{B7D06161-E963-BAFD-88F4-9D371676359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1493" name="Text Box 3">
            <a:extLst>
              <a:ext uri="{FF2B5EF4-FFF2-40B4-BE49-F238E27FC236}">
                <a16:creationId xmlns:a16="http://schemas.microsoft.com/office/drawing/2014/main" id="{B36E7773-7830-1281-8205-472513A46CC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9712918-C17C-460D-8281-E42944928444}" type="slidenum">
              <a:rPr lang="en-US" altLang="en-US" sz="1200">
                <a:solidFill>
                  <a:srgbClr val="000000"/>
                </a:solidFill>
                <a:latin typeface="Arial" panose="020B0604020202020204" pitchFamily="34" charset="0"/>
              </a:rPr>
              <a:pPr algn="r" eaLnBrk="1" hangingPunct="1">
                <a:buClrTx/>
                <a:buFontTx/>
                <a:buNone/>
              </a:pPr>
              <a:t>93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3539" name="Rectangle 1">
            <a:extLst>
              <a:ext uri="{FF2B5EF4-FFF2-40B4-BE49-F238E27FC236}">
                <a16:creationId xmlns:a16="http://schemas.microsoft.com/office/drawing/2014/main" id="{F534B116-D7D2-B949-1D70-B59C6364411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3540" name="Text Box 2">
            <a:extLst>
              <a:ext uri="{FF2B5EF4-FFF2-40B4-BE49-F238E27FC236}">
                <a16:creationId xmlns:a16="http://schemas.microsoft.com/office/drawing/2014/main" id="{D3ED6918-8F50-25CC-7469-8B879077D87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3541" name="Text Box 3">
            <a:extLst>
              <a:ext uri="{FF2B5EF4-FFF2-40B4-BE49-F238E27FC236}">
                <a16:creationId xmlns:a16="http://schemas.microsoft.com/office/drawing/2014/main" id="{3FC7C257-728A-1F8D-58E7-23021E94291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FF12394-6FE5-411C-82DB-1A5CB8138D8A}" type="slidenum">
              <a:rPr lang="en-US" altLang="en-US" sz="1200">
                <a:solidFill>
                  <a:srgbClr val="000000"/>
                </a:solidFill>
                <a:latin typeface="Arial" panose="020B0604020202020204" pitchFamily="34" charset="0"/>
              </a:rPr>
              <a:pPr algn="r" eaLnBrk="1" hangingPunct="1">
                <a:buClrTx/>
                <a:buFontTx/>
                <a:buNone/>
              </a:pPr>
              <a:t>94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5587" name="Rectangle 1">
            <a:extLst>
              <a:ext uri="{FF2B5EF4-FFF2-40B4-BE49-F238E27FC236}">
                <a16:creationId xmlns:a16="http://schemas.microsoft.com/office/drawing/2014/main" id="{58C0D377-4AFE-F1EC-1B2F-C1105961DA7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5588" name="Text Box 2">
            <a:extLst>
              <a:ext uri="{FF2B5EF4-FFF2-40B4-BE49-F238E27FC236}">
                <a16:creationId xmlns:a16="http://schemas.microsoft.com/office/drawing/2014/main" id="{8303A14E-365F-F9C0-AFF8-ACFA9F4372F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5589" name="Text Box 3">
            <a:extLst>
              <a:ext uri="{FF2B5EF4-FFF2-40B4-BE49-F238E27FC236}">
                <a16:creationId xmlns:a16="http://schemas.microsoft.com/office/drawing/2014/main" id="{0F41D007-1E5A-C518-99FA-46F920FAF7E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624F60C-BB38-4306-964A-B19E74F26831}" type="slidenum">
              <a:rPr lang="en-US" altLang="en-US" sz="1200">
                <a:solidFill>
                  <a:srgbClr val="000000"/>
                </a:solidFill>
                <a:latin typeface="Arial" panose="020B0604020202020204" pitchFamily="34" charset="0"/>
              </a:rPr>
              <a:pPr algn="r" eaLnBrk="1" hangingPunct="1">
                <a:buClrTx/>
                <a:buFontTx/>
                <a:buNone/>
              </a:pPr>
              <a:t>97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7635" name="Rectangle 1">
            <a:extLst>
              <a:ext uri="{FF2B5EF4-FFF2-40B4-BE49-F238E27FC236}">
                <a16:creationId xmlns:a16="http://schemas.microsoft.com/office/drawing/2014/main" id="{6107CE40-1953-C8A0-8C9D-8A49C49DAB7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7636" name="Text Box 2">
            <a:extLst>
              <a:ext uri="{FF2B5EF4-FFF2-40B4-BE49-F238E27FC236}">
                <a16:creationId xmlns:a16="http://schemas.microsoft.com/office/drawing/2014/main" id="{12E546AD-AD7D-0592-BA4B-F2E686CBDF7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7637" name="Text Box 3">
            <a:extLst>
              <a:ext uri="{FF2B5EF4-FFF2-40B4-BE49-F238E27FC236}">
                <a16:creationId xmlns:a16="http://schemas.microsoft.com/office/drawing/2014/main" id="{87EBA810-0C14-7670-E1C4-26DA09D0BEB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47CE283-681A-491A-AE70-67382304EF02}" type="slidenum">
              <a:rPr lang="en-US" altLang="en-US" sz="1200">
                <a:solidFill>
                  <a:srgbClr val="000000"/>
                </a:solidFill>
                <a:latin typeface="Arial" panose="020B0604020202020204" pitchFamily="34" charset="0"/>
              </a:rPr>
              <a:pPr algn="r" eaLnBrk="1" hangingPunct="1">
                <a:buClrTx/>
                <a:buFontTx/>
                <a:buNone/>
              </a:pPr>
              <a:t>98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1731" name="Rectangle 1">
            <a:extLst>
              <a:ext uri="{FF2B5EF4-FFF2-40B4-BE49-F238E27FC236}">
                <a16:creationId xmlns:a16="http://schemas.microsoft.com/office/drawing/2014/main" id="{C15DEEA9-35E4-D544-7ABB-7A7F676E0E4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01732" name="Text Box 2">
            <a:extLst>
              <a:ext uri="{FF2B5EF4-FFF2-40B4-BE49-F238E27FC236}">
                <a16:creationId xmlns:a16="http://schemas.microsoft.com/office/drawing/2014/main" id="{BF139E36-E2EE-2291-A7EC-2073480EE4C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1733" name="Text Box 3">
            <a:extLst>
              <a:ext uri="{FF2B5EF4-FFF2-40B4-BE49-F238E27FC236}">
                <a16:creationId xmlns:a16="http://schemas.microsoft.com/office/drawing/2014/main" id="{FAFD7628-212F-090B-7DDF-EC18E45AAA0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EBAC0E8-96E3-4E04-8950-8AA9E79370D6}" type="slidenum">
              <a:rPr lang="en-US" altLang="en-US" sz="1200">
                <a:solidFill>
                  <a:srgbClr val="000000"/>
                </a:solidFill>
                <a:latin typeface="Arial" panose="020B0604020202020204" pitchFamily="34" charset="0"/>
              </a:rPr>
              <a:pPr algn="r" eaLnBrk="1" hangingPunct="1">
                <a:buClrTx/>
                <a:buFontTx/>
                <a:buNone/>
              </a:pPr>
              <a:t>99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7635" name="Rectangle 1">
            <a:extLst>
              <a:ext uri="{FF2B5EF4-FFF2-40B4-BE49-F238E27FC236}">
                <a16:creationId xmlns:a16="http://schemas.microsoft.com/office/drawing/2014/main" id="{6107CE40-1953-C8A0-8C9D-8A49C49DAB7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7636" name="Text Box 2">
            <a:extLst>
              <a:ext uri="{FF2B5EF4-FFF2-40B4-BE49-F238E27FC236}">
                <a16:creationId xmlns:a16="http://schemas.microsoft.com/office/drawing/2014/main" id="{12E546AD-AD7D-0592-BA4B-F2E686CBDF7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97637" name="Text Box 3">
            <a:extLst>
              <a:ext uri="{FF2B5EF4-FFF2-40B4-BE49-F238E27FC236}">
                <a16:creationId xmlns:a16="http://schemas.microsoft.com/office/drawing/2014/main" id="{87EBA810-0C14-7670-E1C4-26DA09D0BEB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47CE283-681A-491A-AE70-67382304EF02}" type="slidenum">
              <a:rPr lang="en-US" altLang="en-US" sz="1200">
                <a:solidFill>
                  <a:srgbClr val="000000"/>
                </a:solidFill>
                <a:latin typeface="Arial" panose="020B0604020202020204" pitchFamily="34" charset="0"/>
              </a:rPr>
              <a:pPr algn="r" eaLnBrk="1" hangingPunct="1">
                <a:buClrTx/>
                <a:buFontTx/>
                <a:buNone/>
              </a:pPr>
              <a:t>100</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256976230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3779" name="Rectangle 1">
            <a:extLst>
              <a:ext uri="{FF2B5EF4-FFF2-40B4-BE49-F238E27FC236}">
                <a16:creationId xmlns:a16="http://schemas.microsoft.com/office/drawing/2014/main" id="{A2FECFBD-3C1D-7293-8BE4-48B462CE41C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03780" name="Text Box 2">
            <a:extLst>
              <a:ext uri="{FF2B5EF4-FFF2-40B4-BE49-F238E27FC236}">
                <a16:creationId xmlns:a16="http://schemas.microsoft.com/office/drawing/2014/main" id="{DBCAB09C-DE13-B60A-68EE-C52A546CAE0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3781" name="Text Box 3">
            <a:extLst>
              <a:ext uri="{FF2B5EF4-FFF2-40B4-BE49-F238E27FC236}">
                <a16:creationId xmlns:a16="http://schemas.microsoft.com/office/drawing/2014/main" id="{04039F9C-1CB7-D66C-31E9-C1AAA07B5D6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3693059-2AF1-4226-8C11-E29DBF985A35}" type="slidenum">
              <a:rPr lang="en-US" altLang="en-US" sz="1200">
                <a:solidFill>
                  <a:srgbClr val="000000"/>
                </a:solidFill>
                <a:latin typeface="Arial" panose="020B0604020202020204" pitchFamily="34" charset="0"/>
              </a:rPr>
              <a:pPr algn="r" eaLnBrk="1" hangingPunct="1">
                <a:buClrTx/>
                <a:buFontTx/>
                <a:buNone/>
              </a:pPr>
              <a:t>101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5827" name="Rectangle 1">
            <a:extLst>
              <a:ext uri="{FF2B5EF4-FFF2-40B4-BE49-F238E27FC236}">
                <a16:creationId xmlns:a16="http://schemas.microsoft.com/office/drawing/2014/main" id="{01BE69F2-E7F7-329E-CA2E-D527D481ECD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05828" name="Text Box 2">
            <a:extLst>
              <a:ext uri="{FF2B5EF4-FFF2-40B4-BE49-F238E27FC236}">
                <a16:creationId xmlns:a16="http://schemas.microsoft.com/office/drawing/2014/main" id="{EF6E3186-FD4F-7613-6562-84A29EFCF85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5829" name="Text Box 3">
            <a:extLst>
              <a:ext uri="{FF2B5EF4-FFF2-40B4-BE49-F238E27FC236}">
                <a16:creationId xmlns:a16="http://schemas.microsoft.com/office/drawing/2014/main" id="{330FD7C1-ED79-A5DB-B665-E1AAF48CE5B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7443285-F386-45FB-B906-8CA50A8C3219}" type="slidenum">
              <a:rPr lang="en-US" altLang="en-US" sz="1200">
                <a:solidFill>
                  <a:srgbClr val="000000"/>
                </a:solidFill>
                <a:latin typeface="Arial" panose="020B0604020202020204" pitchFamily="34" charset="0"/>
              </a:rPr>
              <a:pPr algn="r" eaLnBrk="1" hangingPunct="1">
                <a:buClrTx/>
                <a:buFontTx/>
                <a:buNone/>
              </a:pPr>
              <a:t>102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0163" name="Rectangle 1">
            <a:extLst>
              <a:ext uri="{FF2B5EF4-FFF2-40B4-BE49-F238E27FC236}">
                <a16:creationId xmlns:a16="http://schemas.microsoft.com/office/drawing/2014/main" id="{B680D914-4560-34B1-3C7F-52C9F6D0AD0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20164" name="Text Box 2">
            <a:extLst>
              <a:ext uri="{FF2B5EF4-FFF2-40B4-BE49-F238E27FC236}">
                <a16:creationId xmlns:a16="http://schemas.microsoft.com/office/drawing/2014/main" id="{29411B47-9803-36ED-FD9A-11EEA58FF9C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0165" name="Text Box 3">
            <a:extLst>
              <a:ext uri="{FF2B5EF4-FFF2-40B4-BE49-F238E27FC236}">
                <a16:creationId xmlns:a16="http://schemas.microsoft.com/office/drawing/2014/main" id="{9DEE5DA0-26B2-45C6-876F-5BAAECCA72B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EC9DF7E-E450-4119-9603-09A0A4DCE792}" type="slidenum">
              <a:rPr lang="en-US" altLang="en-US" sz="1200">
                <a:solidFill>
                  <a:srgbClr val="000000"/>
                </a:solidFill>
                <a:latin typeface="Arial" panose="020B0604020202020204" pitchFamily="34" charset="0"/>
              </a:rPr>
              <a:pPr algn="r" eaLnBrk="1" hangingPunct="1">
                <a:buClrTx/>
                <a:buFontTx/>
                <a:buNone/>
              </a:pPr>
              <a:t>103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2211" name="Rectangle 1">
            <a:extLst>
              <a:ext uri="{FF2B5EF4-FFF2-40B4-BE49-F238E27FC236}">
                <a16:creationId xmlns:a16="http://schemas.microsoft.com/office/drawing/2014/main" id="{81E13C82-21E0-0C8D-F16B-0B1E0F683EE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22212" name="Text Box 2">
            <a:extLst>
              <a:ext uri="{FF2B5EF4-FFF2-40B4-BE49-F238E27FC236}">
                <a16:creationId xmlns:a16="http://schemas.microsoft.com/office/drawing/2014/main" id="{97C01943-2DDE-1ABC-6B30-0333C9CCD3B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2213" name="Text Box 3">
            <a:extLst>
              <a:ext uri="{FF2B5EF4-FFF2-40B4-BE49-F238E27FC236}">
                <a16:creationId xmlns:a16="http://schemas.microsoft.com/office/drawing/2014/main" id="{FCA52F69-CE51-2EBE-BB30-2CD75B9A551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29BEF31-6E61-4AC2-920E-7DEEF7DA6EF6}" type="slidenum">
              <a:rPr lang="en-US" altLang="en-US" sz="1200">
                <a:solidFill>
                  <a:srgbClr val="000000"/>
                </a:solidFill>
                <a:latin typeface="Arial" panose="020B0604020202020204" pitchFamily="34" charset="0"/>
              </a:rPr>
              <a:pPr algn="r" eaLnBrk="1" hangingPunct="1">
                <a:buClrTx/>
                <a:buFontTx/>
                <a:buNone/>
              </a:pPr>
              <a:t>104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4259" name="Rectangle 1">
            <a:extLst>
              <a:ext uri="{FF2B5EF4-FFF2-40B4-BE49-F238E27FC236}">
                <a16:creationId xmlns:a16="http://schemas.microsoft.com/office/drawing/2014/main" id="{12C42599-B2CA-394E-C800-9BCA00A13FC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24260" name="Text Box 2">
            <a:extLst>
              <a:ext uri="{FF2B5EF4-FFF2-40B4-BE49-F238E27FC236}">
                <a16:creationId xmlns:a16="http://schemas.microsoft.com/office/drawing/2014/main" id="{2FDDE87A-B10D-4052-B441-23700BE6CB1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4261" name="Text Box 3">
            <a:extLst>
              <a:ext uri="{FF2B5EF4-FFF2-40B4-BE49-F238E27FC236}">
                <a16:creationId xmlns:a16="http://schemas.microsoft.com/office/drawing/2014/main" id="{16452694-8ECC-ED1B-95F2-68D215DD6C0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06D856F-D8AC-412B-91FD-8FDC090912DF}" type="slidenum">
              <a:rPr lang="en-US" altLang="en-US" sz="1200">
                <a:solidFill>
                  <a:srgbClr val="000000"/>
                </a:solidFill>
                <a:latin typeface="Arial" panose="020B0604020202020204" pitchFamily="34" charset="0"/>
              </a:rPr>
              <a:pPr algn="r" eaLnBrk="1" hangingPunct="1">
                <a:buClrTx/>
                <a:buFontTx/>
                <a:buNone/>
              </a:pPr>
              <a:t>105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6307" name="Rectangle 1">
            <a:extLst>
              <a:ext uri="{FF2B5EF4-FFF2-40B4-BE49-F238E27FC236}">
                <a16:creationId xmlns:a16="http://schemas.microsoft.com/office/drawing/2014/main" id="{A7AD8F40-85A0-FDAA-4AC3-D5B4F8BFD11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26308" name="Text Box 2">
            <a:extLst>
              <a:ext uri="{FF2B5EF4-FFF2-40B4-BE49-F238E27FC236}">
                <a16:creationId xmlns:a16="http://schemas.microsoft.com/office/drawing/2014/main" id="{5F5633E2-8AB2-4623-EC93-022B608DF05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6309" name="Text Box 3">
            <a:extLst>
              <a:ext uri="{FF2B5EF4-FFF2-40B4-BE49-F238E27FC236}">
                <a16:creationId xmlns:a16="http://schemas.microsoft.com/office/drawing/2014/main" id="{196D6E25-EF67-B95E-17FD-64E938DA97A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8F58CF9-F26C-4AAB-9058-5627F62D4A3D}" type="slidenum">
              <a:rPr lang="en-US" altLang="en-US" sz="1200">
                <a:solidFill>
                  <a:srgbClr val="000000"/>
                </a:solidFill>
                <a:latin typeface="Arial" panose="020B0604020202020204" pitchFamily="34" charset="0"/>
              </a:rPr>
              <a:pPr algn="r" eaLnBrk="1" hangingPunct="1">
                <a:buClrTx/>
                <a:buFontTx/>
                <a:buNone/>
              </a:pPr>
              <a:t>106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2691" name="Rectangle 1">
            <a:extLst>
              <a:ext uri="{FF2B5EF4-FFF2-40B4-BE49-F238E27FC236}">
                <a16:creationId xmlns:a16="http://schemas.microsoft.com/office/drawing/2014/main" id="{8D93F595-84BF-1FCF-F67F-A51E800F56E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42692" name="Text Box 2">
            <a:extLst>
              <a:ext uri="{FF2B5EF4-FFF2-40B4-BE49-F238E27FC236}">
                <a16:creationId xmlns:a16="http://schemas.microsoft.com/office/drawing/2014/main" id="{380C0B28-C21C-1D31-25AE-D3573FE959A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2693" name="Text Box 3">
            <a:extLst>
              <a:ext uri="{FF2B5EF4-FFF2-40B4-BE49-F238E27FC236}">
                <a16:creationId xmlns:a16="http://schemas.microsoft.com/office/drawing/2014/main" id="{47687D94-3551-35C4-D261-B9E151B4D64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65C3CCD-7FC3-4733-95D9-49CA42D5E77B}" type="slidenum">
              <a:rPr lang="en-US" altLang="en-US" sz="1200">
                <a:solidFill>
                  <a:srgbClr val="000000"/>
                </a:solidFill>
                <a:latin typeface="Arial" panose="020B0604020202020204" pitchFamily="34" charset="0"/>
              </a:rPr>
              <a:pPr algn="r" eaLnBrk="1" hangingPunct="1">
                <a:buClrTx/>
                <a:buFontTx/>
                <a:buNone/>
              </a:pPr>
              <a:t>130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4739" name="Rectangle 1">
            <a:extLst>
              <a:ext uri="{FF2B5EF4-FFF2-40B4-BE49-F238E27FC236}">
                <a16:creationId xmlns:a16="http://schemas.microsoft.com/office/drawing/2014/main" id="{95B2215E-AA4E-7268-BF6B-D75658CBB8B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44740" name="Text Box 2">
            <a:extLst>
              <a:ext uri="{FF2B5EF4-FFF2-40B4-BE49-F238E27FC236}">
                <a16:creationId xmlns:a16="http://schemas.microsoft.com/office/drawing/2014/main" id="{9A6918F0-16E0-1358-5A4C-E9AB56ABA30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4741" name="Text Box 3">
            <a:extLst>
              <a:ext uri="{FF2B5EF4-FFF2-40B4-BE49-F238E27FC236}">
                <a16:creationId xmlns:a16="http://schemas.microsoft.com/office/drawing/2014/main" id="{E0CA8CB0-C5B4-02DC-141E-EEB21D0E653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20F786F-4126-442D-98EC-10E3DFBB1525}" type="slidenum">
              <a:rPr lang="en-US" altLang="en-US" sz="1200">
                <a:solidFill>
                  <a:srgbClr val="000000"/>
                </a:solidFill>
                <a:latin typeface="Arial" panose="020B0604020202020204" pitchFamily="34" charset="0"/>
              </a:rPr>
              <a:pPr algn="r" eaLnBrk="1" hangingPunct="1">
                <a:buClrTx/>
                <a:buFontTx/>
                <a:buNone/>
              </a:pPr>
              <a:t>131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6787" name="Rectangle 1">
            <a:extLst>
              <a:ext uri="{FF2B5EF4-FFF2-40B4-BE49-F238E27FC236}">
                <a16:creationId xmlns:a16="http://schemas.microsoft.com/office/drawing/2014/main" id="{8A6C0B24-1BD1-3E20-4B9E-D29B0716F82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46788" name="Text Box 2">
            <a:extLst>
              <a:ext uri="{FF2B5EF4-FFF2-40B4-BE49-F238E27FC236}">
                <a16:creationId xmlns:a16="http://schemas.microsoft.com/office/drawing/2014/main" id="{8F2C109C-DC20-EDA1-D7D5-4F4FFB2B10C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6789" name="Text Box 3">
            <a:extLst>
              <a:ext uri="{FF2B5EF4-FFF2-40B4-BE49-F238E27FC236}">
                <a16:creationId xmlns:a16="http://schemas.microsoft.com/office/drawing/2014/main" id="{CD3758D9-4EC3-0D7C-71D7-3E26A2FBD37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1298381-DD4D-4CEB-9F2C-3CAC9C55C43A}" type="slidenum">
              <a:rPr lang="en-US" altLang="en-US" sz="1200">
                <a:solidFill>
                  <a:srgbClr val="000000"/>
                </a:solidFill>
                <a:latin typeface="Arial" panose="020B0604020202020204" pitchFamily="34" charset="0"/>
              </a:rPr>
              <a:pPr algn="r" eaLnBrk="1" hangingPunct="1">
                <a:buClrTx/>
                <a:buFontTx/>
                <a:buNone/>
              </a:pPr>
              <a:t>132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8835" name="Rectangle 1">
            <a:extLst>
              <a:ext uri="{FF2B5EF4-FFF2-40B4-BE49-F238E27FC236}">
                <a16:creationId xmlns:a16="http://schemas.microsoft.com/office/drawing/2014/main" id="{9FCE4D0B-CCDA-FE9E-25DA-9A5564E5B33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48836" name="Text Box 2">
            <a:extLst>
              <a:ext uri="{FF2B5EF4-FFF2-40B4-BE49-F238E27FC236}">
                <a16:creationId xmlns:a16="http://schemas.microsoft.com/office/drawing/2014/main" id="{D4EC3B4A-A69F-DC60-5E7A-A8C13B9F32D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8837" name="Text Box 3">
            <a:extLst>
              <a:ext uri="{FF2B5EF4-FFF2-40B4-BE49-F238E27FC236}">
                <a16:creationId xmlns:a16="http://schemas.microsoft.com/office/drawing/2014/main" id="{B012018B-1403-D7FF-493A-16E1AB7A909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236785D-2130-4799-BFCF-BB3C5015FAC8}" type="slidenum">
              <a:rPr lang="en-US" altLang="en-US" sz="1200">
                <a:solidFill>
                  <a:srgbClr val="000000"/>
                </a:solidFill>
                <a:latin typeface="Arial" panose="020B0604020202020204" pitchFamily="34" charset="0"/>
              </a:rPr>
              <a:pPr algn="r" eaLnBrk="1" hangingPunct="1">
                <a:buClrTx/>
                <a:buFontTx/>
                <a:buNone/>
              </a:pPr>
              <a:t>133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0883" name="Rectangle 1">
            <a:extLst>
              <a:ext uri="{FF2B5EF4-FFF2-40B4-BE49-F238E27FC236}">
                <a16:creationId xmlns:a16="http://schemas.microsoft.com/office/drawing/2014/main" id="{82EB1918-C10C-278A-809B-1FD1A8D9B56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0884" name="Text Box 2">
            <a:extLst>
              <a:ext uri="{FF2B5EF4-FFF2-40B4-BE49-F238E27FC236}">
                <a16:creationId xmlns:a16="http://schemas.microsoft.com/office/drawing/2014/main" id="{DACF4207-02B4-4C1C-2325-063340A7935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0885" name="Text Box 3">
            <a:extLst>
              <a:ext uri="{FF2B5EF4-FFF2-40B4-BE49-F238E27FC236}">
                <a16:creationId xmlns:a16="http://schemas.microsoft.com/office/drawing/2014/main" id="{63973AFE-6335-9E22-E92D-559523C2B43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023D34C-6E97-4A60-870D-407E58620E08}" type="slidenum">
              <a:rPr lang="en-US" altLang="en-US" sz="1200">
                <a:solidFill>
                  <a:srgbClr val="000000"/>
                </a:solidFill>
                <a:latin typeface="Arial" panose="020B0604020202020204" pitchFamily="34" charset="0"/>
              </a:rPr>
              <a:pPr algn="r" eaLnBrk="1" hangingPunct="1">
                <a:buClrTx/>
                <a:buFontTx/>
                <a:buNone/>
              </a:pPr>
              <a:t>134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2931" name="Rectangle 1">
            <a:extLst>
              <a:ext uri="{FF2B5EF4-FFF2-40B4-BE49-F238E27FC236}">
                <a16:creationId xmlns:a16="http://schemas.microsoft.com/office/drawing/2014/main" id="{DDC7D153-B1D4-0053-E57D-BF0FC9DBAA7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2932" name="Text Box 2">
            <a:extLst>
              <a:ext uri="{FF2B5EF4-FFF2-40B4-BE49-F238E27FC236}">
                <a16:creationId xmlns:a16="http://schemas.microsoft.com/office/drawing/2014/main" id="{2D42E924-FDC1-8401-3434-AC0F3AC1C3E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2933" name="Text Box 3">
            <a:extLst>
              <a:ext uri="{FF2B5EF4-FFF2-40B4-BE49-F238E27FC236}">
                <a16:creationId xmlns:a16="http://schemas.microsoft.com/office/drawing/2014/main" id="{54C57916-B2CD-A477-EF38-0286559A083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A99D99C-6DBB-4B18-A7A8-DCA0549E2726}" type="slidenum">
              <a:rPr lang="en-US" altLang="en-US" sz="1200">
                <a:solidFill>
                  <a:srgbClr val="000000"/>
                </a:solidFill>
                <a:latin typeface="Arial" panose="020B0604020202020204" pitchFamily="34" charset="0"/>
              </a:rPr>
              <a:pPr algn="r" eaLnBrk="1" hangingPunct="1">
                <a:buClrTx/>
                <a:buFontTx/>
                <a:buNone/>
              </a:pPr>
              <a:t>135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4979" name="Rectangle 1">
            <a:extLst>
              <a:ext uri="{FF2B5EF4-FFF2-40B4-BE49-F238E27FC236}">
                <a16:creationId xmlns:a16="http://schemas.microsoft.com/office/drawing/2014/main" id="{3F132185-768E-2A1A-8EC2-9E9FDD60056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4980" name="Text Box 2">
            <a:extLst>
              <a:ext uri="{FF2B5EF4-FFF2-40B4-BE49-F238E27FC236}">
                <a16:creationId xmlns:a16="http://schemas.microsoft.com/office/drawing/2014/main" id="{04D2A557-4417-5E8D-22B3-61122988D86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4981" name="Text Box 3">
            <a:extLst>
              <a:ext uri="{FF2B5EF4-FFF2-40B4-BE49-F238E27FC236}">
                <a16:creationId xmlns:a16="http://schemas.microsoft.com/office/drawing/2014/main" id="{8E9EACBA-CFA1-C48C-A2CE-8023C4433FF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7693EE9-DAAA-4C7B-A87F-6C5D4E7E5A1F}" type="slidenum">
              <a:rPr lang="en-US" altLang="en-US" sz="1200">
                <a:solidFill>
                  <a:srgbClr val="000000"/>
                </a:solidFill>
                <a:latin typeface="Arial" panose="020B0604020202020204" pitchFamily="34" charset="0"/>
              </a:rPr>
              <a:pPr algn="r" eaLnBrk="1" hangingPunct="1">
                <a:buClrTx/>
                <a:buFontTx/>
                <a:buNone/>
              </a:pPr>
              <a:t>136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7027" name="Rectangle 1">
            <a:extLst>
              <a:ext uri="{FF2B5EF4-FFF2-40B4-BE49-F238E27FC236}">
                <a16:creationId xmlns:a16="http://schemas.microsoft.com/office/drawing/2014/main" id="{BD8C8C6B-C417-5D3C-ABEB-3286EC9C535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7028" name="Text Box 2">
            <a:extLst>
              <a:ext uri="{FF2B5EF4-FFF2-40B4-BE49-F238E27FC236}">
                <a16:creationId xmlns:a16="http://schemas.microsoft.com/office/drawing/2014/main" id="{CB7CA041-3BD4-14FB-04C4-FF59E4B8176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7029" name="Text Box 3">
            <a:extLst>
              <a:ext uri="{FF2B5EF4-FFF2-40B4-BE49-F238E27FC236}">
                <a16:creationId xmlns:a16="http://schemas.microsoft.com/office/drawing/2014/main" id="{5823AC8A-0E7D-84D9-A14D-0604F8B79CB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E85582B-6730-4FA8-AA88-D821F607C54A}" type="slidenum">
              <a:rPr lang="en-US" altLang="en-US" sz="1200">
                <a:solidFill>
                  <a:srgbClr val="000000"/>
                </a:solidFill>
                <a:latin typeface="Arial" panose="020B0604020202020204" pitchFamily="34" charset="0"/>
              </a:rPr>
              <a:pPr algn="r" eaLnBrk="1" hangingPunct="1">
                <a:buClrTx/>
                <a:buFontTx/>
                <a:buNone/>
              </a:pPr>
              <a:t>137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9075" name="Rectangle 1">
            <a:extLst>
              <a:ext uri="{FF2B5EF4-FFF2-40B4-BE49-F238E27FC236}">
                <a16:creationId xmlns:a16="http://schemas.microsoft.com/office/drawing/2014/main" id="{22E65320-57A9-8F2F-4C34-4E357069769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59076" name="Text Box 2">
            <a:extLst>
              <a:ext uri="{FF2B5EF4-FFF2-40B4-BE49-F238E27FC236}">
                <a16:creationId xmlns:a16="http://schemas.microsoft.com/office/drawing/2014/main" id="{8AA148D0-2330-A719-E228-DE35E87E7F4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59077" name="Text Box 3">
            <a:extLst>
              <a:ext uri="{FF2B5EF4-FFF2-40B4-BE49-F238E27FC236}">
                <a16:creationId xmlns:a16="http://schemas.microsoft.com/office/drawing/2014/main" id="{18A74B16-A611-59FD-62F0-99EA72E0B80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A3E548F-97AE-4557-8ADB-3A14E4CD7443}" type="slidenum">
              <a:rPr lang="en-US" altLang="en-US" sz="1200">
                <a:solidFill>
                  <a:srgbClr val="000000"/>
                </a:solidFill>
                <a:latin typeface="Arial" panose="020B0604020202020204" pitchFamily="34" charset="0"/>
              </a:rPr>
              <a:pPr algn="r" eaLnBrk="1" hangingPunct="1">
                <a:buClrTx/>
                <a:buFontTx/>
                <a:buNone/>
              </a:pPr>
              <a:t>138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3171" name="Rectangle 1">
            <a:extLst>
              <a:ext uri="{FF2B5EF4-FFF2-40B4-BE49-F238E27FC236}">
                <a16:creationId xmlns:a16="http://schemas.microsoft.com/office/drawing/2014/main" id="{ED6D4E30-826F-DD6D-48AC-08907FFCF12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63172" name="Text Box 2">
            <a:extLst>
              <a:ext uri="{FF2B5EF4-FFF2-40B4-BE49-F238E27FC236}">
                <a16:creationId xmlns:a16="http://schemas.microsoft.com/office/drawing/2014/main" id="{54DC09C0-BF49-DCB5-52A2-C2C2834A2ED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3173" name="Text Box 3">
            <a:extLst>
              <a:ext uri="{FF2B5EF4-FFF2-40B4-BE49-F238E27FC236}">
                <a16:creationId xmlns:a16="http://schemas.microsoft.com/office/drawing/2014/main" id="{D026812A-7AE2-8006-EE6C-C916990FB95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2EDC420-15FE-42A3-9A50-253BC046D5BD}" type="slidenum">
              <a:rPr lang="en-US" altLang="en-US" sz="1200">
                <a:solidFill>
                  <a:srgbClr val="000000"/>
                </a:solidFill>
                <a:latin typeface="Arial" panose="020B0604020202020204" pitchFamily="34" charset="0"/>
              </a:rPr>
              <a:pPr algn="r" eaLnBrk="1" hangingPunct="1">
                <a:buClrTx/>
                <a:buFontTx/>
                <a:buNone/>
              </a:pPr>
              <a:t>167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5219" name="Rectangle 1">
            <a:extLst>
              <a:ext uri="{FF2B5EF4-FFF2-40B4-BE49-F238E27FC236}">
                <a16:creationId xmlns:a16="http://schemas.microsoft.com/office/drawing/2014/main" id="{2EBDD8C0-81AB-EBAA-1E15-CF50FCC9F5B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65220" name="Text Box 2">
            <a:extLst>
              <a:ext uri="{FF2B5EF4-FFF2-40B4-BE49-F238E27FC236}">
                <a16:creationId xmlns:a16="http://schemas.microsoft.com/office/drawing/2014/main" id="{FD5E1F7C-4997-6D0F-48C7-DCF16A25691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5221" name="Text Box 3">
            <a:extLst>
              <a:ext uri="{FF2B5EF4-FFF2-40B4-BE49-F238E27FC236}">
                <a16:creationId xmlns:a16="http://schemas.microsoft.com/office/drawing/2014/main" id="{C957DD43-5502-E621-E3B3-D44EADB21AF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736A9CE-BCA0-41F3-A6C9-F66E96AB4920}" type="slidenum">
              <a:rPr lang="en-US" altLang="en-US" sz="1200">
                <a:solidFill>
                  <a:srgbClr val="000000"/>
                </a:solidFill>
                <a:latin typeface="Arial" panose="020B0604020202020204" pitchFamily="34" charset="0"/>
              </a:rPr>
              <a:pPr algn="r" eaLnBrk="1" hangingPunct="1">
                <a:buClrTx/>
                <a:buFontTx/>
                <a:buNone/>
              </a:pPr>
              <a:t>168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7267" name="Rectangle 1">
            <a:extLst>
              <a:ext uri="{FF2B5EF4-FFF2-40B4-BE49-F238E27FC236}">
                <a16:creationId xmlns:a16="http://schemas.microsoft.com/office/drawing/2014/main" id="{BF2528A2-AC68-ADCC-19BB-35C50C4522F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67268" name="Text Box 2">
            <a:extLst>
              <a:ext uri="{FF2B5EF4-FFF2-40B4-BE49-F238E27FC236}">
                <a16:creationId xmlns:a16="http://schemas.microsoft.com/office/drawing/2014/main" id="{52822960-40D4-429F-84ED-270D1E6EEE0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7269" name="Text Box 3">
            <a:extLst>
              <a:ext uri="{FF2B5EF4-FFF2-40B4-BE49-F238E27FC236}">
                <a16:creationId xmlns:a16="http://schemas.microsoft.com/office/drawing/2014/main" id="{F8456583-63DE-CF06-F383-D5235E42ECA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EB01A8E-A6AD-4571-9179-D2B50589653E}" type="slidenum">
              <a:rPr lang="en-US" altLang="en-US" sz="1200">
                <a:solidFill>
                  <a:srgbClr val="000000"/>
                </a:solidFill>
                <a:latin typeface="Arial" panose="020B0604020202020204" pitchFamily="34" charset="0"/>
              </a:rPr>
              <a:pPr algn="r" eaLnBrk="1" hangingPunct="1">
                <a:buClrTx/>
                <a:buFontTx/>
                <a:buNone/>
              </a:pPr>
              <a:t>169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9315" name="Rectangle 1">
            <a:extLst>
              <a:ext uri="{FF2B5EF4-FFF2-40B4-BE49-F238E27FC236}">
                <a16:creationId xmlns:a16="http://schemas.microsoft.com/office/drawing/2014/main" id="{D0EA1064-DF50-6773-94CE-CFD53F9D0C1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69316" name="Text Box 2">
            <a:extLst>
              <a:ext uri="{FF2B5EF4-FFF2-40B4-BE49-F238E27FC236}">
                <a16:creationId xmlns:a16="http://schemas.microsoft.com/office/drawing/2014/main" id="{67FCE769-4B52-8F20-E49B-B7A9F4D89F1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9317" name="Text Box 3">
            <a:extLst>
              <a:ext uri="{FF2B5EF4-FFF2-40B4-BE49-F238E27FC236}">
                <a16:creationId xmlns:a16="http://schemas.microsoft.com/office/drawing/2014/main" id="{5DAC5D4D-A05D-B4CB-61D5-8154912F3D1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53062D3-24E9-40D4-9F25-FA5510944D7C}" type="slidenum">
              <a:rPr lang="en-US" altLang="en-US" sz="1200">
                <a:solidFill>
                  <a:srgbClr val="000000"/>
                </a:solidFill>
                <a:latin typeface="Arial" panose="020B0604020202020204" pitchFamily="34" charset="0"/>
              </a:rPr>
              <a:pPr algn="r" eaLnBrk="1" hangingPunct="1">
                <a:buClrTx/>
                <a:buFontTx/>
                <a:buNone/>
              </a:pPr>
              <a:t>170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1363" name="Rectangle 1">
            <a:extLst>
              <a:ext uri="{FF2B5EF4-FFF2-40B4-BE49-F238E27FC236}">
                <a16:creationId xmlns:a16="http://schemas.microsoft.com/office/drawing/2014/main" id="{296F583D-BFCB-0299-2237-63D3E788C7F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1364" name="Text Box 2">
            <a:extLst>
              <a:ext uri="{FF2B5EF4-FFF2-40B4-BE49-F238E27FC236}">
                <a16:creationId xmlns:a16="http://schemas.microsoft.com/office/drawing/2014/main" id="{47163B35-5C2E-008D-F7EE-032AB115929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1365" name="Text Box 3">
            <a:extLst>
              <a:ext uri="{FF2B5EF4-FFF2-40B4-BE49-F238E27FC236}">
                <a16:creationId xmlns:a16="http://schemas.microsoft.com/office/drawing/2014/main" id="{30165494-16E0-BF6D-672A-7383B26A65E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CEADC61-03F7-4293-8FBD-F78B757CCC9F}" type="slidenum">
              <a:rPr lang="en-US" altLang="en-US" sz="1200">
                <a:solidFill>
                  <a:srgbClr val="000000"/>
                </a:solidFill>
                <a:latin typeface="Arial" panose="020B0604020202020204" pitchFamily="34" charset="0"/>
              </a:rPr>
              <a:pPr algn="r" eaLnBrk="1" hangingPunct="1">
                <a:buClrTx/>
                <a:buFontTx/>
                <a:buNone/>
              </a:pPr>
              <a:t>171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3411" name="Rectangle 1">
            <a:extLst>
              <a:ext uri="{FF2B5EF4-FFF2-40B4-BE49-F238E27FC236}">
                <a16:creationId xmlns:a16="http://schemas.microsoft.com/office/drawing/2014/main" id="{2F99772B-4CF2-8199-40EF-FB4A53EB331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3412" name="Text Box 2">
            <a:extLst>
              <a:ext uri="{FF2B5EF4-FFF2-40B4-BE49-F238E27FC236}">
                <a16:creationId xmlns:a16="http://schemas.microsoft.com/office/drawing/2014/main" id="{F005D75C-B2D3-D6F1-181F-756FDDEF9E3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3413" name="Text Box 3">
            <a:extLst>
              <a:ext uri="{FF2B5EF4-FFF2-40B4-BE49-F238E27FC236}">
                <a16:creationId xmlns:a16="http://schemas.microsoft.com/office/drawing/2014/main" id="{B4FC992A-1BEE-4F74-975A-A9D36FF4D4C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A7F0C62-BB77-4CDB-8308-0D1D80AF584E}" type="slidenum">
              <a:rPr lang="en-US" altLang="en-US" sz="1200">
                <a:solidFill>
                  <a:srgbClr val="000000"/>
                </a:solidFill>
                <a:latin typeface="Arial" panose="020B0604020202020204" pitchFamily="34" charset="0"/>
              </a:rPr>
              <a:pPr algn="r" eaLnBrk="1" hangingPunct="1">
                <a:buClrTx/>
                <a:buFontTx/>
                <a:buNone/>
              </a:pPr>
              <a:t>172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5459" name="Rectangle 1">
            <a:extLst>
              <a:ext uri="{FF2B5EF4-FFF2-40B4-BE49-F238E27FC236}">
                <a16:creationId xmlns:a16="http://schemas.microsoft.com/office/drawing/2014/main" id="{9E1A2894-1310-0A3D-8BB6-DBB12EB4BEB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5460" name="Text Box 2">
            <a:extLst>
              <a:ext uri="{FF2B5EF4-FFF2-40B4-BE49-F238E27FC236}">
                <a16:creationId xmlns:a16="http://schemas.microsoft.com/office/drawing/2014/main" id="{DDF6915E-162C-44B1-01DD-89E30FBC3D1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5461" name="Text Box 3">
            <a:extLst>
              <a:ext uri="{FF2B5EF4-FFF2-40B4-BE49-F238E27FC236}">
                <a16:creationId xmlns:a16="http://schemas.microsoft.com/office/drawing/2014/main" id="{F84366A3-CC88-B49C-AD38-BF9981E3C7F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A8F5649-5C71-4452-9748-B11CEBAF3148}" type="slidenum">
              <a:rPr lang="en-US" altLang="en-US" sz="1200">
                <a:solidFill>
                  <a:srgbClr val="000000"/>
                </a:solidFill>
                <a:latin typeface="Arial" panose="020B0604020202020204" pitchFamily="34" charset="0"/>
              </a:rPr>
              <a:pPr algn="r" eaLnBrk="1" hangingPunct="1">
                <a:buClrTx/>
                <a:buFontTx/>
                <a:buNone/>
              </a:pPr>
              <a:t>173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7507" name="Rectangle 1">
            <a:extLst>
              <a:ext uri="{FF2B5EF4-FFF2-40B4-BE49-F238E27FC236}">
                <a16:creationId xmlns:a16="http://schemas.microsoft.com/office/drawing/2014/main" id="{72F57C5C-ED2E-B6B3-2306-2136C00B45A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7508" name="Rectangle 2">
            <a:extLst>
              <a:ext uri="{FF2B5EF4-FFF2-40B4-BE49-F238E27FC236}">
                <a16:creationId xmlns:a16="http://schemas.microsoft.com/office/drawing/2014/main" id="{5FC110E8-1714-F8BA-98B5-5002756352AD}"/>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9555" name="Rectangle 1">
            <a:extLst>
              <a:ext uri="{FF2B5EF4-FFF2-40B4-BE49-F238E27FC236}">
                <a16:creationId xmlns:a16="http://schemas.microsoft.com/office/drawing/2014/main" id="{331A42CF-FD4F-A96A-0D92-0717C4A98F3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79556" name="Text Box 2">
            <a:extLst>
              <a:ext uri="{FF2B5EF4-FFF2-40B4-BE49-F238E27FC236}">
                <a16:creationId xmlns:a16="http://schemas.microsoft.com/office/drawing/2014/main" id="{08F36CD6-4FF3-044C-5345-4C85D466FA2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9557" name="Text Box 3">
            <a:extLst>
              <a:ext uri="{FF2B5EF4-FFF2-40B4-BE49-F238E27FC236}">
                <a16:creationId xmlns:a16="http://schemas.microsoft.com/office/drawing/2014/main" id="{CC993AC9-9B5F-2838-7C0E-4F614803364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556A66E-F805-4DC7-9956-FCD9AC34121F}" type="slidenum">
              <a:rPr lang="en-US" altLang="en-US" sz="1200">
                <a:solidFill>
                  <a:srgbClr val="000000"/>
                </a:solidFill>
                <a:latin typeface="Arial" panose="020B0604020202020204" pitchFamily="34" charset="0"/>
              </a:rPr>
              <a:pPr algn="r" eaLnBrk="1" hangingPunct="1">
                <a:buClrTx/>
                <a:buFontTx/>
                <a:buNone/>
              </a:pPr>
              <a:t>175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1603" name="Rectangle 1">
            <a:extLst>
              <a:ext uri="{FF2B5EF4-FFF2-40B4-BE49-F238E27FC236}">
                <a16:creationId xmlns:a16="http://schemas.microsoft.com/office/drawing/2014/main" id="{0BD8066B-6E20-A29F-FADF-521ACC75E34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81604" name="Text Box 2">
            <a:extLst>
              <a:ext uri="{FF2B5EF4-FFF2-40B4-BE49-F238E27FC236}">
                <a16:creationId xmlns:a16="http://schemas.microsoft.com/office/drawing/2014/main" id="{A2BFA5C6-3F86-C81B-94BF-EFE92E8E4FE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1605" name="Text Box 3">
            <a:extLst>
              <a:ext uri="{FF2B5EF4-FFF2-40B4-BE49-F238E27FC236}">
                <a16:creationId xmlns:a16="http://schemas.microsoft.com/office/drawing/2014/main" id="{F4F5200D-46D5-7B4E-1E72-DA79E6F2879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8503B8D-04B1-42D5-8821-09CE4CDB0881}" type="slidenum">
              <a:rPr lang="en-US" altLang="en-US" sz="1200">
                <a:solidFill>
                  <a:srgbClr val="000000"/>
                </a:solidFill>
                <a:latin typeface="Arial" panose="020B0604020202020204" pitchFamily="34" charset="0"/>
              </a:rPr>
              <a:pPr algn="r" eaLnBrk="1" hangingPunct="1">
                <a:buClrTx/>
                <a:buFontTx/>
                <a:buNone/>
              </a:pPr>
              <a:t>176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3651" name="Rectangle 1">
            <a:extLst>
              <a:ext uri="{FF2B5EF4-FFF2-40B4-BE49-F238E27FC236}">
                <a16:creationId xmlns:a16="http://schemas.microsoft.com/office/drawing/2014/main" id="{9AB27E4A-925A-8CB0-76F7-B76A82F468A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83652" name="Text Box 2">
            <a:extLst>
              <a:ext uri="{FF2B5EF4-FFF2-40B4-BE49-F238E27FC236}">
                <a16:creationId xmlns:a16="http://schemas.microsoft.com/office/drawing/2014/main" id="{AA454B7A-5A9C-61CD-A9BF-D45DD0DFD33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3653" name="Text Box 3">
            <a:extLst>
              <a:ext uri="{FF2B5EF4-FFF2-40B4-BE49-F238E27FC236}">
                <a16:creationId xmlns:a16="http://schemas.microsoft.com/office/drawing/2014/main" id="{09179B16-ECF5-BAD2-4BE9-AF3EBD4AF42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CFA01E1-53C7-4394-9424-9EBE85E28050}" type="slidenum">
              <a:rPr lang="en-US" altLang="en-US" sz="1200">
                <a:solidFill>
                  <a:srgbClr val="000000"/>
                </a:solidFill>
                <a:latin typeface="Arial" panose="020B0604020202020204" pitchFamily="34" charset="0"/>
              </a:rPr>
              <a:pPr algn="r" eaLnBrk="1" hangingPunct="1">
                <a:buClrTx/>
                <a:buFontTx/>
                <a:buNone/>
              </a:pPr>
              <a:t>177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5699" name="Rectangle 1">
            <a:extLst>
              <a:ext uri="{FF2B5EF4-FFF2-40B4-BE49-F238E27FC236}">
                <a16:creationId xmlns:a16="http://schemas.microsoft.com/office/drawing/2014/main" id="{48C208BD-ED90-554E-87DC-6F175E19D46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85700" name="Text Box 2">
            <a:extLst>
              <a:ext uri="{FF2B5EF4-FFF2-40B4-BE49-F238E27FC236}">
                <a16:creationId xmlns:a16="http://schemas.microsoft.com/office/drawing/2014/main" id="{D2C65986-B993-E269-3437-B82D9632DF0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5701" name="Text Box 3">
            <a:extLst>
              <a:ext uri="{FF2B5EF4-FFF2-40B4-BE49-F238E27FC236}">
                <a16:creationId xmlns:a16="http://schemas.microsoft.com/office/drawing/2014/main" id="{205789C7-C8AB-4136-8302-5C6A1ACB524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95AC5D8-157A-4FB4-9717-F938EF6F917C}" type="slidenum">
              <a:rPr lang="en-US" altLang="en-US" sz="1200">
                <a:solidFill>
                  <a:srgbClr val="000000"/>
                </a:solidFill>
                <a:latin typeface="Arial" panose="020B0604020202020204" pitchFamily="34" charset="0"/>
              </a:rPr>
              <a:pPr algn="r" eaLnBrk="1" hangingPunct="1">
                <a:buClrTx/>
                <a:buFontTx/>
                <a:buNone/>
              </a:pPr>
              <a:t>178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7747" name="Rectangle 1">
            <a:extLst>
              <a:ext uri="{FF2B5EF4-FFF2-40B4-BE49-F238E27FC236}">
                <a16:creationId xmlns:a16="http://schemas.microsoft.com/office/drawing/2014/main" id="{8DFF5FD9-27A7-9D90-19B4-F5AE4968DA3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87748" name="Text Box 2">
            <a:extLst>
              <a:ext uri="{FF2B5EF4-FFF2-40B4-BE49-F238E27FC236}">
                <a16:creationId xmlns:a16="http://schemas.microsoft.com/office/drawing/2014/main" id="{36846075-94ED-1124-990E-1AC1A3F08DB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7749" name="Text Box 3">
            <a:extLst>
              <a:ext uri="{FF2B5EF4-FFF2-40B4-BE49-F238E27FC236}">
                <a16:creationId xmlns:a16="http://schemas.microsoft.com/office/drawing/2014/main" id="{B26F4C2D-7D2E-31B0-A6AF-2AC79CDBE79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2670BDD-2F60-44C7-8793-1E094BD3E5FE}" type="slidenum">
              <a:rPr lang="en-US" altLang="en-US" sz="1200">
                <a:solidFill>
                  <a:srgbClr val="000000"/>
                </a:solidFill>
                <a:latin typeface="Arial" panose="020B0604020202020204" pitchFamily="34" charset="0"/>
              </a:rPr>
              <a:pPr algn="r" eaLnBrk="1" hangingPunct="1">
                <a:buClrTx/>
                <a:buFontTx/>
                <a:buNone/>
              </a:pPr>
              <a:t>179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9795" name="Rectangle 1">
            <a:extLst>
              <a:ext uri="{FF2B5EF4-FFF2-40B4-BE49-F238E27FC236}">
                <a16:creationId xmlns:a16="http://schemas.microsoft.com/office/drawing/2014/main" id="{4E530F50-FE5B-18DF-EA4A-2F7690361B3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89796" name="Text Box 2">
            <a:extLst>
              <a:ext uri="{FF2B5EF4-FFF2-40B4-BE49-F238E27FC236}">
                <a16:creationId xmlns:a16="http://schemas.microsoft.com/office/drawing/2014/main" id="{286AE88D-3B44-84BB-B295-9503F46EAA4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9797" name="Text Box 3">
            <a:extLst>
              <a:ext uri="{FF2B5EF4-FFF2-40B4-BE49-F238E27FC236}">
                <a16:creationId xmlns:a16="http://schemas.microsoft.com/office/drawing/2014/main" id="{8B933168-DF9A-CCE7-71D2-DFB5F6C11AE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6AE0756-D917-4C8B-B173-7AAE20138724}" type="slidenum">
              <a:rPr lang="en-US" altLang="en-US" sz="1200">
                <a:solidFill>
                  <a:srgbClr val="000000"/>
                </a:solidFill>
                <a:latin typeface="Arial" panose="020B0604020202020204" pitchFamily="34" charset="0"/>
              </a:rPr>
              <a:pPr algn="r" eaLnBrk="1" hangingPunct="1">
                <a:buClrTx/>
                <a:buFontTx/>
                <a:buNone/>
              </a:pPr>
              <a:t>180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1843" name="Rectangle 1">
            <a:extLst>
              <a:ext uri="{FF2B5EF4-FFF2-40B4-BE49-F238E27FC236}">
                <a16:creationId xmlns:a16="http://schemas.microsoft.com/office/drawing/2014/main" id="{BFFA4DD9-899A-7FE8-93E2-CBBD6B63EDB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1844" name="Text Box 2">
            <a:extLst>
              <a:ext uri="{FF2B5EF4-FFF2-40B4-BE49-F238E27FC236}">
                <a16:creationId xmlns:a16="http://schemas.microsoft.com/office/drawing/2014/main" id="{C0FB5C09-2184-C981-B23C-C594353BACB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91845" name="Text Box 3">
            <a:extLst>
              <a:ext uri="{FF2B5EF4-FFF2-40B4-BE49-F238E27FC236}">
                <a16:creationId xmlns:a16="http://schemas.microsoft.com/office/drawing/2014/main" id="{F8A6D83D-D675-51C7-8F0B-D911D0EDA27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062CA75-6BAB-45A7-B799-46A472BB6E29}" type="slidenum">
              <a:rPr lang="en-US" altLang="en-US" sz="1200">
                <a:solidFill>
                  <a:srgbClr val="000000"/>
                </a:solidFill>
                <a:latin typeface="Arial" panose="020B0604020202020204" pitchFamily="34" charset="0"/>
              </a:rPr>
              <a:pPr algn="r" eaLnBrk="1" hangingPunct="1">
                <a:buClrTx/>
                <a:buFontTx/>
                <a:buNone/>
              </a:pPr>
              <a:t>181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3891" name="Rectangle 1">
            <a:extLst>
              <a:ext uri="{FF2B5EF4-FFF2-40B4-BE49-F238E27FC236}">
                <a16:creationId xmlns:a16="http://schemas.microsoft.com/office/drawing/2014/main" id="{360032E4-B10D-99ED-3410-8DE09592666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3892" name="Rectangle 2">
            <a:extLst>
              <a:ext uri="{FF2B5EF4-FFF2-40B4-BE49-F238E27FC236}">
                <a16:creationId xmlns:a16="http://schemas.microsoft.com/office/drawing/2014/main" id="{687ACAF1-B92F-5286-184F-0587D651187C}"/>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5939" name="Rectangle 1">
            <a:extLst>
              <a:ext uri="{FF2B5EF4-FFF2-40B4-BE49-F238E27FC236}">
                <a16:creationId xmlns:a16="http://schemas.microsoft.com/office/drawing/2014/main" id="{9704B308-AA70-F1E4-4310-5D09906EC22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5940" name="Text Box 2">
            <a:extLst>
              <a:ext uri="{FF2B5EF4-FFF2-40B4-BE49-F238E27FC236}">
                <a16:creationId xmlns:a16="http://schemas.microsoft.com/office/drawing/2014/main" id="{147E22DB-97DF-8B34-D069-E8FAA3A93D1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95941" name="Text Box 3">
            <a:extLst>
              <a:ext uri="{FF2B5EF4-FFF2-40B4-BE49-F238E27FC236}">
                <a16:creationId xmlns:a16="http://schemas.microsoft.com/office/drawing/2014/main" id="{0F1E1DFF-6141-4320-18E4-A4D0955658D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733577D-87FD-4A14-AAF6-0D52BE7D8239}" type="slidenum">
              <a:rPr lang="en-US" altLang="en-US" sz="1200">
                <a:solidFill>
                  <a:srgbClr val="000000"/>
                </a:solidFill>
                <a:latin typeface="Arial" panose="020B0604020202020204" pitchFamily="34" charset="0"/>
              </a:rPr>
              <a:pPr algn="r" eaLnBrk="1" hangingPunct="1">
                <a:buClrTx/>
                <a:buFontTx/>
                <a:buNone/>
              </a:pPr>
              <a:t>183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7987" name="Rectangle 1">
            <a:extLst>
              <a:ext uri="{FF2B5EF4-FFF2-40B4-BE49-F238E27FC236}">
                <a16:creationId xmlns:a16="http://schemas.microsoft.com/office/drawing/2014/main" id="{0EFFA6C0-F08A-3795-FE1E-127A34B92AE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7988" name="Rectangle 2">
            <a:extLst>
              <a:ext uri="{FF2B5EF4-FFF2-40B4-BE49-F238E27FC236}">
                <a16:creationId xmlns:a16="http://schemas.microsoft.com/office/drawing/2014/main" id="{875FBEC6-A6E8-535C-F6FB-7DAFD8F44BB8}"/>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0035" name="Rectangle 1">
            <a:extLst>
              <a:ext uri="{FF2B5EF4-FFF2-40B4-BE49-F238E27FC236}">
                <a16:creationId xmlns:a16="http://schemas.microsoft.com/office/drawing/2014/main" id="{307DB57F-1EC1-45D4-466A-8114AA6B3D9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0036" name="Text Box 2">
            <a:extLst>
              <a:ext uri="{FF2B5EF4-FFF2-40B4-BE49-F238E27FC236}">
                <a16:creationId xmlns:a16="http://schemas.microsoft.com/office/drawing/2014/main" id="{2DA71E1A-D11F-E2A9-A325-C57DF792028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0037" name="Text Box 3">
            <a:extLst>
              <a:ext uri="{FF2B5EF4-FFF2-40B4-BE49-F238E27FC236}">
                <a16:creationId xmlns:a16="http://schemas.microsoft.com/office/drawing/2014/main" id="{8D2AB8BA-5E25-A46C-5815-B0DE639982E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CB8B82D-25F9-4A48-8075-5740202C5F43}" type="slidenum">
              <a:rPr lang="en-US" altLang="en-US" sz="1200">
                <a:solidFill>
                  <a:srgbClr val="000000"/>
                </a:solidFill>
                <a:latin typeface="Arial" panose="020B0604020202020204" pitchFamily="34" charset="0"/>
              </a:rPr>
              <a:pPr algn="r" eaLnBrk="1" hangingPunct="1">
                <a:buClrTx/>
                <a:buFontTx/>
                <a:buNone/>
              </a:pPr>
              <a:t>186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2083" name="Rectangle 1">
            <a:extLst>
              <a:ext uri="{FF2B5EF4-FFF2-40B4-BE49-F238E27FC236}">
                <a16:creationId xmlns:a16="http://schemas.microsoft.com/office/drawing/2014/main" id="{D5813A48-A699-D71D-4E76-9D2ED7EF131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2084" name="Text Box 2">
            <a:extLst>
              <a:ext uri="{FF2B5EF4-FFF2-40B4-BE49-F238E27FC236}">
                <a16:creationId xmlns:a16="http://schemas.microsoft.com/office/drawing/2014/main" id="{21109B43-3783-0EF4-EB2A-9AFC494F984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2085" name="Text Box 3">
            <a:extLst>
              <a:ext uri="{FF2B5EF4-FFF2-40B4-BE49-F238E27FC236}">
                <a16:creationId xmlns:a16="http://schemas.microsoft.com/office/drawing/2014/main" id="{8FAE2FCA-32DB-8F29-AC95-2C1A03B72B8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8F30820-BCD4-4546-B553-EE041B72A1F6}" type="slidenum">
              <a:rPr lang="en-US" altLang="en-US" sz="1200">
                <a:solidFill>
                  <a:srgbClr val="000000"/>
                </a:solidFill>
                <a:latin typeface="Arial" panose="020B0604020202020204" pitchFamily="34" charset="0"/>
              </a:rPr>
              <a:pPr algn="r" eaLnBrk="1" hangingPunct="1">
                <a:buClrTx/>
                <a:buFontTx/>
                <a:buNone/>
              </a:pPr>
              <a:t>187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4131" name="Rectangle 1">
            <a:extLst>
              <a:ext uri="{FF2B5EF4-FFF2-40B4-BE49-F238E27FC236}">
                <a16:creationId xmlns:a16="http://schemas.microsoft.com/office/drawing/2014/main" id="{D484B437-EF5D-4B65-C73F-E2ADD52B96A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4132" name="Text Box 2">
            <a:extLst>
              <a:ext uri="{FF2B5EF4-FFF2-40B4-BE49-F238E27FC236}">
                <a16:creationId xmlns:a16="http://schemas.microsoft.com/office/drawing/2014/main" id="{8BFE8961-D688-EB9A-AC78-7A6C71A1393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4133" name="Text Box 3">
            <a:extLst>
              <a:ext uri="{FF2B5EF4-FFF2-40B4-BE49-F238E27FC236}">
                <a16:creationId xmlns:a16="http://schemas.microsoft.com/office/drawing/2014/main" id="{CA696BA4-813B-5D0A-92DB-74F1BEE4A18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029FB35-1009-45DD-8493-8FE5B04A02F7}" type="slidenum">
              <a:rPr lang="en-US" altLang="en-US" sz="1200">
                <a:solidFill>
                  <a:srgbClr val="000000"/>
                </a:solidFill>
                <a:latin typeface="Arial" panose="020B0604020202020204" pitchFamily="34" charset="0"/>
              </a:rPr>
              <a:pPr algn="r" eaLnBrk="1" hangingPunct="1">
                <a:buClrTx/>
                <a:buFontTx/>
                <a:buNone/>
              </a:pPr>
              <a:t>188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6179" name="Rectangle 1">
            <a:extLst>
              <a:ext uri="{FF2B5EF4-FFF2-40B4-BE49-F238E27FC236}">
                <a16:creationId xmlns:a16="http://schemas.microsoft.com/office/drawing/2014/main" id="{E71080D8-E468-D8EA-D1A7-37D264A46A0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6180" name="Text Box 2">
            <a:extLst>
              <a:ext uri="{FF2B5EF4-FFF2-40B4-BE49-F238E27FC236}">
                <a16:creationId xmlns:a16="http://schemas.microsoft.com/office/drawing/2014/main" id="{2A928821-A448-9BBA-0D29-E2F3249F7A2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6181" name="Text Box 3">
            <a:extLst>
              <a:ext uri="{FF2B5EF4-FFF2-40B4-BE49-F238E27FC236}">
                <a16:creationId xmlns:a16="http://schemas.microsoft.com/office/drawing/2014/main" id="{2405B4AC-743C-5927-5AD8-281D36DB752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2C81E8F-F6EF-458F-9874-E0128048FA5C}" type="slidenum">
              <a:rPr lang="en-US" altLang="en-US" sz="1200">
                <a:solidFill>
                  <a:srgbClr val="000000"/>
                </a:solidFill>
                <a:latin typeface="Arial" panose="020B0604020202020204" pitchFamily="34" charset="0"/>
              </a:rPr>
              <a:pPr algn="r" eaLnBrk="1" hangingPunct="1">
                <a:buClrTx/>
                <a:buFontTx/>
                <a:buNone/>
              </a:pPr>
              <a:t>189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8227" name="Rectangle 1">
            <a:extLst>
              <a:ext uri="{FF2B5EF4-FFF2-40B4-BE49-F238E27FC236}">
                <a16:creationId xmlns:a16="http://schemas.microsoft.com/office/drawing/2014/main" id="{E5303386-169E-A90A-B053-BFCB9F41445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8228" name="Text Box 2">
            <a:extLst>
              <a:ext uri="{FF2B5EF4-FFF2-40B4-BE49-F238E27FC236}">
                <a16:creationId xmlns:a16="http://schemas.microsoft.com/office/drawing/2014/main" id="{05B15B92-43E0-A7BB-7B44-230A9825207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8229" name="Text Box 3">
            <a:extLst>
              <a:ext uri="{FF2B5EF4-FFF2-40B4-BE49-F238E27FC236}">
                <a16:creationId xmlns:a16="http://schemas.microsoft.com/office/drawing/2014/main" id="{F2E07C01-FDA1-3F81-16D1-5BEFA963979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3A61EBB-B21C-44C3-A535-787C1C18C5EE}" type="slidenum">
              <a:rPr lang="en-US" altLang="en-US" sz="1200">
                <a:solidFill>
                  <a:srgbClr val="000000"/>
                </a:solidFill>
                <a:latin typeface="Arial" panose="020B0604020202020204" pitchFamily="34" charset="0"/>
              </a:rPr>
              <a:pPr algn="r" eaLnBrk="1" hangingPunct="1">
                <a:buClrTx/>
                <a:buFontTx/>
                <a:buNone/>
              </a:pPr>
              <a:t>190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0275" name="Rectangle 1">
            <a:extLst>
              <a:ext uri="{FF2B5EF4-FFF2-40B4-BE49-F238E27FC236}">
                <a16:creationId xmlns:a16="http://schemas.microsoft.com/office/drawing/2014/main" id="{A7528045-A8FD-8AEE-6260-C54BB35CC82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0276" name="Text Box 2">
            <a:extLst>
              <a:ext uri="{FF2B5EF4-FFF2-40B4-BE49-F238E27FC236}">
                <a16:creationId xmlns:a16="http://schemas.microsoft.com/office/drawing/2014/main" id="{DAA2C2BE-25CC-F7BA-7BF4-999944D470D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0277" name="Text Box 3">
            <a:extLst>
              <a:ext uri="{FF2B5EF4-FFF2-40B4-BE49-F238E27FC236}">
                <a16:creationId xmlns:a16="http://schemas.microsoft.com/office/drawing/2014/main" id="{09054934-D7C0-7DEB-F4E3-BA8F45345CB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0D521A5-3C53-4DDE-992D-FE1E7D0ADB1B}" type="slidenum">
              <a:rPr lang="en-US" altLang="en-US" sz="1200">
                <a:solidFill>
                  <a:srgbClr val="000000"/>
                </a:solidFill>
                <a:latin typeface="Arial" panose="020B0604020202020204" pitchFamily="34" charset="0"/>
              </a:rPr>
              <a:pPr algn="r" eaLnBrk="1" hangingPunct="1">
                <a:buClrTx/>
                <a:buFontTx/>
                <a:buNone/>
              </a:pPr>
              <a:t>191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2323" name="Rectangle 1">
            <a:extLst>
              <a:ext uri="{FF2B5EF4-FFF2-40B4-BE49-F238E27FC236}">
                <a16:creationId xmlns:a16="http://schemas.microsoft.com/office/drawing/2014/main" id="{033A9CEC-B4A0-C274-BD2C-32EE164A95C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2324" name="Text Box 2">
            <a:extLst>
              <a:ext uri="{FF2B5EF4-FFF2-40B4-BE49-F238E27FC236}">
                <a16:creationId xmlns:a16="http://schemas.microsoft.com/office/drawing/2014/main" id="{8B1F00AC-FD95-67FE-3C99-2BA2C44F4C0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2325" name="Text Box 3">
            <a:extLst>
              <a:ext uri="{FF2B5EF4-FFF2-40B4-BE49-F238E27FC236}">
                <a16:creationId xmlns:a16="http://schemas.microsoft.com/office/drawing/2014/main" id="{C592D015-3404-89E6-2654-3ED840A1974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ECC905C-CE41-4DC0-B9AA-8471DD4483F9}" type="slidenum">
              <a:rPr lang="en-US" altLang="en-US" sz="1200">
                <a:solidFill>
                  <a:srgbClr val="000000"/>
                </a:solidFill>
                <a:latin typeface="Arial" panose="020B0604020202020204" pitchFamily="34" charset="0"/>
              </a:rPr>
              <a:pPr algn="r" eaLnBrk="1" hangingPunct="1">
                <a:buClrTx/>
                <a:buFontTx/>
                <a:buNone/>
              </a:pPr>
              <a:t>192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4371" name="Rectangle 1">
            <a:extLst>
              <a:ext uri="{FF2B5EF4-FFF2-40B4-BE49-F238E27FC236}">
                <a16:creationId xmlns:a16="http://schemas.microsoft.com/office/drawing/2014/main" id="{C3B5FBEB-E58D-0D33-15C7-CAF550A6739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4372" name="Rectangle 2">
            <a:extLst>
              <a:ext uri="{FF2B5EF4-FFF2-40B4-BE49-F238E27FC236}">
                <a16:creationId xmlns:a16="http://schemas.microsoft.com/office/drawing/2014/main" id="{9F519A51-E404-F97D-AD73-089A006C7EB0}"/>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6419" name="Rectangle 1">
            <a:extLst>
              <a:ext uri="{FF2B5EF4-FFF2-40B4-BE49-F238E27FC236}">
                <a16:creationId xmlns:a16="http://schemas.microsoft.com/office/drawing/2014/main" id="{6DAE116E-A78A-0376-5114-C779E00248B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6420" name="Text Box 2">
            <a:extLst>
              <a:ext uri="{FF2B5EF4-FFF2-40B4-BE49-F238E27FC236}">
                <a16:creationId xmlns:a16="http://schemas.microsoft.com/office/drawing/2014/main" id="{E5D689EF-ABFE-8BFC-0499-9EA2E3973D7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6421" name="Text Box 3">
            <a:extLst>
              <a:ext uri="{FF2B5EF4-FFF2-40B4-BE49-F238E27FC236}">
                <a16:creationId xmlns:a16="http://schemas.microsoft.com/office/drawing/2014/main" id="{7177386E-8159-AF2A-8B8E-1741C112CC6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BC04F59-40E9-469D-97AC-8E844AB05B50}" type="slidenum">
              <a:rPr lang="en-US" altLang="en-US" sz="1200">
                <a:solidFill>
                  <a:srgbClr val="000000"/>
                </a:solidFill>
                <a:latin typeface="Arial" panose="020B0604020202020204" pitchFamily="34" charset="0"/>
              </a:rPr>
              <a:pPr algn="r" eaLnBrk="1" hangingPunct="1">
                <a:buClrTx/>
                <a:buFontTx/>
                <a:buNone/>
              </a:pPr>
              <a:t>194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8467" name="Rectangle 1">
            <a:extLst>
              <a:ext uri="{FF2B5EF4-FFF2-40B4-BE49-F238E27FC236}">
                <a16:creationId xmlns:a16="http://schemas.microsoft.com/office/drawing/2014/main" id="{DA5B065F-1826-D309-678E-41233228952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18468" name="Text Box 2">
            <a:extLst>
              <a:ext uri="{FF2B5EF4-FFF2-40B4-BE49-F238E27FC236}">
                <a16:creationId xmlns:a16="http://schemas.microsoft.com/office/drawing/2014/main" id="{D781F024-EB34-CB2B-72DA-C78B34DF087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8469" name="Text Box 3">
            <a:extLst>
              <a:ext uri="{FF2B5EF4-FFF2-40B4-BE49-F238E27FC236}">
                <a16:creationId xmlns:a16="http://schemas.microsoft.com/office/drawing/2014/main" id="{396D764C-A251-75E2-0E83-13F7B9FBCFA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97E745E-5F63-460D-84F0-25BE7D762FAC}" type="slidenum">
              <a:rPr lang="en-US" altLang="en-US" sz="1200">
                <a:solidFill>
                  <a:srgbClr val="000000"/>
                </a:solidFill>
                <a:latin typeface="Arial" panose="020B0604020202020204" pitchFamily="34" charset="0"/>
              </a:rPr>
              <a:pPr algn="r" eaLnBrk="1" hangingPunct="1">
                <a:buClrTx/>
                <a:buFontTx/>
                <a:buNone/>
              </a:pPr>
              <a:t>195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0515" name="Rectangle 1">
            <a:extLst>
              <a:ext uri="{FF2B5EF4-FFF2-40B4-BE49-F238E27FC236}">
                <a16:creationId xmlns:a16="http://schemas.microsoft.com/office/drawing/2014/main" id="{09F9FA18-ACD4-86CD-CD81-67743079DE0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20516" name="Text Box 2">
            <a:extLst>
              <a:ext uri="{FF2B5EF4-FFF2-40B4-BE49-F238E27FC236}">
                <a16:creationId xmlns:a16="http://schemas.microsoft.com/office/drawing/2014/main" id="{C20017B5-F9D5-CB85-7888-792B94D430B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20517" name="Text Box 3">
            <a:extLst>
              <a:ext uri="{FF2B5EF4-FFF2-40B4-BE49-F238E27FC236}">
                <a16:creationId xmlns:a16="http://schemas.microsoft.com/office/drawing/2014/main" id="{E022363C-0C8E-3767-A68A-D5E7D68FFB7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9BA33BB-24A3-4AD0-BF36-823B6F194404}" type="slidenum">
              <a:rPr lang="en-US" altLang="en-US" sz="1200">
                <a:solidFill>
                  <a:srgbClr val="000000"/>
                </a:solidFill>
                <a:latin typeface="Arial" panose="020B0604020202020204" pitchFamily="34" charset="0"/>
              </a:rPr>
              <a:pPr algn="r" eaLnBrk="1" hangingPunct="1">
                <a:buClrTx/>
                <a:buFontTx/>
                <a:buNone/>
              </a:pPr>
              <a:t>199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0515" name="Rectangle 1">
            <a:extLst>
              <a:ext uri="{FF2B5EF4-FFF2-40B4-BE49-F238E27FC236}">
                <a16:creationId xmlns:a16="http://schemas.microsoft.com/office/drawing/2014/main" id="{09F9FA18-ACD4-86CD-CD81-67743079DE0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20516" name="Text Box 2">
            <a:extLst>
              <a:ext uri="{FF2B5EF4-FFF2-40B4-BE49-F238E27FC236}">
                <a16:creationId xmlns:a16="http://schemas.microsoft.com/office/drawing/2014/main" id="{C20017B5-F9D5-CB85-7888-792B94D430B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20517" name="Text Box 3">
            <a:extLst>
              <a:ext uri="{FF2B5EF4-FFF2-40B4-BE49-F238E27FC236}">
                <a16:creationId xmlns:a16="http://schemas.microsoft.com/office/drawing/2014/main" id="{E022363C-0C8E-3767-A68A-D5E7D68FFB7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9BA33BB-24A3-4AD0-BF36-823B6F194404}" type="slidenum">
              <a:rPr lang="en-US" altLang="en-US" sz="1200">
                <a:solidFill>
                  <a:srgbClr val="000000"/>
                </a:solidFill>
                <a:latin typeface="Arial" panose="020B0604020202020204" pitchFamily="34" charset="0"/>
              </a:rPr>
              <a:pPr algn="r" eaLnBrk="1" hangingPunct="1">
                <a:buClrTx/>
                <a:buFontTx/>
                <a:buNone/>
              </a:pPr>
              <a:t>201</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3737785880"/>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4611" name="Rectangle 1">
            <a:extLst>
              <a:ext uri="{FF2B5EF4-FFF2-40B4-BE49-F238E27FC236}">
                <a16:creationId xmlns:a16="http://schemas.microsoft.com/office/drawing/2014/main" id="{EF35F40F-CC3F-D3CA-446F-5244784DA63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24612" name="Text Box 2">
            <a:extLst>
              <a:ext uri="{FF2B5EF4-FFF2-40B4-BE49-F238E27FC236}">
                <a16:creationId xmlns:a16="http://schemas.microsoft.com/office/drawing/2014/main" id="{5BC63ED0-2C01-49F2-518B-0639B466091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24613" name="Text Box 3">
            <a:extLst>
              <a:ext uri="{FF2B5EF4-FFF2-40B4-BE49-F238E27FC236}">
                <a16:creationId xmlns:a16="http://schemas.microsoft.com/office/drawing/2014/main" id="{F7B5719B-9D05-B3D3-CA1C-8EAA3C8B4ED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404F74C-2798-4FAF-8533-C77AD9BE545D}" type="slidenum">
              <a:rPr lang="en-US" altLang="en-US" sz="1200">
                <a:solidFill>
                  <a:srgbClr val="000000"/>
                </a:solidFill>
                <a:latin typeface="Arial" panose="020B0604020202020204" pitchFamily="34" charset="0"/>
              </a:rPr>
              <a:pPr algn="r" eaLnBrk="1" hangingPunct="1">
                <a:buClrTx/>
                <a:buFontTx/>
                <a:buNone/>
              </a:pPr>
              <a:t>202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6659" name="Rectangle 1">
            <a:extLst>
              <a:ext uri="{FF2B5EF4-FFF2-40B4-BE49-F238E27FC236}">
                <a16:creationId xmlns:a16="http://schemas.microsoft.com/office/drawing/2014/main" id="{868D0AF4-9BB2-1CB0-C7D0-679E9DFACF1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26660" name="Text Box 2">
            <a:extLst>
              <a:ext uri="{FF2B5EF4-FFF2-40B4-BE49-F238E27FC236}">
                <a16:creationId xmlns:a16="http://schemas.microsoft.com/office/drawing/2014/main" id="{139ED304-134D-638B-9308-6F38EB53229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26661" name="Text Box 3">
            <a:extLst>
              <a:ext uri="{FF2B5EF4-FFF2-40B4-BE49-F238E27FC236}">
                <a16:creationId xmlns:a16="http://schemas.microsoft.com/office/drawing/2014/main" id="{C6128C54-6502-9EE1-2CA5-38EFCC9DD85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0702038-7CDB-4E7B-879D-85C08341C457}" type="slidenum">
              <a:rPr lang="en-US" altLang="en-US" sz="1200">
                <a:solidFill>
                  <a:srgbClr val="000000"/>
                </a:solidFill>
                <a:latin typeface="Arial" panose="020B0604020202020204" pitchFamily="34" charset="0"/>
              </a:rPr>
              <a:pPr algn="r" eaLnBrk="1" hangingPunct="1">
                <a:buClrTx/>
                <a:buFontTx/>
                <a:buNone/>
              </a:pPr>
              <a:t>203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1779" name="Rectangle 1">
            <a:extLst>
              <a:ext uri="{FF2B5EF4-FFF2-40B4-BE49-F238E27FC236}">
                <a16:creationId xmlns:a16="http://schemas.microsoft.com/office/drawing/2014/main" id="{4CBEFFEC-B852-1497-0D1A-47A7F279137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1780" name="Rectangle 2">
            <a:extLst>
              <a:ext uri="{FF2B5EF4-FFF2-40B4-BE49-F238E27FC236}">
                <a16:creationId xmlns:a16="http://schemas.microsoft.com/office/drawing/2014/main" id="{A5E3A871-DAA3-6F9F-74A4-969FDC19B6D4}"/>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3827" name="Rectangle 1">
            <a:extLst>
              <a:ext uri="{FF2B5EF4-FFF2-40B4-BE49-F238E27FC236}">
                <a16:creationId xmlns:a16="http://schemas.microsoft.com/office/drawing/2014/main" id="{CC43B4B2-B963-C4D7-D1FE-C7E715BCD9B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3828" name="Text Box 2">
            <a:extLst>
              <a:ext uri="{FF2B5EF4-FFF2-40B4-BE49-F238E27FC236}">
                <a16:creationId xmlns:a16="http://schemas.microsoft.com/office/drawing/2014/main" id="{3CA66B14-54A9-64CD-763B-94BF527460D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3829" name="Text Box 3">
            <a:extLst>
              <a:ext uri="{FF2B5EF4-FFF2-40B4-BE49-F238E27FC236}">
                <a16:creationId xmlns:a16="http://schemas.microsoft.com/office/drawing/2014/main" id="{1A327F09-59D6-EABF-5127-540F9D5648D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EFE1347-6805-4D35-B5DD-820FDEC50D94}" type="slidenum">
              <a:rPr lang="en-US" altLang="en-US" sz="1200">
                <a:solidFill>
                  <a:srgbClr val="000000"/>
                </a:solidFill>
                <a:latin typeface="Arial" panose="020B0604020202020204" pitchFamily="34" charset="0"/>
              </a:rPr>
              <a:pPr algn="r" eaLnBrk="1" hangingPunct="1">
                <a:buClrTx/>
                <a:buFontTx/>
                <a:buNone/>
              </a:pPr>
              <a:t>208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5875" name="Rectangle 1">
            <a:extLst>
              <a:ext uri="{FF2B5EF4-FFF2-40B4-BE49-F238E27FC236}">
                <a16:creationId xmlns:a16="http://schemas.microsoft.com/office/drawing/2014/main" id="{5A46AB0C-3B7B-516F-0EAC-3F0B8F02A03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5876" name="Text Box 2">
            <a:extLst>
              <a:ext uri="{FF2B5EF4-FFF2-40B4-BE49-F238E27FC236}">
                <a16:creationId xmlns:a16="http://schemas.microsoft.com/office/drawing/2014/main" id="{4A62A357-D6BD-FA5B-74F4-8CFEDA0CF13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5877" name="Text Box 3">
            <a:extLst>
              <a:ext uri="{FF2B5EF4-FFF2-40B4-BE49-F238E27FC236}">
                <a16:creationId xmlns:a16="http://schemas.microsoft.com/office/drawing/2014/main" id="{EC559F0B-D9CE-0F1F-6F6F-A37E0632102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375018A-D9FF-4F13-AEAD-BBB071062D36}" type="slidenum">
              <a:rPr lang="en-US" altLang="en-US" sz="1200">
                <a:solidFill>
                  <a:srgbClr val="000000"/>
                </a:solidFill>
                <a:latin typeface="Arial" panose="020B0604020202020204" pitchFamily="34" charset="0"/>
              </a:rPr>
              <a:pPr algn="r" eaLnBrk="1" hangingPunct="1">
                <a:buClrTx/>
                <a:buFontTx/>
                <a:buNone/>
              </a:pPr>
              <a:t>209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23" name="Rectangle 1">
            <a:extLst>
              <a:ext uri="{FF2B5EF4-FFF2-40B4-BE49-F238E27FC236}">
                <a16:creationId xmlns:a16="http://schemas.microsoft.com/office/drawing/2014/main" id="{7DD1D6E9-92E1-A9AA-5C76-17D02AB6246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7924" name="Text Box 2">
            <a:extLst>
              <a:ext uri="{FF2B5EF4-FFF2-40B4-BE49-F238E27FC236}">
                <a16:creationId xmlns:a16="http://schemas.microsoft.com/office/drawing/2014/main" id="{CEEC52A8-308E-6616-B88B-452C8B6DE3A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7925" name="Text Box 3">
            <a:extLst>
              <a:ext uri="{FF2B5EF4-FFF2-40B4-BE49-F238E27FC236}">
                <a16:creationId xmlns:a16="http://schemas.microsoft.com/office/drawing/2014/main" id="{13AA1BD8-5267-DFD6-1DB3-0586892E604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6114624-7763-41F5-937F-4D1E4B49FD6C}" type="slidenum">
              <a:rPr lang="en-US" altLang="en-US" sz="1200">
                <a:solidFill>
                  <a:srgbClr val="000000"/>
                </a:solidFill>
                <a:latin typeface="Arial" panose="020B0604020202020204" pitchFamily="34" charset="0"/>
              </a:rPr>
              <a:pPr algn="r" eaLnBrk="1" hangingPunct="1">
                <a:buClrTx/>
                <a:buFontTx/>
                <a:buNone/>
              </a:pPr>
              <a:t>210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9971" name="Rectangle 1">
            <a:extLst>
              <a:ext uri="{FF2B5EF4-FFF2-40B4-BE49-F238E27FC236}">
                <a16:creationId xmlns:a16="http://schemas.microsoft.com/office/drawing/2014/main" id="{7F421B8F-DB76-EB88-2F3A-9F73ECB18F3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39972" name="Rectangle 2">
            <a:extLst>
              <a:ext uri="{FF2B5EF4-FFF2-40B4-BE49-F238E27FC236}">
                <a16:creationId xmlns:a16="http://schemas.microsoft.com/office/drawing/2014/main" id="{C010A580-504B-A957-2B21-D0EF301EF6C3}"/>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2019" name="Rectangle 1">
            <a:extLst>
              <a:ext uri="{FF2B5EF4-FFF2-40B4-BE49-F238E27FC236}">
                <a16:creationId xmlns:a16="http://schemas.microsoft.com/office/drawing/2014/main" id="{D4369002-FCB3-1ECD-9D4B-EDCD0677270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42020" name="Rectangle 2">
            <a:extLst>
              <a:ext uri="{FF2B5EF4-FFF2-40B4-BE49-F238E27FC236}">
                <a16:creationId xmlns:a16="http://schemas.microsoft.com/office/drawing/2014/main" id="{9DB88B64-35C0-36EB-1446-F8E63D43B2A2}"/>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4067" name="Rectangle 1">
            <a:extLst>
              <a:ext uri="{FF2B5EF4-FFF2-40B4-BE49-F238E27FC236}">
                <a16:creationId xmlns:a16="http://schemas.microsoft.com/office/drawing/2014/main" id="{51CC8F92-0261-B33B-FAD6-EE7A5AF868E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44068" name="Rectangle 2">
            <a:extLst>
              <a:ext uri="{FF2B5EF4-FFF2-40B4-BE49-F238E27FC236}">
                <a16:creationId xmlns:a16="http://schemas.microsoft.com/office/drawing/2014/main" id="{8D22D9DF-104D-8FF8-969C-635BB18C9844}"/>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6115" name="Rectangle 1">
            <a:extLst>
              <a:ext uri="{FF2B5EF4-FFF2-40B4-BE49-F238E27FC236}">
                <a16:creationId xmlns:a16="http://schemas.microsoft.com/office/drawing/2014/main" id="{7F89FF48-E013-26D4-6DE9-0432359576F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46116" name="Rectangle 2">
            <a:extLst>
              <a:ext uri="{FF2B5EF4-FFF2-40B4-BE49-F238E27FC236}">
                <a16:creationId xmlns:a16="http://schemas.microsoft.com/office/drawing/2014/main" id="{5B374101-17EA-EFCB-E93E-F6752B22A023}"/>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63" name="Rectangle 1">
            <a:extLst>
              <a:ext uri="{FF2B5EF4-FFF2-40B4-BE49-F238E27FC236}">
                <a16:creationId xmlns:a16="http://schemas.microsoft.com/office/drawing/2014/main" id="{E2DA0C1F-9D1F-A5E4-938D-497F988A8FF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48164" name="Rectangle 2">
            <a:extLst>
              <a:ext uri="{FF2B5EF4-FFF2-40B4-BE49-F238E27FC236}">
                <a16:creationId xmlns:a16="http://schemas.microsoft.com/office/drawing/2014/main" id="{4E77A0B2-5D52-6576-BD13-2BB8B04BB731}"/>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0211" name="Rectangle 1">
            <a:extLst>
              <a:ext uri="{FF2B5EF4-FFF2-40B4-BE49-F238E27FC236}">
                <a16:creationId xmlns:a16="http://schemas.microsoft.com/office/drawing/2014/main" id="{3879FD0A-A658-D939-6993-F8A04857A76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0212" name="Rectangle 2">
            <a:extLst>
              <a:ext uri="{FF2B5EF4-FFF2-40B4-BE49-F238E27FC236}">
                <a16:creationId xmlns:a16="http://schemas.microsoft.com/office/drawing/2014/main" id="{F2BFE201-6D07-94E6-8762-12B062867103}"/>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2259" name="Rectangle 1">
            <a:extLst>
              <a:ext uri="{FF2B5EF4-FFF2-40B4-BE49-F238E27FC236}">
                <a16:creationId xmlns:a16="http://schemas.microsoft.com/office/drawing/2014/main" id="{B51DAFE0-EC0E-44A9-05E8-7809F52E282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2260" name="Rectangle 2">
            <a:extLst>
              <a:ext uri="{FF2B5EF4-FFF2-40B4-BE49-F238E27FC236}">
                <a16:creationId xmlns:a16="http://schemas.microsoft.com/office/drawing/2014/main" id="{7A01A9F5-72DD-84E8-A354-9EB641779753}"/>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4307" name="Rectangle 1">
            <a:extLst>
              <a:ext uri="{FF2B5EF4-FFF2-40B4-BE49-F238E27FC236}">
                <a16:creationId xmlns:a16="http://schemas.microsoft.com/office/drawing/2014/main" id="{6F91B5EC-59F3-4079-18F0-19A3498D523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4308" name="Rectangle 2">
            <a:extLst>
              <a:ext uri="{FF2B5EF4-FFF2-40B4-BE49-F238E27FC236}">
                <a16:creationId xmlns:a16="http://schemas.microsoft.com/office/drawing/2014/main" id="{0B8B73C6-E55A-902F-1C00-1673B436866F}"/>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6355" name="Rectangle 1">
            <a:extLst>
              <a:ext uri="{FF2B5EF4-FFF2-40B4-BE49-F238E27FC236}">
                <a16:creationId xmlns:a16="http://schemas.microsoft.com/office/drawing/2014/main" id="{6B681D80-0F8B-D2F6-9BFB-066AE6C5949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6356" name="Rectangle 2">
            <a:extLst>
              <a:ext uri="{FF2B5EF4-FFF2-40B4-BE49-F238E27FC236}">
                <a16:creationId xmlns:a16="http://schemas.microsoft.com/office/drawing/2014/main" id="{12344366-CA28-8F56-4103-C0D43640FF1E}"/>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03" name="Rectangle 1">
            <a:extLst>
              <a:ext uri="{FF2B5EF4-FFF2-40B4-BE49-F238E27FC236}">
                <a16:creationId xmlns:a16="http://schemas.microsoft.com/office/drawing/2014/main" id="{64FDEAB6-C59C-433F-39E6-F8FA169C0DB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58404" name="Rectangle 2">
            <a:extLst>
              <a:ext uri="{FF2B5EF4-FFF2-40B4-BE49-F238E27FC236}">
                <a16:creationId xmlns:a16="http://schemas.microsoft.com/office/drawing/2014/main" id="{A7F39901-079D-6EE3-8944-1D84C3D9E069}"/>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0451" name="Rectangle 1">
            <a:extLst>
              <a:ext uri="{FF2B5EF4-FFF2-40B4-BE49-F238E27FC236}">
                <a16:creationId xmlns:a16="http://schemas.microsoft.com/office/drawing/2014/main" id="{CA983B0C-2365-C4A9-550F-8D82C289608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60452" name="Rectangle 2">
            <a:extLst>
              <a:ext uri="{FF2B5EF4-FFF2-40B4-BE49-F238E27FC236}">
                <a16:creationId xmlns:a16="http://schemas.microsoft.com/office/drawing/2014/main" id="{87CE170D-3457-9A42-E07B-450338D274BB}"/>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2499" name="Rectangle 1">
            <a:extLst>
              <a:ext uri="{FF2B5EF4-FFF2-40B4-BE49-F238E27FC236}">
                <a16:creationId xmlns:a16="http://schemas.microsoft.com/office/drawing/2014/main" id="{32A9A81E-857A-73DD-8962-99385203197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62500" name="Rectangle 2">
            <a:extLst>
              <a:ext uri="{FF2B5EF4-FFF2-40B4-BE49-F238E27FC236}">
                <a16:creationId xmlns:a16="http://schemas.microsoft.com/office/drawing/2014/main" id="{155F528A-A184-3013-AA94-1DD8336DF691}"/>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4547" name="Rectangle 1">
            <a:extLst>
              <a:ext uri="{FF2B5EF4-FFF2-40B4-BE49-F238E27FC236}">
                <a16:creationId xmlns:a16="http://schemas.microsoft.com/office/drawing/2014/main" id="{D5E0991E-93E7-F55D-D0D2-4698459F740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64548" name="Rectangle 2">
            <a:extLst>
              <a:ext uri="{FF2B5EF4-FFF2-40B4-BE49-F238E27FC236}">
                <a16:creationId xmlns:a16="http://schemas.microsoft.com/office/drawing/2014/main" id="{416C2701-47DA-26EB-89B7-F8D71480EDC5}"/>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6595" name="Rectangle 1">
            <a:extLst>
              <a:ext uri="{FF2B5EF4-FFF2-40B4-BE49-F238E27FC236}">
                <a16:creationId xmlns:a16="http://schemas.microsoft.com/office/drawing/2014/main" id="{14F2B52B-C56A-7E41-6C9E-3D9336C0800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66596" name="Text Box 2">
            <a:extLst>
              <a:ext uri="{FF2B5EF4-FFF2-40B4-BE49-F238E27FC236}">
                <a16:creationId xmlns:a16="http://schemas.microsoft.com/office/drawing/2014/main" id="{CB511E7C-1141-886F-5FA2-A1A37C99F92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6597" name="Text Box 3">
            <a:extLst>
              <a:ext uri="{FF2B5EF4-FFF2-40B4-BE49-F238E27FC236}">
                <a16:creationId xmlns:a16="http://schemas.microsoft.com/office/drawing/2014/main" id="{9624A6FC-8D89-61E9-6E24-614A0991FD8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B55BFF1-1064-4893-ABCA-243815A6EC98}" type="slidenum">
              <a:rPr lang="en-US" altLang="en-US" sz="1200">
                <a:solidFill>
                  <a:srgbClr val="000000"/>
                </a:solidFill>
                <a:latin typeface="Arial" panose="020B0604020202020204" pitchFamily="34" charset="0"/>
              </a:rPr>
              <a:pPr algn="r" eaLnBrk="1" hangingPunct="1">
                <a:buClrTx/>
                <a:buFontTx/>
                <a:buNone/>
              </a:pPr>
              <a:t>224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43" name="Rectangle 1">
            <a:extLst>
              <a:ext uri="{FF2B5EF4-FFF2-40B4-BE49-F238E27FC236}">
                <a16:creationId xmlns:a16="http://schemas.microsoft.com/office/drawing/2014/main" id="{1CE63690-7564-8375-A9D7-6B927E4B3AA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68644" name="Text Box 2">
            <a:extLst>
              <a:ext uri="{FF2B5EF4-FFF2-40B4-BE49-F238E27FC236}">
                <a16:creationId xmlns:a16="http://schemas.microsoft.com/office/drawing/2014/main" id="{FD33A817-F6AC-6141-A872-2FB5FA2C6FE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645" name="Text Box 3">
            <a:extLst>
              <a:ext uri="{FF2B5EF4-FFF2-40B4-BE49-F238E27FC236}">
                <a16:creationId xmlns:a16="http://schemas.microsoft.com/office/drawing/2014/main" id="{4C9FBD5B-7801-D982-939E-76D968B1158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C2C50D0-F85F-4F41-BB9E-0F39CED915F5}" type="slidenum">
              <a:rPr lang="en-US" altLang="en-US" sz="1200">
                <a:solidFill>
                  <a:srgbClr val="000000"/>
                </a:solidFill>
                <a:latin typeface="Arial" panose="020B0604020202020204" pitchFamily="34" charset="0"/>
              </a:rPr>
              <a:pPr algn="r" eaLnBrk="1" hangingPunct="1">
                <a:buClrTx/>
                <a:buFontTx/>
                <a:buNone/>
              </a:pPr>
              <a:t>226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0691" name="Rectangle 1">
            <a:extLst>
              <a:ext uri="{FF2B5EF4-FFF2-40B4-BE49-F238E27FC236}">
                <a16:creationId xmlns:a16="http://schemas.microsoft.com/office/drawing/2014/main" id="{5693ADA1-684D-F802-E3DB-CE5EE6AA91F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0692" name="Text Box 2">
            <a:extLst>
              <a:ext uri="{FF2B5EF4-FFF2-40B4-BE49-F238E27FC236}">
                <a16:creationId xmlns:a16="http://schemas.microsoft.com/office/drawing/2014/main" id="{43BB7288-39BE-39E3-FBF2-05010E3E3B6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0693" name="Text Box 3">
            <a:extLst>
              <a:ext uri="{FF2B5EF4-FFF2-40B4-BE49-F238E27FC236}">
                <a16:creationId xmlns:a16="http://schemas.microsoft.com/office/drawing/2014/main" id="{057BB4B8-3604-0AC8-2F3B-8CE3A2A6699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97CC755-ACD2-47EF-942F-EA8D981C9946}" type="slidenum">
              <a:rPr lang="en-US" altLang="en-US" sz="1200">
                <a:solidFill>
                  <a:srgbClr val="000000"/>
                </a:solidFill>
                <a:latin typeface="Arial" panose="020B0604020202020204" pitchFamily="34" charset="0"/>
              </a:rPr>
              <a:pPr algn="r" eaLnBrk="1" hangingPunct="1">
                <a:buClrTx/>
                <a:buFontTx/>
                <a:buNone/>
              </a:pPr>
              <a:t>227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2739" name="Rectangle 1">
            <a:extLst>
              <a:ext uri="{FF2B5EF4-FFF2-40B4-BE49-F238E27FC236}">
                <a16:creationId xmlns:a16="http://schemas.microsoft.com/office/drawing/2014/main" id="{473BFE9E-8609-EF34-463A-DB4131E084A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2740" name="Text Box 2">
            <a:extLst>
              <a:ext uri="{FF2B5EF4-FFF2-40B4-BE49-F238E27FC236}">
                <a16:creationId xmlns:a16="http://schemas.microsoft.com/office/drawing/2014/main" id="{6581A48F-3887-8495-64A2-40192EFE528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2741" name="Text Box 3">
            <a:extLst>
              <a:ext uri="{FF2B5EF4-FFF2-40B4-BE49-F238E27FC236}">
                <a16:creationId xmlns:a16="http://schemas.microsoft.com/office/drawing/2014/main" id="{25300E8A-3EA2-8284-1441-164156959B9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91A9A34-E62C-4F39-ABD3-C4F2968E34DE}" type="slidenum">
              <a:rPr lang="en-US" altLang="en-US" sz="1200">
                <a:solidFill>
                  <a:srgbClr val="000000"/>
                </a:solidFill>
                <a:latin typeface="Arial" panose="020B0604020202020204" pitchFamily="34" charset="0"/>
              </a:rPr>
              <a:pPr algn="r" eaLnBrk="1" hangingPunct="1">
                <a:buClrTx/>
                <a:buFontTx/>
                <a:buNone/>
              </a:pPr>
              <a:t>228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4787" name="Rectangle 1">
            <a:extLst>
              <a:ext uri="{FF2B5EF4-FFF2-40B4-BE49-F238E27FC236}">
                <a16:creationId xmlns:a16="http://schemas.microsoft.com/office/drawing/2014/main" id="{C66BFAD5-572D-BF83-866B-08B8C387F4E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4788" name="Text Box 2">
            <a:extLst>
              <a:ext uri="{FF2B5EF4-FFF2-40B4-BE49-F238E27FC236}">
                <a16:creationId xmlns:a16="http://schemas.microsoft.com/office/drawing/2014/main" id="{CA7C982E-836D-08E5-3536-122785B2102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4789" name="Text Box 3">
            <a:extLst>
              <a:ext uri="{FF2B5EF4-FFF2-40B4-BE49-F238E27FC236}">
                <a16:creationId xmlns:a16="http://schemas.microsoft.com/office/drawing/2014/main" id="{E299D117-F1D5-996E-8514-E71BAF38A8B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FE123C5-6EB9-4002-A77B-A7556511034F}" type="slidenum">
              <a:rPr lang="en-US" altLang="en-US" sz="1200">
                <a:solidFill>
                  <a:srgbClr val="000000"/>
                </a:solidFill>
                <a:latin typeface="Arial" panose="020B0604020202020204" pitchFamily="34" charset="0"/>
              </a:rPr>
              <a:pPr algn="r" eaLnBrk="1" hangingPunct="1">
                <a:buClrTx/>
                <a:buFontTx/>
                <a:buNone/>
              </a:pPr>
              <a:t>229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6835" name="Rectangle 1">
            <a:extLst>
              <a:ext uri="{FF2B5EF4-FFF2-40B4-BE49-F238E27FC236}">
                <a16:creationId xmlns:a16="http://schemas.microsoft.com/office/drawing/2014/main" id="{740CD837-E297-EB73-A00C-03BE569CCE3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6836" name="Text Box 2">
            <a:extLst>
              <a:ext uri="{FF2B5EF4-FFF2-40B4-BE49-F238E27FC236}">
                <a16:creationId xmlns:a16="http://schemas.microsoft.com/office/drawing/2014/main" id="{CD2CCA60-47F2-7C3F-A825-C9CB4D617A6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6837" name="Text Box 3">
            <a:extLst>
              <a:ext uri="{FF2B5EF4-FFF2-40B4-BE49-F238E27FC236}">
                <a16:creationId xmlns:a16="http://schemas.microsoft.com/office/drawing/2014/main" id="{48A1AD6B-9104-301B-9184-4DB0CF8A981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B0A9CA3-00DE-40EA-A6E4-F9A71A935739}" type="slidenum">
              <a:rPr lang="en-US" altLang="en-US" sz="1200">
                <a:solidFill>
                  <a:srgbClr val="000000"/>
                </a:solidFill>
                <a:latin typeface="Arial" panose="020B0604020202020204" pitchFamily="34" charset="0"/>
              </a:rPr>
              <a:pPr algn="r" eaLnBrk="1" hangingPunct="1">
                <a:buClrTx/>
                <a:buFontTx/>
                <a:buNone/>
              </a:pPr>
              <a:t>230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83" name="Rectangle 1">
            <a:extLst>
              <a:ext uri="{FF2B5EF4-FFF2-40B4-BE49-F238E27FC236}">
                <a16:creationId xmlns:a16="http://schemas.microsoft.com/office/drawing/2014/main" id="{FFD55147-888F-E853-C795-D1CEEBCDA89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78884" name="Text Box 2">
            <a:extLst>
              <a:ext uri="{FF2B5EF4-FFF2-40B4-BE49-F238E27FC236}">
                <a16:creationId xmlns:a16="http://schemas.microsoft.com/office/drawing/2014/main" id="{E6F69A18-60A1-D72E-3FD8-79A28B84ED5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8885" name="Text Box 3">
            <a:extLst>
              <a:ext uri="{FF2B5EF4-FFF2-40B4-BE49-F238E27FC236}">
                <a16:creationId xmlns:a16="http://schemas.microsoft.com/office/drawing/2014/main" id="{EE2E1283-F44C-C41F-BD52-BD33CB71089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D269826-D855-43F5-925B-CE0D63F4CF73}" type="slidenum">
              <a:rPr lang="en-US" altLang="en-US" sz="1200">
                <a:solidFill>
                  <a:srgbClr val="000000"/>
                </a:solidFill>
                <a:latin typeface="Arial" panose="020B0604020202020204" pitchFamily="34" charset="0"/>
              </a:rPr>
              <a:pPr algn="r" eaLnBrk="1" hangingPunct="1">
                <a:buClrTx/>
                <a:buFontTx/>
                <a:buNone/>
              </a:pPr>
              <a:t>231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0931" name="Rectangle 1">
            <a:extLst>
              <a:ext uri="{FF2B5EF4-FFF2-40B4-BE49-F238E27FC236}">
                <a16:creationId xmlns:a16="http://schemas.microsoft.com/office/drawing/2014/main" id="{EFB5FF19-AB1C-92BA-3AF7-B69B816ADD1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0932" name="Text Box 2">
            <a:extLst>
              <a:ext uri="{FF2B5EF4-FFF2-40B4-BE49-F238E27FC236}">
                <a16:creationId xmlns:a16="http://schemas.microsoft.com/office/drawing/2014/main" id="{54067BC2-4366-41B9-6B16-5E795D9E533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0933" name="Text Box 3">
            <a:extLst>
              <a:ext uri="{FF2B5EF4-FFF2-40B4-BE49-F238E27FC236}">
                <a16:creationId xmlns:a16="http://schemas.microsoft.com/office/drawing/2014/main" id="{C250D0ED-BA9D-55CE-BD1C-EAA0FD4110E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F1035DF-20BD-485E-BC63-3E278417C4E4}" type="slidenum">
              <a:rPr lang="en-US" altLang="en-US" sz="1200">
                <a:solidFill>
                  <a:srgbClr val="000000"/>
                </a:solidFill>
                <a:latin typeface="Arial" panose="020B0604020202020204" pitchFamily="34" charset="0"/>
              </a:rPr>
              <a:pPr algn="r" eaLnBrk="1" hangingPunct="1">
                <a:buClrTx/>
                <a:buFontTx/>
                <a:buNone/>
              </a:pPr>
              <a:t>232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2979" name="Text Box 1">
            <a:extLst>
              <a:ext uri="{FF2B5EF4-FFF2-40B4-BE49-F238E27FC236}">
                <a16:creationId xmlns:a16="http://schemas.microsoft.com/office/drawing/2014/main" id="{B60C1BB2-DE18-4C3E-A4F5-43ED56C8D02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192D8CE-988D-4AF8-8C7F-8A166ECDAE92}" type="slidenum">
              <a:rPr lang="en-US" altLang="en-US" sz="1200">
                <a:solidFill>
                  <a:srgbClr val="000000"/>
                </a:solidFill>
                <a:latin typeface="Arial" panose="020B0604020202020204" pitchFamily="34" charset="0"/>
              </a:rPr>
              <a:pPr algn="r" eaLnBrk="1" hangingPunct="1">
                <a:buClrTx/>
                <a:buFontTx/>
                <a:buNone/>
              </a:pPr>
              <a:t>233</a:t>
            </a:fld>
            <a:endParaRPr lang="en-US" altLang="en-US" sz="1200">
              <a:solidFill>
                <a:srgbClr val="000000"/>
              </a:solidFill>
              <a:latin typeface="Arial" panose="020B0604020202020204" pitchFamily="34" charset="0"/>
            </a:endParaRPr>
          </a:p>
        </p:txBody>
      </p:sp>
      <p:sp>
        <p:nvSpPr>
          <p:cNvPr id="382980" name="Rectangle 2">
            <a:extLst>
              <a:ext uri="{FF2B5EF4-FFF2-40B4-BE49-F238E27FC236}">
                <a16:creationId xmlns:a16="http://schemas.microsoft.com/office/drawing/2014/main" id="{0DF1A614-7212-E32D-5454-4D5F86ADD3E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2981" name="Text Box 3">
            <a:extLst>
              <a:ext uri="{FF2B5EF4-FFF2-40B4-BE49-F238E27FC236}">
                <a16:creationId xmlns:a16="http://schemas.microsoft.com/office/drawing/2014/main" id="{71E26C4A-8F33-2A02-5559-07B8FD65D52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450"/>
              </a:spcBef>
              <a:buClrTx/>
              <a:buFontTx/>
              <a:buNone/>
            </a:pPr>
            <a:r>
              <a:rPr lang="en-US" altLang="en-US" sz="1200">
                <a:solidFill>
                  <a:srgbClr val="000000"/>
                </a:solidFill>
                <a:latin typeface="Arial" panose="020B0604020202020204" pitchFamily="34" charset="0"/>
              </a:rPr>
              <a:t>“One hop” is added because from A’s point of view, there are two steps: (1) Reach B, and (2) Reach network 1 or 2. Remember, A can reach network 1 directly. However, the current step is to purely accept what B is saying and add 1 to it, because the first hop is B, and then we have the next hop.</a:t>
            </a: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5027" name="Rectangle 1">
            <a:extLst>
              <a:ext uri="{FF2B5EF4-FFF2-40B4-BE49-F238E27FC236}">
                <a16:creationId xmlns:a16="http://schemas.microsoft.com/office/drawing/2014/main" id="{FD7C5697-5E16-DCBC-DA65-391B8F1B1DE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5028" name="Text Box 2">
            <a:extLst>
              <a:ext uri="{FF2B5EF4-FFF2-40B4-BE49-F238E27FC236}">
                <a16:creationId xmlns:a16="http://schemas.microsoft.com/office/drawing/2014/main" id="{76DB80C2-5FF4-091F-8093-43F02512FE0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5029" name="Text Box 3">
            <a:extLst>
              <a:ext uri="{FF2B5EF4-FFF2-40B4-BE49-F238E27FC236}">
                <a16:creationId xmlns:a16="http://schemas.microsoft.com/office/drawing/2014/main" id="{5741E823-82A0-FFE4-0156-7F501EE2412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0E76510-1355-4009-B936-E973B0BA6D67}" type="slidenum">
              <a:rPr lang="en-US" altLang="en-US" sz="1200">
                <a:solidFill>
                  <a:srgbClr val="000000"/>
                </a:solidFill>
                <a:latin typeface="Arial" panose="020B0604020202020204" pitchFamily="34" charset="0"/>
              </a:rPr>
              <a:pPr algn="r" eaLnBrk="1" hangingPunct="1">
                <a:buClrTx/>
                <a:buFontTx/>
                <a:buNone/>
              </a:pPr>
              <a:t>234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7075" name="Rectangle 1">
            <a:extLst>
              <a:ext uri="{FF2B5EF4-FFF2-40B4-BE49-F238E27FC236}">
                <a16:creationId xmlns:a16="http://schemas.microsoft.com/office/drawing/2014/main" id="{C7377652-1B6B-D54C-C054-A880535FD68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7076" name="Text Box 2">
            <a:extLst>
              <a:ext uri="{FF2B5EF4-FFF2-40B4-BE49-F238E27FC236}">
                <a16:creationId xmlns:a16="http://schemas.microsoft.com/office/drawing/2014/main" id="{59EF9E1C-1AEA-52CD-42CA-5312A70EAA9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7077" name="Text Box 3">
            <a:extLst>
              <a:ext uri="{FF2B5EF4-FFF2-40B4-BE49-F238E27FC236}">
                <a16:creationId xmlns:a16="http://schemas.microsoft.com/office/drawing/2014/main" id="{BFE8D87A-3187-79D9-C912-E0D801CF926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4ACC457-71D8-4CDD-8CF7-CA2466F4274D}" type="slidenum">
              <a:rPr lang="en-US" altLang="en-US" sz="1200">
                <a:solidFill>
                  <a:srgbClr val="000000"/>
                </a:solidFill>
                <a:latin typeface="Arial" panose="020B0604020202020204" pitchFamily="34" charset="0"/>
              </a:rPr>
              <a:pPr algn="r" eaLnBrk="1" hangingPunct="1">
                <a:buClrTx/>
                <a:buFontTx/>
                <a:buNone/>
              </a:pPr>
              <a:t>235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23" name="Rectangle 1">
            <a:extLst>
              <a:ext uri="{FF2B5EF4-FFF2-40B4-BE49-F238E27FC236}">
                <a16:creationId xmlns:a16="http://schemas.microsoft.com/office/drawing/2014/main" id="{7C54BA46-7143-75D9-F5D5-99F7F566AA6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9124" name="Text Box 2">
            <a:extLst>
              <a:ext uri="{FF2B5EF4-FFF2-40B4-BE49-F238E27FC236}">
                <a16:creationId xmlns:a16="http://schemas.microsoft.com/office/drawing/2014/main" id="{1EC6CD63-AFC0-87BB-B656-F60704E7A06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9125" name="Text Box 3">
            <a:extLst>
              <a:ext uri="{FF2B5EF4-FFF2-40B4-BE49-F238E27FC236}">
                <a16:creationId xmlns:a16="http://schemas.microsoft.com/office/drawing/2014/main" id="{994F5660-E061-0862-379F-FDD6BFC0571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FDE74B5-FAF3-4EE0-B255-7C673C0B2615}" type="slidenum">
              <a:rPr lang="en-US" altLang="en-US" sz="1200">
                <a:solidFill>
                  <a:srgbClr val="000000"/>
                </a:solidFill>
                <a:latin typeface="Arial" panose="020B0604020202020204" pitchFamily="34" charset="0"/>
              </a:rPr>
              <a:pPr algn="r" eaLnBrk="1" hangingPunct="1">
                <a:buClrTx/>
                <a:buFontTx/>
                <a:buNone/>
              </a:pPr>
              <a:t>236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23" name="Rectangle 1">
            <a:extLst>
              <a:ext uri="{FF2B5EF4-FFF2-40B4-BE49-F238E27FC236}">
                <a16:creationId xmlns:a16="http://schemas.microsoft.com/office/drawing/2014/main" id="{7C54BA46-7143-75D9-F5D5-99F7F566AA6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9124" name="Text Box 2">
            <a:extLst>
              <a:ext uri="{FF2B5EF4-FFF2-40B4-BE49-F238E27FC236}">
                <a16:creationId xmlns:a16="http://schemas.microsoft.com/office/drawing/2014/main" id="{1EC6CD63-AFC0-87BB-B656-F60704E7A06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9125" name="Text Box 3">
            <a:extLst>
              <a:ext uri="{FF2B5EF4-FFF2-40B4-BE49-F238E27FC236}">
                <a16:creationId xmlns:a16="http://schemas.microsoft.com/office/drawing/2014/main" id="{994F5660-E061-0862-379F-FDD6BFC0571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FDE74B5-FAF3-4EE0-B255-7C673C0B2615}" type="slidenum">
              <a:rPr lang="en-US" altLang="en-US" sz="1200">
                <a:solidFill>
                  <a:srgbClr val="000000"/>
                </a:solidFill>
                <a:latin typeface="Arial" panose="020B0604020202020204" pitchFamily="34" charset="0"/>
              </a:rPr>
              <a:pPr algn="r" eaLnBrk="1" hangingPunct="1">
                <a:buClrTx/>
                <a:buFontTx/>
                <a:buNone/>
              </a:pPr>
              <a:t>237</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400167331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23" name="Rectangle 1">
            <a:extLst>
              <a:ext uri="{FF2B5EF4-FFF2-40B4-BE49-F238E27FC236}">
                <a16:creationId xmlns:a16="http://schemas.microsoft.com/office/drawing/2014/main" id="{7C54BA46-7143-75D9-F5D5-99F7F566AA6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9124" name="Text Box 2">
            <a:extLst>
              <a:ext uri="{FF2B5EF4-FFF2-40B4-BE49-F238E27FC236}">
                <a16:creationId xmlns:a16="http://schemas.microsoft.com/office/drawing/2014/main" id="{1EC6CD63-AFC0-87BB-B656-F60704E7A06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9125" name="Text Box 3">
            <a:extLst>
              <a:ext uri="{FF2B5EF4-FFF2-40B4-BE49-F238E27FC236}">
                <a16:creationId xmlns:a16="http://schemas.microsoft.com/office/drawing/2014/main" id="{994F5660-E061-0862-379F-FDD6BFC0571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FDE74B5-FAF3-4EE0-B255-7C673C0B2615}" type="slidenum">
              <a:rPr lang="en-US" altLang="en-US" sz="1200">
                <a:solidFill>
                  <a:srgbClr val="000000"/>
                </a:solidFill>
                <a:latin typeface="Arial" panose="020B0604020202020204" pitchFamily="34" charset="0"/>
              </a:rPr>
              <a:pPr algn="r" eaLnBrk="1" hangingPunct="1">
                <a:buClrTx/>
                <a:buFontTx/>
                <a:buNone/>
              </a:pPr>
              <a:t>238</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343376852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23" name="Rectangle 1">
            <a:extLst>
              <a:ext uri="{FF2B5EF4-FFF2-40B4-BE49-F238E27FC236}">
                <a16:creationId xmlns:a16="http://schemas.microsoft.com/office/drawing/2014/main" id="{7C54BA46-7143-75D9-F5D5-99F7F566AA6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89124" name="Text Box 2">
            <a:extLst>
              <a:ext uri="{FF2B5EF4-FFF2-40B4-BE49-F238E27FC236}">
                <a16:creationId xmlns:a16="http://schemas.microsoft.com/office/drawing/2014/main" id="{1EC6CD63-AFC0-87BB-B656-F60704E7A06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9125" name="Text Box 3">
            <a:extLst>
              <a:ext uri="{FF2B5EF4-FFF2-40B4-BE49-F238E27FC236}">
                <a16:creationId xmlns:a16="http://schemas.microsoft.com/office/drawing/2014/main" id="{994F5660-E061-0862-379F-FDD6BFC0571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FDE74B5-FAF3-4EE0-B255-7C673C0B2615}" type="slidenum">
              <a:rPr lang="en-US" altLang="en-US" sz="1200">
                <a:solidFill>
                  <a:srgbClr val="000000"/>
                </a:solidFill>
                <a:latin typeface="Arial" panose="020B0604020202020204" pitchFamily="34" charset="0"/>
              </a:rPr>
              <a:pPr algn="r" eaLnBrk="1" hangingPunct="1">
                <a:buClrTx/>
                <a:buFontTx/>
                <a:buNone/>
              </a:pPr>
              <a:t>239</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3569019313"/>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1171" name="Rectangle 1">
            <a:extLst>
              <a:ext uri="{FF2B5EF4-FFF2-40B4-BE49-F238E27FC236}">
                <a16:creationId xmlns:a16="http://schemas.microsoft.com/office/drawing/2014/main" id="{51B8CAFC-36F4-F304-31B0-49C9B0D8DA3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91172" name="Text Box 2">
            <a:extLst>
              <a:ext uri="{FF2B5EF4-FFF2-40B4-BE49-F238E27FC236}">
                <a16:creationId xmlns:a16="http://schemas.microsoft.com/office/drawing/2014/main" id="{F1A1728E-5FC3-F22C-47E4-0A7341D876C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91173" name="Text Box 3">
            <a:extLst>
              <a:ext uri="{FF2B5EF4-FFF2-40B4-BE49-F238E27FC236}">
                <a16:creationId xmlns:a16="http://schemas.microsoft.com/office/drawing/2014/main" id="{083700E2-63E8-7819-F13A-DD9E0CA9841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D9A5ADE-B7CE-4E97-A213-CF2AC577C5C1}" type="slidenum">
              <a:rPr lang="en-US" altLang="en-US" sz="1200">
                <a:solidFill>
                  <a:srgbClr val="000000"/>
                </a:solidFill>
                <a:latin typeface="Arial" panose="020B0604020202020204" pitchFamily="34" charset="0"/>
              </a:rPr>
              <a:pPr algn="r" eaLnBrk="1" hangingPunct="1">
                <a:buClrTx/>
                <a:buFontTx/>
                <a:buNone/>
              </a:pPr>
              <a:t>240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3219" name="Rectangle 1">
            <a:extLst>
              <a:ext uri="{FF2B5EF4-FFF2-40B4-BE49-F238E27FC236}">
                <a16:creationId xmlns:a16="http://schemas.microsoft.com/office/drawing/2014/main" id="{16E4B74A-180B-0FAE-A9AC-DC6AD768B56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93220" name="Text Box 2">
            <a:extLst>
              <a:ext uri="{FF2B5EF4-FFF2-40B4-BE49-F238E27FC236}">
                <a16:creationId xmlns:a16="http://schemas.microsoft.com/office/drawing/2014/main" id="{7365C971-8924-5CF2-19CC-CD9E1486EE0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93221" name="Text Box 3">
            <a:extLst>
              <a:ext uri="{FF2B5EF4-FFF2-40B4-BE49-F238E27FC236}">
                <a16:creationId xmlns:a16="http://schemas.microsoft.com/office/drawing/2014/main" id="{BE74F76C-D7BA-AB66-6FBE-344ECB949FE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EF20D17-2429-4B5A-A530-AF07D9D091CC}" type="slidenum">
              <a:rPr lang="en-US" altLang="en-US" sz="1200">
                <a:solidFill>
                  <a:srgbClr val="000000"/>
                </a:solidFill>
                <a:latin typeface="Arial" panose="020B0604020202020204" pitchFamily="34" charset="0"/>
              </a:rPr>
              <a:pPr algn="r" eaLnBrk="1" hangingPunct="1">
                <a:buClrTx/>
                <a:buFontTx/>
                <a:buNone/>
              </a:pPr>
              <a:t>241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7555" name="Rectangle 1">
            <a:extLst>
              <a:ext uri="{FF2B5EF4-FFF2-40B4-BE49-F238E27FC236}">
                <a16:creationId xmlns:a16="http://schemas.microsoft.com/office/drawing/2014/main" id="{52608640-7FF1-92DA-5616-5AC6191E8B1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07556" name="Text Box 2">
            <a:extLst>
              <a:ext uri="{FF2B5EF4-FFF2-40B4-BE49-F238E27FC236}">
                <a16:creationId xmlns:a16="http://schemas.microsoft.com/office/drawing/2014/main" id="{9504FE50-8728-C0C5-7327-FE27CF61335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7557" name="Text Box 3">
            <a:extLst>
              <a:ext uri="{FF2B5EF4-FFF2-40B4-BE49-F238E27FC236}">
                <a16:creationId xmlns:a16="http://schemas.microsoft.com/office/drawing/2014/main" id="{2DFC309C-C538-07EB-1FBB-775E60C80D5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1F48C58-4866-4129-B5DF-D8122EEBBB19}" type="slidenum">
              <a:rPr lang="en-US" altLang="en-US" sz="1200">
                <a:solidFill>
                  <a:srgbClr val="000000"/>
                </a:solidFill>
                <a:latin typeface="Arial" panose="020B0604020202020204" pitchFamily="34" charset="0"/>
              </a:rPr>
              <a:pPr algn="r" eaLnBrk="1" hangingPunct="1">
                <a:buClrTx/>
                <a:buFontTx/>
                <a:buNone/>
              </a:pPr>
              <a:t>249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03" name="Rectangle 1">
            <a:extLst>
              <a:ext uri="{FF2B5EF4-FFF2-40B4-BE49-F238E27FC236}">
                <a16:creationId xmlns:a16="http://schemas.microsoft.com/office/drawing/2014/main" id="{17FDFAD0-0DE6-77D6-2669-B5C035ED559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09604" name="Text Box 2">
            <a:extLst>
              <a:ext uri="{FF2B5EF4-FFF2-40B4-BE49-F238E27FC236}">
                <a16:creationId xmlns:a16="http://schemas.microsoft.com/office/drawing/2014/main" id="{C4A9093E-5EA3-965C-A502-5DD3EE42A58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605" name="Text Box 3">
            <a:extLst>
              <a:ext uri="{FF2B5EF4-FFF2-40B4-BE49-F238E27FC236}">
                <a16:creationId xmlns:a16="http://schemas.microsoft.com/office/drawing/2014/main" id="{DBDAB573-1938-FAFA-75D7-4F277E96A17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B2F476E-23AC-488C-9DA1-287A4795C482}" type="slidenum">
              <a:rPr lang="en-US" altLang="en-US" sz="1200">
                <a:solidFill>
                  <a:srgbClr val="000000"/>
                </a:solidFill>
                <a:latin typeface="Arial" panose="020B0604020202020204" pitchFamily="34" charset="0"/>
              </a:rPr>
              <a:pPr algn="r" eaLnBrk="1" hangingPunct="1">
                <a:buClrTx/>
                <a:buFontTx/>
                <a:buNone/>
              </a:pPr>
              <a:t>250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1651" name="Rectangle 1">
            <a:extLst>
              <a:ext uri="{FF2B5EF4-FFF2-40B4-BE49-F238E27FC236}">
                <a16:creationId xmlns:a16="http://schemas.microsoft.com/office/drawing/2014/main" id="{74B58ECE-FE2F-A284-5C40-52BB1497A4A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1652" name="Text Box 2">
            <a:extLst>
              <a:ext uri="{FF2B5EF4-FFF2-40B4-BE49-F238E27FC236}">
                <a16:creationId xmlns:a16="http://schemas.microsoft.com/office/drawing/2014/main" id="{C6F916EA-C8BD-4826-4F92-532EDF09A25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1653" name="Text Box 3">
            <a:extLst>
              <a:ext uri="{FF2B5EF4-FFF2-40B4-BE49-F238E27FC236}">
                <a16:creationId xmlns:a16="http://schemas.microsoft.com/office/drawing/2014/main" id="{D3E38EAD-F4E7-4266-42A2-B25073647D8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3C71F1E-938F-40AA-A659-9FA6452F999C}" type="slidenum">
              <a:rPr lang="en-US" altLang="en-US" sz="1200">
                <a:solidFill>
                  <a:srgbClr val="000000"/>
                </a:solidFill>
                <a:latin typeface="Arial" panose="020B0604020202020204" pitchFamily="34" charset="0"/>
              </a:rPr>
              <a:pPr algn="r" eaLnBrk="1" hangingPunct="1">
                <a:buClrTx/>
                <a:buFontTx/>
                <a:buNone/>
              </a:pPr>
              <a:t>251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3699" name="Rectangle 1">
            <a:extLst>
              <a:ext uri="{FF2B5EF4-FFF2-40B4-BE49-F238E27FC236}">
                <a16:creationId xmlns:a16="http://schemas.microsoft.com/office/drawing/2014/main" id="{95E00FFE-D858-6364-C150-1873DD248E2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3700" name="Text Box 2">
            <a:extLst>
              <a:ext uri="{FF2B5EF4-FFF2-40B4-BE49-F238E27FC236}">
                <a16:creationId xmlns:a16="http://schemas.microsoft.com/office/drawing/2014/main" id="{3BCBA289-B328-1778-5024-87539A2A84A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3701" name="Text Box 3">
            <a:extLst>
              <a:ext uri="{FF2B5EF4-FFF2-40B4-BE49-F238E27FC236}">
                <a16:creationId xmlns:a16="http://schemas.microsoft.com/office/drawing/2014/main" id="{5A0B9949-0379-DDB0-E9D4-51762B21DD6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B1EE5CC-C729-4517-AF87-987F317F9473}" type="slidenum">
              <a:rPr lang="en-US" altLang="en-US" sz="1200">
                <a:solidFill>
                  <a:srgbClr val="000000"/>
                </a:solidFill>
                <a:latin typeface="Arial" panose="020B0604020202020204" pitchFamily="34" charset="0"/>
              </a:rPr>
              <a:pPr algn="r" eaLnBrk="1" hangingPunct="1">
                <a:buClrTx/>
                <a:buFontTx/>
                <a:buNone/>
              </a:pPr>
              <a:t>252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5747" name="Rectangle 1">
            <a:extLst>
              <a:ext uri="{FF2B5EF4-FFF2-40B4-BE49-F238E27FC236}">
                <a16:creationId xmlns:a16="http://schemas.microsoft.com/office/drawing/2014/main" id="{8DAD0735-EF82-4B39-7A16-C18B9C2976A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5748" name="Text Box 2">
            <a:extLst>
              <a:ext uri="{FF2B5EF4-FFF2-40B4-BE49-F238E27FC236}">
                <a16:creationId xmlns:a16="http://schemas.microsoft.com/office/drawing/2014/main" id="{CE2B0EF6-F4CF-E380-2496-C9F5E5AF6FB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5749" name="Text Box 3">
            <a:extLst>
              <a:ext uri="{FF2B5EF4-FFF2-40B4-BE49-F238E27FC236}">
                <a16:creationId xmlns:a16="http://schemas.microsoft.com/office/drawing/2014/main" id="{33C7577F-556C-CDB9-96D2-5D212924FE1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070B7FD-537C-4716-8618-799C4D6BC85F}" type="slidenum">
              <a:rPr lang="en-US" altLang="en-US" sz="1200">
                <a:solidFill>
                  <a:srgbClr val="000000"/>
                </a:solidFill>
                <a:latin typeface="Arial" panose="020B0604020202020204" pitchFamily="34" charset="0"/>
              </a:rPr>
              <a:pPr algn="r" eaLnBrk="1" hangingPunct="1">
                <a:buClrTx/>
                <a:buFontTx/>
                <a:buNone/>
              </a:pPr>
              <a:t>253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7795" name="Rectangle 1">
            <a:extLst>
              <a:ext uri="{FF2B5EF4-FFF2-40B4-BE49-F238E27FC236}">
                <a16:creationId xmlns:a16="http://schemas.microsoft.com/office/drawing/2014/main" id="{471F8404-A201-6822-0440-A185CB8108F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7796" name="Text Box 2">
            <a:extLst>
              <a:ext uri="{FF2B5EF4-FFF2-40B4-BE49-F238E27FC236}">
                <a16:creationId xmlns:a16="http://schemas.microsoft.com/office/drawing/2014/main" id="{7D8DE105-317F-A4B3-1F72-561F4B20F3E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7797" name="Text Box 3">
            <a:extLst>
              <a:ext uri="{FF2B5EF4-FFF2-40B4-BE49-F238E27FC236}">
                <a16:creationId xmlns:a16="http://schemas.microsoft.com/office/drawing/2014/main" id="{A6A12204-7C4E-5F57-E50E-4F3DA9A3F8E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669C8C2-4907-4535-8BAF-5AA4C061C8DE}" type="slidenum">
              <a:rPr lang="en-US" altLang="en-US" sz="1200">
                <a:solidFill>
                  <a:srgbClr val="000000"/>
                </a:solidFill>
                <a:latin typeface="Arial" panose="020B0604020202020204" pitchFamily="34" charset="0"/>
              </a:rPr>
              <a:pPr algn="r" eaLnBrk="1" hangingPunct="1">
                <a:buClrTx/>
                <a:buFontTx/>
                <a:buNone/>
              </a:pPr>
              <a:t>254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43" name="Rectangle 1">
            <a:extLst>
              <a:ext uri="{FF2B5EF4-FFF2-40B4-BE49-F238E27FC236}">
                <a16:creationId xmlns:a16="http://schemas.microsoft.com/office/drawing/2014/main" id="{F78CBA60-B3C5-5631-1F68-40F993DAFB4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19844" name="Text Box 2">
            <a:extLst>
              <a:ext uri="{FF2B5EF4-FFF2-40B4-BE49-F238E27FC236}">
                <a16:creationId xmlns:a16="http://schemas.microsoft.com/office/drawing/2014/main" id="{6E74425A-9892-3EAE-0E20-D3C1CCE0B9F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19845" name="Text Box 3">
            <a:extLst>
              <a:ext uri="{FF2B5EF4-FFF2-40B4-BE49-F238E27FC236}">
                <a16:creationId xmlns:a16="http://schemas.microsoft.com/office/drawing/2014/main" id="{4F6029A7-C1D2-AB63-DC8C-287C1843511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41003B8-74DB-456D-8AA2-36906C791CD2}" type="slidenum">
              <a:rPr lang="en-US" altLang="en-US" sz="1200">
                <a:solidFill>
                  <a:srgbClr val="000000"/>
                </a:solidFill>
                <a:latin typeface="Arial" panose="020B0604020202020204" pitchFamily="34" charset="0"/>
              </a:rPr>
              <a:pPr algn="r" eaLnBrk="1" hangingPunct="1">
                <a:buClrTx/>
                <a:buFontTx/>
                <a:buNone/>
              </a:pPr>
              <a:t>256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0083" name="Rectangle 1">
            <a:extLst>
              <a:ext uri="{FF2B5EF4-FFF2-40B4-BE49-F238E27FC236}">
                <a16:creationId xmlns:a16="http://schemas.microsoft.com/office/drawing/2014/main" id="{D08D56C5-79F5-03C1-4487-C53CD36A696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0084" name="Text Box 2">
            <a:extLst>
              <a:ext uri="{FF2B5EF4-FFF2-40B4-BE49-F238E27FC236}">
                <a16:creationId xmlns:a16="http://schemas.microsoft.com/office/drawing/2014/main" id="{E5439780-A903-8F56-85F2-D3DDBB107AC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0085" name="Text Box 3">
            <a:extLst>
              <a:ext uri="{FF2B5EF4-FFF2-40B4-BE49-F238E27FC236}">
                <a16:creationId xmlns:a16="http://schemas.microsoft.com/office/drawing/2014/main" id="{3F4A764E-11CE-70A2-9734-3F3E9062411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5CD7278-7B27-4A1C-B964-167BCF35AD91}" type="slidenum">
              <a:rPr lang="en-US" altLang="en-US" sz="1200">
                <a:solidFill>
                  <a:srgbClr val="000000"/>
                </a:solidFill>
                <a:latin typeface="Arial" panose="020B0604020202020204" pitchFamily="34" charset="0"/>
              </a:rPr>
              <a:pPr algn="r" eaLnBrk="1" hangingPunct="1">
                <a:buClrTx/>
                <a:buFontTx/>
                <a:buNone/>
              </a:pPr>
              <a:t>258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2131" name="Rectangle 1">
            <a:extLst>
              <a:ext uri="{FF2B5EF4-FFF2-40B4-BE49-F238E27FC236}">
                <a16:creationId xmlns:a16="http://schemas.microsoft.com/office/drawing/2014/main" id="{08EF8D9B-FB49-0FDA-94C9-8CC6D29CF5D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2132" name="Text Box 2">
            <a:extLst>
              <a:ext uri="{FF2B5EF4-FFF2-40B4-BE49-F238E27FC236}">
                <a16:creationId xmlns:a16="http://schemas.microsoft.com/office/drawing/2014/main" id="{390D16DB-2805-0211-EF77-92152DFEE8A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2133" name="Text Box 3">
            <a:extLst>
              <a:ext uri="{FF2B5EF4-FFF2-40B4-BE49-F238E27FC236}">
                <a16:creationId xmlns:a16="http://schemas.microsoft.com/office/drawing/2014/main" id="{CF3C83FB-DE6B-27D4-721D-74873554A17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167173E-808C-4374-BE0F-0EED8FD2FFA8}" type="slidenum">
              <a:rPr lang="en-US" altLang="en-US" sz="1200">
                <a:solidFill>
                  <a:srgbClr val="000000"/>
                </a:solidFill>
                <a:latin typeface="Arial" panose="020B0604020202020204" pitchFamily="34" charset="0"/>
              </a:rPr>
              <a:pPr algn="r" eaLnBrk="1" hangingPunct="1">
                <a:buClrTx/>
                <a:buFontTx/>
                <a:buNone/>
              </a:pPr>
              <a:t>259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4179" name="Rectangle 1">
            <a:extLst>
              <a:ext uri="{FF2B5EF4-FFF2-40B4-BE49-F238E27FC236}">
                <a16:creationId xmlns:a16="http://schemas.microsoft.com/office/drawing/2014/main" id="{5CA8CE7F-6CEC-38C5-75CA-17BA4C70D29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4180" name="Text Box 2">
            <a:extLst>
              <a:ext uri="{FF2B5EF4-FFF2-40B4-BE49-F238E27FC236}">
                <a16:creationId xmlns:a16="http://schemas.microsoft.com/office/drawing/2014/main" id="{427D3BB6-2678-EB7F-789E-D1AECBBB4ED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4181" name="Text Box 3">
            <a:extLst>
              <a:ext uri="{FF2B5EF4-FFF2-40B4-BE49-F238E27FC236}">
                <a16:creationId xmlns:a16="http://schemas.microsoft.com/office/drawing/2014/main" id="{F6D2C59F-2224-F206-A054-2A3BEE532D3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557D498-35D6-44FF-B2C5-F8A7FBA8B42C}" type="slidenum">
              <a:rPr lang="en-US" altLang="en-US" sz="1200">
                <a:solidFill>
                  <a:srgbClr val="000000"/>
                </a:solidFill>
                <a:latin typeface="Arial" panose="020B0604020202020204" pitchFamily="34" charset="0"/>
              </a:rPr>
              <a:pPr algn="r" eaLnBrk="1" hangingPunct="1">
                <a:buClrTx/>
                <a:buFontTx/>
                <a:buNone/>
              </a:pPr>
              <a:t>261</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66532984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4179" name="Rectangle 1">
            <a:extLst>
              <a:ext uri="{FF2B5EF4-FFF2-40B4-BE49-F238E27FC236}">
                <a16:creationId xmlns:a16="http://schemas.microsoft.com/office/drawing/2014/main" id="{5CA8CE7F-6CEC-38C5-75CA-17BA4C70D29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4180" name="Text Box 2">
            <a:extLst>
              <a:ext uri="{FF2B5EF4-FFF2-40B4-BE49-F238E27FC236}">
                <a16:creationId xmlns:a16="http://schemas.microsoft.com/office/drawing/2014/main" id="{427D3BB6-2678-EB7F-789E-D1AECBBB4ED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4181" name="Text Box 3">
            <a:extLst>
              <a:ext uri="{FF2B5EF4-FFF2-40B4-BE49-F238E27FC236}">
                <a16:creationId xmlns:a16="http://schemas.microsoft.com/office/drawing/2014/main" id="{F6D2C59F-2224-F206-A054-2A3BEE532D3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557D498-35D6-44FF-B2C5-F8A7FBA8B42C}" type="slidenum">
              <a:rPr lang="en-US" altLang="en-US" sz="1200">
                <a:solidFill>
                  <a:srgbClr val="000000"/>
                </a:solidFill>
                <a:latin typeface="Arial" panose="020B0604020202020204" pitchFamily="34" charset="0"/>
              </a:rPr>
              <a:pPr algn="r" eaLnBrk="1" hangingPunct="1">
                <a:buClrTx/>
                <a:buFontTx/>
                <a:buNone/>
              </a:pPr>
              <a:t>262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6227" name="Rectangle 1">
            <a:extLst>
              <a:ext uri="{FF2B5EF4-FFF2-40B4-BE49-F238E27FC236}">
                <a16:creationId xmlns:a16="http://schemas.microsoft.com/office/drawing/2014/main" id="{898FEFBB-D69D-3102-11C2-A363B87937C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6228" name="Text Box 2">
            <a:extLst>
              <a:ext uri="{FF2B5EF4-FFF2-40B4-BE49-F238E27FC236}">
                <a16:creationId xmlns:a16="http://schemas.microsoft.com/office/drawing/2014/main" id="{4C6367E0-B83F-1875-81A9-6CAE67E0A35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6229" name="Text Box 3">
            <a:extLst>
              <a:ext uri="{FF2B5EF4-FFF2-40B4-BE49-F238E27FC236}">
                <a16:creationId xmlns:a16="http://schemas.microsoft.com/office/drawing/2014/main" id="{1AD03F92-4994-E17A-6042-CA4999BF0EB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3C7500F-701D-43F2-ABD8-7EB65F7395D1}" type="slidenum">
              <a:rPr lang="en-US" altLang="en-US" sz="1200">
                <a:solidFill>
                  <a:srgbClr val="000000"/>
                </a:solidFill>
                <a:latin typeface="Arial" panose="020B0604020202020204" pitchFamily="34" charset="0"/>
              </a:rPr>
              <a:pPr algn="r" eaLnBrk="1" hangingPunct="1">
                <a:buClrTx/>
                <a:buFontTx/>
                <a:buNone/>
              </a:pPr>
              <a:t>263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8275" name="Rectangle 1">
            <a:extLst>
              <a:ext uri="{FF2B5EF4-FFF2-40B4-BE49-F238E27FC236}">
                <a16:creationId xmlns:a16="http://schemas.microsoft.com/office/drawing/2014/main" id="{B3975EDB-2CEA-5F29-EE26-F1A3E5FB5C9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38276" name="Text Box 2">
            <a:extLst>
              <a:ext uri="{FF2B5EF4-FFF2-40B4-BE49-F238E27FC236}">
                <a16:creationId xmlns:a16="http://schemas.microsoft.com/office/drawing/2014/main" id="{9463812D-7C02-2100-62EB-B6A07348C57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38277" name="Text Box 3">
            <a:extLst>
              <a:ext uri="{FF2B5EF4-FFF2-40B4-BE49-F238E27FC236}">
                <a16:creationId xmlns:a16="http://schemas.microsoft.com/office/drawing/2014/main" id="{B3308E4F-5D63-6DF5-A365-A312730BD8C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39716C5-1DC7-4781-B2CC-2643CC9C6A60}" type="slidenum">
              <a:rPr lang="en-US" altLang="en-US" sz="1200">
                <a:solidFill>
                  <a:srgbClr val="000000"/>
                </a:solidFill>
                <a:latin typeface="Arial" panose="020B0604020202020204" pitchFamily="34" charset="0"/>
              </a:rPr>
              <a:pPr algn="r" eaLnBrk="1" hangingPunct="1">
                <a:buClrTx/>
                <a:buFontTx/>
                <a:buNone/>
              </a:pPr>
              <a:t>264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0323" name="Rectangle 1">
            <a:extLst>
              <a:ext uri="{FF2B5EF4-FFF2-40B4-BE49-F238E27FC236}">
                <a16:creationId xmlns:a16="http://schemas.microsoft.com/office/drawing/2014/main" id="{993DBD88-65C7-C59D-7B34-787A4DB6042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0324" name="Text Box 2">
            <a:extLst>
              <a:ext uri="{FF2B5EF4-FFF2-40B4-BE49-F238E27FC236}">
                <a16:creationId xmlns:a16="http://schemas.microsoft.com/office/drawing/2014/main" id="{6E3DA849-D47A-2232-E182-4B9B9DA2242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0325" name="Text Box 3">
            <a:extLst>
              <a:ext uri="{FF2B5EF4-FFF2-40B4-BE49-F238E27FC236}">
                <a16:creationId xmlns:a16="http://schemas.microsoft.com/office/drawing/2014/main" id="{F323EC7A-A2EF-4673-7E7E-3EAFEDD97AB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B4DBB60-D4CD-4C34-BD8E-60DCD1ECF476}" type="slidenum">
              <a:rPr lang="en-US" altLang="en-US" sz="1200">
                <a:solidFill>
                  <a:srgbClr val="000000"/>
                </a:solidFill>
                <a:latin typeface="Arial" panose="020B0604020202020204" pitchFamily="34" charset="0"/>
              </a:rPr>
              <a:pPr algn="r" eaLnBrk="1" hangingPunct="1">
                <a:buClrTx/>
                <a:buFontTx/>
                <a:buNone/>
              </a:pPr>
              <a:t>265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2371" name="Rectangle 1">
            <a:extLst>
              <a:ext uri="{FF2B5EF4-FFF2-40B4-BE49-F238E27FC236}">
                <a16:creationId xmlns:a16="http://schemas.microsoft.com/office/drawing/2014/main" id="{D3528AC1-B5EE-37A2-69C6-B25EE15E796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2372" name="Text Box 2">
            <a:extLst>
              <a:ext uri="{FF2B5EF4-FFF2-40B4-BE49-F238E27FC236}">
                <a16:creationId xmlns:a16="http://schemas.microsoft.com/office/drawing/2014/main" id="{2A02EE20-EA97-4542-1C35-2264BC9BDAE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2373" name="Text Box 3">
            <a:extLst>
              <a:ext uri="{FF2B5EF4-FFF2-40B4-BE49-F238E27FC236}">
                <a16:creationId xmlns:a16="http://schemas.microsoft.com/office/drawing/2014/main" id="{3C8FB2BA-9A73-45D6-13DF-396E6101EB0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22E8A4B-7287-45C5-8FC8-0D58A8A1D766}" type="slidenum">
              <a:rPr lang="en-US" altLang="en-US" sz="1200">
                <a:solidFill>
                  <a:srgbClr val="000000"/>
                </a:solidFill>
                <a:latin typeface="Arial" panose="020B0604020202020204" pitchFamily="34" charset="0"/>
              </a:rPr>
              <a:pPr algn="r" eaLnBrk="1" hangingPunct="1">
                <a:buClrTx/>
                <a:buFontTx/>
                <a:buNone/>
              </a:pPr>
              <a:t>266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4419" name="Rectangle 1">
            <a:extLst>
              <a:ext uri="{FF2B5EF4-FFF2-40B4-BE49-F238E27FC236}">
                <a16:creationId xmlns:a16="http://schemas.microsoft.com/office/drawing/2014/main" id="{0F659AA9-0ABB-4AEF-6C7B-0A25EBC7BD5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4420" name="Text Box 2">
            <a:extLst>
              <a:ext uri="{FF2B5EF4-FFF2-40B4-BE49-F238E27FC236}">
                <a16:creationId xmlns:a16="http://schemas.microsoft.com/office/drawing/2014/main" id="{D8088A9E-961F-F7E5-8F4F-9BE8B7D109A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4421" name="Text Box 3">
            <a:extLst>
              <a:ext uri="{FF2B5EF4-FFF2-40B4-BE49-F238E27FC236}">
                <a16:creationId xmlns:a16="http://schemas.microsoft.com/office/drawing/2014/main" id="{B16272AC-DE41-EECC-C8A0-EFB8B97AC3C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565C114-CA19-421B-85C5-F831025E9645}" type="slidenum">
              <a:rPr lang="en-US" altLang="en-US" sz="1200">
                <a:solidFill>
                  <a:srgbClr val="000000"/>
                </a:solidFill>
                <a:latin typeface="Arial" panose="020B0604020202020204" pitchFamily="34" charset="0"/>
              </a:rPr>
              <a:pPr algn="r" eaLnBrk="1" hangingPunct="1">
                <a:buClrTx/>
                <a:buFontTx/>
                <a:buNone/>
              </a:pPr>
              <a:t>268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6467" name="Rectangle 1">
            <a:extLst>
              <a:ext uri="{FF2B5EF4-FFF2-40B4-BE49-F238E27FC236}">
                <a16:creationId xmlns:a16="http://schemas.microsoft.com/office/drawing/2014/main" id="{B2D0BD0E-0437-1559-7141-3823EC98058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6468" name="Text Box 2">
            <a:extLst>
              <a:ext uri="{FF2B5EF4-FFF2-40B4-BE49-F238E27FC236}">
                <a16:creationId xmlns:a16="http://schemas.microsoft.com/office/drawing/2014/main" id="{BBD41C29-BF35-DFA5-BCCB-61EE8C1555B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6469" name="Text Box 3">
            <a:extLst>
              <a:ext uri="{FF2B5EF4-FFF2-40B4-BE49-F238E27FC236}">
                <a16:creationId xmlns:a16="http://schemas.microsoft.com/office/drawing/2014/main" id="{1E60F139-3F6B-595F-3080-CDFE0F9DF8D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7F6A05F-048E-476D-965B-ED0887E2E0E5}" type="slidenum">
              <a:rPr lang="en-US" altLang="en-US" sz="1200">
                <a:solidFill>
                  <a:srgbClr val="000000"/>
                </a:solidFill>
                <a:latin typeface="Arial" panose="020B0604020202020204" pitchFamily="34" charset="0"/>
              </a:rPr>
              <a:pPr algn="r" eaLnBrk="1" hangingPunct="1">
                <a:buClrTx/>
                <a:buFontTx/>
                <a:buNone/>
              </a:pPr>
              <a:t>269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8515" name="Rectangle 1">
            <a:extLst>
              <a:ext uri="{FF2B5EF4-FFF2-40B4-BE49-F238E27FC236}">
                <a16:creationId xmlns:a16="http://schemas.microsoft.com/office/drawing/2014/main" id="{306043DC-42CE-6CFC-182C-C8821747F01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48516" name="Text Box 2">
            <a:extLst>
              <a:ext uri="{FF2B5EF4-FFF2-40B4-BE49-F238E27FC236}">
                <a16:creationId xmlns:a16="http://schemas.microsoft.com/office/drawing/2014/main" id="{992F0E84-6D96-4E61-F2AC-49AC687714E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48517" name="Text Box 3">
            <a:extLst>
              <a:ext uri="{FF2B5EF4-FFF2-40B4-BE49-F238E27FC236}">
                <a16:creationId xmlns:a16="http://schemas.microsoft.com/office/drawing/2014/main" id="{24A696F5-D27F-2AFD-92A5-126A7548625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6251CF9-DB04-42B3-B0F3-5F95218ADE9E}" type="slidenum">
              <a:rPr lang="en-US" altLang="en-US" sz="1200">
                <a:solidFill>
                  <a:srgbClr val="000000"/>
                </a:solidFill>
                <a:latin typeface="Arial" panose="020B0604020202020204" pitchFamily="34" charset="0"/>
              </a:rPr>
              <a:pPr algn="r" eaLnBrk="1" hangingPunct="1">
                <a:buClrTx/>
                <a:buFontTx/>
                <a:buNone/>
              </a:pPr>
              <a:t>270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54659" name="Rectangle 1">
            <a:extLst>
              <a:ext uri="{FF2B5EF4-FFF2-40B4-BE49-F238E27FC236}">
                <a16:creationId xmlns:a16="http://schemas.microsoft.com/office/drawing/2014/main" id="{2902AADB-D044-0AB0-0201-F932E125AC0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54660" name="Text Box 2">
            <a:extLst>
              <a:ext uri="{FF2B5EF4-FFF2-40B4-BE49-F238E27FC236}">
                <a16:creationId xmlns:a16="http://schemas.microsoft.com/office/drawing/2014/main" id="{148DCB24-383F-4E5F-35BA-33F5558F3A4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4661" name="Text Box 3">
            <a:extLst>
              <a:ext uri="{FF2B5EF4-FFF2-40B4-BE49-F238E27FC236}">
                <a16:creationId xmlns:a16="http://schemas.microsoft.com/office/drawing/2014/main" id="{BD61755C-F5B6-FABC-F542-D52F6C020EF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3FC6855-7A40-4F5A-BA6E-5E4E2F37F547}" type="slidenum">
              <a:rPr lang="en-US" altLang="en-US" sz="1200">
                <a:solidFill>
                  <a:srgbClr val="000000"/>
                </a:solidFill>
                <a:latin typeface="Arial" panose="020B0604020202020204" pitchFamily="34" charset="0"/>
              </a:rPr>
              <a:pPr algn="r" eaLnBrk="1" hangingPunct="1">
                <a:buClrTx/>
                <a:buFontTx/>
                <a:buNone/>
              </a:pPr>
              <a:t>271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56707" name="Rectangle 1">
            <a:extLst>
              <a:ext uri="{FF2B5EF4-FFF2-40B4-BE49-F238E27FC236}">
                <a16:creationId xmlns:a16="http://schemas.microsoft.com/office/drawing/2014/main" id="{9FD0C658-92AC-FA3D-1D5F-8EC4472F736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56708" name="Text Box 2">
            <a:extLst>
              <a:ext uri="{FF2B5EF4-FFF2-40B4-BE49-F238E27FC236}">
                <a16:creationId xmlns:a16="http://schemas.microsoft.com/office/drawing/2014/main" id="{509949FA-0FA4-01DC-DF32-C87980247AF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6709" name="Text Box 3">
            <a:extLst>
              <a:ext uri="{FF2B5EF4-FFF2-40B4-BE49-F238E27FC236}">
                <a16:creationId xmlns:a16="http://schemas.microsoft.com/office/drawing/2014/main" id="{F4AEA124-634B-2D42-EC04-0AA4A07AE93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AC12026-DBA9-44F8-8A8F-2D44A7B857D2}" type="slidenum">
              <a:rPr lang="en-US" altLang="en-US" sz="1200">
                <a:solidFill>
                  <a:srgbClr val="000000"/>
                </a:solidFill>
                <a:latin typeface="Arial" panose="020B0604020202020204" pitchFamily="34" charset="0"/>
              </a:rPr>
              <a:pPr algn="r" eaLnBrk="1" hangingPunct="1">
                <a:buClrTx/>
                <a:buFontTx/>
                <a:buNone/>
              </a:pPr>
              <a:t>272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58755" name="Rectangle 1">
            <a:extLst>
              <a:ext uri="{FF2B5EF4-FFF2-40B4-BE49-F238E27FC236}">
                <a16:creationId xmlns:a16="http://schemas.microsoft.com/office/drawing/2014/main" id="{58B2BF5A-D097-13D7-0EF2-9D3B6182F83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58756" name="Text Box 2">
            <a:extLst>
              <a:ext uri="{FF2B5EF4-FFF2-40B4-BE49-F238E27FC236}">
                <a16:creationId xmlns:a16="http://schemas.microsoft.com/office/drawing/2014/main" id="{D68CBC1A-D58C-42E6-F055-774EF47AE1B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8757" name="Text Box 3">
            <a:extLst>
              <a:ext uri="{FF2B5EF4-FFF2-40B4-BE49-F238E27FC236}">
                <a16:creationId xmlns:a16="http://schemas.microsoft.com/office/drawing/2014/main" id="{B849F352-9162-13C7-99C5-9D34DCE9A05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55D10AD-A0C2-47E7-A999-E2BC66489B2F}" type="slidenum">
              <a:rPr lang="en-US" altLang="en-US" sz="1200">
                <a:solidFill>
                  <a:srgbClr val="000000"/>
                </a:solidFill>
                <a:latin typeface="Arial" panose="020B0604020202020204" pitchFamily="34" charset="0"/>
              </a:rPr>
              <a:pPr algn="r" eaLnBrk="1" hangingPunct="1">
                <a:buClrTx/>
                <a:buFontTx/>
                <a:buNone/>
              </a:pPr>
              <a:t>273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0803" name="Rectangle 1">
            <a:extLst>
              <a:ext uri="{FF2B5EF4-FFF2-40B4-BE49-F238E27FC236}">
                <a16:creationId xmlns:a16="http://schemas.microsoft.com/office/drawing/2014/main" id="{7AF81F92-7D9E-45BD-0AE7-9946B611E4E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60804" name="Text Box 2">
            <a:extLst>
              <a:ext uri="{FF2B5EF4-FFF2-40B4-BE49-F238E27FC236}">
                <a16:creationId xmlns:a16="http://schemas.microsoft.com/office/drawing/2014/main" id="{332E5532-640B-4B55-5D75-BED73F39931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0805" name="Text Box 3">
            <a:extLst>
              <a:ext uri="{FF2B5EF4-FFF2-40B4-BE49-F238E27FC236}">
                <a16:creationId xmlns:a16="http://schemas.microsoft.com/office/drawing/2014/main" id="{0C9AEE42-0839-EEF4-5FC7-9D7E3176637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C391D46-0B94-4D00-82EA-3219D6FBEAAD}" type="slidenum">
              <a:rPr lang="en-US" altLang="en-US" sz="1200">
                <a:solidFill>
                  <a:srgbClr val="000000"/>
                </a:solidFill>
                <a:latin typeface="Arial" panose="020B0604020202020204" pitchFamily="34" charset="0"/>
              </a:rPr>
              <a:pPr algn="r" eaLnBrk="1" hangingPunct="1">
                <a:buClrTx/>
                <a:buFontTx/>
                <a:buNone/>
              </a:pPr>
              <a:t>274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2851" name="Rectangle 1">
            <a:extLst>
              <a:ext uri="{FF2B5EF4-FFF2-40B4-BE49-F238E27FC236}">
                <a16:creationId xmlns:a16="http://schemas.microsoft.com/office/drawing/2014/main" id="{E89D8FC4-0C51-2564-4AF8-2C8C654BA2B2}"/>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62852" name="Text Box 2">
            <a:extLst>
              <a:ext uri="{FF2B5EF4-FFF2-40B4-BE49-F238E27FC236}">
                <a16:creationId xmlns:a16="http://schemas.microsoft.com/office/drawing/2014/main" id="{1C57725A-060A-32B1-BD88-55554AACE43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2853" name="Text Box 3">
            <a:extLst>
              <a:ext uri="{FF2B5EF4-FFF2-40B4-BE49-F238E27FC236}">
                <a16:creationId xmlns:a16="http://schemas.microsoft.com/office/drawing/2014/main" id="{37CFFC68-24F7-F8CE-7E9E-7D67CDA1853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6FBD9C9-774E-4BFE-AEEA-86865A62E4A9}" type="slidenum">
              <a:rPr lang="en-US" altLang="en-US" sz="1200">
                <a:solidFill>
                  <a:srgbClr val="000000"/>
                </a:solidFill>
                <a:latin typeface="Arial" panose="020B0604020202020204" pitchFamily="34" charset="0"/>
              </a:rPr>
              <a:pPr algn="r" eaLnBrk="1" hangingPunct="1">
                <a:buClrTx/>
                <a:buFontTx/>
                <a:buNone/>
              </a:pPr>
              <a:t>275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4899" name="Rectangle 1">
            <a:extLst>
              <a:ext uri="{FF2B5EF4-FFF2-40B4-BE49-F238E27FC236}">
                <a16:creationId xmlns:a16="http://schemas.microsoft.com/office/drawing/2014/main" id="{09CDB9CB-BA15-6B46-F48B-C87662C1334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64900" name="Text Box 2">
            <a:extLst>
              <a:ext uri="{FF2B5EF4-FFF2-40B4-BE49-F238E27FC236}">
                <a16:creationId xmlns:a16="http://schemas.microsoft.com/office/drawing/2014/main" id="{C02BB457-934C-9EFD-9503-AE2F5A56E4C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4901" name="Text Box 3">
            <a:extLst>
              <a:ext uri="{FF2B5EF4-FFF2-40B4-BE49-F238E27FC236}">
                <a16:creationId xmlns:a16="http://schemas.microsoft.com/office/drawing/2014/main" id="{E5E1F767-1C5F-A360-8E29-4D84C33AA63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CC6F88C-A313-4E3C-A248-59CD29BAD4A5}" type="slidenum">
              <a:rPr lang="en-US" altLang="en-US" sz="1200">
                <a:solidFill>
                  <a:srgbClr val="000000"/>
                </a:solidFill>
                <a:latin typeface="Arial" panose="020B0604020202020204" pitchFamily="34" charset="0"/>
              </a:rPr>
              <a:pPr algn="r" eaLnBrk="1" hangingPunct="1">
                <a:buClrTx/>
                <a:buFontTx/>
                <a:buNone/>
              </a:pPr>
              <a:t>276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6947" name="Rectangle 1">
            <a:extLst>
              <a:ext uri="{FF2B5EF4-FFF2-40B4-BE49-F238E27FC236}">
                <a16:creationId xmlns:a16="http://schemas.microsoft.com/office/drawing/2014/main" id="{D412700B-ADAD-3C77-6F8B-878173CC2D1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66948" name="Text Box 2">
            <a:extLst>
              <a:ext uri="{FF2B5EF4-FFF2-40B4-BE49-F238E27FC236}">
                <a16:creationId xmlns:a16="http://schemas.microsoft.com/office/drawing/2014/main" id="{399605A0-E76C-D6C8-ECA1-A42DCC7E7E6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6949" name="Text Box 3">
            <a:extLst>
              <a:ext uri="{FF2B5EF4-FFF2-40B4-BE49-F238E27FC236}">
                <a16:creationId xmlns:a16="http://schemas.microsoft.com/office/drawing/2014/main" id="{6F73C6CF-A2AF-64B2-42F7-36271A9B17D6}"/>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BCF185D-A96D-45EB-9A7E-036D09E75213}" type="slidenum">
              <a:rPr lang="en-US" altLang="en-US" sz="1200">
                <a:solidFill>
                  <a:srgbClr val="000000"/>
                </a:solidFill>
                <a:latin typeface="Arial" panose="020B0604020202020204" pitchFamily="34" charset="0"/>
              </a:rPr>
              <a:pPr algn="r" eaLnBrk="1" hangingPunct="1">
                <a:buClrTx/>
                <a:buFontTx/>
                <a:buNone/>
              </a:pPr>
              <a:t>278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1043" name="Rectangle 1">
            <a:extLst>
              <a:ext uri="{FF2B5EF4-FFF2-40B4-BE49-F238E27FC236}">
                <a16:creationId xmlns:a16="http://schemas.microsoft.com/office/drawing/2014/main" id="{69E7CB53-6675-0B70-6A21-16E633B6FFD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1044" name="Text Box 2">
            <a:extLst>
              <a:ext uri="{FF2B5EF4-FFF2-40B4-BE49-F238E27FC236}">
                <a16:creationId xmlns:a16="http://schemas.microsoft.com/office/drawing/2014/main" id="{9A584181-096E-777A-DF33-AA3976FD16C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1045" name="Text Box 3">
            <a:extLst>
              <a:ext uri="{FF2B5EF4-FFF2-40B4-BE49-F238E27FC236}">
                <a16:creationId xmlns:a16="http://schemas.microsoft.com/office/drawing/2014/main" id="{E118AFD4-4EF2-982E-6742-D96FEE72E73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6CA4EAB-338B-4B88-8617-1D08E75883FD}" type="slidenum">
              <a:rPr lang="en-US" altLang="en-US" sz="1200">
                <a:solidFill>
                  <a:srgbClr val="000000"/>
                </a:solidFill>
                <a:latin typeface="Arial" panose="020B0604020202020204" pitchFamily="34" charset="0"/>
              </a:rPr>
              <a:pPr algn="r" eaLnBrk="1" hangingPunct="1">
                <a:buClrTx/>
                <a:buFontTx/>
                <a:buNone/>
              </a:pPr>
              <a:t>280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3091" name="Rectangle 1">
            <a:extLst>
              <a:ext uri="{FF2B5EF4-FFF2-40B4-BE49-F238E27FC236}">
                <a16:creationId xmlns:a16="http://schemas.microsoft.com/office/drawing/2014/main" id="{E48889DD-2D27-EA94-64C4-1F9945B4824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3092" name="Text Box 2">
            <a:extLst>
              <a:ext uri="{FF2B5EF4-FFF2-40B4-BE49-F238E27FC236}">
                <a16:creationId xmlns:a16="http://schemas.microsoft.com/office/drawing/2014/main" id="{5CC3BA3A-D9B4-DFA6-CE2C-0D83E4B38D2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3093" name="Text Box 3">
            <a:extLst>
              <a:ext uri="{FF2B5EF4-FFF2-40B4-BE49-F238E27FC236}">
                <a16:creationId xmlns:a16="http://schemas.microsoft.com/office/drawing/2014/main" id="{4567FD4B-6E20-F602-92F2-FB75A5FD8FC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CD44727-FD57-4071-8C64-7D1A9CEA1152}" type="slidenum">
              <a:rPr lang="en-US" altLang="en-US" sz="1200">
                <a:solidFill>
                  <a:srgbClr val="000000"/>
                </a:solidFill>
                <a:latin typeface="Arial" panose="020B0604020202020204" pitchFamily="34" charset="0"/>
              </a:rPr>
              <a:pPr algn="r" eaLnBrk="1" hangingPunct="1">
                <a:buClrTx/>
                <a:buFontTx/>
                <a:buNone/>
              </a:pPr>
              <a:t>281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5139" name="Rectangle 1">
            <a:extLst>
              <a:ext uri="{FF2B5EF4-FFF2-40B4-BE49-F238E27FC236}">
                <a16:creationId xmlns:a16="http://schemas.microsoft.com/office/drawing/2014/main" id="{DE17744B-D19E-8578-A857-1E4C60C98A0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5140" name="Text Box 2">
            <a:extLst>
              <a:ext uri="{FF2B5EF4-FFF2-40B4-BE49-F238E27FC236}">
                <a16:creationId xmlns:a16="http://schemas.microsoft.com/office/drawing/2014/main" id="{11960B34-B659-880A-A5FD-83D6C6FA0D7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5141" name="Text Box 3">
            <a:extLst>
              <a:ext uri="{FF2B5EF4-FFF2-40B4-BE49-F238E27FC236}">
                <a16:creationId xmlns:a16="http://schemas.microsoft.com/office/drawing/2014/main" id="{967A5E88-DC3F-DCF1-2FF2-2C1FFFDE9F9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16C5CB1-88CE-4B4F-A79E-82122EE64DDE}" type="slidenum">
              <a:rPr lang="en-US" altLang="en-US" sz="1200">
                <a:solidFill>
                  <a:srgbClr val="000000"/>
                </a:solidFill>
                <a:latin typeface="Arial" panose="020B0604020202020204" pitchFamily="34" charset="0"/>
              </a:rPr>
              <a:pPr algn="r" eaLnBrk="1" hangingPunct="1">
                <a:buClrTx/>
                <a:buFontTx/>
                <a:buNone/>
              </a:pPr>
              <a:t>282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7187" name="Rectangle 1">
            <a:extLst>
              <a:ext uri="{FF2B5EF4-FFF2-40B4-BE49-F238E27FC236}">
                <a16:creationId xmlns:a16="http://schemas.microsoft.com/office/drawing/2014/main" id="{02C3A16B-CF87-FE4E-9561-91B22E059C7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7188" name="Text Box 2">
            <a:extLst>
              <a:ext uri="{FF2B5EF4-FFF2-40B4-BE49-F238E27FC236}">
                <a16:creationId xmlns:a16="http://schemas.microsoft.com/office/drawing/2014/main" id="{9128F816-3E1A-6608-1E26-D9ED95AFD2C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7189" name="Text Box 3">
            <a:extLst>
              <a:ext uri="{FF2B5EF4-FFF2-40B4-BE49-F238E27FC236}">
                <a16:creationId xmlns:a16="http://schemas.microsoft.com/office/drawing/2014/main" id="{5BBD2458-C216-1D22-1EC4-284475A14A2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5119FE5E-DB65-46CD-81C9-965738AFD600}" type="slidenum">
              <a:rPr lang="en-US" altLang="en-US" sz="1200">
                <a:solidFill>
                  <a:srgbClr val="000000"/>
                </a:solidFill>
                <a:latin typeface="Arial" panose="020B0604020202020204" pitchFamily="34" charset="0"/>
              </a:rPr>
              <a:pPr algn="r" eaLnBrk="1" hangingPunct="1">
                <a:buClrTx/>
                <a:buFontTx/>
                <a:buNone/>
              </a:pPr>
              <a:t>283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9235" name="Rectangle 1">
            <a:extLst>
              <a:ext uri="{FF2B5EF4-FFF2-40B4-BE49-F238E27FC236}">
                <a16:creationId xmlns:a16="http://schemas.microsoft.com/office/drawing/2014/main" id="{90841BE7-9EE7-CF17-1E8F-B7B69F70640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9236" name="Text Box 2">
            <a:extLst>
              <a:ext uri="{FF2B5EF4-FFF2-40B4-BE49-F238E27FC236}">
                <a16:creationId xmlns:a16="http://schemas.microsoft.com/office/drawing/2014/main" id="{AA13B471-D08B-0A24-A5AE-4D97347C9FD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9237" name="Text Box 3">
            <a:extLst>
              <a:ext uri="{FF2B5EF4-FFF2-40B4-BE49-F238E27FC236}">
                <a16:creationId xmlns:a16="http://schemas.microsoft.com/office/drawing/2014/main" id="{2B84E480-3D6E-1B98-5255-156355DC804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D131E22-7A26-41FD-A468-75A85540300C}" type="slidenum">
              <a:rPr lang="en-US" altLang="en-US" sz="1200">
                <a:solidFill>
                  <a:srgbClr val="000000"/>
                </a:solidFill>
                <a:latin typeface="Arial" panose="020B0604020202020204" pitchFamily="34" charset="0"/>
              </a:rPr>
              <a:pPr algn="r" eaLnBrk="1" hangingPunct="1">
                <a:buClrTx/>
                <a:buFontTx/>
                <a:buNone/>
              </a:pPr>
              <a:t>284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9235" name="Rectangle 1">
            <a:extLst>
              <a:ext uri="{FF2B5EF4-FFF2-40B4-BE49-F238E27FC236}">
                <a16:creationId xmlns:a16="http://schemas.microsoft.com/office/drawing/2014/main" id="{90841BE7-9EE7-CF17-1E8F-B7B69F70640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79236" name="Text Box 2">
            <a:extLst>
              <a:ext uri="{FF2B5EF4-FFF2-40B4-BE49-F238E27FC236}">
                <a16:creationId xmlns:a16="http://schemas.microsoft.com/office/drawing/2014/main" id="{AA13B471-D08B-0A24-A5AE-4D97347C9FD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9237" name="Text Box 3">
            <a:extLst>
              <a:ext uri="{FF2B5EF4-FFF2-40B4-BE49-F238E27FC236}">
                <a16:creationId xmlns:a16="http://schemas.microsoft.com/office/drawing/2014/main" id="{2B84E480-3D6E-1B98-5255-156355DC804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D131E22-7A26-41FD-A468-75A85540300C}" type="slidenum">
              <a:rPr lang="en-US" altLang="en-US" sz="1200">
                <a:solidFill>
                  <a:srgbClr val="000000"/>
                </a:solidFill>
                <a:latin typeface="Arial" panose="020B0604020202020204" pitchFamily="34" charset="0"/>
              </a:rPr>
              <a:pPr algn="r" eaLnBrk="1" hangingPunct="1">
                <a:buClrTx/>
                <a:buFontTx/>
                <a:buNone/>
              </a:pPr>
              <a:t>285</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360135003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1283" name="Rectangle 1">
            <a:extLst>
              <a:ext uri="{FF2B5EF4-FFF2-40B4-BE49-F238E27FC236}">
                <a16:creationId xmlns:a16="http://schemas.microsoft.com/office/drawing/2014/main" id="{7DF925E1-ED27-1FFF-7B16-EFB5BA6F299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81284" name="Text Box 2">
            <a:extLst>
              <a:ext uri="{FF2B5EF4-FFF2-40B4-BE49-F238E27FC236}">
                <a16:creationId xmlns:a16="http://schemas.microsoft.com/office/drawing/2014/main" id="{06223933-650C-DE91-BF48-341B989789D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81285" name="Text Box 3">
            <a:extLst>
              <a:ext uri="{FF2B5EF4-FFF2-40B4-BE49-F238E27FC236}">
                <a16:creationId xmlns:a16="http://schemas.microsoft.com/office/drawing/2014/main" id="{BE70AB81-B524-2AA7-972D-13B0FB48197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29C5013-EE7C-4184-8869-B777745A5427}" type="slidenum">
              <a:rPr lang="en-US" altLang="en-US" sz="1200">
                <a:solidFill>
                  <a:srgbClr val="000000"/>
                </a:solidFill>
                <a:latin typeface="Arial" panose="020B0604020202020204" pitchFamily="34" charset="0"/>
              </a:rPr>
              <a:pPr algn="r" eaLnBrk="1" hangingPunct="1">
                <a:buClrTx/>
                <a:buFontTx/>
                <a:buNone/>
              </a:pPr>
              <a:t>286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3331" name="Rectangle 1">
            <a:extLst>
              <a:ext uri="{FF2B5EF4-FFF2-40B4-BE49-F238E27FC236}">
                <a16:creationId xmlns:a16="http://schemas.microsoft.com/office/drawing/2014/main" id="{E594E84B-1E83-52B4-7F4C-263F87B4704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83332" name="Text Box 2">
            <a:extLst>
              <a:ext uri="{FF2B5EF4-FFF2-40B4-BE49-F238E27FC236}">
                <a16:creationId xmlns:a16="http://schemas.microsoft.com/office/drawing/2014/main" id="{E752B660-E1BC-D56D-A83C-0482678FA9A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83333" name="Text Box 3">
            <a:extLst>
              <a:ext uri="{FF2B5EF4-FFF2-40B4-BE49-F238E27FC236}">
                <a16:creationId xmlns:a16="http://schemas.microsoft.com/office/drawing/2014/main" id="{55C671F2-13E0-04DA-9884-5691608EDD6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0500F1B-D45C-4F9E-80F8-6E01B4585913}" type="slidenum">
              <a:rPr lang="en-US" altLang="en-US" sz="1200">
                <a:solidFill>
                  <a:srgbClr val="000000"/>
                </a:solidFill>
                <a:latin typeface="Arial" panose="020B0604020202020204" pitchFamily="34" charset="0"/>
              </a:rPr>
              <a:pPr algn="r" eaLnBrk="1" hangingPunct="1">
                <a:buClrTx/>
                <a:buFontTx/>
                <a:buNone/>
              </a:pPr>
              <a:t>287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5379" name="Rectangle 1">
            <a:extLst>
              <a:ext uri="{FF2B5EF4-FFF2-40B4-BE49-F238E27FC236}">
                <a16:creationId xmlns:a16="http://schemas.microsoft.com/office/drawing/2014/main" id="{25DE334C-29B3-B6B8-93B8-3F7E578141B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85380" name="Text Box 2">
            <a:extLst>
              <a:ext uri="{FF2B5EF4-FFF2-40B4-BE49-F238E27FC236}">
                <a16:creationId xmlns:a16="http://schemas.microsoft.com/office/drawing/2014/main" id="{6D756EEE-1964-A3C4-C095-A4A3F9FB3E4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85381" name="Text Box 3">
            <a:extLst>
              <a:ext uri="{FF2B5EF4-FFF2-40B4-BE49-F238E27FC236}">
                <a16:creationId xmlns:a16="http://schemas.microsoft.com/office/drawing/2014/main" id="{3AC0EDB9-0153-AA2B-CAD1-916A8D1620F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EB1F5AF-F711-4AD6-A554-647EEAB71099}" type="slidenum">
              <a:rPr lang="en-US" altLang="en-US" sz="1200">
                <a:solidFill>
                  <a:srgbClr val="000000"/>
                </a:solidFill>
                <a:latin typeface="Arial" panose="020B0604020202020204" pitchFamily="34" charset="0"/>
              </a:rPr>
              <a:pPr algn="r" eaLnBrk="1" hangingPunct="1">
                <a:buClrTx/>
                <a:buFontTx/>
                <a:buNone/>
              </a:pPr>
              <a:t>288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7427" name="Rectangle 1">
            <a:extLst>
              <a:ext uri="{FF2B5EF4-FFF2-40B4-BE49-F238E27FC236}">
                <a16:creationId xmlns:a16="http://schemas.microsoft.com/office/drawing/2014/main" id="{587B4F29-12BB-60CB-F246-61757A7EA8F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87428" name="Rectangle 2">
            <a:extLst>
              <a:ext uri="{FF2B5EF4-FFF2-40B4-BE49-F238E27FC236}">
                <a16:creationId xmlns:a16="http://schemas.microsoft.com/office/drawing/2014/main" id="{FF206A60-2F24-4658-7EE3-58919BB98635}"/>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93571" name="Rectangle 1">
            <a:extLst>
              <a:ext uri="{FF2B5EF4-FFF2-40B4-BE49-F238E27FC236}">
                <a16:creationId xmlns:a16="http://schemas.microsoft.com/office/drawing/2014/main" id="{2EBDB9AB-079E-3688-2034-90C9BA77D83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93572" name="Rectangle 2">
            <a:extLst>
              <a:ext uri="{FF2B5EF4-FFF2-40B4-BE49-F238E27FC236}">
                <a16:creationId xmlns:a16="http://schemas.microsoft.com/office/drawing/2014/main" id="{F74DA643-6C77-3DC7-80C1-75F3C7923AB9}"/>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95619" name="Rectangle 1">
            <a:extLst>
              <a:ext uri="{FF2B5EF4-FFF2-40B4-BE49-F238E27FC236}">
                <a16:creationId xmlns:a16="http://schemas.microsoft.com/office/drawing/2014/main" id="{14480C22-0BCA-5E26-0485-AF449D95CD8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95620" name="Rectangle 2">
            <a:extLst>
              <a:ext uri="{FF2B5EF4-FFF2-40B4-BE49-F238E27FC236}">
                <a16:creationId xmlns:a16="http://schemas.microsoft.com/office/drawing/2014/main" id="{AC832DA2-C508-6DC2-6AFD-9F831C526236}"/>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97667" name="Rectangle 1">
            <a:extLst>
              <a:ext uri="{FF2B5EF4-FFF2-40B4-BE49-F238E27FC236}">
                <a16:creationId xmlns:a16="http://schemas.microsoft.com/office/drawing/2014/main" id="{81DDF73C-F9EE-C638-8020-E0D02696D59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97668" name="Rectangle 2">
            <a:extLst>
              <a:ext uri="{FF2B5EF4-FFF2-40B4-BE49-F238E27FC236}">
                <a16:creationId xmlns:a16="http://schemas.microsoft.com/office/drawing/2014/main" id="{7675700E-AFCA-0C11-921C-6D4E53B6EC0C}"/>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99715" name="Rectangle 1">
            <a:extLst>
              <a:ext uri="{FF2B5EF4-FFF2-40B4-BE49-F238E27FC236}">
                <a16:creationId xmlns:a16="http://schemas.microsoft.com/office/drawing/2014/main" id="{516C08F9-6FEA-C64A-598A-76816F22BF8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99716" name="Rectangle 2">
            <a:extLst>
              <a:ext uri="{FF2B5EF4-FFF2-40B4-BE49-F238E27FC236}">
                <a16:creationId xmlns:a16="http://schemas.microsoft.com/office/drawing/2014/main" id="{D4985949-B858-274F-5192-E7C1877F7200}"/>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1763" name="Rectangle 1">
            <a:extLst>
              <a:ext uri="{FF2B5EF4-FFF2-40B4-BE49-F238E27FC236}">
                <a16:creationId xmlns:a16="http://schemas.microsoft.com/office/drawing/2014/main" id="{FEBD47F1-89CA-7EA2-6914-F041F478465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1764" name="Text Box 2">
            <a:extLst>
              <a:ext uri="{FF2B5EF4-FFF2-40B4-BE49-F238E27FC236}">
                <a16:creationId xmlns:a16="http://schemas.microsoft.com/office/drawing/2014/main" id="{7F552A7B-18D4-7983-5126-2500F301A63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1765" name="Text Box 3">
            <a:extLst>
              <a:ext uri="{FF2B5EF4-FFF2-40B4-BE49-F238E27FC236}">
                <a16:creationId xmlns:a16="http://schemas.microsoft.com/office/drawing/2014/main" id="{55DA5A4F-2D56-CCD4-AB61-009BE95A15E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941DC36-CAC6-4E8D-9B4A-15BEE9139A7B}" type="slidenum">
              <a:rPr lang="en-US" altLang="en-US" sz="1200">
                <a:solidFill>
                  <a:srgbClr val="000000"/>
                </a:solidFill>
                <a:latin typeface="Arial" panose="020B0604020202020204" pitchFamily="34" charset="0"/>
              </a:rPr>
              <a:pPr algn="r" eaLnBrk="1" hangingPunct="1">
                <a:buClrTx/>
                <a:buFontTx/>
                <a:buNone/>
              </a:pPr>
              <a:t>295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5859" name="Rectangle 1">
            <a:extLst>
              <a:ext uri="{FF2B5EF4-FFF2-40B4-BE49-F238E27FC236}">
                <a16:creationId xmlns:a16="http://schemas.microsoft.com/office/drawing/2014/main" id="{DAB61DF3-0DD5-4EAE-11CF-7A6CFFD44CE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5860" name="Text Box 2">
            <a:extLst>
              <a:ext uri="{FF2B5EF4-FFF2-40B4-BE49-F238E27FC236}">
                <a16:creationId xmlns:a16="http://schemas.microsoft.com/office/drawing/2014/main" id="{B7685408-B884-C24E-47E2-0ED5B1B28E9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5861" name="Text Box 3">
            <a:extLst>
              <a:ext uri="{FF2B5EF4-FFF2-40B4-BE49-F238E27FC236}">
                <a16:creationId xmlns:a16="http://schemas.microsoft.com/office/drawing/2014/main" id="{5C459092-B193-EB86-0EA5-BEE7B35C16B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E56834B-F5B2-48FA-AD3E-24A3A33287FB}" type="slidenum">
              <a:rPr lang="en-US" altLang="en-US" sz="1200">
                <a:solidFill>
                  <a:srgbClr val="000000"/>
                </a:solidFill>
                <a:latin typeface="Arial" panose="020B0604020202020204" pitchFamily="34" charset="0"/>
              </a:rPr>
              <a:pPr algn="r" eaLnBrk="1" hangingPunct="1">
                <a:buClrTx/>
                <a:buFontTx/>
                <a:buNone/>
              </a:pPr>
              <a:t>296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7907" name="Rectangle 1">
            <a:extLst>
              <a:ext uri="{FF2B5EF4-FFF2-40B4-BE49-F238E27FC236}">
                <a16:creationId xmlns:a16="http://schemas.microsoft.com/office/drawing/2014/main" id="{2A8D6B36-9683-BAC6-1C97-3FF2911B70A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7908" name="Text Box 2">
            <a:extLst>
              <a:ext uri="{FF2B5EF4-FFF2-40B4-BE49-F238E27FC236}">
                <a16:creationId xmlns:a16="http://schemas.microsoft.com/office/drawing/2014/main" id="{C76C2E7C-AF03-445D-4AD9-F4ED190FDEC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7909" name="Text Box 3">
            <a:extLst>
              <a:ext uri="{FF2B5EF4-FFF2-40B4-BE49-F238E27FC236}">
                <a16:creationId xmlns:a16="http://schemas.microsoft.com/office/drawing/2014/main" id="{78E90FF7-DD06-12A3-71F1-8D7E4FC12FD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7213A85-C9B9-49A5-A5EF-A058AEA82CA2}" type="slidenum">
              <a:rPr lang="en-US" altLang="en-US" sz="1200">
                <a:solidFill>
                  <a:srgbClr val="000000"/>
                </a:solidFill>
                <a:latin typeface="Arial" panose="020B0604020202020204" pitchFamily="34" charset="0"/>
              </a:rPr>
              <a:pPr algn="r" eaLnBrk="1" hangingPunct="1">
                <a:buClrTx/>
                <a:buFontTx/>
                <a:buNone/>
              </a:pPr>
              <a:t>297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7907" name="Rectangle 1">
            <a:extLst>
              <a:ext uri="{FF2B5EF4-FFF2-40B4-BE49-F238E27FC236}">
                <a16:creationId xmlns:a16="http://schemas.microsoft.com/office/drawing/2014/main" id="{2A8D6B36-9683-BAC6-1C97-3FF2911B70A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7908" name="Text Box 2">
            <a:extLst>
              <a:ext uri="{FF2B5EF4-FFF2-40B4-BE49-F238E27FC236}">
                <a16:creationId xmlns:a16="http://schemas.microsoft.com/office/drawing/2014/main" id="{C76C2E7C-AF03-445D-4AD9-F4ED190FDEC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7909" name="Text Box 3">
            <a:extLst>
              <a:ext uri="{FF2B5EF4-FFF2-40B4-BE49-F238E27FC236}">
                <a16:creationId xmlns:a16="http://schemas.microsoft.com/office/drawing/2014/main" id="{78E90FF7-DD06-12A3-71F1-8D7E4FC12FD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7213A85-C9B9-49A5-A5EF-A058AEA82CA2}" type="slidenum">
              <a:rPr lang="en-US" altLang="en-US" sz="1200">
                <a:solidFill>
                  <a:srgbClr val="000000"/>
                </a:solidFill>
                <a:latin typeface="Arial" panose="020B0604020202020204" pitchFamily="34" charset="0"/>
              </a:rPr>
              <a:pPr algn="r" eaLnBrk="1" hangingPunct="1">
                <a:buClrTx/>
                <a:buFontTx/>
                <a:buNone/>
              </a:pPr>
              <a:t>298</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1429335488"/>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7907" name="Rectangle 1">
            <a:extLst>
              <a:ext uri="{FF2B5EF4-FFF2-40B4-BE49-F238E27FC236}">
                <a16:creationId xmlns:a16="http://schemas.microsoft.com/office/drawing/2014/main" id="{2A8D6B36-9683-BAC6-1C97-3FF2911B70A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7908" name="Text Box 2">
            <a:extLst>
              <a:ext uri="{FF2B5EF4-FFF2-40B4-BE49-F238E27FC236}">
                <a16:creationId xmlns:a16="http://schemas.microsoft.com/office/drawing/2014/main" id="{C76C2E7C-AF03-445D-4AD9-F4ED190FDEC8}"/>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7909" name="Text Box 3">
            <a:extLst>
              <a:ext uri="{FF2B5EF4-FFF2-40B4-BE49-F238E27FC236}">
                <a16:creationId xmlns:a16="http://schemas.microsoft.com/office/drawing/2014/main" id="{78E90FF7-DD06-12A3-71F1-8D7E4FC12FD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7213A85-C9B9-49A5-A5EF-A058AEA82CA2}" type="slidenum">
              <a:rPr lang="en-US" altLang="en-US" sz="1200">
                <a:solidFill>
                  <a:srgbClr val="000000"/>
                </a:solidFill>
                <a:latin typeface="Arial" panose="020B0604020202020204" pitchFamily="34" charset="0"/>
              </a:rPr>
              <a:pPr algn="r" eaLnBrk="1" hangingPunct="1">
                <a:buClrTx/>
                <a:buFontTx/>
                <a:buNone/>
              </a:pPr>
              <a:t>299</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4121628699"/>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9955" name="Rectangle 1">
            <a:extLst>
              <a:ext uri="{FF2B5EF4-FFF2-40B4-BE49-F238E27FC236}">
                <a16:creationId xmlns:a16="http://schemas.microsoft.com/office/drawing/2014/main" id="{3B9E594C-CEFA-22F8-2CBA-285228AA754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9956" name="Text Box 2">
            <a:extLst>
              <a:ext uri="{FF2B5EF4-FFF2-40B4-BE49-F238E27FC236}">
                <a16:creationId xmlns:a16="http://schemas.microsoft.com/office/drawing/2014/main" id="{43D58571-4746-B03B-C6B9-EE0AA801428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9957" name="Text Box 3">
            <a:extLst>
              <a:ext uri="{FF2B5EF4-FFF2-40B4-BE49-F238E27FC236}">
                <a16:creationId xmlns:a16="http://schemas.microsoft.com/office/drawing/2014/main" id="{24268F27-58A1-6AF3-CE6E-EBEE265507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CA22974-6932-4405-A61E-7DCE9168C1D7}" type="slidenum">
              <a:rPr lang="en-US" altLang="en-US" sz="1200">
                <a:solidFill>
                  <a:srgbClr val="000000"/>
                </a:solidFill>
                <a:latin typeface="Arial" panose="020B0604020202020204" pitchFamily="34" charset="0"/>
              </a:rPr>
              <a:pPr algn="r" eaLnBrk="1" hangingPunct="1">
                <a:buClrTx/>
                <a:buFontTx/>
                <a:buNone/>
              </a:pPr>
              <a:t>300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09955" name="Rectangle 1">
            <a:extLst>
              <a:ext uri="{FF2B5EF4-FFF2-40B4-BE49-F238E27FC236}">
                <a16:creationId xmlns:a16="http://schemas.microsoft.com/office/drawing/2014/main" id="{3B9E594C-CEFA-22F8-2CBA-285228AA754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09956" name="Text Box 2">
            <a:extLst>
              <a:ext uri="{FF2B5EF4-FFF2-40B4-BE49-F238E27FC236}">
                <a16:creationId xmlns:a16="http://schemas.microsoft.com/office/drawing/2014/main" id="{43D58571-4746-B03B-C6B9-EE0AA801428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09957" name="Text Box 3">
            <a:extLst>
              <a:ext uri="{FF2B5EF4-FFF2-40B4-BE49-F238E27FC236}">
                <a16:creationId xmlns:a16="http://schemas.microsoft.com/office/drawing/2014/main" id="{24268F27-58A1-6AF3-CE6E-EBEE265507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CA22974-6932-4405-A61E-7DCE9168C1D7}" type="slidenum">
              <a:rPr lang="en-US" altLang="en-US" sz="1200">
                <a:solidFill>
                  <a:srgbClr val="000000"/>
                </a:solidFill>
                <a:latin typeface="Arial" panose="020B0604020202020204" pitchFamily="34" charset="0"/>
              </a:rPr>
              <a:pPr algn="r" eaLnBrk="1" hangingPunct="1">
                <a:buClrTx/>
                <a:buFontTx/>
                <a:buNone/>
              </a:pPr>
              <a:t>301</a:t>
            </a:fld>
            <a:endParaRPr lang="en-US" altLang="en-US" sz="1200">
              <a:solidFill>
                <a:srgbClr val="000000"/>
              </a:solidFill>
              <a:latin typeface="Arial" panose="020B0604020202020204" pitchFamily="34" charset="0"/>
            </a:endParaRPr>
          </a:p>
        </p:txBody>
      </p:sp>
    </p:spTree>
    <p:extLst>
      <p:ext uri="{BB962C8B-B14F-4D97-AF65-F5344CB8AC3E}">
        <p14:creationId xmlns:p14="http://schemas.microsoft.com/office/powerpoint/2010/main" val="3001131820"/>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12003" name="Rectangle 1">
            <a:extLst>
              <a:ext uri="{FF2B5EF4-FFF2-40B4-BE49-F238E27FC236}">
                <a16:creationId xmlns:a16="http://schemas.microsoft.com/office/drawing/2014/main" id="{EA2C3C7A-A40E-03B4-3078-506E1A3B665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12004" name="Text Box 2">
            <a:extLst>
              <a:ext uri="{FF2B5EF4-FFF2-40B4-BE49-F238E27FC236}">
                <a16:creationId xmlns:a16="http://schemas.microsoft.com/office/drawing/2014/main" id="{2429C2E1-E381-DD8B-F39B-494489D2F03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12005" name="Text Box 3">
            <a:extLst>
              <a:ext uri="{FF2B5EF4-FFF2-40B4-BE49-F238E27FC236}">
                <a16:creationId xmlns:a16="http://schemas.microsoft.com/office/drawing/2014/main" id="{7138E758-5B39-BB70-9699-61F8F7976AD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A5A5F4FF-1261-42B0-A9E3-78E64A79E52D}" type="slidenum">
              <a:rPr lang="en-US" altLang="en-US" sz="1200">
                <a:solidFill>
                  <a:srgbClr val="000000"/>
                </a:solidFill>
                <a:latin typeface="Arial" panose="020B0604020202020204" pitchFamily="34" charset="0"/>
              </a:rPr>
              <a:pPr algn="r" eaLnBrk="1" hangingPunct="1">
                <a:buClrTx/>
                <a:buFontTx/>
                <a:buNone/>
              </a:pPr>
              <a:t>302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16099" name="Rectangle 1">
            <a:extLst>
              <a:ext uri="{FF2B5EF4-FFF2-40B4-BE49-F238E27FC236}">
                <a16:creationId xmlns:a16="http://schemas.microsoft.com/office/drawing/2014/main" id="{6F0E92CC-2F7E-F6D7-D5E4-C625A8AE90D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16100" name="Text Box 2">
            <a:extLst>
              <a:ext uri="{FF2B5EF4-FFF2-40B4-BE49-F238E27FC236}">
                <a16:creationId xmlns:a16="http://schemas.microsoft.com/office/drawing/2014/main" id="{321779A0-5376-5B41-8CAC-4AF95FABD8E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l"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defRPr/>
            </a:pPr>
            <a:endParaRPr kumimoji="0" lang="en-IN" altLang="en-US" sz="1800" b="0" i="0" u="none" strike="noStrike" kern="1200" cap="none" spc="0" normalizeH="0" baseline="0" noProof="0">
              <a:ln>
                <a:noFill/>
              </a:ln>
              <a:solidFill>
                <a:srgbClr val="FFFFFF"/>
              </a:solidFill>
              <a:effectLst/>
              <a:uLnTx/>
              <a:uFillTx/>
              <a:latin typeface="Tahoma" panose="020B0604030504040204" pitchFamily="34" charset="0"/>
              <a:ea typeface="Microsoft YaHei" panose="020B0503020204020204" pitchFamily="34" charset="-122"/>
              <a:cs typeface="+mn-cs"/>
            </a:endParaRPr>
          </a:p>
        </p:txBody>
      </p:sp>
      <p:sp>
        <p:nvSpPr>
          <p:cNvPr id="516101" name="Text Box 3">
            <a:extLst>
              <a:ext uri="{FF2B5EF4-FFF2-40B4-BE49-F238E27FC236}">
                <a16:creationId xmlns:a16="http://schemas.microsoft.com/office/drawing/2014/main" id="{EEE54BF5-61AF-1406-03C1-18B20468A8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29428BA9-DA4D-4106-A02C-1AE45D2C9061}"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303</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icrosoft YaHei" panose="020B0503020204020204" pitchFamily="34" charset="-122"/>
              <a:cs typeface="+mn-cs"/>
            </a:endParaRPr>
          </a:p>
        </p:txBody>
      </p:sp>
    </p:spTree>
    <p:extLst>
      <p:ext uri="{BB962C8B-B14F-4D97-AF65-F5344CB8AC3E}">
        <p14:creationId xmlns:p14="http://schemas.microsoft.com/office/powerpoint/2010/main" val="1813548054"/>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16099" name="Rectangle 1">
            <a:extLst>
              <a:ext uri="{FF2B5EF4-FFF2-40B4-BE49-F238E27FC236}">
                <a16:creationId xmlns:a16="http://schemas.microsoft.com/office/drawing/2014/main" id="{6F0E92CC-2F7E-F6D7-D5E4-C625A8AE90D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16100" name="Text Box 2">
            <a:extLst>
              <a:ext uri="{FF2B5EF4-FFF2-40B4-BE49-F238E27FC236}">
                <a16:creationId xmlns:a16="http://schemas.microsoft.com/office/drawing/2014/main" id="{321779A0-5376-5B41-8CAC-4AF95FABD8E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l"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defRPr/>
            </a:pPr>
            <a:endParaRPr kumimoji="0" lang="en-IN" altLang="en-US" sz="1800" b="0" i="0" u="none" strike="noStrike" kern="1200" cap="none" spc="0" normalizeH="0" baseline="0" noProof="0">
              <a:ln>
                <a:noFill/>
              </a:ln>
              <a:solidFill>
                <a:srgbClr val="FFFFFF"/>
              </a:solidFill>
              <a:effectLst/>
              <a:uLnTx/>
              <a:uFillTx/>
              <a:latin typeface="Tahoma" panose="020B0604030504040204" pitchFamily="34" charset="0"/>
              <a:ea typeface="Microsoft YaHei" panose="020B0503020204020204" pitchFamily="34" charset="-122"/>
              <a:cs typeface="+mn-cs"/>
            </a:endParaRPr>
          </a:p>
        </p:txBody>
      </p:sp>
      <p:sp>
        <p:nvSpPr>
          <p:cNvPr id="516101" name="Text Box 3">
            <a:extLst>
              <a:ext uri="{FF2B5EF4-FFF2-40B4-BE49-F238E27FC236}">
                <a16:creationId xmlns:a16="http://schemas.microsoft.com/office/drawing/2014/main" id="{EEE54BF5-61AF-1406-03C1-18B20468A8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29428BA9-DA4D-4106-A02C-1AE45D2C9061}"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icrosoft YaHei" panose="020B0503020204020204" pitchFamily="34" charset="-122"/>
              <a:cs typeface="+mn-cs"/>
            </a:endParaRPr>
          </a:p>
        </p:txBody>
      </p:sp>
    </p:spTree>
    <p:extLst>
      <p:ext uri="{BB962C8B-B14F-4D97-AF65-F5344CB8AC3E}">
        <p14:creationId xmlns:p14="http://schemas.microsoft.com/office/powerpoint/2010/main" val="6771647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16099" name="Rectangle 1">
            <a:extLst>
              <a:ext uri="{FF2B5EF4-FFF2-40B4-BE49-F238E27FC236}">
                <a16:creationId xmlns:a16="http://schemas.microsoft.com/office/drawing/2014/main" id="{6F0E92CC-2F7E-F6D7-D5E4-C625A8AE90D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16100" name="Text Box 2">
            <a:extLst>
              <a:ext uri="{FF2B5EF4-FFF2-40B4-BE49-F238E27FC236}">
                <a16:creationId xmlns:a16="http://schemas.microsoft.com/office/drawing/2014/main" id="{321779A0-5376-5B41-8CAC-4AF95FABD8E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l"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defRPr/>
            </a:pPr>
            <a:endParaRPr kumimoji="0" lang="en-IN" altLang="en-US" sz="1800" b="0" i="0" u="none" strike="noStrike" kern="1200" cap="none" spc="0" normalizeH="0" baseline="0" noProof="0">
              <a:ln>
                <a:noFill/>
              </a:ln>
              <a:solidFill>
                <a:srgbClr val="FFFFFF"/>
              </a:solidFill>
              <a:effectLst/>
              <a:uLnTx/>
              <a:uFillTx/>
              <a:latin typeface="Tahoma" panose="020B0604030504040204" pitchFamily="34" charset="0"/>
              <a:ea typeface="Microsoft YaHei" panose="020B0503020204020204" pitchFamily="34" charset="-122"/>
              <a:cs typeface="+mn-cs"/>
            </a:endParaRPr>
          </a:p>
        </p:txBody>
      </p:sp>
      <p:sp>
        <p:nvSpPr>
          <p:cNvPr id="516101" name="Text Box 3">
            <a:extLst>
              <a:ext uri="{FF2B5EF4-FFF2-40B4-BE49-F238E27FC236}">
                <a16:creationId xmlns:a16="http://schemas.microsoft.com/office/drawing/2014/main" id="{EEE54BF5-61AF-1406-03C1-18B20468A8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29428BA9-DA4D-4106-A02C-1AE45D2C9061}"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305</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icrosoft YaHei" panose="020B0503020204020204" pitchFamily="34" charset="-122"/>
              <a:cs typeface="+mn-cs"/>
            </a:endParaRPr>
          </a:p>
        </p:txBody>
      </p:sp>
    </p:spTree>
    <p:extLst>
      <p:ext uri="{BB962C8B-B14F-4D97-AF65-F5344CB8AC3E}">
        <p14:creationId xmlns:p14="http://schemas.microsoft.com/office/powerpoint/2010/main" val="162482630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2483" name="Rectangle 1">
            <a:extLst>
              <a:ext uri="{FF2B5EF4-FFF2-40B4-BE49-F238E27FC236}">
                <a16:creationId xmlns:a16="http://schemas.microsoft.com/office/drawing/2014/main" id="{EC05868E-6C5E-D513-B5F9-7904ADCD74A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32484" name="Text Box 2">
            <a:extLst>
              <a:ext uri="{FF2B5EF4-FFF2-40B4-BE49-F238E27FC236}">
                <a16:creationId xmlns:a16="http://schemas.microsoft.com/office/drawing/2014/main" id="{4BE786C9-0206-4B94-36CE-85B9E12C54D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2485" name="Text Box 3">
            <a:extLst>
              <a:ext uri="{FF2B5EF4-FFF2-40B4-BE49-F238E27FC236}">
                <a16:creationId xmlns:a16="http://schemas.microsoft.com/office/drawing/2014/main" id="{1B971952-A82B-DBE0-860A-4B75EA60A1D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0DFA2D5-B803-4A37-8AA7-2538493F440C}" type="slidenum">
              <a:rPr lang="en-US" altLang="en-US" sz="1200">
                <a:solidFill>
                  <a:srgbClr val="000000"/>
                </a:solidFill>
                <a:latin typeface="Arial" panose="020B0604020202020204" pitchFamily="34" charset="0"/>
              </a:rPr>
              <a:pPr algn="r" eaLnBrk="1" hangingPunct="1">
                <a:buClrTx/>
                <a:buFontTx/>
                <a:buNone/>
              </a:pPr>
              <a:t>319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4531" name="Rectangle 1">
            <a:extLst>
              <a:ext uri="{FF2B5EF4-FFF2-40B4-BE49-F238E27FC236}">
                <a16:creationId xmlns:a16="http://schemas.microsoft.com/office/drawing/2014/main" id="{B0D68F73-3162-3D21-CD85-2B2CE8D70A9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34532" name="Text Box 2">
            <a:extLst>
              <a:ext uri="{FF2B5EF4-FFF2-40B4-BE49-F238E27FC236}">
                <a16:creationId xmlns:a16="http://schemas.microsoft.com/office/drawing/2014/main" id="{822C0EE2-B11B-F92E-FDBA-76DB9F57B4D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4533" name="Text Box 3">
            <a:extLst>
              <a:ext uri="{FF2B5EF4-FFF2-40B4-BE49-F238E27FC236}">
                <a16:creationId xmlns:a16="http://schemas.microsoft.com/office/drawing/2014/main" id="{B7D14656-4268-4056-FA4C-F1324684AA7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16A6444-E881-47CF-966A-C872FBB16E34}" type="slidenum">
              <a:rPr lang="en-US" altLang="en-US" sz="1200">
                <a:solidFill>
                  <a:srgbClr val="000000"/>
                </a:solidFill>
                <a:latin typeface="Arial" panose="020B0604020202020204" pitchFamily="34" charset="0"/>
              </a:rPr>
              <a:pPr algn="r" eaLnBrk="1" hangingPunct="1">
                <a:buClrTx/>
                <a:buFontTx/>
                <a:buNone/>
              </a:pPr>
              <a:t>320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6579" name="Rectangle 1">
            <a:extLst>
              <a:ext uri="{FF2B5EF4-FFF2-40B4-BE49-F238E27FC236}">
                <a16:creationId xmlns:a16="http://schemas.microsoft.com/office/drawing/2014/main" id="{575C119A-017A-2912-380F-A84D30F9D41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36580" name="Text Box 2">
            <a:extLst>
              <a:ext uri="{FF2B5EF4-FFF2-40B4-BE49-F238E27FC236}">
                <a16:creationId xmlns:a16="http://schemas.microsoft.com/office/drawing/2014/main" id="{5D072C82-51A5-C3C6-4974-4D9924E56053}"/>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6581" name="Text Box 3">
            <a:extLst>
              <a:ext uri="{FF2B5EF4-FFF2-40B4-BE49-F238E27FC236}">
                <a16:creationId xmlns:a16="http://schemas.microsoft.com/office/drawing/2014/main" id="{1B41A904-64A5-71A7-A848-BBED2109684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22FA581-115E-4D3F-AB07-5F7D0E411F78}" type="slidenum">
              <a:rPr lang="en-US" altLang="en-US" sz="1200">
                <a:solidFill>
                  <a:srgbClr val="000000"/>
                </a:solidFill>
                <a:latin typeface="Arial" panose="020B0604020202020204" pitchFamily="34" charset="0"/>
              </a:rPr>
              <a:pPr algn="r" eaLnBrk="1" hangingPunct="1">
                <a:buClrTx/>
                <a:buFontTx/>
                <a:buNone/>
              </a:pPr>
              <a:t>321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8627" name="Rectangle 1">
            <a:extLst>
              <a:ext uri="{FF2B5EF4-FFF2-40B4-BE49-F238E27FC236}">
                <a16:creationId xmlns:a16="http://schemas.microsoft.com/office/drawing/2014/main" id="{E7C428B7-44ED-5252-593B-F9D428F4071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38628" name="Text Box 2">
            <a:extLst>
              <a:ext uri="{FF2B5EF4-FFF2-40B4-BE49-F238E27FC236}">
                <a16:creationId xmlns:a16="http://schemas.microsoft.com/office/drawing/2014/main" id="{E79B2CED-E0E5-D991-6127-95CABE5DCA1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8629" name="Text Box 3">
            <a:extLst>
              <a:ext uri="{FF2B5EF4-FFF2-40B4-BE49-F238E27FC236}">
                <a16:creationId xmlns:a16="http://schemas.microsoft.com/office/drawing/2014/main" id="{63550AC5-9FBD-010A-4A9F-1EC2282E43E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2C39434-B1A7-4F9E-A9FB-FA6B549F6282}" type="slidenum">
              <a:rPr lang="en-US" altLang="en-US" sz="1200">
                <a:solidFill>
                  <a:srgbClr val="000000"/>
                </a:solidFill>
                <a:latin typeface="Arial" panose="020B0604020202020204" pitchFamily="34" charset="0"/>
              </a:rPr>
              <a:pPr algn="r" eaLnBrk="1" hangingPunct="1">
                <a:buClrTx/>
                <a:buFontTx/>
                <a:buNone/>
              </a:pPr>
              <a:t>323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40675" name="Rectangle 1">
            <a:extLst>
              <a:ext uri="{FF2B5EF4-FFF2-40B4-BE49-F238E27FC236}">
                <a16:creationId xmlns:a16="http://schemas.microsoft.com/office/drawing/2014/main" id="{49F9C082-D876-4C04-8EAB-D99A6FF3D0D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40676" name="Text Box 2">
            <a:extLst>
              <a:ext uri="{FF2B5EF4-FFF2-40B4-BE49-F238E27FC236}">
                <a16:creationId xmlns:a16="http://schemas.microsoft.com/office/drawing/2014/main" id="{BDDC2E2A-D06C-DF40-7F91-B352BD714E4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40677" name="Text Box 3">
            <a:extLst>
              <a:ext uri="{FF2B5EF4-FFF2-40B4-BE49-F238E27FC236}">
                <a16:creationId xmlns:a16="http://schemas.microsoft.com/office/drawing/2014/main" id="{DA7D1DFE-0245-ED9D-C398-D6575271046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5AAB38B-A62A-4466-8A92-1C54E77717B9}" type="slidenum">
              <a:rPr lang="en-US" altLang="en-US" sz="1200">
                <a:solidFill>
                  <a:srgbClr val="000000"/>
                </a:solidFill>
                <a:latin typeface="Arial" panose="020B0604020202020204" pitchFamily="34" charset="0"/>
              </a:rPr>
              <a:pPr algn="r" eaLnBrk="1" hangingPunct="1">
                <a:buClrTx/>
                <a:buFontTx/>
                <a:buNone/>
              </a:pPr>
              <a:t>326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42723" name="Rectangle 1">
            <a:extLst>
              <a:ext uri="{FF2B5EF4-FFF2-40B4-BE49-F238E27FC236}">
                <a16:creationId xmlns:a16="http://schemas.microsoft.com/office/drawing/2014/main" id="{A55CC32A-D56B-A858-72DA-1F9C4620FAA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42724" name="Text Box 2">
            <a:extLst>
              <a:ext uri="{FF2B5EF4-FFF2-40B4-BE49-F238E27FC236}">
                <a16:creationId xmlns:a16="http://schemas.microsoft.com/office/drawing/2014/main" id="{ADA9F97F-4648-42E1-908C-E1A1E959B0F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42725" name="Text Box 3">
            <a:extLst>
              <a:ext uri="{FF2B5EF4-FFF2-40B4-BE49-F238E27FC236}">
                <a16:creationId xmlns:a16="http://schemas.microsoft.com/office/drawing/2014/main" id="{FA253D63-7725-19B9-6519-F988DBA4562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60918AC-AB1C-48B0-885B-FEB243A073E7}" type="slidenum">
              <a:rPr lang="en-US" altLang="en-US" sz="1200">
                <a:solidFill>
                  <a:srgbClr val="000000"/>
                </a:solidFill>
                <a:latin typeface="Arial" panose="020B0604020202020204" pitchFamily="34" charset="0"/>
              </a:rPr>
              <a:pPr algn="r" eaLnBrk="1" hangingPunct="1">
                <a:buClrTx/>
                <a:buFontTx/>
                <a:buNone/>
              </a:pPr>
              <a:t>327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44771" name="Rectangle 1">
            <a:extLst>
              <a:ext uri="{FF2B5EF4-FFF2-40B4-BE49-F238E27FC236}">
                <a16:creationId xmlns:a16="http://schemas.microsoft.com/office/drawing/2014/main" id="{7DEDAE51-9752-EC64-C9A3-C6628261908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44772" name="Text Box 2">
            <a:extLst>
              <a:ext uri="{FF2B5EF4-FFF2-40B4-BE49-F238E27FC236}">
                <a16:creationId xmlns:a16="http://schemas.microsoft.com/office/drawing/2014/main" id="{F6918994-8476-CAE3-BAB3-36B4AF2C3FB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44773" name="Text Box 3">
            <a:extLst>
              <a:ext uri="{FF2B5EF4-FFF2-40B4-BE49-F238E27FC236}">
                <a16:creationId xmlns:a16="http://schemas.microsoft.com/office/drawing/2014/main" id="{49DB72EA-1F54-B4DB-70D9-FF6264EB9A9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0591FA9-5859-4AA8-A7B2-0ACC9C0EC73A}" type="slidenum">
              <a:rPr lang="en-US" altLang="en-US" sz="1200">
                <a:solidFill>
                  <a:srgbClr val="000000"/>
                </a:solidFill>
                <a:latin typeface="Arial" panose="020B0604020202020204" pitchFamily="34" charset="0"/>
              </a:rPr>
              <a:pPr algn="r" eaLnBrk="1" hangingPunct="1">
                <a:buClrTx/>
                <a:buFontTx/>
                <a:buNone/>
              </a:pPr>
              <a:t>328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48867" name="Rectangle 1">
            <a:extLst>
              <a:ext uri="{FF2B5EF4-FFF2-40B4-BE49-F238E27FC236}">
                <a16:creationId xmlns:a16="http://schemas.microsoft.com/office/drawing/2014/main" id="{84DFA455-4B66-E259-9825-61F37C8BFDD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48868" name="Rectangle 2">
            <a:extLst>
              <a:ext uri="{FF2B5EF4-FFF2-40B4-BE49-F238E27FC236}">
                <a16:creationId xmlns:a16="http://schemas.microsoft.com/office/drawing/2014/main" id="{B6CC3951-9EEF-42AC-16AC-6F0672099796}"/>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0915" name="Rectangle 1">
            <a:extLst>
              <a:ext uri="{FF2B5EF4-FFF2-40B4-BE49-F238E27FC236}">
                <a16:creationId xmlns:a16="http://schemas.microsoft.com/office/drawing/2014/main" id="{95C98C4D-7378-E695-F038-A703E764B77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50916" name="Rectangle 2">
            <a:extLst>
              <a:ext uri="{FF2B5EF4-FFF2-40B4-BE49-F238E27FC236}">
                <a16:creationId xmlns:a16="http://schemas.microsoft.com/office/drawing/2014/main" id="{FE6B7CBE-F535-55BC-4BD7-1B107534B98A}"/>
              </a:ext>
            </a:extLst>
          </p:cNvPr>
          <p:cNvSpPr txBox="1">
            <a:spLocks noGrp="1" noChangeArrowheads="1"/>
          </p:cNvSpPr>
          <p:nvPr>
            <p:ph type="body" idx="1"/>
          </p:nvPr>
        </p:nvSpPr>
        <p:spPr>
          <a:xfrm>
            <a:off x="685800" y="4343400"/>
            <a:ext cx="5486400" cy="4114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2963" name="Rectangle 1">
            <a:extLst>
              <a:ext uri="{FF2B5EF4-FFF2-40B4-BE49-F238E27FC236}">
                <a16:creationId xmlns:a16="http://schemas.microsoft.com/office/drawing/2014/main" id="{96CB6227-EF5B-85AB-E057-735D6C3C766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52964" name="Text Box 2">
            <a:extLst>
              <a:ext uri="{FF2B5EF4-FFF2-40B4-BE49-F238E27FC236}">
                <a16:creationId xmlns:a16="http://schemas.microsoft.com/office/drawing/2014/main" id="{2E40FABA-BC1A-C004-2F38-7B37CD7F487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2965" name="Text Box 3">
            <a:extLst>
              <a:ext uri="{FF2B5EF4-FFF2-40B4-BE49-F238E27FC236}">
                <a16:creationId xmlns:a16="http://schemas.microsoft.com/office/drawing/2014/main" id="{E2E6F0F3-761A-1FC6-DB12-3874EBD7871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4EFC35A-F154-4BB4-98EA-7F0A2CF01D2E}" type="slidenum">
              <a:rPr lang="en-US" altLang="en-US" sz="1200">
                <a:solidFill>
                  <a:srgbClr val="000000"/>
                </a:solidFill>
                <a:latin typeface="Arial" panose="020B0604020202020204" pitchFamily="34" charset="0"/>
              </a:rPr>
              <a:pPr algn="r" eaLnBrk="1" hangingPunct="1">
                <a:buClrTx/>
                <a:buFontTx/>
                <a:buNone/>
              </a:pPr>
              <a:t>334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5011" name="Rectangle 1">
            <a:extLst>
              <a:ext uri="{FF2B5EF4-FFF2-40B4-BE49-F238E27FC236}">
                <a16:creationId xmlns:a16="http://schemas.microsoft.com/office/drawing/2014/main" id="{A33702BB-3CF8-09A7-BFBD-7DFA1C774FA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55012" name="Text Box 2">
            <a:extLst>
              <a:ext uri="{FF2B5EF4-FFF2-40B4-BE49-F238E27FC236}">
                <a16:creationId xmlns:a16="http://schemas.microsoft.com/office/drawing/2014/main" id="{7755E6BB-0784-732C-B84B-54B9A7FA423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5013" name="Text Box 3">
            <a:extLst>
              <a:ext uri="{FF2B5EF4-FFF2-40B4-BE49-F238E27FC236}">
                <a16:creationId xmlns:a16="http://schemas.microsoft.com/office/drawing/2014/main" id="{B3D7DFB4-D666-7A66-DCDF-A3E9052CF7A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4B54EE8-E3CC-458E-B6ED-27F1818DA88E}" type="slidenum">
              <a:rPr lang="en-US" altLang="en-US" sz="1200">
                <a:solidFill>
                  <a:srgbClr val="000000"/>
                </a:solidFill>
                <a:latin typeface="Arial" panose="020B0604020202020204" pitchFamily="34" charset="0"/>
              </a:rPr>
              <a:pPr algn="r" eaLnBrk="1" hangingPunct="1">
                <a:buClrTx/>
                <a:buFontTx/>
                <a:buNone/>
              </a:pPr>
              <a:t>335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7059" name="Rectangle 1">
            <a:extLst>
              <a:ext uri="{FF2B5EF4-FFF2-40B4-BE49-F238E27FC236}">
                <a16:creationId xmlns:a16="http://schemas.microsoft.com/office/drawing/2014/main" id="{6B811A24-3525-23CD-27C1-0972466BAC5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57060" name="Text Box 2">
            <a:extLst>
              <a:ext uri="{FF2B5EF4-FFF2-40B4-BE49-F238E27FC236}">
                <a16:creationId xmlns:a16="http://schemas.microsoft.com/office/drawing/2014/main" id="{407482DE-7B8F-CDD8-BE71-053B27864B2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7061" name="Text Box 3">
            <a:extLst>
              <a:ext uri="{FF2B5EF4-FFF2-40B4-BE49-F238E27FC236}">
                <a16:creationId xmlns:a16="http://schemas.microsoft.com/office/drawing/2014/main" id="{FCAD7107-380F-C0BD-0320-87E499F3E0B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5B2CE1D-E5FD-43EE-93CC-FA20281E5021}" type="slidenum">
              <a:rPr lang="en-US" altLang="en-US" sz="1200">
                <a:solidFill>
                  <a:srgbClr val="000000"/>
                </a:solidFill>
                <a:latin typeface="Arial" panose="020B0604020202020204" pitchFamily="34" charset="0"/>
              </a:rPr>
              <a:pPr algn="r" eaLnBrk="1" hangingPunct="1">
                <a:buClrTx/>
                <a:buFontTx/>
                <a:buNone/>
              </a:pPr>
              <a:t>336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9107" name="Rectangle 1">
            <a:extLst>
              <a:ext uri="{FF2B5EF4-FFF2-40B4-BE49-F238E27FC236}">
                <a16:creationId xmlns:a16="http://schemas.microsoft.com/office/drawing/2014/main" id="{DD0DA5FF-7812-F434-C06A-66BEF2E5FA6E}"/>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59108" name="Text Box 2">
            <a:extLst>
              <a:ext uri="{FF2B5EF4-FFF2-40B4-BE49-F238E27FC236}">
                <a16:creationId xmlns:a16="http://schemas.microsoft.com/office/drawing/2014/main" id="{7D812617-FCEF-821E-2A1E-FB4C49CCB27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9109" name="Text Box 3">
            <a:extLst>
              <a:ext uri="{FF2B5EF4-FFF2-40B4-BE49-F238E27FC236}">
                <a16:creationId xmlns:a16="http://schemas.microsoft.com/office/drawing/2014/main" id="{19AEB094-BE60-C724-8182-60BA001D185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106330D-0575-4E8B-AA03-016C8E4CA282}" type="slidenum">
              <a:rPr lang="en-US" altLang="en-US" sz="1200">
                <a:solidFill>
                  <a:srgbClr val="000000"/>
                </a:solidFill>
                <a:latin typeface="Arial" panose="020B0604020202020204" pitchFamily="34" charset="0"/>
              </a:rPr>
              <a:pPr algn="r" eaLnBrk="1" hangingPunct="1">
                <a:buClrTx/>
                <a:buFontTx/>
                <a:buNone/>
              </a:pPr>
              <a:t>337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1155" name="Rectangle 1">
            <a:extLst>
              <a:ext uri="{FF2B5EF4-FFF2-40B4-BE49-F238E27FC236}">
                <a16:creationId xmlns:a16="http://schemas.microsoft.com/office/drawing/2014/main" id="{AB98CFDC-16EA-1CE9-F702-D4399BB7003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1156" name="Text Box 2">
            <a:extLst>
              <a:ext uri="{FF2B5EF4-FFF2-40B4-BE49-F238E27FC236}">
                <a16:creationId xmlns:a16="http://schemas.microsoft.com/office/drawing/2014/main" id="{0B727456-7ABF-8C93-83DF-37D6F51E7F7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1157" name="Text Box 3">
            <a:extLst>
              <a:ext uri="{FF2B5EF4-FFF2-40B4-BE49-F238E27FC236}">
                <a16:creationId xmlns:a16="http://schemas.microsoft.com/office/drawing/2014/main" id="{5B56499E-F599-E804-226F-B7E3EFB3058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FA93CA2-485E-466D-A448-F4E9C8A7882E}" type="slidenum">
              <a:rPr lang="en-US" altLang="en-US" sz="1200">
                <a:solidFill>
                  <a:srgbClr val="000000"/>
                </a:solidFill>
                <a:latin typeface="Arial" panose="020B0604020202020204" pitchFamily="34" charset="0"/>
              </a:rPr>
              <a:pPr algn="r" eaLnBrk="1" hangingPunct="1">
                <a:buClrTx/>
                <a:buFontTx/>
                <a:buNone/>
              </a:pPr>
              <a:t>338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3203" name="Rectangle 1">
            <a:extLst>
              <a:ext uri="{FF2B5EF4-FFF2-40B4-BE49-F238E27FC236}">
                <a16:creationId xmlns:a16="http://schemas.microsoft.com/office/drawing/2014/main" id="{A73F3E09-A910-3669-D42F-6637AC5DAAF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3204" name="Text Box 2">
            <a:extLst>
              <a:ext uri="{FF2B5EF4-FFF2-40B4-BE49-F238E27FC236}">
                <a16:creationId xmlns:a16="http://schemas.microsoft.com/office/drawing/2014/main" id="{D68A3D8E-4E26-62C2-936B-4778DC34821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3205" name="Text Box 3">
            <a:extLst>
              <a:ext uri="{FF2B5EF4-FFF2-40B4-BE49-F238E27FC236}">
                <a16:creationId xmlns:a16="http://schemas.microsoft.com/office/drawing/2014/main" id="{62E920E5-EA9B-ED49-1CA6-4830DBACAEC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8EA8C18-8594-4B31-8A7F-E8DC49A4FA96}" type="slidenum">
              <a:rPr lang="en-US" altLang="en-US" sz="1200">
                <a:solidFill>
                  <a:srgbClr val="000000"/>
                </a:solidFill>
                <a:latin typeface="Arial" panose="020B0604020202020204" pitchFamily="34" charset="0"/>
              </a:rPr>
              <a:pPr algn="r" eaLnBrk="1" hangingPunct="1">
                <a:buClrTx/>
                <a:buFontTx/>
                <a:buNone/>
              </a:pPr>
              <a:t>339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5251" name="Rectangle 1">
            <a:extLst>
              <a:ext uri="{FF2B5EF4-FFF2-40B4-BE49-F238E27FC236}">
                <a16:creationId xmlns:a16="http://schemas.microsoft.com/office/drawing/2014/main" id="{D96EF63D-B422-005C-AF9C-58B92291A20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5252" name="Text Box 2">
            <a:extLst>
              <a:ext uri="{FF2B5EF4-FFF2-40B4-BE49-F238E27FC236}">
                <a16:creationId xmlns:a16="http://schemas.microsoft.com/office/drawing/2014/main" id="{C14685D5-F2C9-C61A-14DC-FA7E3A768E5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5253" name="Text Box 3">
            <a:extLst>
              <a:ext uri="{FF2B5EF4-FFF2-40B4-BE49-F238E27FC236}">
                <a16:creationId xmlns:a16="http://schemas.microsoft.com/office/drawing/2014/main" id="{07C26B2A-57E1-54AE-F08F-41CA1708EBB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4368BFA5-CBD8-4CFB-BF25-B99223924EDB}" type="slidenum">
              <a:rPr lang="en-US" altLang="en-US" sz="1200">
                <a:solidFill>
                  <a:srgbClr val="000000"/>
                </a:solidFill>
                <a:latin typeface="Arial" panose="020B0604020202020204" pitchFamily="34" charset="0"/>
              </a:rPr>
              <a:pPr algn="r" eaLnBrk="1" hangingPunct="1">
                <a:buClrTx/>
                <a:buFontTx/>
                <a:buNone/>
              </a:pPr>
              <a:t>340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7299" name="Rectangle 1">
            <a:extLst>
              <a:ext uri="{FF2B5EF4-FFF2-40B4-BE49-F238E27FC236}">
                <a16:creationId xmlns:a16="http://schemas.microsoft.com/office/drawing/2014/main" id="{76837CF9-873A-A714-E9C8-850D34C9B9F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7300" name="Text Box 2">
            <a:extLst>
              <a:ext uri="{FF2B5EF4-FFF2-40B4-BE49-F238E27FC236}">
                <a16:creationId xmlns:a16="http://schemas.microsoft.com/office/drawing/2014/main" id="{72AEFEFF-0411-D7B0-2D04-3E16A806C94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7301" name="Text Box 3">
            <a:extLst>
              <a:ext uri="{FF2B5EF4-FFF2-40B4-BE49-F238E27FC236}">
                <a16:creationId xmlns:a16="http://schemas.microsoft.com/office/drawing/2014/main" id="{B3D0E381-835F-E4C1-B58D-967F8E16E74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6A03B78D-9790-4D07-9B50-221430F5C356}" type="slidenum">
              <a:rPr lang="en-US" altLang="en-US" sz="1200">
                <a:solidFill>
                  <a:srgbClr val="000000"/>
                </a:solidFill>
                <a:latin typeface="Arial" panose="020B0604020202020204" pitchFamily="34" charset="0"/>
              </a:rPr>
              <a:pPr algn="r" eaLnBrk="1" hangingPunct="1">
                <a:buClrTx/>
                <a:buFontTx/>
                <a:buNone/>
              </a:pPr>
              <a:t>341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69347" name="Rectangle 1">
            <a:extLst>
              <a:ext uri="{FF2B5EF4-FFF2-40B4-BE49-F238E27FC236}">
                <a16:creationId xmlns:a16="http://schemas.microsoft.com/office/drawing/2014/main" id="{FDA38FC6-0885-5F4D-FE9E-585578F4135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69348" name="Text Box 2">
            <a:extLst>
              <a:ext uri="{FF2B5EF4-FFF2-40B4-BE49-F238E27FC236}">
                <a16:creationId xmlns:a16="http://schemas.microsoft.com/office/drawing/2014/main" id="{AA571BBA-D0BC-BA0C-FE8C-92093A922A4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9349" name="Text Box 3">
            <a:extLst>
              <a:ext uri="{FF2B5EF4-FFF2-40B4-BE49-F238E27FC236}">
                <a16:creationId xmlns:a16="http://schemas.microsoft.com/office/drawing/2014/main" id="{0708B6F7-8E2C-6B7A-71B4-38AF4AA4C50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D34BDF7-7DF2-41E2-941A-E82FFA10E8D1}" type="slidenum">
              <a:rPr lang="en-US" altLang="en-US" sz="1200">
                <a:solidFill>
                  <a:srgbClr val="000000"/>
                </a:solidFill>
                <a:latin typeface="Arial" panose="020B0604020202020204" pitchFamily="34" charset="0"/>
              </a:rPr>
              <a:pPr algn="r" eaLnBrk="1" hangingPunct="1">
                <a:buClrTx/>
                <a:buFontTx/>
                <a:buNone/>
              </a:pPr>
              <a:t>342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71395" name="Rectangle 1">
            <a:extLst>
              <a:ext uri="{FF2B5EF4-FFF2-40B4-BE49-F238E27FC236}">
                <a16:creationId xmlns:a16="http://schemas.microsoft.com/office/drawing/2014/main" id="{62989B74-FAF9-DEBB-2723-EF5AF870FCD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71396" name="Text Box 2">
            <a:extLst>
              <a:ext uri="{FF2B5EF4-FFF2-40B4-BE49-F238E27FC236}">
                <a16:creationId xmlns:a16="http://schemas.microsoft.com/office/drawing/2014/main" id="{5B9367F1-C0B4-10D5-8EFC-2B6BA74457EE}"/>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1397" name="Text Box 3">
            <a:extLst>
              <a:ext uri="{FF2B5EF4-FFF2-40B4-BE49-F238E27FC236}">
                <a16:creationId xmlns:a16="http://schemas.microsoft.com/office/drawing/2014/main" id="{649925F9-ABA2-883E-CDCA-67AD64C8C99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003A2D6-DF09-4106-A08B-46AAA294B5C6}" type="slidenum">
              <a:rPr lang="en-US" altLang="en-US" sz="1200">
                <a:solidFill>
                  <a:srgbClr val="000000"/>
                </a:solidFill>
                <a:latin typeface="Arial" panose="020B0604020202020204" pitchFamily="34" charset="0"/>
              </a:rPr>
              <a:pPr algn="r" eaLnBrk="1" hangingPunct="1">
                <a:buClrTx/>
                <a:buFontTx/>
                <a:buNone/>
              </a:pPr>
              <a:t>343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73443" name="Rectangle 1">
            <a:extLst>
              <a:ext uri="{FF2B5EF4-FFF2-40B4-BE49-F238E27FC236}">
                <a16:creationId xmlns:a16="http://schemas.microsoft.com/office/drawing/2014/main" id="{1FF16EA9-7B7F-5182-0159-6F35917D9F4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73444" name="Text Box 2">
            <a:extLst>
              <a:ext uri="{FF2B5EF4-FFF2-40B4-BE49-F238E27FC236}">
                <a16:creationId xmlns:a16="http://schemas.microsoft.com/office/drawing/2014/main" id="{757A0722-2EAA-E808-F346-DB47E083F9A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3445" name="Text Box 3">
            <a:extLst>
              <a:ext uri="{FF2B5EF4-FFF2-40B4-BE49-F238E27FC236}">
                <a16:creationId xmlns:a16="http://schemas.microsoft.com/office/drawing/2014/main" id="{C6D00909-D1D5-0AA1-7160-B1CDE493F01D}"/>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65ACBA7-578B-4328-96E2-B9CD61026BA0}" type="slidenum">
              <a:rPr lang="en-US" altLang="en-US" sz="1200">
                <a:solidFill>
                  <a:srgbClr val="000000"/>
                </a:solidFill>
                <a:latin typeface="Arial" panose="020B0604020202020204" pitchFamily="34" charset="0"/>
              </a:rPr>
              <a:pPr algn="r" eaLnBrk="1" hangingPunct="1">
                <a:buClrTx/>
                <a:buFontTx/>
                <a:buNone/>
              </a:pPr>
              <a:t>344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75491" name="Rectangle 1">
            <a:extLst>
              <a:ext uri="{FF2B5EF4-FFF2-40B4-BE49-F238E27FC236}">
                <a16:creationId xmlns:a16="http://schemas.microsoft.com/office/drawing/2014/main" id="{DE66AE0E-9C01-EC17-E335-38A49393835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75492" name="Text Box 2">
            <a:extLst>
              <a:ext uri="{FF2B5EF4-FFF2-40B4-BE49-F238E27FC236}">
                <a16:creationId xmlns:a16="http://schemas.microsoft.com/office/drawing/2014/main" id="{334829DB-665A-DDE5-BC84-1638709EA38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5493" name="Text Box 3">
            <a:extLst>
              <a:ext uri="{FF2B5EF4-FFF2-40B4-BE49-F238E27FC236}">
                <a16:creationId xmlns:a16="http://schemas.microsoft.com/office/drawing/2014/main" id="{76981F8B-A122-390F-78A7-FB5BAF4A6E97}"/>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F900B145-7DA2-4374-B562-09CA9B39B179}" type="slidenum">
              <a:rPr lang="en-US" altLang="en-US" sz="1200">
                <a:solidFill>
                  <a:srgbClr val="000000"/>
                </a:solidFill>
                <a:latin typeface="Arial" panose="020B0604020202020204" pitchFamily="34" charset="0"/>
              </a:rPr>
              <a:pPr algn="r" eaLnBrk="1" hangingPunct="1">
                <a:buClrTx/>
                <a:buFontTx/>
                <a:buNone/>
              </a:pPr>
              <a:t>345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77539" name="Rectangle 1">
            <a:extLst>
              <a:ext uri="{FF2B5EF4-FFF2-40B4-BE49-F238E27FC236}">
                <a16:creationId xmlns:a16="http://schemas.microsoft.com/office/drawing/2014/main" id="{4F649169-C9C2-3DAB-81D6-58B2201F1FE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77540" name="Text Box 2">
            <a:extLst>
              <a:ext uri="{FF2B5EF4-FFF2-40B4-BE49-F238E27FC236}">
                <a16:creationId xmlns:a16="http://schemas.microsoft.com/office/drawing/2014/main" id="{962AB662-13E2-9A68-A023-F863FADADABC}"/>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7541" name="Text Box 3">
            <a:extLst>
              <a:ext uri="{FF2B5EF4-FFF2-40B4-BE49-F238E27FC236}">
                <a16:creationId xmlns:a16="http://schemas.microsoft.com/office/drawing/2014/main" id="{325C09A3-1149-5090-20F2-85A72CD4E90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E630511-6675-4410-BD5A-00584A617E89}" type="slidenum">
              <a:rPr lang="en-US" altLang="en-US" sz="1200">
                <a:solidFill>
                  <a:srgbClr val="000000"/>
                </a:solidFill>
                <a:latin typeface="Arial" panose="020B0604020202020204" pitchFamily="34" charset="0"/>
              </a:rPr>
              <a:pPr algn="r" eaLnBrk="1" hangingPunct="1">
                <a:buClrTx/>
                <a:buFontTx/>
                <a:buNone/>
              </a:pPr>
              <a:t>346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79587" name="Rectangle 1">
            <a:extLst>
              <a:ext uri="{FF2B5EF4-FFF2-40B4-BE49-F238E27FC236}">
                <a16:creationId xmlns:a16="http://schemas.microsoft.com/office/drawing/2014/main" id="{028A2A7F-C054-C8E1-7C90-6DE5A39893A5}"/>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79588" name="Text Box 2">
            <a:extLst>
              <a:ext uri="{FF2B5EF4-FFF2-40B4-BE49-F238E27FC236}">
                <a16:creationId xmlns:a16="http://schemas.microsoft.com/office/drawing/2014/main" id="{764BA6BA-A912-7F6B-B130-06761A4ABCB6}"/>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9589" name="Text Box 3">
            <a:extLst>
              <a:ext uri="{FF2B5EF4-FFF2-40B4-BE49-F238E27FC236}">
                <a16:creationId xmlns:a16="http://schemas.microsoft.com/office/drawing/2014/main" id="{939167EC-DE1F-598F-5F5E-D04931EEB5A9}"/>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87156B8-068B-44C6-AAB4-06ABBFBFF1F7}" type="slidenum">
              <a:rPr lang="en-US" altLang="en-US" sz="1200">
                <a:solidFill>
                  <a:srgbClr val="000000"/>
                </a:solidFill>
                <a:latin typeface="Arial" panose="020B0604020202020204" pitchFamily="34" charset="0"/>
              </a:rPr>
              <a:pPr algn="r" eaLnBrk="1" hangingPunct="1">
                <a:buClrTx/>
                <a:buFontTx/>
                <a:buNone/>
              </a:pPr>
              <a:t>347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1635" name="Rectangle 1">
            <a:extLst>
              <a:ext uri="{FF2B5EF4-FFF2-40B4-BE49-F238E27FC236}">
                <a16:creationId xmlns:a16="http://schemas.microsoft.com/office/drawing/2014/main" id="{DF23D74A-19BD-73E9-397C-9EE6F4F1425B}"/>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1636" name="Text Box 2">
            <a:extLst>
              <a:ext uri="{FF2B5EF4-FFF2-40B4-BE49-F238E27FC236}">
                <a16:creationId xmlns:a16="http://schemas.microsoft.com/office/drawing/2014/main" id="{5D39690F-95D4-F502-C3C0-2C3AB59CB6C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1637" name="Text Box 3">
            <a:extLst>
              <a:ext uri="{FF2B5EF4-FFF2-40B4-BE49-F238E27FC236}">
                <a16:creationId xmlns:a16="http://schemas.microsoft.com/office/drawing/2014/main" id="{FC80D289-D34E-8F4F-21EE-7A7C5399E9F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D5A0C37-D4AC-4A95-8E5C-B874DE8D93B1}" type="slidenum">
              <a:rPr lang="en-US" altLang="en-US" sz="1200">
                <a:solidFill>
                  <a:srgbClr val="000000"/>
                </a:solidFill>
                <a:latin typeface="Arial" panose="020B0604020202020204" pitchFamily="34" charset="0"/>
              </a:rPr>
              <a:pPr algn="r" eaLnBrk="1" hangingPunct="1">
                <a:buClrTx/>
                <a:buFontTx/>
                <a:buNone/>
              </a:pPr>
              <a:t>348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3683" name="Rectangle 1">
            <a:extLst>
              <a:ext uri="{FF2B5EF4-FFF2-40B4-BE49-F238E27FC236}">
                <a16:creationId xmlns:a16="http://schemas.microsoft.com/office/drawing/2014/main" id="{BF09C342-AC32-27CB-A129-F88D4752CC8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3684" name="Text Box 2">
            <a:extLst>
              <a:ext uri="{FF2B5EF4-FFF2-40B4-BE49-F238E27FC236}">
                <a16:creationId xmlns:a16="http://schemas.microsoft.com/office/drawing/2014/main" id="{B4FFE1E8-0AAD-8AF9-2B5E-58110CB298D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3685" name="Text Box 3">
            <a:extLst>
              <a:ext uri="{FF2B5EF4-FFF2-40B4-BE49-F238E27FC236}">
                <a16:creationId xmlns:a16="http://schemas.microsoft.com/office/drawing/2014/main" id="{5980763E-C3D2-CD7D-5F1F-6400F233986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C85600C-0D6A-473E-A625-FA324424B0FD}" type="slidenum">
              <a:rPr lang="en-US" altLang="en-US" sz="1200">
                <a:solidFill>
                  <a:srgbClr val="000000"/>
                </a:solidFill>
                <a:latin typeface="Arial" panose="020B0604020202020204" pitchFamily="34" charset="0"/>
              </a:rPr>
              <a:pPr algn="r" eaLnBrk="1" hangingPunct="1">
                <a:buClrTx/>
                <a:buFontTx/>
                <a:buNone/>
              </a:pPr>
              <a:t>349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5731" name="Rectangle 1">
            <a:extLst>
              <a:ext uri="{FF2B5EF4-FFF2-40B4-BE49-F238E27FC236}">
                <a16:creationId xmlns:a16="http://schemas.microsoft.com/office/drawing/2014/main" id="{0AC59FC5-E946-81B1-7C3F-C850757934E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5732" name="Text Box 2">
            <a:extLst>
              <a:ext uri="{FF2B5EF4-FFF2-40B4-BE49-F238E27FC236}">
                <a16:creationId xmlns:a16="http://schemas.microsoft.com/office/drawing/2014/main" id="{95355C8F-17AD-9C02-93A2-951B320C1EF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5733" name="Text Box 3">
            <a:extLst>
              <a:ext uri="{FF2B5EF4-FFF2-40B4-BE49-F238E27FC236}">
                <a16:creationId xmlns:a16="http://schemas.microsoft.com/office/drawing/2014/main" id="{6EA48ADE-49D8-326C-82CF-BA6F59ADDED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BA0C124-D940-447D-BEFC-4EBBAF9155B2}" type="slidenum">
              <a:rPr lang="en-US" altLang="en-US" sz="1200">
                <a:solidFill>
                  <a:srgbClr val="000000"/>
                </a:solidFill>
                <a:latin typeface="Arial" panose="020B0604020202020204" pitchFamily="34" charset="0"/>
              </a:rPr>
              <a:pPr algn="r" eaLnBrk="1" hangingPunct="1">
                <a:buClrTx/>
                <a:buFontTx/>
                <a:buNone/>
              </a:pPr>
              <a:t>350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7779" name="Rectangle 1">
            <a:extLst>
              <a:ext uri="{FF2B5EF4-FFF2-40B4-BE49-F238E27FC236}">
                <a16:creationId xmlns:a16="http://schemas.microsoft.com/office/drawing/2014/main" id="{ED7CD94A-47AD-7351-9EBB-B13848836790}"/>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7780" name="Text Box 2">
            <a:extLst>
              <a:ext uri="{FF2B5EF4-FFF2-40B4-BE49-F238E27FC236}">
                <a16:creationId xmlns:a16="http://schemas.microsoft.com/office/drawing/2014/main" id="{6D5E62A5-1245-D472-D650-3ECB7F36CDE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7781" name="Text Box 3">
            <a:extLst>
              <a:ext uri="{FF2B5EF4-FFF2-40B4-BE49-F238E27FC236}">
                <a16:creationId xmlns:a16="http://schemas.microsoft.com/office/drawing/2014/main" id="{B20EA1D6-DBEA-88D5-E384-AEFDB6EC177C}"/>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A72D7FB-2639-40DE-908B-2D147043699D}" type="slidenum">
              <a:rPr lang="en-US" altLang="en-US" sz="1200">
                <a:solidFill>
                  <a:srgbClr val="000000"/>
                </a:solidFill>
                <a:latin typeface="Arial" panose="020B0604020202020204" pitchFamily="34" charset="0"/>
              </a:rPr>
              <a:pPr algn="r" eaLnBrk="1" hangingPunct="1">
                <a:buClrTx/>
                <a:buFontTx/>
                <a:buNone/>
              </a:pPr>
              <a:t>351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89827" name="Rectangle 1">
            <a:extLst>
              <a:ext uri="{FF2B5EF4-FFF2-40B4-BE49-F238E27FC236}">
                <a16:creationId xmlns:a16="http://schemas.microsoft.com/office/drawing/2014/main" id="{016C355A-3043-107A-31E7-D32D11DBA0D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89828" name="Text Box 2">
            <a:extLst>
              <a:ext uri="{FF2B5EF4-FFF2-40B4-BE49-F238E27FC236}">
                <a16:creationId xmlns:a16="http://schemas.microsoft.com/office/drawing/2014/main" id="{D8301F59-D278-6E3E-F214-924F47856A5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89829" name="Text Box 3">
            <a:extLst>
              <a:ext uri="{FF2B5EF4-FFF2-40B4-BE49-F238E27FC236}">
                <a16:creationId xmlns:a16="http://schemas.microsoft.com/office/drawing/2014/main" id="{FC4B62EE-14B5-1AE9-9A1A-B1E243F4BD3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F392421-BC4D-47A9-BDD9-F413B1632399}" type="slidenum">
              <a:rPr lang="en-US" altLang="en-US" sz="1200">
                <a:solidFill>
                  <a:srgbClr val="000000"/>
                </a:solidFill>
                <a:latin typeface="Arial" panose="020B0604020202020204" pitchFamily="34" charset="0"/>
              </a:rPr>
              <a:pPr algn="r" eaLnBrk="1" hangingPunct="1">
                <a:buClrTx/>
                <a:buFontTx/>
                <a:buNone/>
              </a:pPr>
              <a:t>352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91875" name="Rectangle 1">
            <a:extLst>
              <a:ext uri="{FF2B5EF4-FFF2-40B4-BE49-F238E27FC236}">
                <a16:creationId xmlns:a16="http://schemas.microsoft.com/office/drawing/2014/main" id="{ACEDAEF5-51AB-FBA3-0E08-D26F9E50407F}"/>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91876" name="Text Box 2">
            <a:extLst>
              <a:ext uri="{FF2B5EF4-FFF2-40B4-BE49-F238E27FC236}">
                <a16:creationId xmlns:a16="http://schemas.microsoft.com/office/drawing/2014/main" id="{5AE6C9B8-08FB-634B-6C8A-BE873C388AD0}"/>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1877" name="Text Box 3">
            <a:extLst>
              <a:ext uri="{FF2B5EF4-FFF2-40B4-BE49-F238E27FC236}">
                <a16:creationId xmlns:a16="http://schemas.microsoft.com/office/drawing/2014/main" id="{BB03E96F-B31E-E5B8-D0B6-88C4B78B025F}"/>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E6D06F4C-C576-455A-957E-3F69F2162DF8}" type="slidenum">
              <a:rPr lang="en-US" altLang="en-US" sz="1200">
                <a:solidFill>
                  <a:srgbClr val="000000"/>
                </a:solidFill>
                <a:latin typeface="Arial" panose="020B0604020202020204" pitchFamily="34" charset="0"/>
              </a:rPr>
              <a:pPr algn="r" eaLnBrk="1" hangingPunct="1">
                <a:buClrTx/>
                <a:buFontTx/>
                <a:buNone/>
              </a:pPr>
              <a:t>353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93923" name="Rectangle 1">
            <a:extLst>
              <a:ext uri="{FF2B5EF4-FFF2-40B4-BE49-F238E27FC236}">
                <a16:creationId xmlns:a16="http://schemas.microsoft.com/office/drawing/2014/main" id="{DA5F18ED-799F-B92F-0FAC-970B3EE4851C}"/>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93924" name="Text Box 2">
            <a:extLst>
              <a:ext uri="{FF2B5EF4-FFF2-40B4-BE49-F238E27FC236}">
                <a16:creationId xmlns:a16="http://schemas.microsoft.com/office/drawing/2014/main" id="{A5069DC9-B0C0-84CB-9898-B50FABFC1F1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3925" name="Text Box 3">
            <a:extLst>
              <a:ext uri="{FF2B5EF4-FFF2-40B4-BE49-F238E27FC236}">
                <a16:creationId xmlns:a16="http://schemas.microsoft.com/office/drawing/2014/main" id="{325F0CE4-F048-16B4-1987-2EC066CE8351}"/>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74505E3-529E-4914-9968-87AEE61F9A7D}" type="slidenum">
              <a:rPr lang="en-US" altLang="en-US" sz="1200">
                <a:solidFill>
                  <a:srgbClr val="000000"/>
                </a:solidFill>
                <a:latin typeface="Arial" panose="020B0604020202020204" pitchFamily="34" charset="0"/>
              </a:rPr>
              <a:pPr algn="r" eaLnBrk="1" hangingPunct="1">
                <a:buClrTx/>
                <a:buFontTx/>
                <a:buNone/>
              </a:pPr>
              <a:t>354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95971" name="Rectangle 1">
            <a:extLst>
              <a:ext uri="{FF2B5EF4-FFF2-40B4-BE49-F238E27FC236}">
                <a16:creationId xmlns:a16="http://schemas.microsoft.com/office/drawing/2014/main" id="{9288A2DA-4ADF-69F6-8648-4492D231EE0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95972" name="Text Box 2">
            <a:extLst>
              <a:ext uri="{FF2B5EF4-FFF2-40B4-BE49-F238E27FC236}">
                <a16:creationId xmlns:a16="http://schemas.microsoft.com/office/drawing/2014/main" id="{2631C206-72F8-B4FB-71B3-3AA015E17EC5}"/>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5973" name="Text Box 3">
            <a:extLst>
              <a:ext uri="{FF2B5EF4-FFF2-40B4-BE49-F238E27FC236}">
                <a16:creationId xmlns:a16="http://schemas.microsoft.com/office/drawing/2014/main" id="{7E8EDB09-A4DC-74E4-34D2-FB79C043B1E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3F645D5-E6E9-4FD1-97D3-2477C65DC24B}" type="slidenum">
              <a:rPr lang="en-US" altLang="en-US" sz="1200">
                <a:solidFill>
                  <a:srgbClr val="000000"/>
                </a:solidFill>
                <a:latin typeface="Arial" panose="020B0604020202020204" pitchFamily="34" charset="0"/>
              </a:rPr>
              <a:pPr algn="r" eaLnBrk="1" hangingPunct="1">
                <a:buClrTx/>
                <a:buFontTx/>
                <a:buNone/>
              </a:pPr>
              <a:t>355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98019" name="Rectangle 1">
            <a:extLst>
              <a:ext uri="{FF2B5EF4-FFF2-40B4-BE49-F238E27FC236}">
                <a16:creationId xmlns:a16="http://schemas.microsoft.com/office/drawing/2014/main" id="{9CDB4BF4-7DB0-731B-C555-4C1708464111}"/>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598020" name="Text Box 2">
            <a:extLst>
              <a:ext uri="{FF2B5EF4-FFF2-40B4-BE49-F238E27FC236}">
                <a16:creationId xmlns:a16="http://schemas.microsoft.com/office/drawing/2014/main" id="{5259EFE7-E723-02A5-D65D-1963F171E48F}"/>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8021" name="Text Box 3">
            <a:extLst>
              <a:ext uri="{FF2B5EF4-FFF2-40B4-BE49-F238E27FC236}">
                <a16:creationId xmlns:a16="http://schemas.microsoft.com/office/drawing/2014/main" id="{E28E5024-3EC2-9D86-0C99-43B7B426F35B}"/>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37302F9-0869-4B2D-BC8E-F8DF8B1506C9}" type="slidenum">
              <a:rPr lang="en-US" altLang="en-US" sz="1200">
                <a:solidFill>
                  <a:srgbClr val="000000"/>
                </a:solidFill>
                <a:latin typeface="Arial" panose="020B0604020202020204" pitchFamily="34" charset="0"/>
              </a:rPr>
              <a:pPr algn="r" eaLnBrk="1" hangingPunct="1">
                <a:buClrTx/>
                <a:buFontTx/>
                <a:buNone/>
              </a:pPr>
              <a:t>356</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0067" name="Rectangle 1">
            <a:extLst>
              <a:ext uri="{FF2B5EF4-FFF2-40B4-BE49-F238E27FC236}">
                <a16:creationId xmlns:a16="http://schemas.microsoft.com/office/drawing/2014/main" id="{C3E6B010-5D58-551E-9D4B-F9731B5222FD}"/>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0068" name="Text Box 2">
            <a:extLst>
              <a:ext uri="{FF2B5EF4-FFF2-40B4-BE49-F238E27FC236}">
                <a16:creationId xmlns:a16="http://schemas.microsoft.com/office/drawing/2014/main" id="{B705C8ED-B2BB-47F9-262E-58BF012BA947}"/>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0069" name="Text Box 3">
            <a:extLst>
              <a:ext uri="{FF2B5EF4-FFF2-40B4-BE49-F238E27FC236}">
                <a16:creationId xmlns:a16="http://schemas.microsoft.com/office/drawing/2014/main" id="{D7FE3A6A-4B33-09B3-1E80-4DF8FDCB08CA}"/>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A1AB18B-0C79-4339-A3BB-CD481CB358EF}" type="slidenum">
              <a:rPr lang="en-US" altLang="en-US" sz="1200">
                <a:solidFill>
                  <a:srgbClr val="000000"/>
                </a:solidFill>
                <a:latin typeface="Arial" panose="020B0604020202020204" pitchFamily="34" charset="0"/>
              </a:rPr>
              <a:pPr algn="r" eaLnBrk="1" hangingPunct="1">
                <a:buClrTx/>
                <a:buFontTx/>
                <a:buNone/>
              </a:pPr>
              <a:t>357</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2115" name="Rectangle 1">
            <a:extLst>
              <a:ext uri="{FF2B5EF4-FFF2-40B4-BE49-F238E27FC236}">
                <a16:creationId xmlns:a16="http://schemas.microsoft.com/office/drawing/2014/main" id="{F050C4AC-DE36-D863-32BA-8D7A4EE9F9A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2116" name="Text Box 2">
            <a:extLst>
              <a:ext uri="{FF2B5EF4-FFF2-40B4-BE49-F238E27FC236}">
                <a16:creationId xmlns:a16="http://schemas.microsoft.com/office/drawing/2014/main" id="{DF8F8C80-5D81-854E-761F-788C58469152}"/>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2117" name="Text Box 3">
            <a:extLst>
              <a:ext uri="{FF2B5EF4-FFF2-40B4-BE49-F238E27FC236}">
                <a16:creationId xmlns:a16="http://schemas.microsoft.com/office/drawing/2014/main" id="{58CA3875-B127-A730-6E91-3F04FF342BB4}"/>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681D3CC-F310-4296-8DCF-9E1DF0BC0160}" type="slidenum">
              <a:rPr lang="en-US" altLang="en-US" sz="1200">
                <a:solidFill>
                  <a:srgbClr val="000000"/>
                </a:solidFill>
                <a:latin typeface="Arial" panose="020B0604020202020204" pitchFamily="34" charset="0"/>
              </a:rPr>
              <a:pPr algn="r" eaLnBrk="1" hangingPunct="1">
                <a:buClrTx/>
                <a:buFontTx/>
                <a:buNone/>
              </a:pPr>
              <a:t>358</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4163" name="Rectangle 1">
            <a:extLst>
              <a:ext uri="{FF2B5EF4-FFF2-40B4-BE49-F238E27FC236}">
                <a16:creationId xmlns:a16="http://schemas.microsoft.com/office/drawing/2014/main" id="{EDE11E8B-0565-E4A4-FC40-B2DDA027E5A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4164" name="Text Box 2">
            <a:extLst>
              <a:ext uri="{FF2B5EF4-FFF2-40B4-BE49-F238E27FC236}">
                <a16:creationId xmlns:a16="http://schemas.microsoft.com/office/drawing/2014/main" id="{2EECA877-C100-2A2E-C6DE-89C94DACCA7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4165" name="Text Box 3">
            <a:extLst>
              <a:ext uri="{FF2B5EF4-FFF2-40B4-BE49-F238E27FC236}">
                <a16:creationId xmlns:a16="http://schemas.microsoft.com/office/drawing/2014/main" id="{1C826230-E4AF-5FDF-F0BC-FB7855DFA663}"/>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78C093A2-EE12-426C-8CCB-86650FDDAF93}" type="slidenum">
              <a:rPr lang="en-US" altLang="en-US" sz="1200">
                <a:solidFill>
                  <a:srgbClr val="000000"/>
                </a:solidFill>
                <a:latin typeface="Arial" panose="020B0604020202020204" pitchFamily="34" charset="0"/>
              </a:rPr>
              <a:pPr algn="r" eaLnBrk="1" hangingPunct="1">
                <a:buClrTx/>
                <a:buFontTx/>
                <a:buNone/>
              </a:pPr>
              <a:t>359</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6211" name="Rectangle 1">
            <a:extLst>
              <a:ext uri="{FF2B5EF4-FFF2-40B4-BE49-F238E27FC236}">
                <a16:creationId xmlns:a16="http://schemas.microsoft.com/office/drawing/2014/main" id="{BA80E4F4-FB7C-E33E-3D7D-6B02D451EFF9}"/>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6212" name="Text Box 2">
            <a:extLst>
              <a:ext uri="{FF2B5EF4-FFF2-40B4-BE49-F238E27FC236}">
                <a16:creationId xmlns:a16="http://schemas.microsoft.com/office/drawing/2014/main" id="{B8C1A038-DF07-50B1-930A-6BB3BF9C842A}"/>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6213" name="Text Box 3">
            <a:extLst>
              <a:ext uri="{FF2B5EF4-FFF2-40B4-BE49-F238E27FC236}">
                <a16:creationId xmlns:a16="http://schemas.microsoft.com/office/drawing/2014/main" id="{E38C7664-F879-5B57-E6AB-C9510E32CFF8}"/>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82CF7C2-AA6C-4A97-BEFD-8599F807204F}" type="slidenum">
              <a:rPr lang="en-US" altLang="en-US" sz="1200">
                <a:solidFill>
                  <a:srgbClr val="000000"/>
                </a:solidFill>
                <a:latin typeface="Arial" panose="020B0604020202020204" pitchFamily="34" charset="0"/>
              </a:rPr>
              <a:pPr algn="r" eaLnBrk="1" hangingPunct="1">
                <a:buClrTx/>
                <a:buFontTx/>
                <a:buNone/>
              </a:pPr>
              <a:t>360</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8259" name="Rectangle 1">
            <a:extLst>
              <a:ext uri="{FF2B5EF4-FFF2-40B4-BE49-F238E27FC236}">
                <a16:creationId xmlns:a16="http://schemas.microsoft.com/office/drawing/2014/main" id="{7B5DC1D2-505B-AF16-BAFD-1DAC744129F6}"/>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08260" name="Text Box 2">
            <a:extLst>
              <a:ext uri="{FF2B5EF4-FFF2-40B4-BE49-F238E27FC236}">
                <a16:creationId xmlns:a16="http://schemas.microsoft.com/office/drawing/2014/main" id="{17A058B3-E547-16F3-51B7-02650C9A806D}"/>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08261" name="Text Box 3">
            <a:extLst>
              <a:ext uri="{FF2B5EF4-FFF2-40B4-BE49-F238E27FC236}">
                <a16:creationId xmlns:a16="http://schemas.microsoft.com/office/drawing/2014/main" id="{F6261C97-66D3-7621-6538-231E26714A1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192830C-B389-46BB-99BC-7425763BECEA}" type="slidenum">
              <a:rPr lang="en-US" altLang="en-US" sz="1200">
                <a:solidFill>
                  <a:srgbClr val="000000"/>
                </a:solidFill>
                <a:latin typeface="Arial" panose="020B0604020202020204" pitchFamily="34" charset="0"/>
              </a:rPr>
              <a:pPr algn="r" eaLnBrk="1" hangingPunct="1">
                <a:buClrTx/>
                <a:buFontTx/>
                <a:buNone/>
              </a:pPr>
              <a:t>361</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0307" name="Rectangle 1">
            <a:extLst>
              <a:ext uri="{FF2B5EF4-FFF2-40B4-BE49-F238E27FC236}">
                <a16:creationId xmlns:a16="http://schemas.microsoft.com/office/drawing/2014/main" id="{409B075E-FB6D-4873-162A-3ADD1B0B5D64}"/>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0308" name="Text Box 2">
            <a:extLst>
              <a:ext uri="{FF2B5EF4-FFF2-40B4-BE49-F238E27FC236}">
                <a16:creationId xmlns:a16="http://schemas.microsoft.com/office/drawing/2014/main" id="{78DA1439-A333-658B-F487-50FE024A8CC4}"/>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10309" name="Text Box 3">
            <a:extLst>
              <a:ext uri="{FF2B5EF4-FFF2-40B4-BE49-F238E27FC236}">
                <a16:creationId xmlns:a16="http://schemas.microsoft.com/office/drawing/2014/main" id="{0E9A6E7F-4D27-D3A8-DE44-58A57467D1D5}"/>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2921890-F9E2-4D43-AAFA-4743444C727B}" type="slidenum">
              <a:rPr lang="en-US" altLang="en-US" sz="1200">
                <a:solidFill>
                  <a:srgbClr val="000000"/>
                </a:solidFill>
                <a:latin typeface="Arial" panose="020B0604020202020204" pitchFamily="34" charset="0"/>
              </a:rPr>
              <a:pPr algn="r" eaLnBrk="1" hangingPunct="1">
                <a:buClrTx/>
                <a:buFontTx/>
                <a:buNone/>
              </a:pPr>
              <a:t>362</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2355" name="Rectangle 1">
            <a:extLst>
              <a:ext uri="{FF2B5EF4-FFF2-40B4-BE49-F238E27FC236}">
                <a16:creationId xmlns:a16="http://schemas.microsoft.com/office/drawing/2014/main" id="{49F2D753-16E8-AC4F-DA8F-5847ADA588D8}"/>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2356" name="Text Box 2">
            <a:extLst>
              <a:ext uri="{FF2B5EF4-FFF2-40B4-BE49-F238E27FC236}">
                <a16:creationId xmlns:a16="http://schemas.microsoft.com/office/drawing/2014/main" id="{1F8A463C-E395-43BF-1485-D5BAA2B2FEC1}"/>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12357" name="Text Box 3">
            <a:extLst>
              <a:ext uri="{FF2B5EF4-FFF2-40B4-BE49-F238E27FC236}">
                <a16:creationId xmlns:a16="http://schemas.microsoft.com/office/drawing/2014/main" id="{5F5B65A4-7FD5-512A-4AB9-1CB317EAB4B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4AE7124-BFCC-410E-B9C7-D2948CE94197}" type="slidenum">
              <a:rPr lang="en-US" altLang="en-US" sz="1200">
                <a:solidFill>
                  <a:srgbClr val="000000"/>
                </a:solidFill>
                <a:latin typeface="Arial" panose="020B0604020202020204" pitchFamily="34" charset="0"/>
              </a:rPr>
              <a:pPr algn="r" eaLnBrk="1" hangingPunct="1">
                <a:buClrTx/>
                <a:buFontTx/>
                <a:buNone/>
              </a:pPr>
              <a:t>363</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403" name="Rectangle 1">
            <a:extLst>
              <a:ext uri="{FF2B5EF4-FFF2-40B4-BE49-F238E27FC236}">
                <a16:creationId xmlns:a16="http://schemas.microsoft.com/office/drawing/2014/main" id="{2E83E626-04F1-C644-CBA6-585286CD801A}"/>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4404" name="Text Box 2">
            <a:extLst>
              <a:ext uri="{FF2B5EF4-FFF2-40B4-BE49-F238E27FC236}">
                <a16:creationId xmlns:a16="http://schemas.microsoft.com/office/drawing/2014/main" id="{F3B1C367-AF2C-91C2-DC4D-CA10AA4B50A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14405" name="Text Box 3">
            <a:extLst>
              <a:ext uri="{FF2B5EF4-FFF2-40B4-BE49-F238E27FC236}">
                <a16:creationId xmlns:a16="http://schemas.microsoft.com/office/drawing/2014/main" id="{B1EF50DF-1394-153C-36F1-53B55E8C0DC0}"/>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18683E8E-BBD6-4112-AE1A-6F7777190012}" type="slidenum">
              <a:rPr lang="en-US" altLang="en-US" sz="1200">
                <a:solidFill>
                  <a:srgbClr val="000000"/>
                </a:solidFill>
                <a:latin typeface="Arial" panose="020B0604020202020204" pitchFamily="34" charset="0"/>
              </a:rPr>
              <a:pPr algn="r" eaLnBrk="1" hangingPunct="1">
                <a:buClrTx/>
                <a:buFontTx/>
                <a:buNone/>
              </a:pPr>
              <a:t>364</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6451" name="Rectangle 1">
            <a:extLst>
              <a:ext uri="{FF2B5EF4-FFF2-40B4-BE49-F238E27FC236}">
                <a16:creationId xmlns:a16="http://schemas.microsoft.com/office/drawing/2014/main" id="{8694BAA9-A533-7C0E-C863-71A25EB047C3}"/>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6452" name="Text Box 2">
            <a:extLst>
              <a:ext uri="{FF2B5EF4-FFF2-40B4-BE49-F238E27FC236}">
                <a16:creationId xmlns:a16="http://schemas.microsoft.com/office/drawing/2014/main" id="{A945643A-C081-3FD1-8EC9-7EA07EB5AA79}"/>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16453" name="Text Box 3">
            <a:extLst>
              <a:ext uri="{FF2B5EF4-FFF2-40B4-BE49-F238E27FC236}">
                <a16:creationId xmlns:a16="http://schemas.microsoft.com/office/drawing/2014/main" id="{1AC00754-DDB8-B058-69B5-B8AF439E4152}"/>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3FF767FD-9865-4217-85FB-FCDCAD26EF4F}" type="slidenum">
              <a:rPr lang="en-US" altLang="en-US" sz="1200">
                <a:solidFill>
                  <a:srgbClr val="000000"/>
                </a:solidFill>
                <a:latin typeface="Arial" panose="020B0604020202020204" pitchFamily="34" charset="0"/>
              </a:rPr>
              <a:pPr algn="r" eaLnBrk="1" hangingPunct="1">
                <a:buClrTx/>
                <a:buFontTx/>
                <a:buNone/>
              </a:pPr>
              <a:t>365</a:t>
            </a:fld>
            <a:endParaRPr lang="en-US" altLang="en-US" sz="1200">
              <a:solidFill>
                <a:srgbClr val="000000"/>
              </a:solidFill>
              <a:latin typeface="Arial" panose="020B0604020202020204" pitchFamily="34" charset="0"/>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8499" name="Rectangle 1">
            <a:extLst>
              <a:ext uri="{FF2B5EF4-FFF2-40B4-BE49-F238E27FC236}">
                <a16:creationId xmlns:a16="http://schemas.microsoft.com/office/drawing/2014/main" id="{814CF8AE-0CE2-D87C-FECD-3BB7449DB577}"/>
              </a:ext>
            </a:extLst>
          </p:cNvPr>
          <p:cNvSpPr txBox="1">
            <a:spLocks noGrp="1" noRot="1" noChangeAspect="1" noChangeArrowheads="1" noTextEdit="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8500" name="Text Box 2">
            <a:extLst>
              <a:ext uri="{FF2B5EF4-FFF2-40B4-BE49-F238E27FC236}">
                <a16:creationId xmlns:a16="http://schemas.microsoft.com/office/drawing/2014/main" id="{41C940F1-B36A-F00C-7DA4-C29B1F27A40B}"/>
              </a:ext>
            </a:extLst>
          </p:cNvPr>
          <p:cNvSpPr txBox="1">
            <a:spLocks noChangeArrowheads="1"/>
          </p:cNvSpPr>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18501" name="Text Box 3">
            <a:extLst>
              <a:ext uri="{FF2B5EF4-FFF2-40B4-BE49-F238E27FC236}">
                <a16:creationId xmlns:a16="http://schemas.microsoft.com/office/drawing/2014/main" id="{5671FB72-7284-1D80-66BC-B83819D2480E}"/>
              </a:ext>
            </a:extLst>
          </p:cNvPr>
          <p:cNvSpPr txBox="1">
            <a:spLocks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83549289-D626-43D5-A6BC-B3E5DD07ACB9}" type="slidenum">
              <a:rPr lang="en-US" altLang="en-US" sz="1200">
                <a:solidFill>
                  <a:srgbClr val="000000"/>
                </a:solidFill>
                <a:latin typeface="Arial" panose="020B0604020202020204" pitchFamily="34" charset="0"/>
              </a:rPr>
              <a:pPr algn="r" eaLnBrk="1" hangingPunct="1">
                <a:buClrTx/>
                <a:buFontTx/>
                <a:buNone/>
              </a:pPr>
              <a:t>366</a:t>
            </a:fld>
            <a:endParaRPr lang="en-US" altLang="en-US" sz="1200">
              <a:solidFill>
                <a:srgbClr val="000000"/>
              </a:solidFill>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A8998A-52F3-4CF0-9839-5350275E0E5A}"/>
              </a:ext>
            </a:extLst>
          </p:cNvPr>
          <p:cNvSpPr>
            <a:spLocks noGrp="1"/>
          </p:cNvSpPr>
          <p:nvPr>
            <p:ph type="ctrTitle"/>
          </p:nvPr>
        </p:nvSpPr>
        <p:spPr>
          <a:xfrm>
            <a:off x="1143000" y="1122363"/>
            <a:ext cx="6858000" cy="2387600"/>
          </a:xfrm>
        </p:spPr>
        <p:txBody>
          <a:bodyPr/>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2E3BCE47-108E-45AC-95B1-2A48C285243F}"/>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Rectangle 14">
            <a:extLst>
              <a:ext uri="{FF2B5EF4-FFF2-40B4-BE49-F238E27FC236}">
                <a16:creationId xmlns:a16="http://schemas.microsoft.com/office/drawing/2014/main" id="{3C99FE6B-3DE8-7062-056E-035E42151DE5}"/>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5" name="Rectangle 15">
            <a:extLst>
              <a:ext uri="{FF2B5EF4-FFF2-40B4-BE49-F238E27FC236}">
                <a16:creationId xmlns:a16="http://schemas.microsoft.com/office/drawing/2014/main" id="{EF90D2BD-8A5B-1FA6-B0A4-E267A2CCCEEB}"/>
              </a:ext>
            </a:extLst>
          </p:cNvPr>
          <p:cNvSpPr>
            <a:spLocks noGrp="1" noChangeArrowheads="1"/>
          </p:cNvSpPr>
          <p:nvPr>
            <p:ph type="sldNum" idx="11"/>
          </p:nvPr>
        </p:nvSpPr>
        <p:spPr>
          <a:ln/>
        </p:spPr>
        <p:txBody>
          <a:bodyPr/>
          <a:lstStyle>
            <a:lvl1pPr>
              <a:defRPr/>
            </a:lvl1pPr>
          </a:lstStyle>
          <a:p>
            <a:fld id="{D977017F-1ADA-42EB-877F-BA127FA9136E}" type="slidenum">
              <a:rPr lang="en-US" altLang="en-US"/>
              <a:pPr/>
              <a:t>‹#›</a:t>
            </a:fld>
            <a:endParaRPr lang="en-US" altLang="en-US"/>
          </a:p>
        </p:txBody>
      </p:sp>
    </p:spTree>
    <p:extLst>
      <p:ext uri="{BB962C8B-B14F-4D97-AF65-F5344CB8AC3E}">
        <p14:creationId xmlns:p14="http://schemas.microsoft.com/office/powerpoint/2010/main" val="12348575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74B949-B526-44AA-8545-B821AE6C5105}"/>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24184CA7-B069-4106-A3A1-3A71EA384BE5}"/>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Rectangle 14">
            <a:extLst>
              <a:ext uri="{FF2B5EF4-FFF2-40B4-BE49-F238E27FC236}">
                <a16:creationId xmlns:a16="http://schemas.microsoft.com/office/drawing/2014/main" id="{25938BFC-190F-F43D-DA81-33BD0A181B78}"/>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5" name="Rectangle 15">
            <a:extLst>
              <a:ext uri="{FF2B5EF4-FFF2-40B4-BE49-F238E27FC236}">
                <a16:creationId xmlns:a16="http://schemas.microsoft.com/office/drawing/2014/main" id="{37FD3B33-BABE-5F3B-B685-0DAD4CCEF40C}"/>
              </a:ext>
            </a:extLst>
          </p:cNvPr>
          <p:cNvSpPr>
            <a:spLocks noGrp="1" noChangeArrowheads="1"/>
          </p:cNvSpPr>
          <p:nvPr>
            <p:ph type="sldNum" idx="11"/>
          </p:nvPr>
        </p:nvSpPr>
        <p:spPr>
          <a:ln/>
        </p:spPr>
        <p:txBody>
          <a:bodyPr/>
          <a:lstStyle>
            <a:lvl1pPr>
              <a:defRPr/>
            </a:lvl1pPr>
          </a:lstStyle>
          <a:p>
            <a:fld id="{08E650A0-F332-4ED3-807A-66BE9913BDBC}" type="slidenum">
              <a:rPr lang="en-US" altLang="en-US"/>
              <a:pPr/>
              <a:t>‹#›</a:t>
            </a:fld>
            <a:endParaRPr lang="en-US" altLang="en-US"/>
          </a:p>
        </p:txBody>
      </p:sp>
    </p:spTree>
    <p:extLst>
      <p:ext uri="{BB962C8B-B14F-4D97-AF65-F5344CB8AC3E}">
        <p14:creationId xmlns:p14="http://schemas.microsoft.com/office/powerpoint/2010/main" val="28544669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EB3095-13CF-437D-87C3-A47E7F27E8FA}"/>
              </a:ext>
            </a:extLst>
          </p:cNvPr>
          <p:cNvSpPr>
            <a:spLocks noGrp="1"/>
          </p:cNvSpPr>
          <p:nvPr>
            <p:ph type="title"/>
          </p:nvPr>
        </p:nvSpPr>
        <p:spPr>
          <a:xfrm>
            <a:off x="623888" y="1709738"/>
            <a:ext cx="7886700" cy="2852737"/>
          </a:xfrm>
        </p:spPr>
        <p:txBody>
          <a:bodyPr/>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C0CD5A99-C6FE-493F-B414-B9072A1287D8}"/>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Edit Master text styles</a:t>
            </a:r>
          </a:p>
        </p:txBody>
      </p:sp>
      <p:sp>
        <p:nvSpPr>
          <p:cNvPr id="4" name="Rectangle 14">
            <a:extLst>
              <a:ext uri="{FF2B5EF4-FFF2-40B4-BE49-F238E27FC236}">
                <a16:creationId xmlns:a16="http://schemas.microsoft.com/office/drawing/2014/main" id="{49F1D20A-A30E-4437-CDF5-45D41F8FE845}"/>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5" name="Rectangle 15">
            <a:extLst>
              <a:ext uri="{FF2B5EF4-FFF2-40B4-BE49-F238E27FC236}">
                <a16:creationId xmlns:a16="http://schemas.microsoft.com/office/drawing/2014/main" id="{9F41AFAE-0475-8507-89FD-53344207A47B}"/>
              </a:ext>
            </a:extLst>
          </p:cNvPr>
          <p:cNvSpPr>
            <a:spLocks noGrp="1" noChangeArrowheads="1"/>
          </p:cNvSpPr>
          <p:nvPr>
            <p:ph type="sldNum" idx="11"/>
          </p:nvPr>
        </p:nvSpPr>
        <p:spPr>
          <a:ln/>
        </p:spPr>
        <p:txBody>
          <a:bodyPr/>
          <a:lstStyle>
            <a:lvl1pPr>
              <a:defRPr/>
            </a:lvl1pPr>
          </a:lstStyle>
          <a:p>
            <a:fld id="{5AC2FD87-87E1-49B6-9940-1311F0A2C1B1}" type="slidenum">
              <a:rPr lang="en-US" altLang="en-US"/>
              <a:pPr/>
              <a:t>‹#›</a:t>
            </a:fld>
            <a:endParaRPr lang="en-US" altLang="en-US"/>
          </a:p>
        </p:txBody>
      </p:sp>
    </p:spTree>
    <p:extLst>
      <p:ext uri="{BB962C8B-B14F-4D97-AF65-F5344CB8AC3E}">
        <p14:creationId xmlns:p14="http://schemas.microsoft.com/office/powerpoint/2010/main" val="20373928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0DAC63-4F58-43CF-96A4-0BE94F2E39EA}"/>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DFC14041-6953-47F7-AD52-B368AE657AED}"/>
              </a:ext>
            </a:extLst>
          </p:cNvPr>
          <p:cNvSpPr>
            <a:spLocks noGrp="1"/>
          </p:cNvSpPr>
          <p:nvPr>
            <p:ph sz="half" idx="1"/>
          </p:nvPr>
        </p:nvSpPr>
        <p:spPr>
          <a:xfrm>
            <a:off x="1182688" y="2017713"/>
            <a:ext cx="3808412" cy="41132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C9623FA6-1C0D-428A-AC18-B569C82E4FF5}"/>
              </a:ext>
            </a:extLst>
          </p:cNvPr>
          <p:cNvSpPr>
            <a:spLocks noGrp="1"/>
          </p:cNvSpPr>
          <p:nvPr>
            <p:ph sz="half" idx="2"/>
          </p:nvPr>
        </p:nvSpPr>
        <p:spPr>
          <a:xfrm>
            <a:off x="5143500" y="2017713"/>
            <a:ext cx="3810000" cy="41132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Rectangle 14">
            <a:extLst>
              <a:ext uri="{FF2B5EF4-FFF2-40B4-BE49-F238E27FC236}">
                <a16:creationId xmlns:a16="http://schemas.microsoft.com/office/drawing/2014/main" id="{7246E45C-AF6C-802F-9688-50365D38F1F4}"/>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6" name="Rectangle 15">
            <a:extLst>
              <a:ext uri="{FF2B5EF4-FFF2-40B4-BE49-F238E27FC236}">
                <a16:creationId xmlns:a16="http://schemas.microsoft.com/office/drawing/2014/main" id="{9A269866-3F15-4A1E-D8D7-48675622E06A}"/>
              </a:ext>
            </a:extLst>
          </p:cNvPr>
          <p:cNvSpPr>
            <a:spLocks noGrp="1" noChangeArrowheads="1"/>
          </p:cNvSpPr>
          <p:nvPr>
            <p:ph type="sldNum" idx="11"/>
          </p:nvPr>
        </p:nvSpPr>
        <p:spPr>
          <a:ln/>
        </p:spPr>
        <p:txBody>
          <a:bodyPr/>
          <a:lstStyle>
            <a:lvl1pPr>
              <a:defRPr/>
            </a:lvl1pPr>
          </a:lstStyle>
          <a:p>
            <a:fld id="{0B53CBE8-8961-4637-8443-863042C28889}" type="slidenum">
              <a:rPr lang="en-US" altLang="en-US"/>
              <a:pPr/>
              <a:t>‹#›</a:t>
            </a:fld>
            <a:endParaRPr lang="en-US" altLang="en-US"/>
          </a:p>
        </p:txBody>
      </p:sp>
    </p:spTree>
    <p:extLst>
      <p:ext uri="{BB962C8B-B14F-4D97-AF65-F5344CB8AC3E}">
        <p14:creationId xmlns:p14="http://schemas.microsoft.com/office/powerpoint/2010/main" val="3108393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AA0D9-6568-4284-9672-AFD0E6E57DAA}"/>
              </a:ext>
            </a:extLst>
          </p:cNvPr>
          <p:cNvSpPr>
            <a:spLocks noGrp="1"/>
          </p:cNvSpPr>
          <p:nvPr>
            <p:ph type="title"/>
          </p:nvPr>
        </p:nvSpPr>
        <p:spPr>
          <a:xfrm>
            <a:off x="630238" y="365125"/>
            <a:ext cx="78867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37960AC4-42FF-430B-917D-113AE100E71C}"/>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7E1E97AA-8916-4385-8C34-BAD035D22E6C}"/>
              </a:ext>
            </a:extLst>
          </p:cNvPr>
          <p:cNvSpPr>
            <a:spLocks noGrp="1"/>
          </p:cNvSpPr>
          <p:nvPr>
            <p:ph sz="half" idx="2"/>
          </p:nvPr>
        </p:nvSpPr>
        <p:spPr>
          <a:xfrm>
            <a:off x="630238" y="2505075"/>
            <a:ext cx="386873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A735BF06-BF03-4F6F-8575-E278337D4672}"/>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2E57BD6F-B166-4CE3-8A83-E7E340ACEDE9}"/>
              </a:ext>
            </a:extLst>
          </p:cNvPr>
          <p:cNvSpPr>
            <a:spLocks noGrp="1"/>
          </p:cNvSpPr>
          <p:nvPr>
            <p:ph sz="quarter" idx="4"/>
          </p:nvPr>
        </p:nvSpPr>
        <p:spPr>
          <a:xfrm>
            <a:off x="4629150" y="2505075"/>
            <a:ext cx="38877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Rectangle 14">
            <a:extLst>
              <a:ext uri="{FF2B5EF4-FFF2-40B4-BE49-F238E27FC236}">
                <a16:creationId xmlns:a16="http://schemas.microsoft.com/office/drawing/2014/main" id="{A9DC0BA5-4F15-6B04-057F-D3E619973C83}"/>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8" name="Rectangle 15">
            <a:extLst>
              <a:ext uri="{FF2B5EF4-FFF2-40B4-BE49-F238E27FC236}">
                <a16:creationId xmlns:a16="http://schemas.microsoft.com/office/drawing/2014/main" id="{F5EA0B3A-7797-C0A8-A7CA-03F2C7DCAA6A}"/>
              </a:ext>
            </a:extLst>
          </p:cNvPr>
          <p:cNvSpPr>
            <a:spLocks noGrp="1" noChangeArrowheads="1"/>
          </p:cNvSpPr>
          <p:nvPr>
            <p:ph type="sldNum" idx="11"/>
          </p:nvPr>
        </p:nvSpPr>
        <p:spPr>
          <a:ln/>
        </p:spPr>
        <p:txBody>
          <a:bodyPr/>
          <a:lstStyle>
            <a:lvl1pPr>
              <a:defRPr/>
            </a:lvl1pPr>
          </a:lstStyle>
          <a:p>
            <a:fld id="{816ED3D5-91DE-4EA3-A8B2-7EA79C835860}" type="slidenum">
              <a:rPr lang="en-US" altLang="en-US"/>
              <a:pPr/>
              <a:t>‹#›</a:t>
            </a:fld>
            <a:endParaRPr lang="en-US" altLang="en-US"/>
          </a:p>
        </p:txBody>
      </p:sp>
    </p:spTree>
    <p:extLst>
      <p:ext uri="{BB962C8B-B14F-4D97-AF65-F5344CB8AC3E}">
        <p14:creationId xmlns:p14="http://schemas.microsoft.com/office/powerpoint/2010/main" val="276817729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DDB593-21B2-458C-BB54-4236A1C644F7}"/>
              </a:ext>
            </a:extLst>
          </p:cNvPr>
          <p:cNvSpPr>
            <a:spLocks noGrp="1"/>
          </p:cNvSpPr>
          <p:nvPr>
            <p:ph type="title"/>
          </p:nvPr>
        </p:nvSpPr>
        <p:spPr/>
        <p:txBody>
          <a:bodyPr/>
          <a:lstStyle/>
          <a:p>
            <a:r>
              <a:rPr lang="en-US"/>
              <a:t>Click to edit Master title style</a:t>
            </a:r>
            <a:endParaRPr lang="en-IN"/>
          </a:p>
        </p:txBody>
      </p:sp>
      <p:sp>
        <p:nvSpPr>
          <p:cNvPr id="3" name="Rectangle 14">
            <a:extLst>
              <a:ext uri="{FF2B5EF4-FFF2-40B4-BE49-F238E27FC236}">
                <a16:creationId xmlns:a16="http://schemas.microsoft.com/office/drawing/2014/main" id="{512242EE-D5DC-10DE-0FB2-C36040E03D1F}"/>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4" name="Rectangle 15">
            <a:extLst>
              <a:ext uri="{FF2B5EF4-FFF2-40B4-BE49-F238E27FC236}">
                <a16:creationId xmlns:a16="http://schemas.microsoft.com/office/drawing/2014/main" id="{CD4F8444-AE04-1997-E61C-821B28CAE045}"/>
              </a:ext>
            </a:extLst>
          </p:cNvPr>
          <p:cNvSpPr>
            <a:spLocks noGrp="1" noChangeArrowheads="1"/>
          </p:cNvSpPr>
          <p:nvPr>
            <p:ph type="sldNum" idx="11"/>
          </p:nvPr>
        </p:nvSpPr>
        <p:spPr>
          <a:ln/>
        </p:spPr>
        <p:txBody>
          <a:bodyPr/>
          <a:lstStyle>
            <a:lvl1pPr>
              <a:defRPr/>
            </a:lvl1pPr>
          </a:lstStyle>
          <a:p>
            <a:fld id="{C84FEF28-75D0-49FD-B271-0A2FB3D2562E}" type="slidenum">
              <a:rPr lang="en-US" altLang="en-US"/>
              <a:pPr/>
              <a:t>‹#›</a:t>
            </a:fld>
            <a:endParaRPr lang="en-US" altLang="en-US"/>
          </a:p>
        </p:txBody>
      </p:sp>
    </p:spTree>
    <p:extLst>
      <p:ext uri="{BB962C8B-B14F-4D97-AF65-F5344CB8AC3E}">
        <p14:creationId xmlns:p14="http://schemas.microsoft.com/office/powerpoint/2010/main" val="7187653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4">
            <a:extLst>
              <a:ext uri="{FF2B5EF4-FFF2-40B4-BE49-F238E27FC236}">
                <a16:creationId xmlns:a16="http://schemas.microsoft.com/office/drawing/2014/main" id="{60130064-8AE2-E9FA-A717-A345D259BA63}"/>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3" name="Rectangle 15">
            <a:extLst>
              <a:ext uri="{FF2B5EF4-FFF2-40B4-BE49-F238E27FC236}">
                <a16:creationId xmlns:a16="http://schemas.microsoft.com/office/drawing/2014/main" id="{4E6CDD28-A414-9D55-4B59-7B072D6A38E8}"/>
              </a:ext>
            </a:extLst>
          </p:cNvPr>
          <p:cNvSpPr>
            <a:spLocks noGrp="1" noChangeArrowheads="1"/>
          </p:cNvSpPr>
          <p:nvPr>
            <p:ph type="sldNum" idx="11"/>
          </p:nvPr>
        </p:nvSpPr>
        <p:spPr>
          <a:ln/>
        </p:spPr>
        <p:txBody>
          <a:bodyPr/>
          <a:lstStyle>
            <a:lvl1pPr>
              <a:defRPr/>
            </a:lvl1pPr>
          </a:lstStyle>
          <a:p>
            <a:fld id="{75138282-716C-4C7B-9BC2-7BAE38E78F61}" type="slidenum">
              <a:rPr lang="en-US" altLang="en-US"/>
              <a:pPr/>
              <a:t>‹#›</a:t>
            </a:fld>
            <a:endParaRPr lang="en-US" altLang="en-US"/>
          </a:p>
        </p:txBody>
      </p:sp>
    </p:spTree>
    <p:extLst>
      <p:ext uri="{BB962C8B-B14F-4D97-AF65-F5344CB8AC3E}">
        <p14:creationId xmlns:p14="http://schemas.microsoft.com/office/powerpoint/2010/main" val="37755959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93E130-28CB-471A-9E28-28EE936BAE45}"/>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8FF720AD-374E-4131-84C5-BC6ABF436CA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42C1959B-1313-4A31-93DF-CE4D7648F150}"/>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Rectangle 14">
            <a:extLst>
              <a:ext uri="{FF2B5EF4-FFF2-40B4-BE49-F238E27FC236}">
                <a16:creationId xmlns:a16="http://schemas.microsoft.com/office/drawing/2014/main" id="{9C675EB2-934E-6733-38B9-874FCAFDA7AE}"/>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6" name="Rectangle 15">
            <a:extLst>
              <a:ext uri="{FF2B5EF4-FFF2-40B4-BE49-F238E27FC236}">
                <a16:creationId xmlns:a16="http://schemas.microsoft.com/office/drawing/2014/main" id="{F4EC6832-FEF8-0049-FCA6-F26EF4B16844}"/>
              </a:ext>
            </a:extLst>
          </p:cNvPr>
          <p:cNvSpPr>
            <a:spLocks noGrp="1" noChangeArrowheads="1"/>
          </p:cNvSpPr>
          <p:nvPr>
            <p:ph type="sldNum" idx="11"/>
          </p:nvPr>
        </p:nvSpPr>
        <p:spPr>
          <a:ln/>
        </p:spPr>
        <p:txBody>
          <a:bodyPr/>
          <a:lstStyle>
            <a:lvl1pPr>
              <a:defRPr/>
            </a:lvl1pPr>
          </a:lstStyle>
          <a:p>
            <a:fld id="{B41261A6-786B-4727-9312-1544CC6BAA61}" type="slidenum">
              <a:rPr lang="en-US" altLang="en-US"/>
              <a:pPr/>
              <a:t>‹#›</a:t>
            </a:fld>
            <a:endParaRPr lang="en-US" altLang="en-US"/>
          </a:p>
        </p:txBody>
      </p:sp>
    </p:spTree>
    <p:extLst>
      <p:ext uri="{BB962C8B-B14F-4D97-AF65-F5344CB8AC3E}">
        <p14:creationId xmlns:p14="http://schemas.microsoft.com/office/powerpoint/2010/main" val="175043536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7F6427-27A4-444B-9324-8E5DECC5CABB}"/>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43B5701D-67F7-4A25-B35C-47C36FDD93F7}"/>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IN" noProof="0"/>
          </a:p>
        </p:txBody>
      </p:sp>
      <p:sp>
        <p:nvSpPr>
          <p:cNvPr id="4" name="Text Placeholder 3">
            <a:extLst>
              <a:ext uri="{FF2B5EF4-FFF2-40B4-BE49-F238E27FC236}">
                <a16:creationId xmlns:a16="http://schemas.microsoft.com/office/drawing/2014/main" id="{333E772B-C8AD-4666-B76D-FEB817E3E04C}"/>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Rectangle 14">
            <a:extLst>
              <a:ext uri="{FF2B5EF4-FFF2-40B4-BE49-F238E27FC236}">
                <a16:creationId xmlns:a16="http://schemas.microsoft.com/office/drawing/2014/main" id="{938A5086-71DC-AA0B-CBD9-A74485A39D9A}"/>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6" name="Rectangle 15">
            <a:extLst>
              <a:ext uri="{FF2B5EF4-FFF2-40B4-BE49-F238E27FC236}">
                <a16:creationId xmlns:a16="http://schemas.microsoft.com/office/drawing/2014/main" id="{A68CABA6-5090-FFAF-E150-015556B5D024}"/>
              </a:ext>
            </a:extLst>
          </p:cNvPr>
          <p:cNvSpPr>
            <a:spLocks noGrp="1" noChangeArrowheads="1"/>
          </p:cNvSpPr>
          <p:nvPr>
            <p:ph type="sldNum" idx="11"/>
          </p:nvPr>
        </p:nvSpPr>
        <p:spPr>
          <a:ln/>
        </p:spPr>
        <p:txBody>
          <a:bodyPr/>
          <a:lstStyle>
            <a:lvl1pPr>
              <a:defRPr/>
            </a:lvl1pPr>
          </a:lstStyle>
          <a:p>
            <a:fld id="{9ADFD3DE-E3FB-4700-B5EC-FD54745F234C}" type="slidenum">
              <a:rPr lang="en-US" altLang="en-US"/>
              <a:pPr/>
              <a:t>‹#›</a:t>
            </a:fld>
            <a:endParaRPr lang="en-US" altLang="en-US"/>
          </a:p>
        </p:txBody>
      </p:sp>
    </p:spTree>
    <p:extLst>
      <p:ext uri="{BB962C8B-B14F-4D97-AF65-F5344CB8AC3E}">
        <p14:creationId xmlns:p14="http://schemas.microsoft.com/office/powerpoint/2010/main" val="253002350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102279-B967-4877-9C9A-0014672AC83E}"/>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DEC4A954-67ED-4ED5-9B0A-1DC2AC246BDE}"/>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Rectangle 14">
            <a:extLst>
              <a:ext uri="{FF2B5EF4-FFF2-40B4-BE49-F238E27FC236}">
                <a16:creationId xmlns:a16="http://schemas.microsoft.com/office/drawing/2014/main" id="{F3B29C90-5973-AF64-1482-45D4169D1164}"/>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5" name="Rectangle 15">
            <a:extLst>
              <a:ext uri="{FF2B5EF4-FFF2-40B4-BE49-F238E27FC236}">
                <a16:creationId xmlns:a16="http://schemas.microsoft.com/office/drawing/2014/main" id="{B01C2578-7DD6-857A-D9F7-AA7521E28FC7}"/>
              </a:ext>
            </a:extLst>
          </p:cNvPr>
          <p:cNvSpPr>
            <a:spLocks noGrp="1" noChangeArrowheads="1"/>
          </p:cNvSpPr>
          <p:nvPr>
            <p:ph type="sldNum" idx="11"/>
          </p:nvPr>
        </p:nvSpPr>
        <p:spPr>
          <a:ln/>
        </p:spPr>
        <p:txBody>
          <a:bodyPr/>
          <a:lstStyle>
            <a:lvl1pPr>
              <a:defRPr/>
            </a:lvl1pPr>
          </a:lstStyle>
          <a:p>
            <a:fld id="{FFACCD80-CE74-442E-9BA1-791A50D8AFB2}" type="slidenum">
              <a:rPr lang="en-US" altLang="en-US"/>
              <a:pPr/>
              <a:t>‹#›</a:t>
            </a:fld>
            <a:endParaRPr lang="en-US" altLang="en-US"/>
          </a:p>
        </p:txBody>
      </p:sp>
    </p:spTree>
    <p:extLst>
      <p:ext uri="{BB962C8B-B14F-4D97-AF65-F5344CB8AC3E}">
        <p14:creationId xmlns:p14="http://schemas.microsoft.com/office/powerpoint/2010/main" val="39154134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0C53B47-3A6C-46DE-A679-23142A701E96}"/>
              </a:ext>
            </a:extLst>
          </p:cNvPr>
          <p:cNvSpPr>
            <a:spLocks noGrp="1"/>
          </p:cNvSpPr>
          <p:nvPr>
            <p:ph type="title" orient="vert"/>
          </p:nvPr>
        </p:nvSpPr>
        <p:spPr>
          <a:xfrm>
            <a:off x="7004050" y="214313"/>
            <a:ext cx="1949450" cy="5916612"/>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FFE5938F-096E-49FB-B232-41893AA80914}"/>
              </a:ext>
            </a:extLst>
          </p:cNvPr>
          <p:cNvSpPr>
            <a:spLocks noGrp="1"/>
          </p:cNvSpPr>
          <p:nvPr>
            <p:ph type="body" orient="vert" idx="1"/>
          </p:nvPr>
        </p:nvSpPr>
        <p:spPr>
          <a:xfrm>
            <a:off x="1150938" y="214313"/>
            <a:ext cx="5700712" cy="5916612"/>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Rectangle 14">
            <a:extLst>
              <a:ext uri="{FF2B5EF4-FFF2-40B4-BE49-F238E27FC236}">
                <a16:creationId xmlns:a16="http://schemas.microsoft.com/office/drawing/2014/main" id="{E7DEEE37-8057-0567-2A9C-610E166A4B9F}"/>
              </a:ext>
            </a:extLst>
          </p:cNvPr>
          <p:cNvSpPr>
            <a:spLocks noGrp="1" noChangeArrowheads="1"/>
          </p:cNvSpPr>
          <p:nvPr>
            <p:ph type="ftr" idx="10"/>
          </p:nvPr>
        </p:nvSpPr>
        <p:spPr>
          <a:ln/>
        </p:spPr>
        <p:txBody>
          <a:bodyPr/>
          <a:lstStyle>
            <a:lvl1pPr>
              <a:defRPr/>
            </a:lvl1pPr>
          </a:lstStyle>
          <a:p>
            <a:pPr>
              <a:defRPr/>
            </a:pPr>
            <a:endParaRPr lang="en-US" altLang="en-US"/>
          </a:p>
        </p:txBody>
      </p:sp>
      <p:sp>
        <p:nvSpPr>
          <p:cNvPr id="5" name="Rectangle 15">
            <a:extLst>
              <a:ext uri="{FF2B5EF4-FFF2-40B4-BE49-F238E27FC236}">
                <a16:creationId xmlns:a16="http://schemas.microsoft.com/office/drawing/2014/main" id="{92C3F2F7-54CF-E580-55BF-7921055C83A7}"/>
              </a:ext>
            </a:extLst>
          </p:cNvPr>
          <p:cNvSpPr>
            <a:spLocks noGrp="1" noChangeArrowheads="1"/>
          </p:cNvSpPr>
          <p:nvPr>
            <p:ph type="sldNum" idx="11"/>
          </p:nvPr>
        </p:nvSpPr>
        <p:spPr>
          <a:ln/>
        </p:spPr>
        <p:txBody>
          <a:bodyPr/>
          <a:lstStyle>
            <a:lvl1pPr>
              <a:defRPr/>
            </a:lvl1pPr>
          </a:lstStyle>
          <a:p>
            <a:fld id="{49523264-2B9B-428E-93E6-9F85E2591BF5}" type="slidenum">
              <a:rPr lang="en-US" altLang="en-US"/>
              <a:pPr/>
              <a:t>‹#›</a:t>
            </a:fld>
            <a:endParaRPr lang="en-US" altLang="en-US"/>
          </a:p>
        </p:txBody>
      </p:sp>
    </p:spTree>
    <p:extLst>
      <p:ext uri="{BB962C8B-B14F-4D97-AF65-F5344CB8AC3E}">
        <p14:creationId xmlns:p14="http://schemas.microsoft.com/office/powerpoint/2010/main" val="15221187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83DEE284-CB3D-425D-8833-18402F747D47}" type="datetime1">
              <a:rPr lang="en-IN" smtClean="0"/>
              <a:t>28-09-2022</a:t>
            </a:fld>
            <a:endParaRPr lang="en-IN"/>
          </a:p>
        </p:txBody>
      </p:sp>
      <p:sp>
        <p:nvSpPr>
          <p:cNvPr id="5" name="Footer Placeholder 4"/>
          <p:cNvSpPr>
            <a:spLocks noGrp="1"/>
          </p:cNvSpPr>
          <p:nvPr>
            <p:ph type="ftr" sz="quarter" idx="11"/>
          </p:nvPr>
        </p:nvSpPr>
        <p:spPr/>
        <p:txBody>
          <a:bodyPr/>
          <a:lstStyle/>
          <a:p>
            <a:pPr>
              <a:defRPr/>
            </a:pPr>
            <a:endParaRPr lang="en-US" altLang="en-US"/>
          </a:p>
        </p:txBody>
      </p:sp>
      <p:sp>
        <p:nvSpPr>
          <p:cNvPr id="6" name="Slide Number Placeholder 5"/>
          <p:cNvSpPr>
            <a:spLocks noGrp="1"/>
          </p:cNvSpPr>
          <p:nvPr>
            <p:ph type="sldNum" sz="quarter" idx="12"/>
          </p:nvPr>
        </p:nvSpPr>
        <p:spPr/>
        <p:txBody>
          <a:bodyPr/>
          <a:lstStyle/>
          <a:p>
            <a:fld id="{BAEFBFD9-6B72-4297-B0D1-B2CB3640DE45}" type="slidenum">
              <a:rPr lang="en-US" altLang="en-US" smtClean="0"/>
              <a:pPr/>
              <a:t>‹#›</a:t>
            </a:fld>
            <a:endParaRPr lang="en-US" altLang="en-US"/>
          </a:p>
        </p:txBody>
      </p:sp>
    </p:spTree>
    <p:extLst>
      <p:ext uri="{BB962C8B-B14F-4D97-AF65-F5344CB8AC3E}">
        <p14:creationId xmlns:p14="http://schemas.microsoft.com/office/powerpoint/2010/main" val="259093282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2AF448B-5C03-4DF6-A12A-BF926257AC34}" type="datetime1">
              <a:rPr lang="en-IN" smtClean="0"/>
              <a:t>28-09-2022</a:t>
            </a:fld>
            <a:endParaRPr lang="en-IN"/>
          </a:p>
        </p:txBody>
      </p:sp>
      <p:sp>
        <p:nvSpPr>
          <p:cNvPr id="5" name="Footer Placeholder 4"/>
          <p:cNvSpPr>
            <a:spLocks noGrp="1"/>
          </p:cNvSpPr>
          <p:nvPr>
            <p:ph type="ftr" sz="quarter" idx="11"/>
          </p:nvPr>
        </p:nvSpPr>
        <p:spPr/>
        <p:txBody>
          <a:bodyPr/>
          <a:lstStyle/>
          <a:p>
            <a:pPr>
              <a:defRPr/>
            </a:pPr>
            <a:endParaRPr lang="en-US" altLang="en-US"/>
          </a:p>
        </p:txBody>
      </p:sp>
      <p:sp>
        <p:nvSpPr>
          <p:cNvPr id="6" name="Slide Number Placeholder 5"/>
          <p:cNvSpPr>
            <a:spLocks noGrp="1"/>
          </p:cNvSpPr>
          <p:nvPr>
            <p:ph type="sldNum" sz="quarter" idx="12"/>
          </p:nvPr>
        </p:nvSpPr>
        <p:spPr/>
        <p:txBody>
          <a:bodyPr/>
          <a:lstStyle/>
          <a:p>
            <a:fld id="{160AC3D2-59C1-4F4B-950A-5F91189F65D9}" type="slidenum">
              <a:rPr lang="en-US" altLang="en-US" smtClean="0"/>
              <a:pPr/>
              <a:t>‹#›</a:t>
            </a:fld>
            <a:endParaRPr lang="en-US" altLang="en-US"/>
          </a:p>
        </p:txBody>
      </p:sp>
    </p:spTree>
    <p:extLst>
      <p:ext uri="{BB962C8B-B14F-4D97-AF65-F5344CB8AC3E}">
        <p14:creationId xmlns:p14="http://schemas.microsoft.com/office/powerpoint/2010/main" val="6094160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70B7ECD-A9CC-4214-8FAB-36FCF0470E82}" type="datetime1">
              <a:rPr lang="en-IN" smtClean="0"/>
              <a:t>28-09-2022</a:t>
            </a:fld>
            <a:endParaRPr lang="en-IN"/>
          </a:p>
        </p:txBody>
      </p:sp>
      <p:sp>
        <p:nvSpPr>
          <p:cNvPr id="5" name="Footer Placeholder 4"/>
          <p:cNvSpPr>
            <a:spLocks noGrp="1"/>
          </p:cNvSpPr>
          <p:nvPr>
            <p:ph type="ftr" sz="quarter" idx="11"/>
          </p:nvPr>
        </p:nvSpPr>
        <p:spPr/>
        <p:txBody>
          <a:bodyPr/>
          <a:lstStyle/>
          <a:p>
            <a:pPr>
              <a:defRPr/>
            </a:pPr>
            <a:endParaRPr lang="en-US" altLang="en-US"/>
          </a:p>
        </p:txBody>
      </p:sp>
      <p:sp>
        <p:nvSpPr>
          <p:cNvPr id="6" name="Slide Number Placeholder 5"/>
          <p:cNvSpPr>
            <a:spLocks noGrp="1"/>
          </p:cNvSpPr>
          <p:nvPr>
            <p:ph type="sldNum" sz="quarter" idx="12"/>
          </p:nvPr>
        </p:nvSpPr>
        <p:spPr/>
        <p:txBody>
          <a:bodyPr/>
          <a:lstStyle/>
          <a:p>
            <a:fld id="{8AC1386C-0062-4A9F-ABAB-3CA19DCD8632}" type="slidenum">
              <a:rPr lang="en-US" altLang="en-US" smtClean="0"/>
              <a:pPr/>
              <a:t>‹#›</a:t>
            </a:fld>
            <a:endParaRPr lang="en-US" altLang="en-US"/>
          </a:p>
        </p:txBody>
      </p:sp>
    </p:spTree>
    <p:extLst>
      <p:ext uri="{BB962C8B-B14F-4D97-AF65-F5344CB8AC3E}">
        <p14:creationId xmlns:p14="http://schemas.microsoft.com/office/powerpoint/2010/main" val="299466080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77601185-C95B-4228-B556-F0E3C41D9BF5}" type="datetime1">
              <a:rPr lang="en-IN" smtClean="0"/>
              <a:t>28-09-2022</a:t>
            </a:fld>
            <a:endParaRPr lang="en-IN"/>
          </a:p>
        </p:txBody>
      </p:sp>
      <p:sp>
        <p:nvSpPr>
          <p:cNvPr id="6" name="Footer Placeholder 5"/>
          <p:cNvSpPr>
            <a:spLocks noGrp="1"/>
          </p:cNvSpPr>
          <p:nvPr>
            <p:ph type="ftr" sz="quarter" idx="11"/>
          </p:nvPr>
        </p:nvSpPr>
        <p:spPr/>
        <p:txBody>
          <a:bodyPr/>
          <a:lstStyle/>
          <a:p>
            <a:pPr>
              <a:defRPr/>
            </a:pPr>
            <a:endParaRPr lang="en-US" altLang="en-US"/>
          </a:p>
        </p:txBody>
      </p:sp>
      <p:sp>
        <p:nvSpPr>
          <p:cNvPr id="7" name="Slide Number Placeholder 6"/>
          <p:cNvSpPr>
            <a:spLocks noGrp="1"/>
          </p:cNvSpPr>
          <p:nvPr>
            <p:ph type="sldNum" sz="quarter" idx="12"/>
          </p:nvPr>
        </p:nvSpPr>
        <p:spPr/>
        <p:txBody>
          <a:bodyPr/>
          <a:lstStyle/>
          <a:p>
            <a:fld id="{1A7467D5-5627-41C1-9A12-53201CCC1A97}" type="slidenum">
              <a:rPr lang="en-US" altLang="en-US" smtClean="0"/>
              <a:pPr/>
              <a:t>‹#›</a:t>
            </a:fld>
            <a:endParaRPr lang="en-US" altLang="en-US"/>
          </a:p>
        </p:txBody>
      </p:sp>
    </p:spTree>
    <p:extLst>
      <p:ext uri="{BB962C8B-B14F-4D97-AF65-F5344CB8AC3E}">
        <p14:creationId xmlns:p14="http://schemas.microsoft.com/office/powerpoint/2010/main" val="10497248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1508350B-0A06-4E3E-9767-D466FAC3F1CF}" type="datetime1">
              <a:rPr lang="en-IN" smtClean="0"/>
              <a:t>28-09-2022</a:t>
            </a:fld>
            <a:endParaRPr lang="en-IN"/>
          </a:p>
        </p:txBody>
      </p:sp>
      <p:sp>
        <p:nvSpPr>
          <p:cNvPr id="8" name="Footer Placeholder 7"/>
          <p:cNvSpPr>
            <a:spLocks noGrp="1"/>
          </p:cNvSpPr>
          <p:nvPr>
            <p:ph type="ftr" sz="quarter" idx="11"/>
          </p:nvPr>
        </p:nvSpPr>
        <p:spPr/>
        <p:txBody>
          <a:bodyPr/>
          <a:lstStyle/>
          <a:p>
            <a:pPr>
              <a:defRPr/>
            </a:pPr>
            <a:endParaRPr lang="en-US" altLang="en-US"/>
          </a:p>
        </p:txBody>
      </p:sp>
      <p:sp>
        <p:nvSpPr>
          <p:cNvPr id="9" name="Slide Number Placeholder 8"/>
          <p:cNvSpPr>
            <a:spLocks noGrp="1"/>
          </p:cNvSpPr>
          <p:nvPr>
            <p:ph type="sldNum" sz="quarter" idx="12"/>
          </p:nvPr>
        </p:nvSpPr>
        <p:spPr/>
        <p:txBody>
          <a:bodyPr/>
          <a:lstStyle/>
          <a:p>
            <a:fld id="{46626CA7-4859-47CB-BEEA-0C8F80499BCC}" type="slidenum">
              <a:rPr lang="en-US" altLang="en-US" smtClean="0"/>
              <a:pPr/>
              <a:t>‹#›</a:t>
            </a:fld>
            <a:endParaRPr lang="en-US" altLang="en-US"/>
          </a:p>
        </p:txBody>
      </p:sp>
    </p:spTree>
    <p:extLst>
      <p:ext uri="{BB962C8B-B14F-4D97-AF65-F5344CB8AC3E}">
        <p14:creationId xmlns:p14="http://schemas.microsoft.com/office/powerpoint/2010/main" val="9315942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FB858506-78CA-4638-A0B0-447102AE096A}" type="datetime1">
              <a:rPr lang="en-IN" smtClean="0"/>
              <a:t>28-09-2022</a:t>
            </a:fld>
            <a:endParaRPr lang="en-IN"/>
          </a:p>
        </p:txBody>
      </p:sp>
      <p:sp>
        <p:nvSpPr>
          <p:cNvPr id="4" name="Footer Placeholder 3"/>
          <p:cNvSpPr>
            <a:spLocks noGrp="1"/>
          </p:cNvSpPr>
          <p:nvPr>
            <p:ph type="ftr" sz="quarter" idx="11"/>
          </p:nvPr>
        </p:nvSpPr>
        <p:spPr/>
        <p:txBody>
          <a:bodyPr/>
          <a:lstStyle/>
          <a:p>
            <a:pPr>
              <a:defRPr/>
            </a:pPr>
            <a:endParaRPr lang="en-US" altLang="en-US"/>
          </a:p>
        </p:txBody>
      </p:sp>
      <p:sp>
        <p:nvSpPr>
          <p:cNvPr id="5" name="Slide Number Placeholder 4"/>
          <p:cNvSpPr>
            <a:spLocks noGrp="1"/>
          </p:cNvSpPr>
          <p:nvPr>
            <p:ph type="sldNum" sz="quarter" idx="12"/>
          </p:nvPr>
        </p:nvSpPr>
        <p:spPr/>
        <p:txBody>
          <a:bodyPr/>
          <a:lstStyle/>
          <a:p>
            <a:fld id="{7F902650-874A-4431-B3A7-645F710A4649}" type="slidenum">
              <a:rPr lang="en-US" altLang="en-US" smtClean="0"/>
              <a:pPr/>
              <a:t>‹#›</a:t>
            </a:fld>
            <a:endParaRPr lang="en-US" altLang="en-US"/>
          </a:p>
        </p:txBody>
      </p:sp>
    </p:spTree>
    <p:extLst>
      <p:ext uri="{BB962C8B-B14F-4D97-AF65-F5344CB8AC3E}">
        <p14:creationId xmlns:p14="http://schemas.microsoft.com/office/powerpoint/2010/main" val="69967112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45ECC0F-D129-4D53-9DA5-B40AE23BFA20}" type="datetime1">
              <a:rPr lang="en-IN" smtClean="0"/>
              <a:t>28-09-2022</a:t>
            </a:fld>
            <a:endParaRPr lang="en-IN"/>
          </a:p>
        </p:txBody>
      </p:sp>
      <p:sp>
        <p:nvSpPr>
          <p:cNvPr id="3" name="Footer Placeholder 2"/>
          <p:cNvSpPr>
            <a:spLocks noGrp="1"/>
          </p:cNvSpPr>
          <p:nvPr>
            <p:ph type="ftr" sz="quarter" idx="11"/>
          </p:nvPr>
        </p:nvSpPr>
        <p:spPr/>
        <p:txBody>
          <a:bodyPr/>
          <a:lstStyle/>
          <a:p>
            <a:pPr>
              <a:defRPr/>
            </a:pPr>
            <a:endParaRPr lang="en-US" altLang="en-US"/>
          </a:p>
        </p:txBody>
      </p:sp>
      <p:sp>
        <p:nvSpPr>
          <p:cNvPr id="4" name="Slide Number Placeholder 3"/>
          <p:cNvSpPr>
            <a:spLocks noGrp="1"/>
          </p:cNvSpPr>
          <p:nvPr>
            <p:ph type="sldNum" sz="quarter" idx="12"/>
          </p:nvPr>
        </p:nvSpPr>
        <p:spPr/>
        <p:txBody>
          <a:bodyPr/>
          <a:lstStyle/>
          <a:p>
            <a:fld id="{74E38E91-3CE7-4511-AEC2-19156522DA97}" type="slidenum">
              <a:rPr lang="en-US" altLang="en-US" smtClean="0"/>
              <a:pPr/>
              <a:t>‹#›</a:t>
            </a:fld>
            <a:endParaRPr lang="en-US" altLang="en-US"/>
          </a:p>
        </p:txBody>
      </p:sp>
    </p:spTree>
    <p:extLst>
      <p:ext uri="{BB962C8B-B14F-4D97-AF65-F5344CB8AC3E}">
        <p14:creationId xmlns:p14="http://schemas.microsoft.com/office/powerpoint/2010/main" val="426956099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73CBDCD5-9897-4D77-9527-B14967E42A28}" type="datetime1">
              <a:rPr lang="en-IN" smtClean="0"/>
              <a:t>28-09-2022</a:t>
            </a:fld>
            <a:endParaRPr lang="en-IN"/>
          </a:p>
        </p:txBody>
      </p:sp>
      <p:sp>
        <p:nvSpPr>
          <p:cNvPr id="6" name="Footer Placeholder 5"/>
          <p:cNvSpPr>
            <a:spLocks noGrp="1"/>
          </p:cNvSpPr>
          <p:nvPr>
            <p:ph type="ftr" sz="quarter" idx="11"/>
          </p:nvPr>
        </p:nvSpPr>
        <p:spPr/>
        <p:txBody>
          <a:bodyPr/>
          <a:lstStyle/>
          <a:p>
            <a:pPr>
              <a:defRPr/>
            </a:pPr>
            <a:endParaRPr lang="en-US" altLang="en-US"/>
          </a:p>
        </p:txBody>
      </p:sp>
      <p:sp>
        <p:nvSpPr>
          <p:cNvPr id="7" name="Slide Number Placeholder 6"/>
          <p:cNvSpPr>
            <a:spLocks noGrp="1"/>
          </p:cNvSpPr>
          <p:nvPr>
            <p:ph type="sldNum" sz="quarter" idx="12"/>
          </p:nvPr>
        </p:nvSpPr>
        <p:spPr/>
        <p:txBody>
          <a:bodyPr/>
          <a:lstStyle/>
          <a:p>
            <a:fld id="{8CB58E2A-D32C-49B2-A9BE-67C57B5E163A}" type="slidenum">
              <a:rPr lang="en-US" altLang="en-US" smtClean="0"/>
              <a:pPr/>
              <a:t>‹#›</a:t>
            </a:fld>
            <a:endParaRPr lang="en-US" altLang="en-US"/>
          </a:p>
        </p:txBody>
      </p:sp>
    </p:spTree>
    <p:extLst>
      <p:ext uri="{BB962C8B-B14F-4D97-AF65-F5344CB8AC3E}">
        <p14:creationId xmlns:p14="http://schemas.microsoft.com/office/powerpoint/2010/main" val="39875883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00CB02F-E9EC-48CC-91E2-627F746F1683}" type="datetime1">
              <a:rPr lang="en-IN" smtClean="0"/>
              <a:t>28-09-2022</a:t>
            </a:fld>
            <a:endParaRPr lang="en-IN"/>
          </a:p>
        </p:txBody>
      </p:sp>
      <p:sp>
        <p:nvSpPr>
          <p:cNvPr id="6" name="Footer Placeholder 5"/>
          <p:cNvSpPr>
            <a:spLocks noGrp="1"/>
          </p:cNvSpPr>
          <p:nvPr>
            <p:ph type="ftr" sz="quarter" idx="11"/>
          </p:nvPr>
        </p:nvSpPr>
        <p:spPr/>
        <p:txBody>
          <a:bodyPr/>
          <a:lstStyle/>
          <a:p>
            <a:pPr>
              <a:defRPr/>
            </a:pPr>
            <a:endParaRPr lang="en-US" altLang="en-US"/>
          </a:p>
        </p:txBody>
      </p:sp>
      <p:sp>
        <p:nvSpPr>
          <p:cNvPr id="7" name="Slide Number Placeholder 6"/>
          <p:cNvSpPr>
            <a:spLocks noGrp="1"/>
          </p:cNvSpPr>
          <p:nvPr>
            <p:ph type="sldNum" sz="quarter" idx="12"/>
          </p:nvPr>
        </p:nvSpPr>
        <p:spPr/>
        <p:txBody>
          <a:bodyPr/>
          <a:lstStyle/>
          <a:p>
            <a:fld id="{65BE9A8B-8CF4-4BE0-AA16-BCEB50805D84}" type="slidenum">
              <a:rPr lang="en-US" altLang="en-US" smtClean="0"/>
              <a:pPr/>
              <a:t>‹#›</a:t>
            </a:fld>
            <a:endParaRPr lang="en-US" altLang="en-US"/>
          </a:p>
        </p:txBody>
      </p:sp>
    </p:spTree>
    <p:extLst>
      <p:ext uri="{BB962C8B-B14F-4D97-AF65-F5344CB8AC3E}">
        <p14:creationId xmlns:p14="http://schemas.microsoft.com/office/powerpoint/2010/main" val="42223134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C2F3A8C-F0A0-48C8-8144-1989F921947C}" type="datetime1">
              <a:rPr lang="en-IN" smtClean="0"/>
              <a:t>28-09-2022</a:t>
            </a:fld>
            <a:endParaRPr lang="en-IN"/>
          </a:p>
        </p:txBody>
      </p:sp>
      <p:sp>
        <p:nvSpPr>
          <p:cNvPr id="5" name="Footer Placeholder 4"/>
          <p:cNvSpPr>
            <a:spLocks noGrp="1"/>
          </p:cNvSpPr>
          <p:nvPr>
            <p:ph type="ftr" sz="quarter" idx="11"/>
          </p:nvPr>
        </p:nvSpPr>
        <p:spPr/>
        <p:txBody>
          <a:bodyPr/>
          <a:lstStyle/>
          <a:p>
            <a:pPr>
              <a:defRPr/>
            </a:pPr>
            <a:endParaRPr lang="en-US" altLang="en-US"/>
          </a:p>
        </p:txBody>
      </p:sp>
      <p:sp>
        <p:nvSpPr>
          <p:cNvPr id="6" name="Slide Number Placeholder 5"/>
          <p:cNvSpPr>
            <a:spLocks noGrp="1"/>
          </p:cNvSpPr>
          <p:nvPr>
            <p:ph type="sldNum" sz="quarter" idx="12"/>
          </p:nvPr>
        </p:nvSpPr>
        <p:spPr/>
        <p:txBody>
          <a:bodyPr/>
          <a:lstStyle/>
          <a:p>
            <a:fld id="{B09230F7-AF59-487B-B82B-AEECA3FC27C0}" type="slidenum">
              <a:rPr lang="en-US" altLang="en-US" smtClean="0"/>
              <a:pPr/>
              <a:t>‹#›</a:t>
            </a:fld>
            <a:endParaRPr lang="en-US" altLang="en-US"/>
          </a:p>
        </p:txBody>
      </p:sp>
    </p:spTree>
    <p:extLst>
      <p:ext uri="{BB962C8B-B14F-4D97-AF65-F5344CB8AC3E}">
        <p14:creationId xmlns:p14="http://schemas.microsoft.com/office/powerpoint/2010/main" val="264910423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0A26CF91-D0D0-4457-B9BF-532C424AE80B}" type="datetime1">
              <a:rPr lang="en-IN" smtClean="0"/>
              <a:t>28-09-2022</a:t>
            </a:fld>
            <a:endParaRPr lang="en-IN"/>
          </a:p>
        </p:txBody>
      </p:sp>
      <p:sp>
        <p:nvSpPr>
          <p:cNvPr id="5" name="Footer Placeholder 4"/>
          <p:cNvSpPr>
            <a:spLocks noGrp="1"/>
          </p:cNvSpPr>
          <p:nvPr>
            <p:ph type="ftr" sz="quarter" idx="11"/>
          </p:nvPr>
        </p:nvSpPr>
        <p:spPr/>
        <p:txBody>
          <a:bodyPr/>
          <a:lstStyle/>
          <a:p>
            <a:pPr>
              <a:defRPr/>
            </a:pPr>
            <a:endParaRPr lang="en-US" altLang="en-US"/>
          </a:p>
        </p:txBody>
      </p:sp>
      <p:sp>
        <p:nvSpPr>
          <p:cNvPr id="6" name="Slide Number Placeholder 5"/>
          <p:cNvSpPr>
            <a:spLocks noGrp="1"/>
          </p:cNvSpPr>
          <p:nvPr>
            <p:ph type="sldNum" sz="quarter" idx="12"/>
          </p:nvPr>
        </p:nvSpPr>
        <p:spPr/>
        <p:txBody>
          <a:bodyPr/>
          <a:lstStyle/>
          <a:p>
            <a:fld id="{D8B16E48-C514-4514-A1F1-0DB473922138}" type="slidenum">
              <a:rPr lang="en-US" altLang="en-US" smtClean="0"/>
              <a:pPr/>
              <a:t>‹#›</a:t>
            </a:fld>
            <a:endParaRPr lang="en-US" altLang="en-US"/>
          </a:p>
        </p:txBody>
      </p:sp>
    </p:spTree>
    <p:extLst>
      <p:ext uri="{BB962C8B-B14F-4D97-AF65-F5344CB8AC3E}">
        <p14:creationId xmlns:p14="http://schemas.microsoft.com/office/powerpoint/2010/main" val="14625278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grpSp>
        <p:nvGrpSpPr>
          <p:cNvPr id="2050" name="Group 1">
            <a:extLst>
              <a:ext uri="{FF2B5EF4-FFF2-40B4-BE49-F238E27FC236}">
                <a16:creationId xmlns:a16="http://schemas.microsoft.com/office/drawing/2014/main" id="{0473CF6A-6EF1-06F2-DAE9-76BD28BCBF3D}"/>
              </a:ext>
            </a:extLst>
          </p:cNvPr>
          <p:cNvGrpSpPr>
            <a:grpSpLocks/>
          </p:cNvGrpSpPr>
          <p:nvPr/>
        </p:nvGrpSpPr>
        <p:grpSpPr bwMode="auto">
          <a:xfrm>
            <a:off x="0" y="2438400"/>
            <a:ext cx="9007475" cy="1050925"/>
            <a:chOff x="0" y="1536"/>
            <a:chExt cx="5674" cy="662"/>
          </a:xfrm>
        </p:grpSpPr>
        <p:grpSp>
          <p:nvGrpSpPr>
            <p:cNvPr id="2056" name="Group 2">
              <a:extLst>
                <a:ext uri="{FF2B5EF4-FFF2-40B4-BE49-F238E27FC236}">
                  <a16:creationId xmlns:a16="http://schemas.microsoft.com/office/drawing/2014/main" id="{55B79D67-FE30-6A6D-C797-427242DD43B5}"/>
                </a:ext>
              </a:extLst>
            </p:cNvPr>
            <p:cNvGrpSpPr>
              <a:grpSpLocks/>
            </p:cNvGrpSpPr>
            <p:nvPr/>
          </p:nvGrpSpPr>
          <p:grpSpPr bwMode="auto">
            <a:xfrm>
              <a:off x="185" y="1604"/>
              <a:ext cx="448" cy="298"/>
              <a:chOff x="185" y="1604"/>
              <a:chExt cx="448" cy="298"/>
            </a:xfrm>
          </p:grpSpPr>
          <p:sp>
            <p:nvSpPr>
              <p:cNvPr id="2" name="Rectangle 3">
                <a:extLst>
                  <a:ext uri="{FF2B5EF4-FFF2-40B4-BE49-F238E27FC236}">
                    <a16:creationId xmlns:a16="http://schemas.microsoft.com/office/drawing/2014/main" id="{8BFF4E8E-5428-981A-9C8D-1A37CE1F8EB8}"/>
                  </a:ext>
                </a:extLst>
              </p:cNvPr>
              <p:cNvSpPr>
                <a:spLocks noChangeArrowheads="1"/>
              </p:cNvSpPr>
              <p:nvPr/>
            </p:nvSpPr>
            <p:spPr bwMode="auto">
              <a:xfrm>
                <a:off x="185" y="1604"/>
                <a:ext cx="275" cy="298"/>
              </a:xfrm>
              <a:prstGeom prst="rect">
                <a:avLst/>
              </a:prstGeom>
              <a:solidFill>
                <a:srgbClr val="3333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64" name="Rectangle 4">
                <a:extLst>
                  <a:ext uri="{FF2B5EF4-FFF2-40B4-BE49-F238E27FC236}">
                    <a16:creationId xmlns:a16="http://schemas.microsoft.com/office/drawing/2014/main" id="{CC2DAD19-0044-E8DA-FFEB-B2344C87DBC4}"/>
                  </a:ext>
                </a:extLst>
              </p:cNvPr>
              <p:cNvSpPr>
                <a:spLocks noChangeArrowheads="1"/>
              </p:cNvSpPr>
              <p:nvPr/>
            </p:nvSpPr>
            <p:spPr bwMode="auto">
              <a:xfrm>
                <a:off x="427" y="1604"/>
                <a:ext cx="206" cy="298"/>
              </a:xfrm>
              <a:prstGeom prst="rect">
                <a:avLst/>
              </a:prstGeom>
              <a:gradFill rotWithShape="0">
                <a:gsLst>
                  <a:gs pos="0">
                    <a:srgbClr val="FFFFFF"/>
                  </a:gs>
                  <a:gs pos="100000">
                    <a:srgbClr val="3333CC"/>
                  </a:gs>
                </a:gsLst>
                <a:lin ang="10800000" scaled="1"/>
              </a:gra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7" name="Group 5">
              <a:extLst>
                <a:ext uri="{FF2B5EF4-FFF2-40B4-BE49-F238E27FC236}">
                  <a16:creationId xmlns:a16="http://schemas.microsoft.com/office/drawing/2014/main" id="{612DC61C-98DB-C642-C6BC-BEC86B9ECAF0}"/>
                </a:ext>
              </a:extLst>
            </p:cNvPr>
            <p:cNvGrpSpPr>
              <a:grpSpLocks/>
            </p:cNvGrpSpPr>
            <p:nvPr/>
          </p:nvGrpSpPr>
          <p:grpSpPr bwMode="auto">
            <a:xfrm>
              <a:off x="263" y="1870"/>
              <a:ext cx="465" cy="298"/>
              <a:chOff x="263" y="1870"/>
              <a:chExt cx="465" cy="298"/>
            </a:xfrm>
          </p:grpSpPr>
          <p:sp>
            <p:nvSpPr>
              <p:cNvPr id="2061" name="Rectangle 6">
                <a:extLst>
                  <a:ext uri="{FF2B5EF4-FFF2-40B4-BE49-F238E27FC236}">
                    <a16:creationId xmlns:a16="http://schemas.microsoft.com/office/drawing/2014/main" id="{C2E69F29-171F-EEDB-DB87-ED75295E1F49}"/>
                  </a:ext>
                </a:extLst>
              </p:cNvPr>
              <p:cNvSpPr>
                <a:spLocks noChangeArrowheads="1"/>
              </p:cNvSpPr>
              <p:nvPr/>
            </p:nvSpPr>
            <p:spPr bwMode="auto">
              <a:xfrm>
                <a:off x="263" y="1870"/>
                <a:ext cx="265" cy="298"/>
              </a:xfrm>
              <a:prstGeom prst="rect">
                <a:avLst/>
              </a:prstGeom>
              <a:solidFill>
                <a:srgbClr val="FFCF0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 name="Rectangle 7">
                <a:extLst>
                  <a:ext uri="{FF2B5EF4-FFF2-40B4-BE49-F238E27FC236}">
                    <a16:creationId xmlns:a16="http://schemas.microsoft.com/office/drawing/2014/main" id="{57F3257B-674A-00C6-CF13-4B2574F72CE1}"/>
                  </a:ext>
                </a:extLst>
              </p:cNvPr>
              <p:cNvSpPr>
                <a:spLocks noChangeArrowheads="1"/>
              </p:cNvSpPr>
              <p:nvPr/>
            </p:nvSpPr>
            <p:spPr bwMode="auto">
              <a:xfrm>
                <a:off x="496" y="1870"/>
                <a:ext cx="232" cy="298"/>
              </a:xfrm>
              <a:prstGeom prst="rect">
                <a:avLst/>
              </a:prstGeom>
              <a:gradFill rotWithShape="0">
                <a:gsLst>
                  <a:gs pos="0">
                    <a:srgbClr val="FFFFFF"/>
                  </a:gs>
                  <a:gs pos="100000">
                    <a:srgbClr val="FFCF01"/>
                  </a:gs>
                </a:gsLst>
                <a:lin ang="10800000" scaled="1"/>
              </a:gra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058" name="Rectangle 8">
              <a:extLst>
                <a:ext uri="{FF2B5EF4-FFF2-40B4-BE49-F238E27FC236}">
                  <a16:creationId xmlns:a16="http://schemas.microsoft.com/office/drawing/2014/main" id="{64A96979-E7BF-7430-87C3-CA29B83013D1}"/>
                </a:ext>
              </a:extLst>
            </p:cNvPr>
            <p:cNvSpPr>
              <a:spLocks noChangeArrowheads="1"/>
            </p:cNvSpPr>
            <p:nvPr/>
          </p:nvSpPr>
          <p:spPr bwMode="auto">
            <a:xfrm>
              <a:off x="0" y="1824"/>
              <a:ext cx="352" cy="265"/>
            </a:xfrm>
            <a:prstGeom prst="rect">
              <a:avLst/>
            </a:prstGeom>
            <a:gradFill rotWithShape="0">
              <a:gsLst>
                <a:gs pos="0">
                  <a:srgbClr val="FF0000"/>
                </a:gs>
                <a:gs pos="100000">
                  <a:srgbClr val="FFFFFF"/>
                </a:gs>
              </a:gsLst>
              <a:lin ang="8100000" scaled="1"/>
            </a:gra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59" name="Rectangle 9">
              <a:extLst>
                <a:ext uri="{FF2B5EF4-FFF2-40B4-BE49-F238E27FC236}">
                  <a16:creationId xmlns:a16="http://schemas.microsoft.com/office/drawing/2014/main" id="{A3213C3D-7A7F-E730-3AAF-BBC5EB054F5E}"/>
                </a:ext>
              </a:extLst>
            </p:cNvPr>
            <p:cNvSpPr>
              <a:spLocks noChangeArrowheads="1"/>
            </p:cNvSpPr>
            <p:nvPr/>
          </p:nvSpPr>
          <p:spPr bwMode="auto">
            <a:xfrm>
              <a:off x="400" y="1536"/>
              <a:ext cx="19" cy="662"/>
            </a:xfrm>
            <a:prstGeom prst="rect">
              <a:avLst/>
            </a:prstGeom>
            <a:solidFill>
              <a:srgbClr val="1C1C1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60" name="Rectangle 10">
              <a:extLst>
                <a:ext uri="{FF2B5EF4-FFF2-40B4-BE49-F238E27FC236}">
                  <a16:creationId xmlns:a16="http://schemas.microsoft.com/office/drawing/2014/main" id="{6DCED7E9-B71F-DE25-634F-C3C80C243CC4}"/>
                </a:ext>
              </a:extLst>
            </p:cNvPr>
            <p:cNvSpPr>
              <a:spLocks noChangeArrowheads="1"/>
            </p:cNvSpPr>
            <p:nvPr/>
          </p:nvSpPr>
          <p:spPr bwMode="auto">
            <a:xfrm flipV="1">
              <a:off x="199" y="2054"/>
              <a:ext cx="5475" cy="34"/>
            </a:xfrm>
            <a:prstGeom prst="rect">
              <a:avLst/>
            </a:prstGeom>
            <a:gradFill rotWithShape="0">
              <a:gsLst>
                <a:gs pos="0">
                  <a:srgbClr val="FFFFFF"/>
                </a:gs>
                <a:gs pos="100000">
                  <a:srgbClr val="1C1C1C"/>
                </a:gs>
              </a:gsLst>
              <a:lin ang="10800000" scaled="1"/>
            </a:gra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051" name="Rectangle 11">
            <a:extLst>
              <a:ext uri="{FF2B5EF4-FFF2-40B4-BE49-F238E27FC236}">
                <a16:creationId xmlns:a16="http://schemas.microsoft.com/office/drawing/2014/main" id="{28AB6E7B-5EFD-6954-1DFF-94CEFB986DFD}"/>
              </a:ext>
            </a:extLst>
          </p:cNvPr>
          <p:cNvSpPr>
            <a:spLocks noGrp="1" noChangeArrowheads="1"/>
          </p:cNvSpPr>
          <p:nvPr>
            <p:ph type="title"/>
          </p:nvPr>
        </p:nvSpPr>
        <p:spPr bwMode="auto">
          <a:xfrm>
            <a:off x="1150938" y="214313"/>
            <a:ext cx="7791450" cy="1460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b" anchorCtr="0" compatLnSpc="1">
            <a:prstTxWarp prst="textNoShape">
              <a:avLst/>
            </a:prstTxWarp>
          </a:bodyPr>
          <a:lstStyle/>
          <a:p>
            <a:pPr lvl="0"/>
            <a:r>
              <a:rPr lang="en-GB" altLang="en-US"/>
              <a:t>Click to edit the title text format</a:t>
            </a:r>
          </a:p>
        </p:txBody>
      </p:sp>
      <p:sp>
        <p:nvSpPr>
          <p:cNvPr id="2052" name="Rectangle 12">
            <a:extLst>
              <a:ext uri="{FF2B5EF4-FFF2-40B4-BE49-F238E27FC236}">
                <a16:creationId xmlns:a16="http://schemas.microsoft.com/office/drawing/2014/main" id="{99B648BA-5ED7-34FA-6BCD-837C017B110D}"/>
              </a:ext>
            </a:extLst>
          </p:cNvPr>
          <p:cNvSpPr>
            <a:spLocks noGrp="1" noChangeArrowheads="1"/>
          </p:cNvSpPr>
          <p:nvPr>
            <p:ph type="body" idx="1"/>
          </p:nvPr>
        </p:nvSpPr>
        <p:spPr bwMode="auto">
          <a:xfrm>
            <a:off x="1182688" y="2017713"/>
            <a:ext cx="7770812" cy="4113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t" anchorCtr="0" compatLnSpc="1">
            <a:prstTxWarp prst="textNoShape">
              <a:avLst/>
            </a:prstTxWarp>
          </a:bodyPr>
          <a:lstStyle/>
          <a:p>
            <a:pPr lvl="0"/>
            <a:r>
              <a:rPr lang="en-GB" altLang="en-US"/>
              <a:t>Click to edit the outline text format</a:t>
            </a:r>
          </a:p>
          <a:p>
            <a:pPr lvl="1"/>
            <a:r>
              <a:rPr lang="en-GB" altLang="en-US"/>
              <a:t>Second Outline Level</a:t>
            </a:r>
          </a:p>
          <a:p>
            <a:pPr lvl="2"/>
            <a:r>
              <a:rPr lang="en-GB" altLang="en-US"/>
              <a:t>Third Outline Level</a:t>
            </a:r>
          </a:p>
          <a:p>
            <a:pPr lvl="3"/>
            <a:r>
              <a:rPr lang="en-GB" altLang="en-US"/>
              <a:t>Fourth Outline Level</a:t>
            </a:r>
          </a:p>
          <a:p>
            <a:pPr lvl="4"/>
            <a:r>
              <a:rPr lang="en-GB" altLang="en-US"/>
              <a:t>Fifth Outline Level</a:t>
            </a:r>
          </a:p>
          <a:p>
            <a:pPr lvl="4"/>
            <a:r>
              <a:rPr lang="en-GB" altLang="en-US"/>
              <a:t>Sixth Outline Level</a:t>
            </a:r>
          </a:p>
          <a:p>
            <a:pPr lvl="4"/>
            <a:r>
              <a:rPr lang="en-GB" altLang="en-US"/>
              <a:t>Seventh Outline Level</a:t>
            </a:r>
          </a:p>
        </p:txBody>
      </p:sp>
      <p:sp>
        <p:nvSpPr>
          <p:cNvPr id="2053" name="Text Box 13">
            <a:extLst>
              <a:ext uri="{FF2B5EF4-FFF2-40B4-BE49-F238E27FC236}">
                <a16:creationId xmlns:a16="http://schemas.microsoft.com/office/drawing/2014/main" id="{2F083B1F-9B5B-9B97-2812-3502BFB94F73}"/>
              </a:ext>
            </a:extLst>
          </p:cNvPr>
          <p:cNvSpPr txBox="1">
            <a:spLocks noChangeArrowheads="1"/>
          </p:cNvSpPr>
          <p:nvPr/>
        </p:nvSpPr>
        <p:spPr bwMode="auto">
          <a:xfrm>
            <a:off x="990600" y="6248400"/>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062" name="Rectangle 14">
            <a:extLst>
              <a:ext uri="{FF2B5EF4-FFF2-40B4-BE49-F238E27FC236}">
                <a16:creationId xmlns:a16="http://schemas.microsoft.com/office/drawing/2014/main" id="{6BA64B53-5395-4F13-ADA1-E522C9580FDC}"/>
              </a:ext>
            </a:extLst>
          </p:cNvPr>
          <p:cNvSpPr>
            <a:spLocks noGrp="1" noChangeArrowheads="1"/>
          </p:cNvSpPr>
          <p:nvPr>
            <p:ph type="ftr"/>
          </p:nvPr>
        </p:nvSpPr>
        <p:spPr bwMode="auto">
          <a:xfrm>
            <a:off x="3429000" y="6248400"/>
            <a:ext cx="2894013" cy="455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b" anchorCtr="0" compatLnSpc="1">
            <a:prstTxWarp prst="textNoShape">
              <a:avLst/>
            </a:prstTxWarp>
          </a:bodyPr>
          <a:lstStyle>
            <a:lvl1pPr algn="ctr" eaLnBrk="1" hangingPunct="1">
              <a:buClrTx/>
              <a:buSzPct val="100000"/>
              <a:buFontTx/>
              <a:buNone/>
              <a:tabLst>
                <a:tab pos="449263" algn="l"/>
                <a:tab pos="898525" algn="l"/>
                <a:tab pos="1347788" algn="l"/>
                <a:tab pos="1797050" algn="l"/>
                <a:tab pos="2246313" algn="l"/>
                <a:tab pos="2695575" algn="l"/>
              </a:tabLst>
              <a:defRPr sz="1400">
                <a:solidFill>
                  <a:srgbClr val="1C1C1C"/>
                </a:solidFill>
                <a:latin typeface="Times New Roman" panose="02020603050405020304" pitchFamily="18" charset="0"/>
                <a:cs typeface="Segoe UI" panose="020B0502040204020203" pitchFamily="34" charset="0"/>
              </a:defRPr>
            </a:lvl1pPr>
          </a:lstStyle>
          <a:p>
            <a:pPr>
              <a:defRPr/>
            </a:pPr>
            <a:endParaRPr lang="en-US" altLang="en-US"/>
          </a:p>
        </p:txBody>
      </p:sp>
      <p:sp>
        <p:nvSpPr>
          <p:cNvPr id="2063" name="Rectangle 15">
            <a:extLst>
              <a:ext uri="{FF2B5EF4-FFF2-40B4-BE49-F238E27FC236}">
                <a16:creationId xmlns:a16="http://schemas.microsoft.com/office/drawing/2014/main" id="{868E1D37-C60A-49EF-B70B-86F593D30778}"/>
              </a:ext>
            </a:extLst>
          </p:cNvPr>
          <p:cNvSpPr>
            <a:spLocks noGrp="1" noChangeArrowheads="1"/>
          </p:cNvSpPr>
          <p:nvPr>
            <p:ph type="sldNum"/>
          </p:nvPr>
        </p:nvSpPr>
        <p:spPr bwMode="auto">
          <a:xfrm>
            <a:off x="6858000" y="6248400"/>
            <a:ext cx="1903413" cy="455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anchor="b" anchorCtr="0" compatLnSpc="1">
            <a:prstTxWarp prst="textNoShape">
              <a:avLst/>
            </a:prstTxWarp>
          </a:bodyPr>
          <a:lstStyle>
            <a:lvl1pPr algn="r" eaLnBrk="1" hangingPunct="1">
              <a:buSzPct val="100000"/>
              <a:tabLst>
                <a:tab pos="449263" algn="l"/>
                <a:tab pos="898525" algn="l"/>
                <a:tab pos="1347788" algn="l"/>
                <a:tab pos="1797050" algn="l"/>
              </a:tabLst>
              <a:defRPr sz="1400">
                <a:solidFill>
                  <a:srgbClr val="1C1C1C"/>
                </a:solidFill>
                <a:latin typeface="Times New Roman" panose="02020603050405020304" pitchFamily="18" charset="0"/>
                <a:cs typeface="Segoe UI" panose="020B0502040204020203" pitchFamily="34" charset="0"/>
              </a:defRPr>
            </a:lvl1pPr>
          </a:lstStyle>
          <a:p>
            <a:fld id="{67AD3B69-59B3-40F5-99C8-4849C1328A50}" type="slidenum">
              <a:rPr lang="en-US" altLang="en-US"/>
              <a:pPr/>
              <a:t>‹#›</a:t>
            </a:fld>
            <a:endParaRPr lang="en-US"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sldNum="0" hdr="0" ftr="0" dt="0"/>
  <p:txStyles>
    <p:titleStyle>
      <a:lvl1pPr algn="l" defTabSz="449263" rtl="0" eaLnBrk="0" fontAlgn="base" hangingPunct="0">
        <a:spcBef>
          <a:spcPct val="0"/>
        </a:spcBef>
        <a:spcAft>
          <a:spcPct val="0"/>
        </a:spcAft>
        <a:buClr>
          <a:srgbClr val="000000"/>
        </a:buClr>
        <a:buSzPct val="100000"/>
        <a:buFont typeface="Times New Roman" panose="02020603050405020304" pitchFamily="18" charset="0"/>
        <a:defRPr sz="4400" kern="1200">
          <a:solidFill>
            <a:srgbClr val="333399"/>
          </a:solidFill>
          <a:latin typeface="+mj-lt"/>
          <a:ea typeface="+mj-ea"/>
          <a:cs typeface="+mj-cs"/>
        </a:defRPr>
      </a:lvl1pPr>
      <a:lvl2pPr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2pPr>
      <a:lvl3pPr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3pPr>
      <a:lvl4pPr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4pPr>
      <a:lvl5pPr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5pPr>
      <a:lvl6pPr marL="2514600" indent="-228600"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6pPr>
      <a:lvl7pPr marL="2971800" indent="-228600"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7pPr>
      <a:lvl8pPr marL="3429000" indent="-228600"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8pPr>
      <a:lvl9pPr marL="3886200" indent="-228600" algn="l" defTabSz="449263" rtl="0" eaLnBrk="0" fontAlgn="base" hangingPunct="0">
        <a:spcBef>
          <a:spcPct val="0"/>
        </a:spcBef>
        <a:spcAft>
          <a:spcPct val="0"/>
        </a:spcAft>
        <a:buClr>
          <a:srgbClr val="000000"/>
        </a:buClr>
        <a:buSzPct val="100000"/>
        <a:buFont typeface="Times New Roman" panose="02020603050405020304" pitchFamily="18" charset="0"/>
        <a:defRPr sz="4400">
          <a:solidFill>
            <a:srgbClr val="333399"/>
          </a:solidFill>
          <a:latin typeface="Tahoma" panose="020B0604030504040204" pitchFamily="34" charset="0"/>
          <a:ea typeface="Microsoft YaHei" panose="020B0503020204020204" pitchFamily="34" charset="-122"/>
        </a:defRPr>
      </a:lvl9pPr>
    </p:titleStyle>
    <p:bodyStyle>
      <a:lvl1pPr marL="342900" indent="-342900" algn="l" defTabSz="449263" rtl="0" eaLnBrk="0" fontAlgn="base" hangingPunct="0">
        <a:spcBef>
          <a:spcPts val="800"/>
        </a:spcBef>
        <a:spcAft>
          <a:spcPct val="0"/>
        </a:spcAft>
        <a:buClr>
          <a:srgbClr val="000000"/>
        </a:buClr>
        <a:buSzPct val="100000"/>
        <a:buFont typeface="Times New Roman" panose="02020603050405020304" pitchFamily="18" charset="0"/>
        <a:defRPr sz="3200" kern="1200">
          <a:solidFill>
            <a:srgbClr val="000000"/>
          </a:solidFill>
          <a:latin typeface="+mn-lt"/>
          <a:ea typeface="+mn-ea"/>
          <a:cs typeface="+mn-cs"/>
        </a:defRPr>
      </a:lvl1pPr>
      <a:lvl2pPr marL="742950" indent="-285750" algn="l" defTabSz="449263" rtl="0" eaLnBrk="0" fontAlgn="base" hangingPunct="0">
        <a:spcBef>
          <a:spcPts val="700"/>
        </a:spcBef>
        <a:spcAft>
          <a:spcPct val="0"/>
        </a:spcAft>
        <a:buClr>
          <a:srgbClr val="000000"/>
        </a:buClr>
        <a:buSzPct val="100000"/>
        <a:buFont typeface="Times New Roman" panose="02020603050405020304" pitchFamily="18" charset="0"/>
        <a:defRPr sz="2800" kern="1200">
          <a:solidFill>
            <a:srgbClr val="000000"/>
          </a:solidFill>
          <a:latin typeface="+mn-lt"/>
          <a:ea typeface="+mn-ea"/>
          <a:cs typeface="+mn-cs"/>
        </a:defRPr>
      </a:lvl2pPr>
      <a:lvl3pPr marL="1143000" indent="-228600" algn="l" defTabSz="449263" rtl="0" eaLnBrk="0" fontAlgn="base" hangingPunct="0">
        <a:spcBef>
          <a:spcPts val="600"/>
        </a:spcBef>
        <a:spcAft>
          <a:spcPct val="0"/>
        </a:spcAft>
        <a:buClr>
          <a:srgbClr val="000000"/>
        </a:buClr>
        <a:buSzPct val="100000"/>
        <a:buFont typeface="Times New Roman" panose="02020603050405020304" pitchFamily="18" charset="0"/>
        <a:defRPr sz="2400" kern="1200">
          <a:solidFill>
            <a:srgbClr val="000000"/>
          </a:solidFill>
          <a:latin typeface="+mn-lt"/>
          <a:ea typeface="+mn-ea"/>
          <a:cs typeface="+mn-cs"/>
        </a:defRPr>
      </a:lvl3pPr>
      <a:lvl4pPr marL="1600200" indent="-228600" algn="l" defTabSz="449263" rtl="0" eaLnBrk="0" fontAlgn="base" hangingPunct="0">
        <a:spcBef>
          <a:spcPts val="500"/>
        </a:spcBef>
        <a:spcAft>
          <a:spcPct val="0"/>
        </a:spcAft>
        <a:buClr>
          <a:srgbClr val="000000"/>
        </a:buClr>
        <a:buSzPct val="100000"/>
        <a:buFont typeface="Times New Roman" panose="02020603050405020304" pitchFamily="18" charset="0"/>
        <a:defRPr sz="2000" kern="1200">
          <a:solidFill>
            <a:srgbClr val="000000"/>
          </a:solidFill>
          <a:latin typeface="+mn-lt"/>
          <a:ea typeface="+mn-ea"/>
          <a:cs typeface="+mn-cs"/>
        </a:defRPr>
      </a:lvl4pPr>
      <a:lvl5pPr marL="2057400" indent="-228600" algn="l" defTabSz="449263" rtl="0" eaLnBrk="0" fontAlgn="base" hangingPunct="0">
        <a:spcBef>
          <a:spcPts val="500"/>
        </a:spcBef>
        <a:spcAft>
          <a:spcPct val="0"/>
        </a:spcAft>
        <a:buClr>
          <a:srgbClr val="000000"/>
        </a:buClr>
        <a:buSzPct val="100000"/>
        <a:buFont typeface="Times New Roman" panose="02020603050405020304" pitchFamily="18" charset="0"/>
        <a:defRPr sz="2000" kern="1200">
          <a:solidFill>
            <a:srgbClr val="000000"/>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588D166-F378-4572-ACAF-76C76EF33D60}" type="datetime1">
              <a:rPr lang="en-IN" smtClean="0"/>
              <a:t>28-09-2022</a:t>
            </a:fld>
            <a:endParaRPr lang="en-US" dirty="0"/>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lt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7AD3B69-59B3-40F5-99C8-4849C1328A50}" type="slidenum">
              <a:rPr lang="en-US" altLang="en-US" smtClean="0"/>
              <a:pPr/>
              <a:t>‹#›</a:t>
            </a:fld>
            <a:endParaRPr lang="en-US" altLang="en-US"/>
          </a:p>
        </p:txBody>
      </p:sp>
    </p:spTree>
    <p:extLst>
      <p:ext uri="{BB962C8B-B14F-4D97-AF65-F5344CB8AC3E}">
        <p14:creationId xmlns:p14="http://schemas.microsoft.com/office/powerpoint/2010/main" val="412765061"/>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5.xml"/><Relationship Id="rId1" Type="http://schemas.openxmlformats.org/officeDocument/2006/relationships/slideLayout" Target="../slideLayouts/slideLayout18.xml"/><Relationship Id="rId5" Type="http://schemas.openxmlformats.org/officeDocument/2006/relationships/oleObject" Target="../embeddings/oleObject2.bin"/><Relationship Id="rId4" Type="http://schemas.openxmlformats.org/officeDocument/2006/relationships/image" Target="../media/image2.wmf"/></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12.xml"/><Relationship Id="rId1" Type="http://schemas.openxmlformats.org/officeDocument/2006/relationships/slideLayout" Target="../slideLayouts/slideLayout18.xml"/><Relationship Id="rId6" Type="http://schemas.openxmlformats.org/officeDocument/2006/relationships/image" Target="../media/image4.wmf"/><Relationship Id="rId5" Type="http://schemas.openxmlformats.org/officeDocument/2006/relationships/oleObject" Target="../embeddings/oleObject4.bin"/><Relationship Id="rId4" Type="http://schemas.openxmlformats.org/officeDocument/2006/relationships/image" Target="../media/image3.wmf"/></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hyperlink" Target="mailto:akahate@gmail.com" TargetMode="External"/><Relationship Id="rId2" Type="http://schemas.openxmlformats.org/officeDocument/2006/relationships/notesSlide" Target="../notesSlides/notesSlide50.xml"/><Relationship Id="rId1" Type="http://schemas.openxmlformats.org/officeDocument/2006/relationships/slideLayout" Target="../slideLayouts/slideLayout18.xml"/><Relationship Id="rId4" Type="http://schemas.openxmlformats.org/officeDocument/2006/relationships/hyperlink" Target="http://www.iflexsolutions.com/" TargetMode="Externa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hyperlink" Target="http://www.one.com/" TargetMode="External"/><Relationship Id="rId2" Type="http://schemas.openxmlformats.org/officeDocument/2006/relationships/notesSlide" Target="../notesSlides/notesSlide52.xml"/><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8.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8.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8.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8.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8.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8.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0.xml"/><Relationship Id="rId1" Type="http://schemas.openxmlformats.org/officeDocument/2006/relationships/slideLayout" Target="../slideLayouts/slideLayout1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8.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8.xml"/></Relationships>
</file>

<file path=ppt/slides/_rels/slide86.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86.xml"/><Relationship Id="rId1" Type="http://schemas.openxmlformats.org/officeDocument/2006/relationships/slideLayout" Target="../slideLayouts/slideLayout18.xml"/><Relationship Id="rId4" Type="http://schemas.openxmlformats.org/officeDocument/2006/relationships/image" Target="../media/image6.emf"/></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8.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8.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8.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8.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8.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8.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8.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8.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8.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8.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8.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8.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8.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8.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8.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8.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8.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8.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16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8.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8.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8.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8.xml"/></Relationships>
</file>

<file path=ppt/slides/_rels/slide17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8.xml"/><Relationship Id="rId1" Type="http://schemas.openxmlformats.org/officeDocument/2006/relationships/slideLayout" Target="../slideLayouts/slideLayout18.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8.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8.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8.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8.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8.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8.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8.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8.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8.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8.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8.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8.xml"/></Relationships>
</file>

<file path=ppt/slides/_rels/slide1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8.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8.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8.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8.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8.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8.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8.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8.xml"/></Relationships>
</file>

<file path=ppt/slides/_rels/slide19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3.xml"/></Relationships>
</file>

<file path=ppt/slides/_rels/slide19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2.xml"/><Relationship Id="rId1" Type="http://schemas.openxmlformats.org/officeDocument/2006/relationships/slideLayout" Target="../slideLayouts/slideLayout18.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43.xml"/><Relationship Id="rId1" Type="http://schemas.openxmlformats.org/officeDocument/2006/relationships/slideLayout" Target="../slideLayouts/slideLayout18.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8.xml"/></Relationships>
</file>

<file path=ppt/slides/_rels/slide20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18.xml"/></Relationships>
</file>

<file path=ppt/slides/_rels/slide20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8.xml"/></Relationships>
</file>

<file path=ppt/slides/_rels/slide20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8.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8.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8.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8.xml"/></Relationships>
</file>

<file path=ppt/slides/_rels/slide21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49.xml"/><Relationship Id="rId1" Type="http://schemas.openxmlformats.org/officeDocument/2006/relationships/slideLayout" Target="../slideLayouts/slideLayout18.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8.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8.xml"/></Relationships>
</file>

<file path=ppt/slides/_rels/slide21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2.xml"/><Relationship Id="rId1" Type="http://schemas.openxmlformats.org/officeDocument/2006/relationships/slideLayout" Target="../slideLayouts/slideLayout18.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8.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8.xml"/></Relationships>
</file>

<file path=ppt/slides/_rels/slide21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5.xml"/><Relationship Id="rId1" Type="http://schemas.openxmlformats.org/officeDocument/2006/relationships/slideLayout" Target="../slideLayouts/slideLayout18.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8.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18.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8.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8.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8.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18.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18.xml"/></Relationships>
</file>

<file path=ppt/slides/_rels/slide22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13.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8.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8.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8.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8.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18.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8.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18.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18.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8.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8.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8.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8.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18.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8.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8.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8.xml"/></Relationships>
</file>

<file path=ppt/slides/_rels/slide24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1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3.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3.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18.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8.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8.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8.xml"/></Relationships>
</file>

<file path=ppt/slides/_rels/slide25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85.xml"/><Relationship Id="rId1" Type="http://schemas.openxmlformats.org/officeDocument/2006/relationships/slideLayout" Target="../slideLayouts/slideLayout1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86.xml"/><Relationship Id="rId1" Type="http://schemas.openxmlformats.org/officeDocument/2006/relationships/slideLayout" Target="../slideLayouts/slideLayout18.xml"/></Relationships>
</file>

<file path=ppt/slides/_rels/slide25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8.xml"/></Relationships>
</file>

<file path=ppt/slides/_rels/slide26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3.xml"/></Relationships>
</file>

<file path=ppt/slides/_rels/slide26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89.xml"/><Relationship Id="rId1" Type="http://schemas.openxmlformats.org/officeDocument/2006/relationships/slideLayout" Target="../slideLayouts/slideLayout18.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8.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8.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8.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18.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8.xml"/></Relationships>
</file>

<file path=ppt/slides/_rels/slide26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13.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8.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8.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8.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18.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8.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8.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8.xml"/></Relationships>
</file>

<file path=ppt/slides/_rels/slide27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3.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8.xml"/></Relationships>
</file>

<file path=ppt/slides/_rels/slide27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3.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8.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8.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8.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8.xml"/></Relationships>
</file>

<file path=ppt/slides/_rels/slide28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10.xml"/><Relationship Id="rId1" Type="http://schemas.openxmlformats.org/officeDocument/2006/relationships/slideLayout" Target="../slideLayouts/slideLayout18.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8.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8.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14.xml"/><Relationship Id="rId1" Type="http://schemas.openxmlformats.org/officeDocument/2006/relationships/slideLayout" Target="../slideLayouts/slideLayout18.xml"/></Relationships>
</file>

<file path=ppt/slides/_rels/slide29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15.xml"/><Relationship Id="rId1" Type="http://schemas.openxmlformats.org/officeDocument/2006/relationships/slideLayout" Target="../slideLayouts/slideLayout18.xml"/></Relationships>
</file>

<file path=ppt/slides/_rels/slide29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16.xml"/><Relationship Id="rId1" Type="http://schemas.openxmlformats.org/officeDocument/2006/relationships/slideLayout" Target="../slideLayouts/slideLayout18.xml"/></Relationships>
</file>

<file path=ppt/slides/_rels/slide29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17.xml"/><Relationship Id="rId1" Type="http://schemas.openxmlformats.org/officeDocument/2006/relationships/slideLayout" Target="../slideLayouts/slideLayout18.xml"/></Relationships>
</file>

<file path=ppt/slides/_rels/slide29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18.xml"/><Relationship Id="rId1" Type="http://schemas.openxmlformats.org/officeDocument/2006/relationships/slideLayout" Target="../slideLayouts/slideLayout18.xml"/></Relationships>
</file>

<file path=ppt/slides/_rels/slide29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3.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20.xml"/><Relationship Id="rId1" Type="http://schemas.openxmlformats.org/officeDocument/2006/relationships/slideLayout" Target="../slideLayouts/slideLayout18.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18.xml"/></Relationships>
</file>

<file path=ppt/slides/_rels/slide298.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22.xml"/><Relationship Id="rId1" Type="http://schemas.openxmlformats.org/officeDocument/2006/relationships/slideLayout" Target="../slideLayouts/slideLayout18.xml"/></Relationships>
</file>

<file path=ppt/slides/_rels/slide29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23.xml"/><Relationship Id="rId1" Type="http://schemas.openxmlformats.org/officeDocument/2006/relationships/slideLayout" Target="../slideLayouts/slideLayout18.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8.xml"/></Relationships>
</file>

<file path=ppt/slides/_rels/slide30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225.xml"/><Relationship Id="rId1" Type="http://schemas.openxmlformats.org/officeDocument/2006/relationships/slideLayout" Target="../slideLayouts/slideLayout18.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8.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8.xml"/></Relationships>
</file>

<file path=ppt/slides/_rels/slide30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29.xml"/><Relationship Id="rId1" Type="http://schemas.openxmlformats.org/officeDocument/2006/relationships/slideLayout" Target="../slideLayouts/slideLayout18.xml"/></Relationships>
</file>

<file path=ppt/slides/_rels/slide306.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13.xml"/></Relationships>
</file>

<file path=ppt/slides/_rels/slide30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13.xml"/></Relationships>
</file>

<file path=ppt/slides/_rels/slide308.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13.xml"/></Relationships>
</file>

<file path=ppt/slides/_rels/slide309.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13.xml"/></Relationships>
</file>

<file path=ppt/slides/_rels/slide31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3.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3.xml"/></Relationships>
</file>

<file path=ppt/slides/_rels/slide31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3.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7.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13.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8.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18.xml"/></Relationships>
</file>

<file path=ppt/slides/_rels/slide32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13.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18.xml"/></Relationships>
</file>

<file path=ppt/slides/_rels/slide32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3.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8.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8.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13.xml"/></Relationships>
</file>

<file path=ppt/slides/_rels/slide33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13.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8.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8.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8.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8.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18.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18.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18.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18.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18.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18.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18.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18.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8.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18.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18.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18.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8.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18.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8.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8.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8.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8.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8.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8.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8.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8.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18.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8.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8.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8.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18.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a:extLst>
              <a:ext uri="{FF2B5EF4-FFF2-40B4-BE49-F238E27FC236}">
                <a16:creationId xmlns:a16="http://schemas.microsoft.com/office/drawing/2014/main" id="{081BB99F-8019-CFEC-8EEB-D08F82787A4B}"/>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Introduction to the Internet</a:t>
            </a:r>
          </a:p>
        </p:txBody>
      </p:sp>
      <p:sp>
        <p:nvSpPr>
          <p:cNvPr id="4099" name="Text Box 2">
            <a:extLst>
              <a:ext uri="{FF2B5EF4-FFF2-40B4-BE49-F238E27FC236}">
                <a16:creationId xmlns:a16="http://schemas.microsoft.com/office/drawing/2014/main" id="{61868810-F5A9-DFE6-5489-FAF2DE2F8C2B}"/>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spcBef>
                <a:spcPts val="800"/>
              </a:spcBef>
              <a:buClrTx/>
              <a:buSzPct val="60000"/>
              <a:buFontTx/>
              <a:buNone/>
            </a:pPr>
            <a:r>
              <a:rPr lang="en-US" altLang="en-US" sz="3200" b="1">
                <a:solidFill>
                  <a:srgbClr val="FF0000"/>
                </a:solidFill>
              </a:rPr>
              <a:t>Atul Kahate</a:t>
            </a:r>
          </a:p>
          <a:p>
            <a:pPr algn="ctr" eaLnBrk="1" hangingPunct="1">
              <a:spcBef>
                <a:spcPts val="800"/>
              </a:spcBef>
              <a:buClrTx/>
              <a:buSzPct val="60000"/>
              <a:buFontTx/>
              <a:buNone/>
            </a:pPr>
            <a:endParaRPr lang="en-US" altLang="en-US" sz="3200" b="1">
              <a:solidFill>
                <a:srgbClr val="000000"/>
              </a:solidFill>
            </a:endParaRPr>
          </a:p>
          <a:p>
            <a:pPr algn="ctr" eaLnBrk="1" hangingPunct="1">
              <a:spcBef>
                <a:spcPts val="800"/>
              </a:spcBef>
              <a:buClrTx/>
              <a:buSzPct val="60000"/>
              <a:buFontTx/>
              <a:buNone/>
            </a:pPr>
            <a:r>
              <a:rPr lang="en-US" altLang="en-US" sz="3200">
                <a:solidFill>
                  <a:srgbClr val="000000"/>
                </a:solidFill>
              </a:rPr>
              <a:t>akahate@gmail.com</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1">
            <a:extLst>
              <a:ext uri="{FF2B5EF4-FFF2-40B4-BE49-F238E27FC236}">
                <a16:creationId xmlns:a16="http://schemas.microsoft.com/office/drawing/2014/main" id="{AAF06E23-94BC-D935-73D1-775D93470F2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147" name="Text Box 2">
            <a:extLst>
              <a:ext uri="{FF2B5EF4-FFF2-40B4-BE49-F238E27FC236}">
                <a16:creationId xmlns:a16="http://schemas.microsoft.com/office/drawing/2014/main" id="{8FB974D7-3267-14C4-294B-367AC679AEC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584C4D4-D598-4E8E-AB85-BDD494C33093}" type="slidenum">
              <a:rPr lang="en-US" altLang="en-US" sz="1400">
                <a:solidFill>
                  <a:srgbClr val="000000"/>
                </a:solidFill>
              </a:rPr>
              <a:pPr algn="r" eaLnBrk="1" hangingPunct="1">
                <a:buClrTx/>
                <a:buSzPct val="60000"/>
                <a:buFontTx/>
                <a:buNone/>
              </a:pPr>
              <a:t>2</a:t>
            </a:fld>
            <a:endParaRPr lang="en-US" altLang="en-US" sz="1400">
              <a:solidFill>
                <a:srgbClr val="000000"/>
              </a:solidFill>
            </a:endParaRPr>
          </a:p>
        </p:txBody>
      </p:sp>
      <p:sp>
        <p:nvSpPr>
          <p:cNvPr id="6148" name="Text Box 3">
            <a:extLst>
              <a:ext uri="{FF2B5EF4-FFF2-40B4-BE49-F238E27FC236}">
                <a16:creationId xmlns:a16="http://schemas.microsoft.com/office/drawing/2014/main" id="{BE195295-CBBE-2A0E-D0C1-62BEC0A08C7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Our Frame of Reference …</a:t>
            </a:r>
          </a:p>
        </p:txBody>
      </p:sp>
      <p:sp>
        <p:nvSpPr>
          <p:cNvPr id="6149" name="Text Box 4">
            <a:extLst>
              <a:ext uri="{FF2B5EF4-FFF2-40B4-BE49-F238E27FC236}">
                <a16:creationId xmlns:a16="http://schemas.microsoft.com/office/drawing/2014/main" id="{38E94363-F36F-923A-CE1A-E7349CAA5C2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pic>
        <p:nvPicPr>
          <p:cNvPr id="6150" name="Picture 5">
            <a:extLst>
              <a:ext uri="{FF2B5EF4-FFF2-40B4-BE49-F238E27FC236}">
                <a16:creationId xmlns:a16="http://schemas.microsoft.com/office/drawing/2014/main" id="{347CE766-B62C-7ED1-10E7-8B536523B3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9400" y="2057400"/>
            <a:ext cx="5019675" cy="3849688"/>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1">
            <a:extLst>
              <a:ext uri="{FF2B5EF4-FFF2-40B4-BE49-F238E27FC236}">
                <a16:creationId xmlns:a16="http://schemas.microsoft.com/office/drawing/2014/main" id="{19FEB5D1-E1F6-B78F-0D9D-4FEBF72374AA}"/>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Information Encoding</a:t>
            </a:r>
          </a:p>
        </p:txBody>
      </p:sp>
      <p:sp>
        <p:nvSpPr>
          <p:cNvPr id="8195" name="Text Box 2">
            <a:extLst>
              <a:ext uri="{FF2B5EF4-FFF2-40B4-BE49-F238E27FC236}">
                <a16:creationId xmlns:a16="http://schemas.microsoft.com/office/drawing/2014/main" id="{E31C06D8-1C4A-262C-2DE8-0E157E37DEA5}"/>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1">
            <a:extLst>
              <a:ext uri="{FF2B5EF4-FFF2-40B4-BE49-F238E27FC236}">
                <a16:creationId xmlns:a16="http://schemas.microsoft.com/office/drawing/2014/main" id="{67E004F8-195C-C2C8-EE63-4FECDEA5E2C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0243" name="Text Box 2">
            <a:extLst>
              <a:ext uri="{FF2B5EF4-FFF2-40B4-BE49-F238E27FC236}">
                <a16:creationId xmlns:a16="http://schemas.microsoft.com/office/drawing/2014/main" id="{17DF2007-3D56-0E66-E3C7-FEAB9160151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C948EEF-B072-4C45-A683-5974C30E2C3E}" type="slidenum">
              <a:rPr lang="en-US" altLang="en-US" sz="1400">
                <a:solidFill>
                  <a:srgbClr val="000000"/>
                </a:solidFill>
              </a:rPr>
              <a:pPr algn="r" eaLnBrk="1" hangingPunct="1">
                <a:buClrTx/>
                <a:buSzPct val="60000"/>
                <a:buFontTx/>
                <a:buNone/>
              </a:pPr>
              <a:t>4</a:t>
            </a:fld>
            <a:endParaRPr lang="en-US" altLang="en-US" sz="1400">
              <a:solidFill>
                <a:srgbClr val="000000"/>
              </a:solidFill>
            </a:endParaRPr>
          </a:p>
        </p:txBody>
      </p:sp>
      <p:sp>
        <p:nvSpPr>
          <p:cNvPr id="10244" name="Text Box 3">
            <a:extLst>
              <a:ext uri="{FF2B5EF4-FFF2-40B4-BE49-F238E27FC236}">
                <a16:creationId xmlns:a16="http://schemas.microsoft.com/office/drawing/2014/main" id="{002C691C-F239-1BBA-19C2-D77C53C52CEC}"/>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Representing Symbols</a:t>
            </a:r>
          </a:p>
        </p:txBody>
      </p:sp>
      <p:sp>
        <p:nvSpPr>
          <p:cNvPr id="10245" name="Text Box 4">
            <a:extLst>
              <a:ext uri="{FF2B5EF4-FFF2-40B4-BE49-F238E27FC236}">
                <a16:creationId xmlns:a16="http://schemas.microsoft.com/office/drawing/2014/main" id="{F9A45A30-DA69-FC1B-D20D-DBDAACED1A6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0246" name="Group 5">
            <a:extLst>
              <a:ext uri="{FF2B5EF4-FFF2-40B4-BE49-F238E27FC236}">
                <a16:creationId xmlns:a16="http://schemas.microsoft.com/office/drawing/2014/main" id="{E16534A9-936B-6BA2-8514-654246F26AB1}"/>
              </a:ext>
            </a:extLst>
          </p:cNvPr>
          <p:cNvGrpSpPr>
            <a:grpSpLocks/>
          </p:cNvGrpSpPr>
          <p:nvPr/>
        </p:nvGrpSpPr>
        <p:grpSpPr bwMode="auto">
          <a:xfrm>
            <a:off x="1600200" y="2667000"/>
            <a:ext cx="7008813" cy="3119438"/>
            <a:chOff x="1008" y="1680"/>
            <a:chExt cx="4415" cy="1965"/>
          </a:xfrm>
        </p:grpSpPr>
        <p:grpSp>
          <p:nvGrpSpPr>
            <p:cNvPr id="10247" name="Group 6">
              <a:extLst>
                <a:ext uri="{FF2B5EF4-FFF2-40B4-BE49-F238E27FC236}">
                  <a16:creationId xmlns:a16="http://schemas.microsoft.com/office/drawing/2014/main" id="{46B994FA-D32C-6E9F-E487-DDFEA4B50111}"/>
                </a:ext>
              </a:extLst>
            </p:cNvPr>
            <p:cNvGrpSpPr>
              <a:grpSpLocks/>
            </p:cNvGrpSpPr>
            <p:nvPr/>
          </p:nvGrpSpPr>
          <p:grpSpPr bwMode="auto">
            <a:xfrm>
              <a:off x="1010" y="1682"/>
              <a:ext cx="4409" cy="1961"/>
              <a:chOff x="1010" y="1682"/>
              <a:chExt cx="4409" cy="1961"/>
            </a:xfrm>
          </p:grpSpPr>
          <p:grpSp>
            <p:nvGrpSpPr>
              <p:cNvPr id="10249" name="Group 7">
                <a:extLst>
                  <a:ext uri="{FF2B5EF4-FFF2-40B4-BE49-F238E27FC236}">
                    <a16:creationId xmlns:a16="http://schemas.microsoft.com/office/drawing/2014/main" id="{173BE510-A2DA-C201-19D1-9B13670D7DAE}"/>
                  </a:ext>
                </a:extLst>
              </p:cNvPr>
              <p:cNvGrpSpPr>
                <a:grpSpLocks/>
              </p:cNvGrpSpPr>
              <p:nvPr/>
            </p:nvGrpSpPr>
            <p:grpSpPr bwMode="auto">
              <a:xfrm>
                <a:off x="1010" y="1682"/>
                <a:ext cx="1469" cy="326"/>
                <a:chOff x="1010" y="1682"/>
                <a:chExt cx="1469" cy="326"/>
              </a:xfrm>
            </p:grpSpPr>
            <p:sp>
              <p:nvSpPr>
                <p:cNvPr id="10301" name="Rectangle 8">
                  <a:extLst>
                    <a:ext uri="{FF2B5EF4-FFF2-40B4-BE49-F238E27FC236}">
                      <a16:creationId xmlns:a16="http://schemas.microsoft.com/office/drawing/2014/main" id="{7431C584-1BFC-AA42-A0D4-EEFF69A2435B}"/>
                    </a:ext>
                  </a:extLst>
                </p:cNvPr>
                <p:cNvSpPr>
                  <a:spLocks noChangeArrowheads="1"/>
                </p:cNvSpPr>
                <p:nvPr/>
              </p:nvSpPr>
              <p:spPr bwMode="auto">
                <a:xfrm>
                  <a:off x="1060" y="1682"/>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b="1">
                      <a:solidFill>
                        <a:srgbClr val="000000"/>
                      </a:solidFill>
                      <a:latin typeface="Arial" panose="020B0604020202020204" pitchFamily="34" charset="0"/>
                      <a:cs typeface="Times New Roman" panose="02020603050405020304" pitchFamily="18" charset="0"/>
                    </a:rPr>
                    <a:t>Type</a:t>
                  </a:r>
                </a:p>
                <a:p>
                  <a:pPr algn="just">
                    <a:buClrTx/>
                    <a:buSzPct val="60000"/>
                    <a:buFontTx/>
                    <a:buNone/>
                  </a:pPr>
                  <a:endParaRPr lang="en-US" altLang="en-US" b="1">
                    <a:solidFill>
                      <a:srgbClr val="000000"/>
                    </a:solidFill>
                    <a:latin typeface="Arial" panose="020B0604020202020204" pitchFamily="34" charset="0"/>
                    <a:cs typeface="Times New Roman" panose="02020603050405020304" pitchFamily="18" charset="0"/>
                  </a:endParaRPr>
                </a:p>
              </p:txBody>
            </p:sp>
            <p:sp>
              <p:nvSpPr>
                <p:cNvPr id="10302" name="Rectangle 9">
                  <a:extLst>
                    <a:ext uri="{FF2B5EF4-FFF2-40B4-BE49-F238E27FC236}">
                      <a16:creationId xmlns:a16="http://schemas.microsoft.com/office/drawing/2014/main" id="{8AAC6689-33B0-C9BC-F6CC-E2DFB99582F7}"/>
                    </a:ext>
                  </a:extLst>
                </p:cNvPr>
                <p:cNvSpPr>
                  <a:spLocks noChangeArrowheads="1"/>
                </p:cNvSpPr>
                <p:nvPr/>
              </p:nvSpPr>
              <p:spPr bwMode="auto">
                <a:xfrm>
                  <a:off x="1010" y="1682"/>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0" name="Group 10">
                <a:extLst>
                  <a:ext uri="{FF2B5EF4-FFF2-40B4-BE49-F238E27FC236}">
                    <a16:creationId xmlns:a16="http://schemas.microsoft.com/office/drawing/2014/main" id="{62037D7E-9A23-9F48-83C3-13A9A4DA3F7D}"/>
                  </a:ext>
                </a:extLst>
              </p:cNvPr>
              <p:cNvGrpSpPr>
                <a:grpSpLocks/>
              </p:cNvGrpSpPr>
              <p:nvPr/>
            </p:nvGrpSpPr>
            <p:grpSpPr bwMode="auto">
              <a:xfrm>
                <a:off x="2480" y="1682"/>
                <a:ext cx="1469" cy="326"/>
                <a:chOff x="2480" y="1682"/>
                <a:chExt cx="1469" cy="326"/>
              </a:xfrm>
            </p:grpSpPr>
            <p:sp>
              <p:nvSpPr>
                <p:cNvPr id="10299" name="Rectangle 11">
                  <a:extLst>
                    <a:ext uri="{FF2B5EF4-FFF2-40B4-BE49-F238E27FC236}">
                      <a16:creationId xmlns:a16="http://schemas.microsoft.com/office/drawing/2014/main" id="{BCA39999-A553-B4ED-D172-24EA8B6E307D}"/>
                    </a:ext>
                  </a:extLst>
                </p:cNvPr>
                <p:cNvSpPr>
                  <a:spLocks noChangeArrowheads="1"/>
                </p:cNvSpPr>
                <p:nvPr/>
              </p:nvSpPr>
              <p:spPr bwMode="auto">
                <a:xfrm>
                  <a:off x="2530" y="1682"/>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b="1">
                      <a:solidFill>
                        <a:srgbClr val="000000"/>
                      </a:solidFill>
                      <a:latin typeface="Arial" panose="020B0604020202020204" pitchFamily="34" charset="0"/>
                      <a:cs typeface="Times New Roman" panose="02020603050405020304" pitchFamily="18" charset="0"/>
                    </a:rPr>
                    <a:t>Examples</a:t>
                  </a:r>
                </a:p>
                <a:p>
                  <a:pPr algn="just">
                    <a:buClrTx/>
                    <a:buSzPct val="60000"/>
                    <a:buFontTx/>
                    <a:buNone/>
                  </a:pPr>
                  <a:endParaRPr lang="en-US" altLang="en-US" b="1">
                    <a:solidFill>
                      <a:srgbClr val="000000"/>
                    </a:solidFill>
                    <a:latin typeface="Arial" panose="020B0604020202020204" pitchFamily="34" charset="0"/>
                    <a:cs typeface="Times New Roman" panose="02020603050405020304" pitchFamily="18" charset="0"/>
                  </a:endParaRPr>
                </a:p>
              </p:txBody>
            </p:sp>
            <p:sp>
              <p:nvSpPr>
                <p:cNvPr id="10300" name="Rectangle 12">
                  <a:extLst>
                    <a:ext uri="{FF2B5EF4-FFF2-40B4-BE49-F238E27FC236}">
                      <a16:creationId xmlns:a16="http://schemas.microsoft.com/office/drawing/2014/main" id="{355E4ADA-2B06-F87B-F3E5-1E6B94EACD25}"/>
                    </a:ext>
                  </a:extLst>
                </p:cNvPr>
                <p:cNvSpPr>
                  <a:spLocks noChangeArrowheads="1"/>
                </p:cNvSpPr>
                <p:nvPr/>
              </p:nvSpPr>
              <p:spPr bwMode="auto">
                <a:xfrm>
                  <a:off x="2480" y="1682"/>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1" name="Group 13">
                <a:extLst>
                  <a:ext uri="{FF2B5EF4-FFF2-40B4-BE49-F238E27FC236}">
                    <a16:creationId xmlns:a16="http://schemas.microsoft.com/office/drawing/2014/main" id="{19002EA7-9D60-7723-2623-5CCC7F1DE109}"/>
                  </a:ext>
                </a:extLst>
              </p:cNvPr>
              <p:cNvGrpSpPr>
                <a:grpSpLocks/>
              </p:cNvGrpSpPr>
              <p:nvPr/>
            </p:nvGrpSpPr>
            <p:grpSpPr bwMode="auto">
              <a:xfrm>
                <a:off x="3951" y="1682"/>
                <a:ext cx="1469" cy="326"/>
                <a:chOff x="3951" y="1682"/>
                <a:chExt cx="1469" cy="326"/>
              </a:xfrm>
            </p:grpSpPr>
            <p:sp>
              <p:nvSpPr>
                <p:cNvPr id="10297" name="Rectangle 14">
                  <a:extLst>
                    <a:ext uri="{FF2B5EF4-FFF2-40B4-BE49-F238E27FC236}">
                      <a16:creationId xmlns:a16="http://schemas.microsoft.com/office/drawing/2014/main" id="{729761F9-2732-B3DB-7F21-6FDDD0CA4688}"/>
                    </a:ext>
                  </a:extLst>
                </p:cNvPr>
                <p:cNvSpPr>
                  <a:spLocks noChangeArrowheads="1"/>
                </p:cNvSpPr>
                <p:nvPr/>
              </p:nvSpPr>
              <p:spPr bwMode="auto">
                <a:xfrm>
                  <a:off x="4001" y="1682"/>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b="1">
                      <a:solidFill>
                        <a:srgbClr val="000000"/>
                      </a:solidFill>
                      <a:latin typeface="Arial" panose="020B0604020202020204" pitchFamily="34" charset="0"/>
                      <a:cs typeface="Times New Roman" panose="02020603050405020304" pitchFamily="18" charset="0"/>
                    </a:rPr>
                    <a:t>Total possibilities</a:t>
                  </a:r>
                </a:p>
                <a:p>
                  <a:pPr algn="just">
                    <a:buClrTx/>
                    <a:buSzPct val="60000"/>
                    <a:buFontTx/>
                    <a:buNone/>
                  </a:pPr>
                  <a:endParaRPr lang="en-US" altLang="en-US" b="1">
                    <a:solidFill>
                      <a:srgbClr val="000000"/>
                    </a:solidFill>
                    <a:latin typeface="Arial" panose="020B0604020202020204" pitchFamily="34" charset="0"/>
                    <a:cs typeface="Times New Roman" panose="02020603050405020304" pitchFamily="18" charset="0"/>
                  </a:endParaRPr>
                </a:p>
              </p:txBody>
            </p:sp>
            <p:sp>
              <p:nvSpPr>
                <p:cNvPr id="10298" name="Rectangle 15">
                  <a:extLst>
                    <a:ext uri="{FF2B5EF4-FFF2-40B4-BE49-F238E27FC236}">
                      <a16:creationId xmlns:a16="http://schemas.microsoft.com/office/drawing/2014/main" id="{B501211B-76B6-AD68-A16D-B39DB458BB1F}"/>
                    </a:ext>
                  </a:extLst>
                </p:cNvPr>
                <p:cNvSpPr>
                  <a:spLocks noChangeArrowheads="1"/>
                </p:cNvSpPr>
                <p:nvPr/>
              </p:nvSpPr>
              <p:spPr bwMode="auto">
                <a:xfrm>
                  <a:off x="3951" y="1682"/>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2" name="Group 16">
                <a:extLst>
                  <a:ext uri="{FF2B5EF4-FFF2-40B4-BE49-F238E27FC236}">
                    <a16:creationId xmlns:a16="http://schemas.microsoft.com/office/drawing/2014/main" id="{8C430B39-9655-EF14-CCDB-DCC43F0CF5EF}"/>
                  </a:ext>
                </a:extLst>
              </p:cNvPr>
              <p:cNvGrpSpPr>
                <a:grpSpLocks/>
              </p:cNvGrpSpPr>
              <p:nvPr/>
            </p:nvGrpSpPr>
            <p:grpSpPr bwMode="auto">
              <a:xfrm>
                <a:off x="1010" y="2009"/>
                <a:ext cx="1469" cy="326"/>
                <a:chOff x="1010" y="2009"/>
                <a:chExt cx="1469" cy="326"/>
              </a:xfrm>
            </p:grpSpPr>
            <p:sp>
              <p:nvSpPr>
                <p:cNvPr id="10295" name="Rectangle 17">
                  <a:extLst>
                    <a:ext uri="{FF2B5EF4-FFF2-40B4-BE49-F238E27FC236}">
                      <a16:creationId xmlns:a16="http://schemas.microsoft.com/office/drawing/2014/main" id="{936AF308-569D-99D9-5766-D49A310D0155}"/>
                    </a:ext>
                  </a:extLst>
                </p:cNvPr>
                <p:cNvSpPr>
                  <a:spLocks noChangeArrowheads="1"/>
                </p:cNvSpPr>
                <p:nvPr/>
              </p:nvSpPr>
              <p:spPr bwMode="auto">
                <a:xfrm>
                  <a:off x="1060" y="2009"/>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Capital letters</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96" name="Rectangle 18">
                  <a:extLst>
                    <a:ext uri="{FF2B5EF4-FFF2-40B4-BE49-F238E27FC236}">
                      <a16:creationId xmlns:a16="http://schemas.microsoft.com/office/drawing/2014/main" id="{B61C67A0-2287-843C-7D0A-7DA4040FC812}"/>
                    </a:ext>
                  </a:extLst>
                </p:cNvPr>
                <p:cNvSpPr>
                  <a:spLocks noChangeArrowheads="1"/>
                </p:cNvSpPr>
                <p:nvPr/>
              </p:nvSpPr>
              <p:spPr bwMode="auto">
                <a:xfrm>
                  <a:off x="1010" y="2009"/>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3" name="Group 19">
                <a:extLst>
                  <a:ext uri="{FF2B5EF4-FFF2-40B4-BE49-F238E27FC236}">
                    <a16:creationId xmlns:a16="http://schemas.microsoft.com/office/drawing/2014/main" id="{688C822E-20E7-60C3-AD1C-9157E32BEE28}"/>
                  </a:ext>
                </a:extLst>
              </p:cNvPr>
              <p:cNvGrpSpPr>
                <a:grpSpLocks/>
              </p:cNvGrpSpPr>
              <p:nvPr/>
            </p:nvGrpSpPr>
            <p:grpSpPr bwMode="auto">
              <a:xfrm>
                <a:off x="2480" y="2009"/>
                <a:ext cx="1469" cy="326"/>
                <a:chOff x="2480" y="2009"/>
                <a:chExt cx="1469" cy="326"/>
              </a:xfrm>
            </p:grpSpPr>
            <p:sp>
              <p:nvSpPr>
                <p:cNvPr id="10293" name="Rectangle 20">
                  <a:extLst>
                    <a:ext uri="{FF2B5EF4-FFF2-40B4-BE49-F238E27FC236}">
                      <a16:creationId xmlns:a16="http://schemas.microsoft.com/office/drawing/2014/main" id="{13171141-5687-81F8-C6A9-E65600940FFD}"/>
                    </a:ext>
                  </a:extLst>
                </p:cNvPr>
                <p:cNvSpPr>
                  <a:spLocks noChangeArrowheads="1"/>
                </p:cNvSpPr>
                <p:nvPr/>
              </p:nvSpPr>
              <p:spPr bwMode="auto">
                <a:xfrm>
                  <a:off x="2530" y="2009"/>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A, B through Z</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94" name="Rectangle 21">
                  <a:extLst>
                    <a:ext uri="{FF2B5EF4-FFF2-40B4-BE49-F238E27FC236}">
                      <a16:creationId xmlns:a16="http://schemas.microsoft.com/office/drawing/2014/main" id="{8454B470-ED5A-F1E9-FAFA-7F8C5253A24A}"/>
                    </a:ext>
                  </a:extLst>
                </p:cNvPr>
                <p:cNvSpPr>
                  <a:spLocks noChangeArrowheads="1"/>
                </p:cNvSpPr>
                <p:nvPr/>
              </p:nvSpPr>
              <p:spPr bwMode="auto">
                <a:xfrm>
                  <a:off x="2480" y="2009"/>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4" name="Group 22">
                <a:extLst>
                  <a:ext uri="{FF2B5EF4-FFF2-40B4-BE49-F238E27FC236}">
                    <a16:creationId xmlns:a16="http://schemas.microsoft.com/office/drawing/2014/main" id="{79594CFF-D2F8-25D9-D0F3-02D328DCA15F}"/>
                  </a:ext>
                </a:extLst>
              </p:cNvPr>
              <p:cNvGrpSpPr>
                <a:grpSpLocks/>
              </p:cNvGrpSpPr>
              <p:nvPr/>
            </p:nvGrpSpPr>
            <p:grpSpPr bwMode="auto">
              <a:xfrm>
                <a:off x="3951" y="2009"/>
                <a:ext cx="1469" cy="326"/>
                <a:chOff x="3951" y="2009"/>
                <a:chExt cx="1469" cy="326"/>
              </a:xfrm>
            </p:grpSpPr>
            <p:sp>
              <p:nvSpPr>
                <p:cNvPr id="10291" name="Rectangle 23">
                  <a:extLst>
                    <a:ext uri="{FF2B5EF4-FFF2-40B4-BE49-F238E27FC236}">
                      <a16:creationId xmlns:a16="http://schemas.microsoft.com/office/drawing/2014/main" id="{80116801-9B0E-99CA-A795-99244357041F}"/>
                    </a:ext>
                  </a:extLst>
                </p:cNvPr>
                <p:cNvSpPr>
                  <a:spLocks noChangeArrowheads="1"/>
                </p:cNvSpPr>
                <p:nvPr/>
              </p:nvSpPr>
              <p:spPr bwMode="auto">
                <a:xfrm>
                  <a:off x="4001" y="2009"/>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26</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92" name="Rectangle 24">
                  <a:extLst>
                    <a:ext uri="{FF2B5EF4-FFF2-40B4-BE49-F238E27FC236}">
                      <a16:creationId xmlns:a16="http://schemas.microsoft.com/office/drawing/2014/main" id="{D44AE42E-0117-283B-6D6B-0255B5A5B36E}"/>
                    </a:ext>
                  </a:extLst>
                </p:cNvPr>
                <p:cNvSpPr>
                  <a:spLocks noChangeArrowheads="1"/>
                </p:cNvSpPr>
                <p:nvPr/>
              </p:nvSpPr>
              <p:spPr bwMode="auto">
                <a:xfrm>
                  <a:off x="3951" y="2009"/>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5" name="Group 25">
                <a:extLst>
                  <a:ext uri="{FF2B5EF4-FFF2-40B4-BE49-F238E27FC236}">
                    <a16:creationId xmlns:a16="http://schemas.microsoft.com/office/drawing/2014/main" id="{3CF1F840-ABA7-95B7-095D-08055C7436DE}"/>
                  </a:ext>
                </a:extLst>
              </p:cNvPr>
              <p:cNvGrpSpPr>
                <a:grpSpLocks/>
              </p:cNvGrpSpPr>
              <p:nvPr/>
            </p:nvGrpSpPr>
            <p:grpSpPr bwMode="auto">
              <a:xfrm>
                <a:off x="1010" y="2336"/>
                <a:ext cx="1469" cy="326"/>
                <a:chOff x="1010" y="2336"/>
                <a:chExt cx="1469" cy="326"/>
              </a:xfrm>
            </p:grpSpPr>
            <p:sp>
              <p:nvSpPr>
                <p:cNvPr id="10289" name="Rectangle 26">
                  <a:extLst>
                    <a:ext uri="{FF2B5EF4-FFF2-40B4-BE49-F238E27FC236}">
                      <a16:creationId xmlns:a16="http://schemas.microsoft.com/office/drawing/2014/main" id="{C1B04DF5-3CD8-2B1F-DCAD-12DCDB1CC320}"/>
                    </a:ext>
                  </a:extLst>
                </p:cNvPr>
                <p:cNvSpPr>
                  <a:spLocks noChangeArrowheads="1"/>
                </p:cNvSpPr>
                <p:nvPr/>
              </p:nvSpPr>
              <p:spPr bwMode="auto">
                <a:xfrm>
                  <a:off x="1060" y="2336"/>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Small letters</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90" name="Rectangle 27">
                  <a:extLst>
                    <a:ext uri="{FF2B5EF4-FFF2-40B4-BE49-F238E27FC236}">
                      <a16:creationId xmlns:a16="http://schemas.microsoft.com/office/drawing/2014/main" id="{9A8915B0-1E18-05F8-B1A1-DE3A76810B24}"/>
                    </a:ext>
                  </a:extLst>
                </p:cNvPr>
                <p:cNvSpPr>
                  <a:spLocks noChangeArrowheads="1"/>
                </p:cNvSpPr>
                <p:nvPr/>
              </p:nvSpPr>
              <p:spPr bwMode="auto">
                <a:xfrm>
                  <a:off x="1010" y="2336"/>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6" name="Group 28">
                <a:extLst>
                  <a:ext uri="{FF2B5EF4-FFF2-40B4-BE49-F238E27FC236}">
                    <a16:creationId xmlns:a16="http://schemas.microsoft.com/office/drawing/2014/main" id="{BC4931C1-17A3-4DC3-5669-534E5A382258}"/>
                  </a:ext>
                </a:extLst>
              </p:cNvPr>
              <p:cNvGrpSpPr>
                <a:grpSpLocks/>
              </p:cNvGrpSpPr>
              <p:nvPr/>
            </p:nvGrpSpPr>
            <p:grpSpPr bwMode="auto">
              <a:xfrm>
                <a:off x="2480" y="2336"/>
                <a:ext cx="1469" cy="326"/>
                <a:chOff x="2480" y="2336"/>
                <a:chExt cx="1469" cy="326"/>
              </a:xfrm>
            </p:grpSpPr>
            <p:sp>
              <p:nvSpPr>
                <p:cNvPr id="10287" name="Rectangle 29">
                  <a:extLst>
                    <a:ext uri="{FF2B5EF4-FFF2-40B4-BE49-F238E27FC236}">
                      <a16:creationId xmlns:a16="http://schemas.microsoft.com/office/drawing/2014/main" id="{18842E7E-7BAA-2FC6-5E60-B5DAA9AE73FE}"/>
                    </a:ext>
                  </a:extLst>
                </p:cNvPr>
                <p:cNvSpPr>
                  <a:spLocks noChangeArrowheads="1"/>
                </p:cNvSpPr>
                <p:nvPr/>
              </p:nvSpPr>
              <p:spPr bwMode="auto">
                <a:xfrm>
                  <a:off x="2530" y="2336"/>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a, b through z</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88" name="Rectangle 30">
                  <a:extLst>
                    <a:ext uri="{FF2B5EF4-FFF2-40B4-BE49-F238E27FC236}">
                      <a16:creationId xmlns:a16="http://schemas.microsoft.com/office/drawing/2014/main" id="{00A60954-3FAD-B6F1-594D-9F14B4022E9C}"/>
                    </a:ext>
                  </a:extLst>
                </p:cNvPr>
                <p:cNvSpPr>
                  <a:spLocks noChangeArrowheads="1"/>
                </p:cNvSpPr>
                <p:nvPr/>
              </p:nvSpPr>
              <p:spPr bwMode="auto">
                <a:xfrm>
                  <a:off x="2480" y="2336"/>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7" name="Group 31">
                <a:extLst>
                  <a:ext uri="{FF2B5EF4-FFF2-40B4-BE49-F238E27FC236}">
                    <a16:creationId xmlns:a16="http://schemas.microsoft.com/office/drawing/2014/main" id="{F86BBF99-E48C-D55C-1EA7-68535C25F3F9}"/>
                  </a:ext>
                </a:extLst>
              </p:cNvPr>
              <p:cNvGrpSpPr>
                <a:grpSpLocks/>
              </p:cNvGrpSpPr>
              <p:nvPr/>
            </p:nvGrpSpPr>
            <p:grpSpPr bwMode="auto">
              <a:xfrm>
                <a:off x="3951" y="2336"/>
                <a:ext cx="1469" cy="326"/>
                <a:chOff x="3951" y="2336"/>
                <a:chExt cx="1469" cy="326"/>
              </a:xfrm>
            </p:grpSpPr>
            <p:sp>
              <p:nvSpPr>
                <p:cNvPr id="10285" name="Rectangle 32">
                  <a:extLst>
                    <a:ext uri="{FF2B5EF4-FFF2-40B4-BE49-F238E27FC236}">
                      <a16:creationId xmlns:a16="http://schemas.microsoft.com/office/drawing/2014/main" id="{3416AFE5-C6CA-3B04-C19B-F7B651952DA0}"/>
                    </a:ext>
                  </a:extLst>
                </p:cNvPr>
                <p:cNvSpPr>
                  <a:spLocks noChangeArrowheads="1"/>
                </p:cNvSpPr>
                <p:nvPr/>
              </p:nvSpPr>
              <p:spPr bwMode="auto">
                <a:xfrm>
                  <a:off x="4001" y="2336"/>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26</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86" name="Rectangle 33">
                  <a:extLst>
                    <a:ext uri="{FF2B5EF4-FFF2-40B4-BE49-F238E27FC236}">
                      <a16:creationId xmlns:a16="http://schemas.microsoft.com/office/drawing/2014/main" id="{B8B27767-FA49-82CE-CC44-97CD5A9A931B}"/>
                    </a:ext>
                  </a:extLst>
                </p:cNvPr>
                <p:cNvSpPr>
                  <a:spLocks noChangeArrowheads="1"/>
                </p:cNvSpPr>
                <p:nvPr/>
              </p:nvSpPr>
              <p:spPr bwMode="auto">
                <a:xfrm>
                  <a:off x="3951" y="2336"/>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8" name="Group 34">
                <a:extLst>
                  <a:ext uri="{FF2B5EF4-FFF2-40B4-BE49-F238E27FC236}">
                    <a16:creationId xmlns:a16="http://schemas.microsoft.com/office/drawing/2014/main" id="{291F8936-E598-0F64-67B3-3D1D680C764F}"/>
                  </a:ext>
                </a:extLst>
              </p:cNvPr>
              <p:cNvGrpSpPr>
                <a:grpSpLocks/>
              </p:cNvGrpSpPr>
              <p:nvPr/>
            </p:nvGrpSpPr>
            <p:grpSpPr bwMode="auto">
              <a:xfrm>
                <a:off x="1010" y="2663"/>
                <a:ext cx="1469" cy="326"/>
                <a:chOff x="1010" y="2663"/>
                <a:chExt cx="1469" cy="326"/>
              </a:xfrm>
            </p:grpSpPr>
            <p:sp>
              <p:nvSpPr>
                <p:cNvPr id="10283" name="Rectangle 35">
                  <a:extLst>
                    <a:ext uri="{FF2B5EF4-FFF2-40B4-BE49-F238E27FC236}">
                      <a16:creationId xmlns:a16="http://schemas.microsoft.com/office/drawing/2014/main" id="{D86FD30D-4137-508E-DED3-8D9CF56F3ADF}"/>
                    </a:ext>
                  </a:extLst>
                </p:cNvPr>
                <p:cNvSpPr>
                  <a:spLocks noChangeArrowheads="1"/>
                </p:cNvSpPr>
                <p:nvPr/>
              </p:nvSpPr>
              <p:spPr bwMode="auto">
                <a:xfrm>
                  <a:off x="1060" y="2663"/>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Numbers</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84" name="Rectangle 36">
                  <a:extLst>
                    <a:ext uri="{FF2B5EF4-FFF2-40B4-BE49-F238E27FC236}">
                      <a16:creationId xmlns:a16="http://schemas.microsoft.com/office/drawing/2014/main" id="{01ED7E07-107B-3187-0085-163E501DB6C2}"/>
                    </a:ext>
                  </a:extLst>
                </p:cNvPr>
                <p:cNvSpPr>
                  <a:spLocks noChangeArrowheads="1"/>
                </p:cNvSpPr>
                <p:nvPr/>
              </p:nvSpPr>
              <p:spPr bwMode="auto">
                <a:xfrm>
                  <a:off x="1010" y="2663"/>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59" name="Group 37">
                <a:extLst>
                  <a:ext uri="{FF2B5EF4-FFF2-40B4-BE49-F238E27FC236}">
                    <a16:creationId xmlns:a16="http://schemas.microsoft.com/office/drawing/2014/main" id="{6D662956-CBF0-4CE7-17C5-2308B7F994A6}"/>
                  </a:ext>
                </a:extLst>
              </p:cNvPr>
              <p:cNvGrpSpPr>
                <a:grpSpLocks/>
              </p:cNvGrpSpPr>
              <p:nvPr/>
            </p:nvGrpSpPr>
            <p:grpSpPr bwMode="auto">
              <a:xfrm>
                <a:off x="2480" y="2663"/>
                <a:ext cx="1469" cy="326"/>
                <a:chOff x="2480" y="2663"/>
                <a:chExt cx="1469" cy="326"/>
              </a:xfrm>
            </p:grpSpPr>
            <p:sp>
              <p:nvSpPr>
                <p:cNvPr id="10281" name="Rectangle 38">
                  <a:extLst>
                    <a:ext uri="{FF2B5EF4-FFF2-40B4-BE49-F238E27FC236}">
                      <a16:creationId xmlns:a16="http://schemas.microsoft.com/office/drawing/2014/main" id="{9BCA035A-AA4D-C1BC-975A-6BD853C8ABF3}"/>
                    </a:ext>
                  </a:extLst>
                </p:cNvPr>
                <p:cNvSpPr>
                  <a:spLocks noChangeArrowheads="1"/>
                </p:cNvSpPr>
                <p:nvPr/>
              </p:nvSpPr>
              <p:spPr bwMode="auto">
                <a:xfrm>
                  <a:off x="2530" y="2663"/>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0, 1 through 9</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82" name="Rectangle 39">
                  <a:extLst>
                    <a:ext uri="{FF2B5EF4-FFF2-40B4-BE49-F238E27FC236}">
                      <a16:creationId xmlns:a16="http://schemas.microsoft.com/office/drawing/2014/main" id="{EC0FABC8-4842-9E47-8F90-7CB483CF6D4C}"/>
                    </a:ext>
                  </a:extLst>
                </p:cNvPr>
                <p:cNvSpPr>
                  <a:spLocks noChangeArrowheads="1"/>
                </p:cNvSpPr>
                <p:nvPr/>
              </p:nvSpPr>
              <p:spPr bwMode="auto">
                <a:xfrm>
                  <a:off x="2480" y="2663"/>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0" name="Group 40">
                <a:extLst>
                  <a:ext uri="{FF2B5EF4-FFF2-40B4-BE49-F238E27FC236}">
                    <a16:creationId xmlns:a16="http://schemas.microsoft.com/office/drawing/2014/main" id="{C4260C0D-4DC5-A1DE-F086-7C05911CF66B}"/>
                  </a:ext>
                </a:extLst>
              </p:cNvPr>
              <p:cNvGrpSpPr>
                <a:grpSpLocks/>
              </p:cNvGrpSpPr>
              <p:nvPr/>
            </p:nvGrpSpPr>
            <p:grpSpPr bwMode="auto">
              <a:xfrm>
                <a:off x="3951" y="2663"/>
                <a:ext cx="1469" cy="326"/>
                <a:chOff x="3951" y="2663"/>
                <a:chExt cx="1469" cy="326"/>
              </a:xfrm>
            </p:grpSpPr>
            <p:sp>
              <p:nvSpPr>
                <p:cNvPr id="10279" name="Rectangle 41">
                  <a:extLst>
                    <a:ext uri="{FF2B5EF4-FFF2-40B4-BE49-F238E27FC236}">
                      <a16:creationId xmlns:a16="http://schemas.microsoft.com/office/drawing/2014/main" id="{78421C07-C294-E149-4A39-39449CBB5A09}"/>
                    </a:ext>
                  </a:extLst>
                </p:cNvPr>
                <p:cNvSpPr>
                  <a:spLocks noChangeArrowheads="1"/>
                </p:cNvSpPr>
                <p:nvPr/>
              </p:nvSpPr>
              <p:spPr bwMode="auto">
                <a:xfrm>
                  <a:off x="4001" y="2663"/>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10</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80" name="Rectangle 42">
                  <a:extLst>
                    <a:ext uri="{FF2B5EF4-FFF2-40B4-BE49-F238E27FC236}">
                      <a16:creationId xmlns:a16="http://schemas.microsoft.com/office/drawing/2014/main" id="{DBC6E4A9-23EE-A065-0218-7DB3CDF55269}"/>
                    </a:ext>
                  </a:extLst>
                </p:cNvPr>
                <p:cNvSpPr>
                  <a:spLocks noChangeArrowheads="1"/>
                </p:cNvSpPr>
                <p:nvPr/>
              </p:nvSpPr>
              <p:spPr bwMode="auto">
                <a:xfrm>
                  <a:off x="3951" y="2663"/>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1" name="Group 43">
                <a:extLst>
                  <a:ext uri="{FF2B5EF4-FFF2-40B4-BE49-F238E27FC236}">
                    <a16:creationId xmlns:a16="http://schemas.microsoft.com/office/drawing/2014/main" id="{CB3CCE4B-1D36-93EE-BFAF-C14182DB7465}"/>
                  </a:ext>
                </a:extLst>
              </p:cNvPr>
              <p:cNvGrpSpPr>
                <a:grpSpLocks/>
              </p:cNvGrpSpPr>
              <p:nvPr/>
            </p:nvGrpSpPr>
            <p:grpSpPr bwMode="auto">
              <a:xfrm>
                <a:off x="1010" y="2990"/>
                <a:ext cx="1469" cy="326"/>
                <a:chOff x="1010" y="2990"/>
                <a:chExt cx="1469" cy="326"/>
              </a:xfrm>
            </p:grpSpPr>
            <p:sp>
              <p:nvSpPr>
                <p:cNvPr id="10277" name="Rectangle 44">
                  <a:extLst>
                    <a:ext uri="{FF2B5EF4-FFF2-40B4-BE49-F238E27FC236}">
                      <a16:creationId xmlns:a16="http://schemas.microsoft.com/office/drawing/2014/main" id="{00C67FB5-CE35-704B-EF0C-00543C82709E}"/>
                    </a:ext>
                  </a:extLst>
                </p:cNvPr>
                <p:cNvSpPr>
                  <a:spLocks noChangeArrowheads="1"/>
                </p:cNvSpPr>
                <p:nvPr/>
              </p:nvSpPr>
              <p:spPr bwMode="auto">
                <a:xfrm>
                  <a:off x="1060" y="2990"/>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Special characters</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78" name="Rectangle 45">
                  <a:extLst>
                    <a:ext uri="{FF2B5EF4-FFF2-40B4-BE49-F238E27FC236}">
                      <a16:creationId xmlns:a16="http://schemas.microsoft.com/office/drawing/2014/main" id="{55A4B8E5-3602-EFAF-2BEB-5723419D1E74}"/>
                    </a:ext>
                  </a:extLst>
                </p:cNvPr>
                <p:cNvSpPr>
                  <a:spLocks noChangeArrowheads="1"/>
                </p:cNvSpPr>
                <p:nvPr/>
              </p:nvSpPr>
              <p:spPr bwMode="auto">
                <a:xfrm>
                  <a:off x="1010" y="2990"/>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2" name="Group 46">
                <a:extLst>
                  <a:ext uri="{FF2B5EF4-FFF2-40B4-BE49-F238E27FC236}">
                    <a16:creationId xmlns:a16="http://schemas.microsoft.com/office/drawing/2014/main" id="{153DA6E3-0E04-7923-5ACE-A938139C160F}"/>
                  </a:ext>
                </a:extLst>
              </p:cNvPr>
              <p:cNvGrpSpPr>
                <a:grpSpLocks/>
              </p:cNvGrpSpPr>
              <p:nvPr/>
            </p:nvGrpSpPr>
            <p:grpSpPr bwMode="auto">
              <a:xfrm>
                <a:off x="2480" y="2990"/>
                <a:ext cx="1469" cy="326"/>
                <a:chOff x="2480" y="2990"/>
                <a:chExt cx="1469" cy="326"/>
              </a:xfrm>
            </p:grpSpPr>
            <p:sp>
              <p:nvSpPr>
                <p:cNvPr id="10275" name="Rectangle 47">
                  <a:extLst>
                    <a:ext uri="{FF2B5EF4-FFF2-40B4-BE49-F238E27FC236}">
                      <a16:creationId xmlns:a16="http://schemas.microsoft.com/office/drawing/2014/main" id="{A188CDAB-D4A7-1FAC-382E-AC7B2FFA1BB0}"/>
                    </a:ext>
                  </a:extLst>
                </p:cNvPr>
                <p:cNvSpPr>
                  <a:spLocks noChangeArrowheads="1"/>
                </p:cNvSpPr>
                <p:nvPr/>
              </p:nvSpPr>
              <p:spPr bwMode="auto">
                <a:xfrm>
                  <a:off x="2530" y="2990"/>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 * , ! @ # $ etc</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76" name="Rectangle 48">
                  <a:extLst>
                    <a:ext uri="{FF2B5EF4-FFF2-40B4-BE49-F238E27FC236}">
                      <a16:creationId xmlns:a16="http://schemas.microsoft.com/office/drawing/2014/main" id="{473B1A26-43A0-7AE8-18B7-A5F396BDC03B}"/>
                    </a:ext>
                  </a:extLst>
                </p:cNvPr>
                <p:cNvSpPr>
                  <a:spLocks noChangeArrowheads="1"/>
                </p:cNvSpPr>
                <p:nvPr/>
              </p:nvSpPr>
              <p:spPr bwMode="auto">
                <a:xfrm>
                  <a:off x="2480" y="2990"/>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3" name="Group 49">
                <a:extLst>
                  <a:ext uri="{FF2B5EF4-FFF2-40B4-BE49-F238E27FC236}">
                    <a16:creationId xmlns:a16="http://schemas.microsoft.com/office/drawing/2014/main" id="{403B47C2-5952-282E-28C1-66D3021C6B5F}"/>
                  </a:ext>
                </a:extLst>
              </p:cNvPr>
              <p:cNvGrpSpPr>
                <a:grpSpLocks/>
              </p:cNvGrpSpPr>
              <p:nvPr/>
            </p:nvGrpSpPr>
            <p:grpSpPr bwMode="auto">
              <a:xfrm>
                <a:off x="3951" y="2990"/>
                <a:ext cx="1469" cy="326"/>
                <a:chOff x="3951" y="2990"/>
                <a:chExt cx="1469" cy="326"/>
              </a:xfrm>
            </p:grpSpPr>
            <p:sp>
              <p:nvSpPr>
                <p:cNvPr id="10273" name="Rectangle 50">
                  <a:extLst>
                    <a:ext uri="{FF2B5EF4-FFF2-40B4-BE49-F238E27FC236}">
                      <a16:creationId xmlns:a16="http://schemas.microsoft.com/office/drawing/2014/main" id="{89650FAA-E467-3FAB-B94D-72581E955B41}"/>
                    </a:ext>
                  </a:extLst>
                </p:cNvPr>
                <p:cNvSpPr>
                  <a:spLocks noChangeArrowheads="1"/>
                </p:cNvSpPr>
                <p:nvPr/>
              </p:nvSpPr>
              <p:spPr bwMode="auto">
                <a:xfrm>
                  <a:off x="4001" y="2990"/>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100 (approx)</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74" name="Rectangle 51">
                  <a:extLst>
                    <a:ext uri="{FF2B5EF4-FFF2-40B4-BE49-F238E27FC236}">
                      <a16:creationId xmlns:a16="http://schemas.microsoft.com/office/drawing/2014/main" id="{D077E6E9-FFA1-3EB9-B119-1FB2B4CDFF59}"/>
                    </a:ext>
                  </a:extLst>
                </p:cNvPr>
                <p:cNvSpPr>
                  <a:spLocks noChangeArrowheads="1"/>
                </p:cNvSpPr>
                <p:nvPr/>
              </p:nvSpPr>
              <p:spPr bwMode="auto">
                <a:xfrm>
                  <a:off x="3951" y="2990"/>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4" name="Group 52">
                <a:extLst>
                  <a:ext uri="{FF2B5EF4-FFF2-40B4-BE49-F238E27FC236}">
                    <a16:creationId xmlns:a16="http://schemas.microsoft.com/office/drawing/2014/main" id="{B62F7CF8-BBF5-3197-B44F-6264B4FE0694}"/>
                  </a:ext>
                </a:extLst>
              </p:cNvPr>
              <p:cNvGrpSpPr>
                <a:grpSpLocks/>
              </p:cNvGrpSpPr>
              <p:nvPr/>
            </p:nvGrpSpPr>
            <p:grpSpPr bwMode="auto">
              <a:xfrm>
                <a:off x="1010" y="3317"/>
                <a:ext cx="1469" cy="326"/>
                <a:chOff x="1010" y="3317"/>
                <a:chExt cx="1469" cy="326"/>
              </a:xfrm>
            </p:grpSpPr>
            <p:sp>
              <p:nvSpPr>
                <p:cNvPr id="10271" name="Rectangle 53">
                  <a:extLst>
                    <a:ext uri="{FF2B5EF4-FFF2-40B4-BE49-F238E27FC236}">
                      <a16:creationId xmlns:a16="http://schemas.microsoft.com/office/drawing/2014/main" id="{0794DDA4-960A-B18A-0A87-C09B43790A41}"/>
                    </a:ext>
                  </a:extLst>
                </p:cNvPr>
                <p:cNvSpPr>
                  <a:spLocks noChangeArrowheads="1"/>
                </p:cNvSpPr>
                <p:nvPr/>
              </p:nvSpPr>
              <p:spPr bwMode="auto">
                <a:xfrm>
                  <a:off x="1060" y="3317"/>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b="1">
                      <a:solidFill>
                        <a:srgbClr val="000000"/>
                      </a:solidFill>
                      <a:latin typeface="Arial" panose="020B0604020202020204" pitchFamily="34" charset="0"/>
                      <a:cs typeface="Times New Roman" panose="02020603050405020304" pitchFamily="18" charset="0"/>
                    </a:rPr>
                    <a:t>Total</a:t>
                  </a:r>
                </a:p>
                <a:p>
                  <a:pPr algn="just">
                    <a:buClrTx/>
                    <a:buSzPct val="60000"/>
                    <a:buFontTx/>
                    <a:buNone/>
                  </a:pPr>
                  <a:endParaRPr lang="en-US" altLang="en-US" b="1">
                    <a:solidFill>
                      <a:srgbClr val="000000"/>
                    </a:solidFill>
                    <a:latin typeface="Arial" panose="020B0604020202020204" pitchFamily="34" charset="0"/>
                    <a:cs typeface="Times New Roman" panose="02020603050405020304" pitchFamily="18" charset="0"/>
                  </a:endParaRPr>
                </a:p>
              </p:txBody>
            </p:sp>
            <p:sp>
              <p:nvSpPr>
                <p:cNvPr id="10272" name="Rectangle 54">
                  <a:extLst>
                    <a:ext uri="{FF2B5EF4-FFF2-40B4-BE49-F238E27FC236}">
                      <a16:creationId xmlns:a16="http://schemas.microsoft.com/office/drawing/2014/main" id="{EC56AE54-74E7-B610-ED23-16F4553D630A}"/>
                    </a:ext>
                  </a:extLst>
                </p:cNvPr>
                <p:cNvSpPr>
                  <a:spLocks noChangeArrowheads="1"/>
                </p:cNvSpPr>
                <p:nvPr/>
              </p:nvSpPr>
              <p:spPr bwMode="auto">
                <a:xfrm>
                  <a:off x="1010" y="3317"/>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5" name="Group 55">
                <a:extLst>
                  <a:ext uri="{FF2B5EF4-FFF2-40B4-BE49-F238E27FC236}">
                    <a16:creationId xmlns:a16="http://schemas.microsoft.com/office/drawing/2014/main" id="{8B800906-93F3-6E4E-6881-89A38B8327BA}"/>
                  </a:ext>
                </a:extLst>
              </p:cNvPr>
              <p:cNvGrpSpPr>
                <a:grpSpLocks/>
              </p:cNvGrpSpPr>
              <p:nvPr/>
            </p:nvGrpSpPr>
            <p:grpSpPr bwMode="auto">
              <a:xfrm>
                <a:off x="2480" y="3317"/>
                <a:ext cx="1469" cy="326"/>
                <a:chOff x="2480" y="3317"/>
                <a:chExt cx="1469" cy="326"/>
              </a:xfrm>
            </p:grpSpPr>
            <p:sp>
              <p:nvSpPr>
                <p:cNvPr id="10269" name="Rectangle 56">
                  <a:extLst>
                    <a:ext uri="{FF2B5EF4-FFF2-40B4-BE49-F238E27FC236}">
                      <a16:creationId xmlns:a16="http://schemas.microsoft.com/office/drawing/2014/main" id="{AF98D07A-1EE4-0867-91F3-37CE9CF5FA1A}"/>
                    </a:ext>
                  </a:extLst>
                </p:cNvPr>
                <p:cNvSpPr>
                  <a:spLocks noChangeArrowheads="1"/>
                </p:cNvSpPr>
                <p:nvPr/>
              </p:nvSpPr>
              <p:spPr bwMode="auto">
                <a:xfrm>
                  <a:off x="2530" y="3317"/>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a:solidFill>
                        <a:srgbClr val="000000"/>
                      </a:solidFill>
                      <a:latin typeface="Arial" panose="020B0604020202020204" pitchFamily="34" charset="0"/>
                      <a:cs typeface="Times New Roman" panose="02020603050405020304" pitchFamily="18" charset="0"/>
                    </a:rPr>
                    <a:t> </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70" name="Rectangle 57">
                  <a:extLst>
                    <a:ext uri="{FF2B5EF4-FFF2-40B4-BE49-F238E27FC236}">
                      <a16:creationId xmlns:a16="http://schemas.microsoft.com/office/drawing/2014/main" id="{F87F6C61-E61B-EBFC-C0BE-517126B310EB}"/>
                    </a:ext>
                  </a:extLst>
                </p:cNvPr>
                <p:cNvSpPr>
                  <a:spLocks noChangeArrowheads="1"/>
                </p:cNvSpPr>
                <p:nvPr/>
              </p:nvSpPr>
              <p:spPr bwMode="auto">
                <a:xfrm>
                  <a:off x="2480" y="3317"/>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0266" name="Group 58">
                <a:extLst>
                  <a:ext uri="{FF2B5EF4-FFF2-40B4-BE49-F238E27FC236}">
                    <a16:creationId xmlns:a16="http://schemas.microsoft.com/office/drawing/2014/main" id="{0D64F6BD-DC67-9148-66E0-936785B4DDC6}"/>
                  </a:ext>
                </a:extLst>
              </p:cNvPr>
              <p:cNvGrpSpPr>
                <a:grpSpLocks/>
              </p:cNvGrpSpPr>
              <p:nvPr/>
            </p:nvGrpSpPr>
            <p:grpSpPr bwMode="auto">
              <a:xfrm>
                <a:off x="3951" y="3317"/>
                <a:ext cx="1469" cy="326"/>
                <a:chOff x="3951" y="3317"/>
                <a:chExt cx="1469" cy="326"/>
              </a:xfrm>
            </p:grpSpPr>
            <p:sp>
              <p:nvSpPr>
                <p:cNvPr id="10267" name="Rectangle 59">
                  <a:extLst>
                    <a:ext uri="{FF2B5EF4-FFF2-40B4-BE49-F238E27FC236}">
                      <a16:creationId xmlns:a16="http://schemas.microsoft.com/office/drawing/2014/main" id="{D1EC88CB-D292-4597-CEA7-2C1E13F7070B}"/>
                    </a:ext>
                  </a:extLst>
                </p:cNvPr>
                <p:cNvSpPr>
                  <a:spLocks noChangeArrowheads="1"/>
                </p:cNvSpPr>
                <p:nvPr/>
              </p:nvSpPr>
              <p:spPr bwMode="auto">
                <a:xfrm>
                  <a:off x="4001" y="3317"/>
                  <a:ext cx="1369" cy="3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b="1">
                      <a:solidFill>
                        <a:srgbClr val="000000"/>
                      </a:solidFill>
                      <a:latin typeface="Arial" panose="020B0604020202020204" pitchFamily="34" charset="0"/>
                      <a:cs typeface="Times New Roman" panose="02020603050405020304" pitchFamily="18" charset="0"/>
                    </a:rPr>
                    <a:t>162 </a:t>
                  </a:r>
                  <a:r>
                    <a:rPr lang="en-US" altLang="en-US">
                      <a:solidFill>
                        <a:srgbClr val="000000"/>
                      </a:solidFill>
                      <a:latin typeface="Arial" panose="020B0604020202020204" pitchFamily="34" charset="0"/>
                      <a:cs typeface="Times New Roman" panose="02020603050405020304" pitchFamily="18" charset="0"/>
                    </a:rPr>
                    <a:t>(approx)</a:t>
                  </a:r>
                </a:p>
                <a:p>
                  <a:pPr algn="just">
                    <a:buClrTx/>
                    <a:buSzPct val="60000"/>
                    <a:buFontTx/>
                    <a:buNone/>
                  </a:pPr>
                  <a:endParaRPr lang="en-US" altLang="en-US">
                    <a:solidFill>
                      <a:srgbClr val="000000"/>
                    </a:solidFill>
                    <a:latin typeface="Arial" panose="020B0604020202020204" pitchFamily="34" charset="0"/>
                    <a:cs typeface="Times New Roman" panose="02020603050405020304" pitchFamily="18" charset="0"/>
                  </a:endParaRPr>
                </a:p>
              </p:txBody>
            </p:sp>
            <p:sp>
              <p:nvSpPr>
                <p:cNvPr id="10268" name="Rectangle 60">
                  <a:extLst>
                    <a:ext uri="{FF2B5EF4-FFF2-40B4-BE49-F238E27FC236}">
                      <a16:creationId xmlns:a16="http://schemas.microsoft.com/office/drawing/2014/main" id="{568D1C0C-DAF6-D6E5-3782-C8E23DEBF374}"/>
                    </a:ext>
                  </a:extLst>
                </p:cNvPr>
                <p:cNvSpPr>
                  <a:spLocks noChangeArrowheads="1"/>
                </p:cNvSpPr>
                <p:nvPr/>
              </p:nvSpPr>
              <p:spPr bwMode="auto">
                <a:xfrm>
                  <a:off x="3951" y="3317"/>
                  <a:ext cx="1469" cy="3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10248" name="Rectangle 61">
              <a:extLst>
                <a:ext uri="{FF2B5EF4-FFF2-40B4-BE49-F238E27FC236}">
                  <a16:creationId xmlns:a16="http://schemas.microsoft.com/office/drawing/2014/main" id="{CD1A82EA-D879-4746-F5EC-514EA7BB611D}"/>
                </a:ext>
              </a:extLst>
            </p:cNvPr>
            <p:cNvSpPr>
              <a:spLocks noChangeArrowheads="1"/>
            </p:cNvSpPr>
            <p:nvPr/>
          </p:nvSpPr>
          <p:spPr bwMode="auto">
            <a:xfrm>
              <a:off x="1008" y="1680"/>
              <a:ext cx="4415" cy="1965"/>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 Box 1">
            <a:extLst>
              <a:ext uri="{FF2B5EF4-FFF2-40B4-BE49-F238E27FC236}">
                <a16:creationId xmlns:a16="http://schemas.microsoft.com/office/drawing/2014/main" id="{B39E12F6-A3E3-5462-A192-F3E44D80FE3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2291" name="Text Box 2">
            <a:extLst>
              <a:ext uri="{FF2B5EF4-FFF2-40B4-BE49-F238E27FC236}">
                <a16:creationId xmlns:a16="http://schemas.microsoft.com/office/drawing/2014/main" id="{CAA8760E-97E0-D1C2-DCE0-B0B6CABF740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18B473B-2557-41AA-A6B1-B7A5CB01C69E}" type="slidenum">
              <a:rPr lang="en-US" altLang="en-US" sz="1400">
                <a:solidFill>
                  <a:srgbClr val="000000"/>
                </a:solidFill>
              </a:rPr>
              <a:pPr algn="r" eaLnBrk="1" hangingPunct="1">
                <a:buClrTx/>
                <a:buSzPct val="60000"/>
                <a:buFontTx/>
                <a:buNone/>
              </a:pPr>
              <a:t>5</a:t>
            </a:fld>
            <a:endParaRPr lang="en-US" altLang="en-US" sz="1400">
              <a:solidFill>
                <a:srgbClr val="000000"/>
              </a:solidFill>
            </a:endParaRPr>
          </a:p>
        </p:txBody>
      </p:sp>
      <p:sp>
        <p:nvSpPr>
          <p:cNvPr id="12292" name="Text Box 3">
            <a:extLst>
              <a:ext uri="{FF2B5EF4-FFF2-40B4-BE49-F238E27FC236}">
                <a16:creationId xmlns:a16="http://schemas.microsoft.com/office/drawing/2014/main" id="{E09E295E-02F4-A535-294E-D9AE1CE32FB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Using Bulbs – Lack of Accuracy</a:t>
            </a:r>
          </a:p>
        </p:txBody>
      </p:sp>
      <p:sp>
        <p:nvSpPr>
          <p:cNvPr id="12293" name="Text Box 4">
            <a:extLst>
              <a:ext uri="{FF2B5EF4-FFF2-40B4-BE49-F238E27FC236}">
                <a16:creationId xmlns:a16="http://schemas.microsoft.com/office/drawing/2014/main" id="{85E94C7A-9ED2-DF3D-498B-1516AAC285F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2294" name="Group 5">
            <a:extLst>
              <a:ext uri="{FF2B5EF4-FFF2-40B4-BE49-F238E27FC236}">
                <a16:creationId xmlns:a16="http://schemas.microsoft.com/office/drawing/2014/main" id="{6400604B-EF72-A387-9637-9776A2137F96}"/>
              </a:ext>
            </a:extLst>
          </p:cNvPr>
          <p:cNvGrpSpPr>
            <a:grpSpLocks/>
          </p:cNvGrpSpPr>
          <p:nvPr/>
        </p:nvGrpSpPr>
        <p:grpSpPr bwMode="auto">
          <a:xfrm>
            <a:off x="1752600" y="2667000"/>
            <a:ext cx="5751513" cy="2627313"/>
            <a:chOff x="1104" y="1680"/>
            <a:chExt cx="3623" cy="1655"/>
          </a:xfrm>
        </p:grpSpPr>
        <p:sp>
          <p:nvSpPr>
            <p:cNvPr id="12295" name="Rectangle 6">
              <a:extLst>
                <a:ext uri="{FF2B5EF4-FFF2-40B4-BE49-F238E27FC236}">
                  <a16:creationId xmlns:a16="http://schemas.microsoft.com/office/drawing/2014/main" id="{488D315F-249E-5937-8157-84AF8AF41ECB}"/>
                </a:ext>
              </a:extLst>
            </p:cNvPr>
            <p:cNvSpPr>
              <a:spLocks noChangeArrowheads="1"/>
            </p:cNvSpPr>
            <p:nvPr/>
          </p:nvSpPr>
          <p:spPr bwMode="auto">
            <a:xfrm>
              <a:off x="1104" y="1680"/>
              <a:ext cx="3623" cy="165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296" name="Rectangle 7">
              <a:extLst>
                <a:ext uri="{FF2B5EF4-FFF2-40B4-BE49-F238E27FC236}">
                  <a16:creationId xmlns:a16="http://schemas.microsoft.com/office/drawing/2014/main" id="{1694ADC6-86AF-D71C-68EC-D85B6F728BCD}"/>
                </a:ext>
              </a:extLst>
            </p:cNvPr>
            <p:cNvSpPr>
              <a:spLocks noChangeArrowheads="1"/>
            </p:cNvSpPr>
            <p:nvPr/>
          </p:nvSpPr>
          <p:spPr bwMode="auto">
            <a:xfrm>
              <a:off x="1703" y="1780"/>
              <a:ext cx="1036" cy="13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297" name="Rectangle 8">
              <a:extLst>
                <a:ext uri="{FF2B5EF4-FFF2-40B4-BE49-F238E27FC236}">
                  <a16:creationId xmlns:a16="http://schemas.microsoft.com/office/drawing/2014/main" id="{C678EAE0-F40E-B798-2897-2A620092156A}"/>
                </a:ext>
              </a:extLst>
            </p:cNvPr>
            <p:cNvSpPr>
              <a:spLocks noChangeArrowheads="1"/>
            </p:cNvSpPr>
            <p:nvPr/>
          </p:nvSpPr>
          <p:spPr bwMode="auto">
            <a:xfrm>
              <a:off x="2903" y="1780"/>
              <a:ext cx="1036" cy="13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298" name="Text Box 9">
              <a:extLst>
                <a:ext uri="{FF2B5EF4-FFF2-40B4-BE49-F238E27FC236}">
                  <a16:creationId xmlns:a16="http://schemas.microsoft.com/office/drawing/2014/main" id="{E6F8935E-80EC-B49D-5C41-F858EA3299B9}"/>
                </a:ext>
              </a:extLst>
            </p:cNvPr>
            <p:cNvSpPr txBox="1">
              <a:spLocks noChangeArrowheads="1"/>
            </p:cNvSpPr>
            <p:nvPr/>
          </p:nvSpPr>
          <p:spPr bwMode="auto">
            <a:xfrm>
              <a:off x="1881" y="2419"/>
              <a:ext cx="633" cy="63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 Z a</a:t>
              </a:r>
            </a:p>
            <a:p>
              <a:pPr>
                <a:buClrTx/>
                <a:buSzPct val="60000"/>
                <a:buFontTx/>
                <a:buNone/>
              </a:pPr>
              <a:r>
                <a:rPr lang="en-US" altLang="en-US" sz="1200" b="1">
                  <a:solidFill>
                    <a:srgbClr val="000000"/>
                  </a:solidFill>
                  <a:latin typeface="Times New Roman" panose="02020603050405020304" pitchFamily="18" charset="0"/>
                </a:rPr>
                <a:t>#                  b</a:t>
              </a:r>
            </a:p>
            <a:p>
              <a:pPr>
                <a:buClrTx/>
                <a:buSzPct val="60000"/>
                <a:buFontTx/>
                <a:buNone/>
              </a:pPr>
              <a:r>
                <a:rPr lang="en-US" altLang="en-US" sz="1200" b="1">
                  <a:solidFill>
                    <a:srgbClr val="000000"/>
                  </a:solidFill>
                  <a:latin typeface="Times New Roman" panose="02020603050405020304" pitchFamily="18" charset="0"/>
                </a:rPr>
                <a:t>*</a:t>
              </a:r>
            </a:p>
          </p:txBody>
        </p:sp>
        <p:sp>
          <p:nvSpPr>
            <p:cNvPr id="12299" name="Line 10">
              <a:extLst>
                <a:ext uri="{FF2B5EF4-FFF2-40B4-BE49-F238E27FC236}">
                  <a16:creationId xmlns:a16="http://schemas.microsoft.com/office/drawing/2014/main" id="{185F3872-C563-4744-9B29-3930D7C1ACE3}"/>
                </a:ext>
              </a:extLst>
            </p:cNvPr>
            <p:cNvSpPr>
              <a:spLocks noChangeShapeType="1"/>
            </p:cNvSpPr>
            <p:nvPr/>
          </p:nvSpPr>
          <p:spPr bwMode="auto">
            <a:xfrm flipV="1">
              <a:off x="2151" y="2612"/>
              <a:ext cx="57" cy="23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0" name="Rectangle 11">
              <a:extLst>
                <a:ext uri="{FF2B5EF4-FFF2-40B4-BE49-F238E27FC236}">
                  <a16:creationId xmlns:a16="http://schemas.microsoft.com/office/drawing/2014/main" id="{E24E5AAC-9B9E-F247-BD25-BC1E89A37E53}"/>
                </a:ext>
              </a:extLst>
            </p:cNvPr>
            <p:cNvSpPr>
              <a:spLocks noChangeArrowheads="1"/>
            </p:cNvSpPr>
            <p:nvPr/>
          </p:nvSpPr>
          <p:spPr bwMode="auto">
            <a:xfrm>
              <a:off x="2106" y="2241"/>
              <a:ext cx="172" cy="1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01" name="Rectangle 12">
              <a:extLst>
                <a:ext uri="{FF2B5EF4-FFF2-40B4-BE49-F238E27FC236}">
                  <a16:creationId xmlns:a16="http://schemas.microsoft.com/office/drawing/2014/main" id="{5D58D2AD-A681-0101-9925-8D964AD763B9}"/>
                </a:ext>
              </a:extLst>
            </p:cNvPr>
            <p:cNvSpPr>
              <a:spLocks noChangeArrowheads="1"/>
            </p:cNvSpPr>
            <p:nvPr/>
          </p:nvSpPr>
          <p:spPr bwMode="auto">
            <a:xfrm>
              <a:off x="1991" y="2126"/>
              <a:ext cx="402" cy="11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02" name="Rectangle 13">
              <a:extLst>
                <a:ext uri="{FF2B5EF4-FFF2-40B4-BE49-F238E27FC236}">
                  <a16:creationId xmlns:a16="http://schemas.microsoft.com/office/drawing/2014/main" id="{4EAD7376-3C4F-3B26-F0D8-8592E446B0D3}"/>
                </a:ext>
              </a:extLst>
            </p:cNvPr>
            <p:cNvSpPr>
              <a:spLocks noChangeArrowheads="1"/>
            </p:cNvSpPr>
            <p:nvPr/>
          </p:nvSpPr>
          <p:spPr bwMode="auto">
            <a:xfrm>
              <a:off x="2106" y="2184"/>
              <a:ext cx="172" cy="5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03" name="Line 14">
              <a:extLst>
                <a:ext uri="{FF2B5EF4-FFF2-40B4-BE49-F238E27FC236}">
                  <a16:creationId xmlns:a16="http://schemas.microsoft.com/office/drawing/2014/main" id="{94C08777-4FF8-6065-E6A3-21457D212CE7}"/>
                </a:ext>
              </a:extLst>
            </p:cNvPr>
            <p:cNvSpPr>
              <a:spLocks noChangeShapeType="1"/>
            </p:cNvSpPr>
            <p:nvPr/>
          </p:nvSpPr>
          <p:spPr bwMode="auto">
            <a:xfrm>
              <a:off x="1818" y="2011"/>
              <a:ext cx="114"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4" name="Line 15">
              <a:extLst>
                <a:ext uri="{FF2B5EF4-FFF2-40B4-BE49-F238E27FC236}">
                  <a16:creationId xmlns:a16="http://schemas.microsoft.com/office/drawing/2014/main" id="{CA55D411-F424-AEDE-73B7-2E40B5958C31}"/>
                </a:ext>
              </a:extLst>
            </p:cNvPr>
            <p:cNvSpPr>
              <a:spLocks noChangeShapeType="1"/>
            </p:cNvSpPr>
            <p:nvPr/>
          </p:nvSpPr>
          <p:spPr bwMode="auto">
            <a:xfrm flipV="1">
              <a:off x="2048" y="1952"/>
              <a:ext cx="0"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5" name="Line 16">
              <a:extLst>
                <a:ext uri="{FF2B5EF4-FFF2-40B4-BE49-F238E27FC236}">
                  <a16:creationId xmlns:a16="http://schemas.microsoft.com/office/drawing/2014/main" id="{FDDD2B29-54C2-2924-0879-14DEFE66BA33}"/>
                </a:ext>
              </a:extLst>
            </p:cNvPr>
            <p:cNvSpPr>
              <a:spLocks noChangeShapeType="1"/>
            </p:cNvSpPr>
            <p:nvPr/>
          </p:nvSpPr>
          <p:spPr bwMode="auto">
            <a:xfrm>
              <a:off x="2221" y="1953"/>
              <a:ext cx="0"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6" name="Line 17">
              <a:extLst>
                <a:ext uri="{FF2B5EF4-FFF2-40B4-BE49-F238E27FC236}">
                  <a16:creationId xmlns:a16="http://schemas.microsoft.com/office/drawing/2014/main" id="{A6063C51-07C1-3DA7-4D32-1303B4ABD2C5}"/>
                </a:ext>
              </a:extLst>
            </p:cNvPr>
            <p:cNvSpPr>
              <a:spLocks noChangeShapeType="1"/>
            </p:cNvSpPr>
            <p:nvPr/>
          </p:nvSpPr>
          <p:spPr bwMode="auto">
            <a:xfrm flipV="1">
              <a:off x="2336" y="1952"/>
              <a:ext cx="172"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7" name="Line 18">
              <a:extLst>
                <a:ext uri="{FF2B5EF4-FFF2-40B4-BE49-F238E27FC236}">
                  <a16:creationId xmlns:a16="http://schemas.microsoft.com/office/drawing/2014/main" id="{A59E4A00-3446-6444-506D-0EFC39164118}"/>
                </a:ext>
              </a:extLst>
            </p:cNvPr>
            <p:cNvSpPr>
              <a:spLocks noChangeShapeType="1"/>
            </p:cNvSpPr>
            <p:nvPr/>
          </p:nvSpPr>
          <p:spPr bwMode="auto">
            <a:xfrm>
              <a:off x="2509" y="2184"/>
              <a:ext cx="17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8" name="Line 19">
              <a:extLst>
                <a:ext uri="{FF2B5EF4-FFF2-40B4-BE49-F238E27FC236}">
                  <a16:creationId xmlns:a16="http://schemas.microsoft.com/office/drawing/2014/main" id="{B4B07BB4-A284-5B8E-0E7E-19F0F7E98C33}"/>
                </a:ext>
              </a:extLst>
            </p:cNvPr>
            <p:cNvSpPr>
              <a:spLocks noChangeShapeType="1"/>
            </p:cNvSpPr>
            <p:nvPr/>
          </p:nvSpPr>
          <p:spPr bwMode="auto">
            <a:xfrm flipH="1">
              <a:off x="1701" y="2184"/>
              <a:ext cx="17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09" name="Text Box 20">
              <a:extLst>
                <a:ext uri="{FF2B5EF4-FFF2-40B4-BE49-F238E27FC236}">
                  <a16:creationId xmlns:a16="http://schemas.microsoft.com/office/drawing/2014/main" id="{AB0DB290-6103-2F68-D88A-38093D0170E2}"/>
                </a:ext>
              </a:extLst>
            </p:cNvPr>
            <p:cNvSpPr txBox="1">
              <a:spLocks noChangeArrowheads="1"/>
            </p:cNvSpPr>
            <p:nvPr/>
          </p:nvSpPr>
          <p:spPr bwMode="auto">
            <a:xfrm>
              <a:off x="3094" y="2414"/>
              <a:ext cx="633" cy="63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 Z a</a:t>
              </a:r>
            </a:p>
            <a:p>
              <a:pPr>
                <a:buClrTx/>
                <a:buSzPct val="60000"/>
                <a:buFontTx/>
                <a:buNone/>
              </a:pPr>
              <a:r>
                <a:rPr lang="en-US" altLang="en-US" sz="1200" b="1">
                  <a:solidFill>
                    <a:srgbClr val="000000"/>
                  </a:solidFill>
                  <a:latin typeface="Times New Roman" panose="02020603050405020304" pitchFamily="18" charset="0"/>
                </a:rPr>
                <a:t>#                  b</a:t>
              </a:r>
            </a:p>
            <a:p>
              <a:pPr>
                <a:buClrTx/>
                <a:buSzPct val="60000"/>
                <a:buFontTx/>
                <a:buNone/>
              </a:pPr>
              <a:r>
                <a:rPr lang="en-US" altLang="en-US" sz="1200" b="1">
                  <a:solidFill>
                    <a:srgbClr val="000000"/>
                  </a:solidFill>
                  <a:latin typeface="Times New Roman" panose="02020603050405020304" pitchFamily="18" charset="0"/>
                </a:rPr>
                <a:t>*</a:t>
              </a:r>
            </a:p>
          </p:txBody>
        </p:sp>
        <p:sp>
          <p:nvSpPr>
            <p:cNvPr id="12310" name="Line 21">
              <a:extLst>
                <a:ext uri="{FF2B5EF4-FFF2-40B4-BE49-F238E27FC236}">
                  <a16:creationId xmlns:a16="http://schemas.microsoft.com/office/drawing/2014/main" id="{B41B8379-304F-DEBA-F404-0B9970C052B8}"/>
                </a:ext>
              </a:extLst>
            </p:cNvPr>
            <p:cNvSpPr>
              <a:spLocks noChangeShapeType="1"/>
            </p:cNvSpPr>
            <p:nvPr/>
          </p:nvSpPr>
          <p:spPr bwMode="auto">
            <a:xfrm flipV="1">
              <a:off x="3363" y="2570"/>
              <a:ext cx="57" cy="23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1" name="Rectangle 22">
              <a:extLst>
                <a:ext uri="{FF2B5EF4-FFF2-40B4-BE49-F238E27FC236}">
                  <a16:creationId xmlns:a16="http://schemas.microsoft.com/office/drawing/2014/main" id="{5608237D-7965-164D-F574-5D2A3CAD71D1}"/>
                </a:ext>
              </a:extLst>
            </p:cNvPr>
            <p:cNvSpPr>
              <a:spLocks noChangeArrowheads="1"/>
            </p:cNvSpPr>
            <p:nvPr/>
          </p:nvSpPr>
          <p:spPr bwMode="auto">
            <a:xfrm>
              <a:off x="3306" y="2241"/>
              <a:ext cx="172" cy="1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12" name="Rectangle 23">
              <a:extLst>
                <a:ext uri="{FF2B5EF4-FFF2-40B4-BE49-F238E27FC236}">
                  <a16:creationId xmlns:a16="http://schemas.microsoft.com/office/drawing/2014/main" id="{702E8CC8-DEDF-DBD3-BBA6-CA59E62832D1}"/>
                </a:ext>
              </a:extLst>
            </p:cNvPr>
            <p:cNvSpPr>
              <a:spLocks noChangeArrowheads="1"/>
            </p:cNvSpPr>
            <p:nvPr/>
          </p:nvSpPr>
          <p:spPr bwMode="auto">
            <a:xfrm>
              <a:off x="3191" y="2126"/>
              <a:ext cx="402" cy="11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13" name="Rectangle 24">
              <a:extLst>
                <a:ext uri="{FF2B5EF4-FFF2-40B4-BE49-F238E27FC236}">
                  <a16:creationId xmlns:a16="http://schemas.microsoft.com/office/drawing/2014/main" id="{5E6D2DD6-C08E-D65A-1595-6F771698D5CA}"/>
                </a:ext>
              </a:extLst>
            </p:cNvPr>
            <p:cNvSpPr>
              <a:spLocks noChangeArrowheads="1"/>
            </p:cNvSpPr>
            <p:nvPr/>
          </p:nvSpPr>
          <p:spPr bwMode="auto">
            <a:xfrm>
              <a:off x="3306" y="2184"/>
              <a:ext cx="172" cy="5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314" name="Line 25">
              <a:extLst>
                <a:ext uri="{FF2B5EF4-FFF2-40B4-BE49-F238E27FC236}">
                  <a16:creationId xmlns:a16="http://schemas.microsoft.com/office/drawing/2014/main" id="{C0138D6E-C055-2818-68F5-E2AF4D3FBF1B}"/>
                </a:ext>
              </a:extLst>
            </p:cNvPr>
            <p:cNvSpPr>
              <a:spLocks noChangeShapeType="1"/>
            </p:cNvSpPr>
            <p:nvPr/>
          </p:nvSpPr>
          <p:spPr bwMode="auto">
            <a:xfrm>
              <a:off x="3018" y="2011"/>
              <a:ext cx="114"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5" name="Line 26">
              <a:extLst>
                <a:ext uri="{FF2B5EF4-FFF2-40B4-BE49-F238E27FC236}">
                  <a16:creationId xmlns:a16="http://schemas.microsoft.com/office/drawing/2014/main" id="{2AAF41CE-7705-609D-67CF-530AF9588571}"/>
                </a:ext>
              </a:extLst>
            </p:cNvPr>
            <p:cNvSpPr>
              <a:spLocks noChangeShapeType="1"/>
            </p:cNvSpPr>
            <p:nvPr/>
          </p:nvSpPr>
          <p:spPr bwMode="auto">
            <a:xfrm flipV="1">
              <a:off x="3248" y="1952"/>
              <a:ext cx="0"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6" name="Line 27">
              <a:extLst>
                <a:ext uri="{FF2B5EF4-FFF2-40B4-BE49-F238E27FC236}">
                  <a16:creationId xmlns:a16="http://schemas.microsoft.com/office/drawing/2014/main" id="{EC94A16C-172E-299A-F315-73C0DC429EEF}"/>
                </a:ext>
              </a:extLst>
            </p:cNvPr>
            <p:cNvSpPr>
              <a:spLocks noChangeShapeType="1"/>
            </p:cNvSpPr>
            <p:nvPr/>
          </p:nvSpPr>
          <p:spPr bwMode="auto">
            <a:xfrm>
              <a:off x="3421" y="1953"/>
              <a:ext cx="0"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7" name="Line 28">
              <a:extLst>
                <a:ext uri="{FF2B5EF4-FFF2-40B4-BE49-F238E27FC236}">
                  <a16:creationId xmlns:a16="http://schemas.microsoft.com/office/drawing/2014/main" id="{45377D51-F4C0-D8A0-23E5-200EED602B7A}"/>
                </a:ext>
              </a:extLst>
            </p:cNvPr>
            <p:cNvSpPr>
              <a:spLocks noChangeShapeType="1"/>
            </p:cNvSpPr>
            <p:nvPr/>
          </p:nvSpPr>
          <p:spPr bwMode="auto">
            <a:xfrm flipV="1">
              <a:off x="3536" y="1952"/>
              <a:ext cx="172"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8" name="Line 29">
              <a:extLst>
                <a:ext uri="{FF2B5EF4-FFF2-40B4-BE49-F238E27FC236}">
                  <a16:creationId xmlns:a16="http://schemas.microsoft.com/office/drawing/2014/main" id="{E5543DF3-26F3-FE08-62F1-F22D7E418DA9}"/>
                </a:ext>
              </a:extLst>
            </p:cNvPr>
            <p:cNvSpPr>
              <a:spLocks noChangeShapeType="1"/>
            </p:cNvSpPr>
            <p:nvPr/>
          </p:nvSpPr>
          <p:spPr bwMode="auto">
            <a:xfrm>
              <a:off x="3709" y="2184"/>
              <a:ext cx="17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319" name="Line 30">
              <a:extLst>
                <a:ext uri="{FF2B5EF4-FFF2-40B4-BE49-F238E27FC236}">
                  <a16:creationId xmlns:a16="http://schemas.microsoft.com/office/drawing/2014/main" id="{08B2AB92-2D8D-54E9-C09E-4F643BD0BBF4}"/>
                </a:ext>
              </a:extLst>
            </p:cNvPr>
            <p:cNvSpPr>
              <a:spLocks noChangeShapeType="1"/>
            </p:cNvSpPr>
            <p:nvPr/>
          </p:nvSpPr>
          <p:spPr bwMode="auto">
            <a:xfrm flipH="1">
              <a:off x="2901" y="2184"/>
              <a:ext cx="17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aphicFrame>
          <p:nvGraphicFramePr>
            <p:cNvPr id="12320" name="Object 31">
              <a:extLst>
                <a:ext uri="{FF2B5EF4-FFF2-40B4-BE49-F238E27FC236}">
                  <a16:creationId xmlns:a16="http://schemas.microsoft.com/office/drawing/2014/main" id="{FE4EFC1A-E76A-E633-67AF-DA0C4C0F3393}"/>
                </a:ext>
              </a:extLst>
            </p:cNvPr>
            <p:cNvGraphicFramePr>
              <a:graphicFrameLocks noChangeAspect="1"/>
            </p:cNvGraphicFramePr>
            <p:nvPr/>
          </p:nvGraphicFramePr>
          <p:xfrm>
            <a:off x="1284" y="2262"/>
            <a:ext cx="371" cy="449"/>
          </p:xfrm>
          <a:graphic>
            <a:graphicData uri="http://schemas.openxmlformats.org/presentationml/2006/ole">
              <mc:AlternateContent xmlns:mc="http://schemas.openxmlformats.org/markup-compatibility/2006">
                <mc:Choice xmlns:v="urn:schemas-microsoft-com:vml" Requires="v">
                  <p:oleObj r:id="rId3" imgW="1296051" imgH="1969380" progId="">
                    <p:embed/>
                  </p:oleObj>
                </mc:Choice>
                <mc:Fallback>
                  <p:oleObj r:id="rId3" imgW="1296051" imgH="1969380" progId="">
                    <p:embed/>
                    <p:pic>
                      <p:nvPicPr>
                        <p:cNvPr id="0" name="Object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4" y="2262"/>
                          <a:ext cx="371" cy="449"/>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321" name="Object 32">
              <a:extLst>
                <a:ext uri="{FF2B5EF4-FFF2-40B4-BE49-F238E27FC236}">
                  <a16:creationId xmlns:a16="http://schemas.microsoft.com/office/drawing/2014/main" id="{BAD4179D-4AA4-8044-8F3B-F8A9E5D68E4D}"/>
                </a:ext>
              </a:extLst>
            </p:cNvPr>
            <p:cNvGraphicFramePr>
              <a:graphicFrameLocks noChangeAspect="1"/>
            </p:cNvGraphicFramePr>
            <p:nvPr/>
          </p:nvGraphicFramePr>
          <p:xfrm>
            <a:off x="4080" y="2352"/>
            <a:ext cx="371" cy="449"/>
          </p:xfrm>
          <a:graphic>
            <a:graphicData uri="http://schemas.openxmlformats.org/presentationml/2006/ole">
              <mc:AlternateContent xmlns:mc="http://schemas.openxmlformats.org/markup-compatibility/2006">
                <mc:Choice xmlns:v="urn:schemas-microsoft-com:vml" Requires="v">
                  <p:oleObj r:id="rId5" imgW="1296051" imgH="1969380" progId="">
                    <p:embed/>
                  </p:oleObj>
                </mc:Choice>
                <mc:Fallback>
                  <p:oleObj r:id="rId5" imgW="1296051" imgH="1969380" progId="">
                    <p:embed/>
                    <p:pic>
                      <p:nvPicPr>
                        <p:cNvPr id="0" name="Object 3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0" y="2352"/>
                          <a:ext cx="371" cy="449"/>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22" name="Text Box 33">
              <a:extLst>
                <a:ext uri="{FF2B5EF4-FFF2-40B4-BE49-F238E27FC236}">
                  <a16:creationId xmlns:a16="http://schemas.microsoft.com/office/drawing/2014/main" id="{56286AEB-91CB-9941-7539-2B1E712D2FF4}"/>
                </a:ext>
              </a:extLst>
            </p:cNvPr>
            <p:cNvSpPr txBox="1">
              <a:spLocks noChangeArrowheads="1"/>
            </p:cNvSpPr>
            <p:nvPr/>
          </p:nvSpPr>
          <p:spPr bwMode="auto">
            <a:xfrm>
              <a:off x="1212" y="2893"/>
              <a:ext cx="354" cy="17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12323" name="Text Box 34">
              <a:extLst>
                <a:ext uri="{FF2B5EF4-FFF2-40B4-BE49-F238E27FC236}">
                  <a16:creationId xmlns:a16="http://schemas.microsoft.com/office/drawing/2014/main" id="{8BEB1D4B-950E-A5D2-881E-D935FE39AAF1}"/>
                </a:ext>
              </a:extLst>
            </p:cNvPr>
            <p:cNvSpPr txBox="1">
              <a:spLocks noChangeArrowheads="1"/>
            </p:cNvSpPr>
            <p:nvPr/>
          </p:nvSpPr>
          <p:spPr bwMode="auto">
            <a:xfrm>
              <a:off x="4154" y="2869"/>
              <a:ext cx="354" cy="17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ext Box 1">
            <a:extLst>
              <a:ext uri="{FF2B5EF4-FFF2-40B4-BE49-F238E27FC236}">
                <a16:creationId xmlns:a16="http://schemas.microsoft.com/office/drawing/2014/main" id="{A2510BC1-05A7-2210-A547-C95B4C31A81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4339" name="Text Box 2">
            <a:extLst>
              <a:ext uri="{FF2B5EF4-FFF2-40B4-BE49-F238E27FC236}">
                <a16:creationId xmlns:a16="http://schemas.microsoft.com/office/drawing/2014/main" id="{B23309E2-6453-FD5D-0B33-C2E5155366F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FAE90AE-EE2A-4E95-B608-8B0CDC6E832F}" type="slidenum">
              <a:rPr lang="en-US" altLang="en-US" sz="1400">
                <a:solidFill>
                  <a:srgbClr val="000000"/>
                </a:solidFill>
              </a:rPr>
              <a:pPr algn="r" eaLnBrk="1" hangingPunct="1">
                <a:buClrTx/>
                <a:buSzPct val="60000"/>
                <a:buFontTx/>
                <a:buNone/>
              </a:pPr>
              <a:t>6</a:t>
            </a:fld>
            <a:endParaRPr lang="en-US" altLang="en-US" sz="1400">
              <a:solidFill>
                <a:srgbClr val="000000"/>
              </a:solidFill>
            </a:endParaRPr>
          </a:p>
        </p:txBody>
      </p:sp>
      <p:sp>
        <p:nvSpPr>
          <p:cNvPr id="14340" name="Text Box 3">
            <a:extLst>
              <a:ext uri="{FF2B5EF4-FFF2-40B4-BE49-F238E27FC236}">
                <a16:creationId xmlns:a16="http://schemas.microsoft.com/office/drawing/2014/main" id="{6D7D0EEE-DD74-7CEB-51CE-F361753A89D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Using Only One Bulb</a:t>
            </a:r>
          </a:p>
        </p:txBody>
      </p:sp>
      <p:sp>
        <p:nvSpPr>
          <p:cNvPr id="14341" name="Text Box 4">
            <a:extLst>
              <a:ext uri="{FF2B5EF4-FFF2-40B4-BE49-F238E27FC236}">
                <a16:creationId xmlns:a16="http://schemas.microsoft.com/office/drawing/2014/main" id="{6AE845A2-E1A9-5A3D-9C8F-E555284896A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4342" name="Group 5">
            <a:extLst>
              <a:ext uri="{FF2B5EF4-FFF2-40B4-BE49-F238E27FC236}">
                <a16:creationId xmlns:a16="http://schemas.microsoft.com/office/drawing/2014/main" id="{AD3BB6A2-3BAD-E218-64AE-8B8C6294B923}"/>
              </a:ext>
            </a:extLst>
          </p:cNvPr>
          <p:cNvGrpSpPr>
            <a:grpSpLocks/>
          </p:cNvGrpSpPr>
          <p:nvPr/>
        </p:nvGrpSpPr>
        <p:grpSpPr bwMode="auto">
          <a:xfrm>
            <a:off x="1828800" y="2133600"/>
            <a:ext cx="4789488" cy="2703513"/>
            <a:chOff x="1152" y="1344"/>
            <a:chExt cx="3017" cy="1703"/>
          </a:xfrm>
        </p:grpSpPr>
        <p:sp>
          <p:nvSpPr>
            <p:cNvPr id="14382" name="Rectangle 6">
              <a:extLst>
                <a:ext uri="{FF2B5EF4-FFF2-40B4-BE49-F238E27FC236}">
                  <a16:creationId xmlns:a16="http://schemas.microsoft.com/office/drawing/2014/main" id="{5506B10F-26AB-81F8-82C0-306EB3AA0A2E}"/>
                </a:ext>
              </a:extLst>
            </p:cNvPr>
            <p:cNvSpPr>
              <a:spLocks noChangeArrowheads="1"/>
            </p:cNvSpPr>
            <p:nvPr/>
          </p:nvSpPr>
          <p:spPr bwMode="auto">
            <a:xfrm>
              <a:off x="1152" y="1344"/>
              <a:ext cx="3017" cy="170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83" name="Rectangle 7">
              <a:extLst>
                <a:ext uri="{FF2B5EF4-FFF2-40B4-BE49-F238E27FC236}">
                  <a16:creationId xmlns:a16="http://schemas.microsoft.com/office/drawing/2014/main" id="{ECB8375A-0D35-AC41-18A6-C49739D13BE4}"/>
                </a:ext>
              </a:extLst>
            </p:cNvPr>
            <p:cNvSpPr>
              <a:spLocks noChangeArrowheads="1"/>
            </p:cNvSpPr>
            <p:nvPr/>
          </p:nvSpPr>
          <p:spPr bwMode="auto">
            <a:xfrm>
              <a:off x="1469" y="1505"/>
              <a:ext cx="1036" cy="13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84" name="Rectangle 8">
              <a:extLst>
                <a:ext uri="{FF2B5EF4-FFF2-40B4-BE49-F238E27FC236}">
                  <a16:creationId xmlns:a16="http://schemas.microsoft.com/office/drawing/2014/main" id="{0DAFA41E-B26D-AF67-81CB-DBCC39C93FD8}"/>
                </a:ext>
              </a:extLst>
            </p:cNvPr>
            <p:cNvSpPr>
              <a:spLocks noChangeArrowheads="1"/>
            </p:cNvSpPr>
            <p:nvPr/>
          </p:nvSpPr>
          <p:spPr bwMode="auto">
            <a:xfrm>
              <a:off x="2783" y="1506"/>
              <a:ext cx="1036" cy="13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85" name="Text Box 9">
              <a:extLst>
                <a:ext uri="{FF2B5EF4-FFF2-40B4-BE49-F238E27FC236}">
                  <a16:creationId xmlns:a16="http://schemas.microsoft.com/office/drawing/2014/main" id="{7E67AEB1-BFDF-8458-FE13-8B14D16FF570}"/>
                </a:ext>
              </a:extLst>
            </p:cNvPr>
            <p:cNvSpPr txBox="1">
              <a:spLocks noChangeArrowheads="1"/>
            </p:cNvSpPr>
            <p:nvPr/>
          </p:nvSpPr>
          <p:spPr bwMode="auto">
            <a:xfrm>
              <a:off x="1647" y="2138"/>
              <a:ext cx="633" cy="63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a:t>
              </a:r>
            </a:p>
          </p:txBody>
        </p:sp>
        <p:sp>
          <p:nvSpPr>
            <p:cNvPr id="14386" name="Rectangle 10">
              <a:extLst>
                <a:ext uri="{FF2B5EF4-FFF2-40B4-BE49-F238E27FC236}">
                  <a16:creationId xmlns:a16="http://schemas.microsoft.com/office/drawing/2014/main" id="{30E731F4-562A-20A5-6B3D-0A44C50D3196}"/>
                </a:ext>
              </a:extLst>
            </p:cNvPr>
            <p:cNvSpPr>
              <a:spLocks noChangeArrowheads="1"/>
            </p:cNvSpPr>
            <p:nvPr/>
          </p:nvSpPr>
          <p:spPr bwMode="auto">
            <a:xfrm>
              <a:off x="1872" y="1966"/>
              <a:ext cx="172" cy="1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87" name="Rectangle 11">
              <a:extLst>
                <a:ext uri="{FF2B5EF4-FFF2-40B4-BE49-F238E27FC236}">
                  <a16:creationId xmlns:a16="http://schemas.microsoft.com/office/drawing/2014/main" id="{5259E92A-36FC-5E4F-B78A-FE9E7D312DE9}"/>
                </a:ext>
              </a:extLst>
            </p:cNvPr>
            <p:cNvSpPr>
              <a:spLocks noChangeArrowheads="1"/>
            </p:cNvSpPr>
            <p:nvPr/>
          </p:nvSpPr>
          <p:spPr bwMode="auto">
            <a:xfrm>
              <a:off x="1757" y="1850"/>
              <a:ext cx="402" cy="11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88" name="Text Box 12">
              <a:extLst>
                <a:ext uri="{FF2B5EF4-FFF2-40B4-BE49-F238E27FC236}">
                  <a16:creationId xmlns:a16="http://schemas.microsoft.com/office/drawing/2014/main" id="{C905F92E-6BF1-DDEA-C344-71FE56057A35}"/>
                </a:ext>
              </a:extLst>
            </p:cNvPr>
            <p:cNvSpPr txBox="1">
              <a:spLocks noChangeArrowheads="1"/>
            </p:cNvSpPr>
            <p:nvPr/>
          </p:nvSpPr>
          <p:spPr bwMode="auto">
            <a:xfrm>
              <a:off x="2956" y="2174"/>
              <a:ext cx="633" cy="63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a:t>
              </a:r>
            </a:p>
          </p:txBody>
        </p:sp>
        <p:sp>
          <p:nvSpPr>
            <p:cNvPr id="14389" name="Rectangle 13">
              <a:extLst>
                <a:ext uri="{FF2B5EF4-FFF2-40B4-BE49-F238E27FC236}">
                  <a16:creationId xmlns:a16="http://schemas.microsoft.com/office/drawing/2014/main" id="{5BD7E0BA-A1FB-6577-CF67-AC9B2E8CEBF4}"/>
                </a:ext>
              </a:extLst>
            </p:cNvPr>
            <p:cNvSpPr>
              <a:spLocks noChangeArrowheads="1"/>
            </p:cNvSpPr>
            <p:nvPr/>
          </p:nvSpPr>
          <p:spPr bwMode="auto">
            <a:xfrm>
              <a:off x="3186" y="2001"/>
              <a:ext cx="172" cy="1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90" name="Rectangle 14">
              <a:extLst>
                <a:ext uri="{FF2B5EF4-FFF2-40B4-BE49-F238E27FC236}">
                  <a16:creationId xmlns:a16="http://schemas.microsoft.com/office/drawing/2014/main" id="{FFCD309F-E3F0-F1CE-3DBA-F853C0732F41}"/>
                </a:ext>
              </a:extLst>
            </p:cNvPr>
            <p:cNvSpPr>
              <a:spLocks noChangeArrowheads="1"/>
            </p:cNvSpPr>
            <p:nvPr/>
          </p:nvSpPr>
          <p:spPr bwMode="auto">
            <a:xfrm>
              <a:off x="3071" y="1886"/>
              <a:ext cx="402" cy="11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4391" name="Line 15">
              <a:extLst>
                <a:ext uri="{FF2B5EF4-FFF2-40B4-BE49-F238E27FC236}">
                  <a16:creationId xmlns:a16="http://schemas.microsoft.com/office/drawing/2014/main" id="{9478E625-11DB-E24A-C9E9-255B2BBFE794}"/>
                </a:ext>
              </a:extLst>
            </p:cNvPr>
            <p:cNvSpPr>
              <a:spLocks noChangeShapeType="1"/>
            </p:cNvSpPr>
            <p:nvPr/>
          </p:nvSpPr>
          <p:spPr bwMode="auto">
            <a:xfrm>
              <a:off x="2898" y="1770"/>
              <a:ext cx="114"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2" name="Line 16">
              <a:extLst>
                <a:ext uri="{FF2B5EF4-FFF2-40B4-BE49-F238E27FC236}">
                  <a16:creationId xmlns:a16="http://schemas.microsoft.com/office/drawing/2014/main" id="{AB513936-4270-454C-3E9A-1A9167C3D23A}"/>
                </a:ext>
              </a:extLst>
            </p:cNvPr>
            <p:cNvSpPr>
              <a:spLocks noChangeShapeType="1"/>
            </p:cNvSpPr>
            <p:nvPr/>
          </p:nvSpPr>
          <p:spPr bwMode="auto">
            <a:xfrm flipV="1">
              <a:off x="3128" y="1712"/>
              <a:ext cx="0"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3" name="Line 17">
              <a:extLst>
                <a:ext uri="{FF2B5EF4-FFF2-40B4-BE49-F238E27FC236}">
                  <a16:creationId xmlns:a16="http://schemas.microsoft.com/office/drawing/2014/main" id="{75B90233-B52F-B327-4156-B282C0D205D5}"/>
                </a:ext>
              </a:extLst>
            </p:cNvPr>
            <p:cNvSpPr>
              <a:spLocks noChangeShapeType="1"/>
            </p:cNvSpPr>
            <p:nvPr/>
          </p:nvSpPr>
          <p:spPr bwMode="auto">
            <a:xfrm>
              <a:off x="3301" y="1713"/>
              <a:ext cx="0" cy="11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4" name="Line 18">
              <a:extLst>
                <a:ext uri="{FF2B5EF4-FFF2-40B4-BE49-F238E27FC236}">
                  <a16:creationId xmlns:a16="http://schemas.microsoft.com/office/drawing/2014/main" id="{779C2DD8-DC41-A82A-31B7-A8CD25D2BA9C}"/>
                </a:ext>
              </a:extLst>
            </p:cNvPr>
            <p:cNvSpPr>
              <a:spLocks noChangeShapeType="1"/>
            </p:cNvSpPr>
            <p:nvPr/>
          </p:nvSpPr>
          <p:spPr bwMode="auto">
            <a:xfrm flipV="1">
              <a:off x="3417" y="1712"/>
              <a:ext cx="172" cy="1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5" name="Line 19">
              <a:extLst>
                <a:ext uri="{FF2B5EF4-FFF2-40B4-BE49-F238E27FC236}">
                  <a16:creationId xmlns:a16="http://schemas.microsoft.com/office/drawing/2014/main" id="{4E5A5576-BFAF-A2CC-A17A-C55B7BD050BD}"/>
                </a:ext>
              </a:extLst>
            </p:cNvPr>
            <p:cNvSpPr>
              <a:spLocks noChangeShapeType="1"/>
            </p:cNvSpPr>
            <p:nvPr/>
          </p:nvSpPr>
          <p:spPr bwMode="auto">
            <a:xfrm>
              <a:off x="3589" y="1943"/>
              <a:ext cx="17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6" name="Line 20">
              <a:extLst>
                <a:ext uri="{FF2B5EF4-FFF2-40B4-BE49-F238E27FC236}">
                  <a16:creationId xmlns:a16="http://schemas.microsoft.com/office/drawing/2014/main" id="{74031543-4760-799D-6206-534908673827}"/>
                </a:ext>
              </a:extLst>
            </p:cNvPr>
            <p:cNvSpPr>
              <a:spLocks noChangeShapeType="1"/>
            </p:cNvSpPr>
            <p:nvPr/>
          </p:nvSpPr>
          <p:spPr bwMode="auto">
            <a:xfrm flipH="1">
              <a:off x="2782" y="1943"/>
              <a:ext cx="17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7" name="Line 21">
              <a:extLst>
                <a:ext uri="{FF2B5EF4-FFF2-40B4-BE49-F238E27FC236}">
                  <a16:creationId xmlns:a16="http://schemas.microsoft.com/office/drawing/2014/main" id="{70A345A0-258E-6897-4A18-471FFA945789}"/>
                </a:ext>
              </a:extLst>
            </p:cNvPr>
            <p:cNvSpPr>
              <a:spLocks noChangeShapeType="1"/>
            </p:cNvSpPr>
            <p:nvPr/>
          </p:nvSpPr>
          <p:spPr bwMode="auto">
            <a:xfrm flipH="1" flipV="1">
              <a:off x="3128" y="2288"/>
              <a:ext cx="116" cy="23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8" name="Line 22">
              <a:extLst>
                <a:ext uri="{FF2B5EF4-FFF2-40B4-BE49-F238E27FC236}">
                  <a16:creationId xmlns:a16="http://schemas.microsoft.com/office/drawing/2014/main" id="{09AC9112-944A-0289-E5B7-67CDC4E50247}"/>
                </a:ext>
              </a:extLst>
            </p:cNvPr>
            <p:cNvSpPr>
              <a:spLocks noChangeShapeType="1"/>
            </p:cNvSpPr>
            <p:nvPr/>
          </p:nvSpPr>
          <p:spPr bwMode="auto">
            <a:xfrm>
              <a:off x="1745" y="2255"/>
              <a:ext cx="114" cy="229"/>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4399" name="Text Box 23">
              <a:extLst>
                <a:ext uri="{FF2B5EF4-FFF2-40B4-BE49-F238E27FC236}">
                  <a16:creationId xmlns:a16="http://schemas.microsoft.com/office/drawing/2014/main" id="{589C4AAA-F1D2-6A9C-6280-6C89127AD317}"/>
                </a:ext>
              </a:extLst>
            </p:cNvPr>
            <p:cNvSpPr txBox="1">
              <a:spLocks noChangeArrowheads="1"/>
            </p:cNvSpPr>
            <p:nvPr/>
          </p:nvSpPr>
          <p:spPr bwMode="auto">
            <a:xfrm>
              <a:off x="1736" y="1512"/>
              <a:ext cx="412" cy="17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Off = A</a:t>
              </a:r>
            </a:p>
          </p:txBody>
        </p:sp>
        <p:sp>
          <p:nvSpPr>
            <p:cNvPr id="14400" name="Text Box 24">
              <a:extLst>
                <a:ext uri="{FF2B5EF4-FFF2-40B4-BE49-F238E27FC236}">
                  <a16:creationId xmlns:a16="http://schemas.microsoft.com/office/drawing/2014/main" id="{A378427E-B21F-ADBB-9342-D43ED7DB0B47}"/>
                </a:ext>
              </a:extLst>
            </p:cNvPr>
            <p:cNvSpPr txBox="1">
              <a:spLocks noChangeArrowheads="1"/>
            </p:cNvSpPr>
            <p:nvPr/>
          </p:nvSpPr>
          <p:spPr bwMode="auto">
            <a:xfrm>
              <a:off x="3042" y="1516"/>
              <a:ext cx="412" cy="17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On = B</a:t>
              </a:r>
            </a:p>
          </p:txBody>
        </p:sp>
      </p:grpSp>
      <p:grpSp>
        <p:nvGrpSpPr>
          <p:cNvPr id="14343" name="Group 25">
            <a:extLst>
              <a:ext uri="{FF2B5EF4-FFF2-40B4-BE49-F238E27FC236}">
                <a16:creationId xmlns:a16="http://schemas.microsoft.com/office/drawing/2014/main" id="{F553EE3D-CA3A-2F22-1407-469AE4CD06DB}"/>
              </a:ext>
            </a:extLst>
          </p:cNvPr>
          <p:cNvGrpSpPr>
            <a:grpSpLocks/>
          </p:cNvGrpSpPr>
          <p:nvPr/>
        </p:nvGrpSpPr>
        <p:grpSpPr bwMode="auto">
          <a:xfrm>
            <a:off x="1752600" y="4800600"/>
            <a:ext cx="6704013" cy="1293813"/>
            <a:chOff x="1104" y="3024"/>
            <a:chExt cx="4223" cy="815"/>
          </a:xfrm>
        </p:grpSpPr>
        <p:grpSp>
          <p:nvGrpSpPr>
            <p:cNvPr id="14344" name="Group 26">
              <a:extLst>
                <a:ext uri="{FF2B5EF4-FFF2-40B4-BE49-F238E27FC236}">
                  <a16:creationId xmlns:a16="http://schemas.microsoft.com/office/drawing/2014/main" id="{008C2334-E0BD-5FA1-4029-4A8554EA162A}"/>
                </a:ext>
              </a:extLst>
            </p:cNvPr>
            <p:cNvGrpSpPr>
              <a:grpSpLocks/>
            </p:cNvGrpSpPr>
            <p:nvPr/>
          </p:nvGrpSpPr>
          <p:grpSpPr bwMode="auto">
            <a:xfrm>
              <a:off x="1107" y="3025"/>
              <a:ext cx="4216" cy="812"/>
              <a:chOff x="1107" y="3025"/>
              <a:chExt cx="4216" cy="812"/>
            </a:xfrm>
          </p:grpSpPr>
          <p:grpSp>
            <p:nvGrpSpPr>
              <p:cNvPr id="14346" name="Group 27">
                <a:extLst>
                  <a:ext uri="{FF2B5EF4-FFF2-40B4-BE49-F238E27FC236}">
                    <a16:creationId xmlns:a16="http://schemas.microsoft.com/office/drawing/2014/main" id="{CE7DC6D6-92AF-421E-C696-E123A3A2E55D}"/>
                  </a:ext>
                </a:extLst>
              </p:cNvPr>
              <p:cNvGrpSpPr>
                <a:grpSpLocks/>
              </p:cNvGrpSpPr>
              <p:nvPr/>
            </p:nvGrpSpPr>
            <p:grpSpPr bwMode="auto">
              <a:xfrm>
                <a:off x="1107" y="3025"/>
                <a:ext cx="791" cy="318"/>
                <a:chOff x="1107" y="3025"/>
                <a:chExt cx="791" cy="318"/>
              </a:xfrm>
            </p:grpSpPr>
            <p:sp>
              <p:nvSpPr>
                <p:cNvPr id="14380" name="Rectangle 28">
                  <a:extLst>
                    <a:ext uri="{FF2B5EF4-FFF2-40B4-BE49-F238E27FC236}">
                      <a16:creationId xmlns:a16="http://schemas.microsoft.com/office/drawing/2014/main" id="{C740FB47-80D8-6A0C-8C19-094C2BEA88D6}"/>
                    </a:ext>
                  </a:extLst>
                </p:cNvPr>
                <p:cNvSpPr>
                  <a:spLocks noChangeArrowheads="1"/>
                </p:cNvSpPr>
                <p:nvPr/>
              </p:nvSpPr>
              <p:spPr bwMode="auto">
                <a:xfrm>
                  <a:off x="1168" y="3025"/>
                  <a:ext cx="668" cy="3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Bulb State</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4381" name="Rectangle 29">
                  <a:extLst>
                    <a:ext uri="{FF2B5EF4-FFF2-40B4-BE49-F238E27FC236}">
                      <a16:creationId xmlns:a16="http://schemas.microsoft.com/office/drawing/2014/main" id="{9D70D6D4-80AA-096B-6EFD-1789264B7087}"/>
                    </a:ext>
                  </a:extLst>
                </p:cNvPr>
                <p:cNvSpPr>
                  <a:spLocks noChangeArrowheads="1"/>
                </p:cNvSpPr>
                <p:nvPr/>
              </p:nvSpPr>
              <p:spPr bwMode="auto">
                <a:xfrm>
                  <a:off x="1107" y="3025"/>
                  <a:ext cx="791" cy="31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47" name="Group 30">
                <a:extLst>
                  <a:ext uri="{FF2B5EF4-FFF2-40B4-BE49-F238E27FC236}">
                    <a16:creationId xmlns:a16="http://schemas.microsoft.com/office/drawing/2014/main" id="{DC8F9605-A63C-C7A3-498E-5EEFE1718123}"/>
                  </a:ext>
                </a:extLst>
              </p:cNvPr>
              <p:cNvGrpSpPr>
                <a:grpSpLocks/>
              </p:cNvGrpSpPr>
              <p:nvPr/>
            </p:nvGrpSpPr>
            <p:grpSpPr bwMode="auto">
              <a:xfrm>
                <a:off x="1899" y="3025"/>
                <a:ext cx="1923" cy="318"/>
                <a:chOff x="1899" y="3025"/>
                <a:chExt cx="1923" cy="318"/>
              </a:xfrm>
            </p:grpSpPr>
            <p:sp>
              <p:nvSpPr>
                <p:cNvPr id="14378" name="Rectangle 31">
                  <a:extLst>
                    <a:ext uri="{FF2B5EF4-FFF2-40B4-BE49-F238E27FC236}">
                      <a16:creationId xmlns:a16="http://schemas.microsoft.com/office/drawing/2014/main" id="{C33AC55B-09CF-4DBC-B40E-4BD0473804AD}"/>
                    </a:ext>
                  </a:extLst>
                </p:cNvPr>
                <p:cNvSpPr>
                  <a:spLocks noChangeArrowheads="1"/>
                </p:cNvSpPr>
                <p:nvPr/>
              </p:nvSpPr>
              <p:spPr bwMode="auto">
                <a:xfrm>
                  <a:off x="1960" y="3025"/>
                  <a:ext cx="1800" cy="3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Input voltage supplied to the bulb</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4379" name="Rectangle 32">
                  <a:extLst>
                    <a:ext uri="{FF2B5EF4-FFF2-40B4-BE49-F238E27FC236}">
                      <a16:creationId xmlns:a16="http://schemas.microsoft.com/office/drawing/2014/main" id="{4FA378A2-B2E0-A607-956F-D2F1F8CE0D1C}"/>
                    </a:ext>
                  </a:extLst>
                </p:cNvPr>
                <p:cNvSpPr>
                  <a:spLocks noChangeArrowheads="1"/>
                </p:cNvSpPr>
                <p:nvPr/>
              </p:nvSpPr>
              <p:spPr bwMode="auto">
                <a:xfrm>
                  <a:off x="1899" y="3025"/>
                  <a:ext cx="1923" cy="31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48" name="Group 33">
                <a:extLst>
                  <a:ext uri="{FF2B5EF4-FFF2-40B4-BE49-F238E27FC236}">
                    <a16:creationId xmlns:a16="http://schemas.microsoft.com/office/drawing/2014/main" id="{7AB292A1-5F62-3268-54EC-D24649215836}"/>
                  </a:ext>
                </a:extLst>
              </p:cNvPr>
              <p:cNvGrpSpPr>
                <a:grpSpLocks/>
              </p:cNvGrpSpPr>
              <p:nvPr/>
            </p:nvGrpSpPr>
            <p:grpSpPr bwMode="auto">
              <a:xfrm>
                <a:off x="3823" y="3025"/>
                <a:ext cx="750" cy="318"/>
                <a:chOff x="3823" y="3025"/>
                <a:chExt cx="750" cy="318"/>
              </a:xfrm>
            </p:grpSpPr>
            <p:sp>
              <p:nvSpPr>
                <p:cNvPr id="14376" name="Rectangle 34">
                  <a:extLst>
                    <a:ext uri="{FF2B5EF4-FFF2-40B4-BE49-F238E27FC236}">
                      <a16:creationId xmlns:a16="http://schemas.microsoft.com/office/drawing/2014/main" id="{06242ACB-5553-4088-E9F7-14AECEB47116}"/>
                    </a:ext>
                  </a:extLst>
                </p:cNvPr>
                <p:cNvSpPr>
                  <a:spLocks noChangeArrowheads="1"/>
                </p:cNvSpPr>
                <p:nvPr/>
              </p:nvSpPr>
              <p:spPr bwMode="auto">
                <a:xfrm>
                  <a:off x="3884" y="3025"/>
                  <a:ext cx="626" cy="3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Symbol</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4377" name="Rectangle 35">
                  <a:extLst>
                    <a:ext uri="{FF2B5EF4-FFF2-40B4-BE49-F238E27FC236}">
                      <a16:creationId xmlns:a16="http://schemas.microsoft.com/office/drawing/2014/main" id="{B3DA1297-EA0C-0B88-CDF7-D4D800D1EF78}"/>
                    </a:ext>
                  </a:extLst>
                </p:cNvPr>
                <p:cNvSpPr>
                  <a:spLocks noChangeArrowheads="1"/>
                </p:cNvSpPr>
                <p:nvPr/>
              </p:nvSpPr>
              <p:spPr bwMode="auto">
                <a:xfrm>
                  <a:off x="3823" y="3025"/>
                  <a:ext cx="750" cy="31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49" name="Group 36">
                <a:extLst>
                  <a:ext uri="{FF2B5EF4-FFF2-40B4-BE49-F238E27FC236}">
                    <a16:creationId xmlns:a16="http://schemas.microsoft.com/office/drawing/2014/main" id="{3E70F3B9-864C-6736-6A04-82D2DECAA906}"/>
                  </a:ext>
                </a:extLst>
              </p:cNvPr>
              <p:cNvGrpSpPr>
                <a:grpSpLocks/>
              </p:cNvGrpSpPr>
              <p:nvPr/>
            </p:nvGrpSpPr>
            <p:grpSpPr bwMode="auto">
              <a:xfrm>
                <a:off x="4574" y="3025"/>
                <a:ext cx="749" cy="318"/>
                <a:chOff x="4574" y="3025"/>
                <a:chExt cx="749" cy="318"/>
              </a:xfrm>
            </p:grpSpPr>
            <p:sp>
              <p:nvSpPr>
                <p:cNvPr id="14374" name="Rectangle 37">
                  <a:extLst>
                    <a:ext uri="{FF2B5EF4-FFF2-40B4-BE49-F238E27FC236}">
                      <a16:creationId xmlns:a16="http://schemas.microsoft.com/office/drawing/2014/main" id="{DC593AF4-397E-84BA-268F-9D5ADAD61C4E}"/>
                    </a:ext>
                  </a:extLst>
                </p:cNvPr>
                <p:cNvSpPr>
                  <a:spLocks noChangeArrowheads="1"/>
                </p:cNvSpPr>
                <p:nvPr/>
              </p:nvSpPr>
              <p:spPr bwMode="auto">
                <a:xfrm>
                  <a:off x="4635" y="3025"/>
                  <a:ext cx="626" cy="3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Code</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4375" name="Rectangle 38">
                  <a:extLst>
                    <a:ext uri="{FF2B5EF4-FFF2-40B4-BE49-F238E27FC236}">
                      <a16:creationId xmlns:a16="http://schemas.microsoft.com/office/drawing/2014/main" id="{399AF694-1C97-2A02-B438-9CEDD52BC4D2}"/>
                    </a:ext>
                  </a:extLst>
                </p:cNvPr>
                <p:cNvSpPr>
                  <a:spLocks noChangeArrowheads="1"/>
                </p:cNvSpPr>
                <p:nvPr/>
              </p:nvSpPr>
              <p:spPr bwMode="auto">
                <a:xfrm>
                  <a:off x="4574" y="3025"/>
                  <a:ext cx="749" cy="31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0" name="Group 39">
                <a:extLst>
                  <a:ext uri="{FF2B5EF4-FFF2-40B4-BE49-F238E27FC236}">
                    <a16:creationId xmlns:a16="http://schemas.microsoft.com/office/drawing/2014/main" id="{742EE8F4-5D2C-652D-263E-1EABBD1903E4}"/>
                  </a:ext>
                </a:extLst>
              </p:cNvPr>
              <p:cNvGrpSpPr>
                <a:grpSpLocks/>
              </p:cNvGrpSpPr>
              <p:nvPr/>
            </p:nvGrpSpPr>
            <p:grpSpPr bwMode="auto">
              <a:xfrm>
                <a:off x="1107" y="3344"/>
                <a:ext cx="791" cy="246"/>
                <a:chOff x="1107" y="3344"/>
                <a:chExt cx="791" cy="246"/>
              </a:xfrm>
            </p:grpSpPr>
            <p:sp>
              <p:nvSpPr>
                <p:cNvPr id="14372" name="Rectangle 40">
                  <a:extLst>
                    <a:ext uri="{FF2B5EF4-FFF2-40B4-BE49-F238E27FC236}">
                      <a16:creationId xmlns:a16="http://schemas.microsoft.com/office/drawing/2014/main" id="{2520F3D5-8BB9-B2CE-18C8-163163869F6F}"/>
                    </a:ext>
                  </a:extLst>
                </p:cNvPr>
                <p:cNvSpPr>
                  <a:spLocks noChangeArrowheads="1"/>
                </p:cNvSpPr>
                <p:nvPr/>
              </p:nvSpPr>
              <p:spPr bwMode="auto">
                <a:xfrm>
                  <a:off x="1168" y="3344"/>
                  <a:ext cx="668"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4373" name="Rectangle 41">
                  <a:extLst>
                    <a:ext uri="{FF2B5EF4-FFF2-40B4-BE49-F238E27FC236}">
                      <a16:creationId xmlns:a16="http://schemas.microsoft.com/office/drawing/2014/main" id="{571C132F-D79E-3331-4C85-49DC62A365DF}"/>
                    </a:ext>
                  </a:extLst>
                </p:cNvPr>
                <p:cNvSpPr>
                  <a:spLocks noChangeArrowheads="1"/>
                </p:cNvSpPr>
                <p:nvPr/>
              </p:nvSpPr>
              <p:spPr bwMode="auto">
                <a:xfrm>
                  <a:off x="1107" y="3344"/>
                  <a:ext cx="791"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1" name="Group 42">
                <a:extLst>
                  <a:ext uri="{FF2B5EF4-FFF2-40B4-BE49-F238E27FC236}">
                    <a16:creationId xmlns:a16="http://schemas.microsoft.com/office/drawing/2014/main" id="{64228EE0-1CD2-5FCF-56C1-6F9F0F563309}"/>
                  </a:ext>
                </a:extLst>
              </p:cNvPr>
              <p:cNvGrpSpPr>
                <a:grpSpLocks/>
              </p:cNvGrpSpPr>
              <p:nvPr/>
            </p:nvGrpSpPr>
            <p:grpSpPr bwMode="auto">
              <a:xfrm>
                <a:off x="1899" y="3344"/>
                <a:ext cx="1923" cy="246"/>
                <a:chOff x="1899" y="3344"/>
                <a:chExt cx="1923" cy="246"/>
              </a:xfrm>
            </p:grpSpPr>
            <p:sp>
              <p:nvSpPr>
                <p:cNvPr id="14370" name="Rectangle 43">
                  <a:extLst>
                    <a:ext uri="{FF2B5EF4-FFF2-40B4-BE49-F238E27FC236}">
                      <a16:creationId xmlns:a16="http://schemas.microsoft.com/office/drawing/2014/main" id="{003F4708-B9D0-DACB-827F-7623C1227BBA}"/>
                    </a:ext>
                  </a:extLst>
                </p:cNvPr>
                <p:cNvSpPr>
                  <a:spLocks noChangeArrowheads="1"/>
                </p:cNvSpPr>
                <p:nvPr/>
              </p:nvSpPr>
              <p:spPr bwMode="auto">
                <a:xfrm>
                  <a:off x="1960" y="3344"/>
                  <a:ext cx="1800"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71" name="Rectangle 44">
                  <a:extLst>
                    <a:ext uri="{FF2B5EF4-FFF2-40B4-BE49-F238E27FC236}">
                      <a16:creationId xmlns:a16="http://schemas.microsoft.com/office/drawing/2014/main" id="{CB12E7FF-2B0F-F853-0F6E-A0E85ECB53F6}"/>
                    </a:ext>
                  </a:extLst>
                </p:cNvPr>
                <p:cNvSpPr>
                  <a:spLocks noChangeArrowheads="1"/>
                </p:cNvSpPr>
                <p:nvPr/>
              </p:nvSpPr>
              <p:spPr bwMode="auto">
                <a:xfrm>
                  <a:off x="1899" y="3344"/>
                  <a:ext cx="1923"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2" name="Group 45">
                <a:extLst>
                  <a:ext uri="{FF2B5EF4-FFF2-40B4-BE49-F238E27FC236}">
                    <a16:creationId xmlns:a16="http://schemas.microsoft.com/office/drawing/2014/main" id="{E569C731-28B4-0E9E-1057-DC153FDE5B7B}"/>
                  </a:ext>
                </a:extLst>
              </p:cNvPr>
              <p:cNvGrpSpPr>
                <a:grpSpLocks/>
              </p:cNvGrpSpPr>
              <p:nvPr/>
            </p:nvGrpSpPr>
            <p:grpSpPr bwMode="auto">
              <a:xfrm>
                <a:off x="3823" y="3344"/>
                <a:ext cx="750" cy="246"/>
                <a:chOff x="3823" y="3344"/>
                <a:chExt cx="750" cy="246"/>
              </a:xfrm>
            </p:grpSpPr>
            <p:sp>
              <p:nvSpPr>
                <p:cNvPr id="14368" name="Rectangle 46">
                  <a:extLst>
                    <a:ext uri="{FF2B5EF4-FFF2-40B4-BE49-F238E27FC236}">
                      <a16:creationId xmlns:a16="http://schemas.microsoft.com/office/drawing/2014/main" id="{EE761D9A-FB4A-84C5-0013-18B2201DC708}"/>
                    </a:ext>
                  </a:extLst>
                </p:cNvPr>
                <p:cNvSpPr>
                  <a:spLocks noChangeArrowheads="1"/>
                </p:cNvSpPr>
                <p:nvPr/>
              </p:nvSpPr>
              <p:spPr bwMode="auto">
                <a:xfrm>
                  <a:off x="3884" y="3344"/>
                  <a:ext cx="626"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A</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69" name="Rectangle 47">
                  <a:extLst>
                    <a:ext uri="{FF2B5EF4-FFF2-40B4-BE49-F238E27FC236}">
                      <a16:creationId xmlns:a16="http://schemas.microsoft.com/office/drawing/2014/main" id="{D7E0E48D-A349-3C36-2053-F03CD70D2E3D}"/>
                    </a:ext>
                  </a:extLst>
                </p:cNvPr>
                <p:cNvSpPr>
                  <a:spLocks noChangeArrowheads="1"/>
                </p:cNvSpPr>
                <p:nvPr/>
              </p:nvSpPr>
              <p:spPr bwMode="auto">
                <a:xfrm>
                  <a:off x="3823" y="3344"/>
                  <a:ext cx="750"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3" name="Group 48">
                <a:extLst>
                  <a:ext uri="{FF2B5EF4-FFF2-40B4-BE49-F238E27FC236}">
                    <a16:creationId xmlns:a16="http://schemas.microsoft.com/office/drawing/2014/main" id="{30A23E3F-524F-675E-1F78-F77C2FFE5C6F}"/>
                  </a:ext>
                </a:extLst>
              </p:cNvPr>
              <p:cNvGrpSpPr>
                <a:grpSpLocks/>
              </p:cNvGrpSpPr>
              <p:nvPr/>
            </p:nvGrpSpPr>
            <p:grpSpPr bwMode="auto">
              <a:xfrm>
                <a:off x="4574" y="3344"/>
                <a:ext cx="749" cy="246"/>
                <a:chOff x="4574" y="3344"/>
                <a:chExt cx="749" cy="246"/>
              </a:xfrm>
            </p:grpSpPr>
            <p:sp>
              <p:nvSpPr>
                <p:cNvPr id="14366" name="Rectangle 49">
                  <a:extLst>
                    <a:ext uri="{FF2B5EF4-FFF2-40B4-BE49-F238E27FC236}">
                      <a16:creationId xmlns:a16="http://schemas.microsoft.com/office/drawing/2014/main" id="{354E3EF7-9358-F38C-0929-03A2AE9547B2}"/>
                    </a:ext>
                  </a:extLst>
                </p:cNvPr>
                <p:cNvSpPr>
                  <a:spLocks noChangeArrowheads="1"/>
                </p:cNvSpPr>
                <p:nvPr/>
              </p:nvSpPr>
              <p:spPr bwMode="auto">
                <a:xfrm>
                  <a:off x="4635" y="3344"/>
                  <a:ext cx="626"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67" name="Rectangle 50">
                  <a:extLst>
                    <a:ext uri="{FF2B5EF4-FFF2-40B4-BE49-F238E27FC236}">
                      <a16:creationId xmlns:a16="http://schemas.microsoft.com/office/drawing/2014/main" id="{1557B47E-11BF-A025-71AF-317E64655521}"/>
                    </a:ext>
                  </a:extLst>
                </p:cNvPr>
                <p:cNvSpPr>
                  <a:spLocks noChangeArrowheads="1"/>
                </p:cNvSpPr>
                <p:nvPr/>
              </p:nvSpPr>
              <p:spPr bwMode="auto">
                <a:xfrm>
                  <a:off x="4574" y="3344"/>
                  <a:ext cx="749"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4" name="Group 51">
                <a:extLst>
                  <a:ext uri="{FF2B5EF4-FFF2-40B4-BE49-F238E27FC236}">
                    <a16:creationId xmlns:a16="http://schemas.microsoft.com/office/drawing/2014/main" id="{F15759A3-58C5-BC85-B09B-1A399806EA11}"/>
                  </a:ext>
                </a:extLst>
              </p:cNvPr>
              <p:cNvGrpSpPr>
                <a:grpSpLocks/>
              </p:cNvGrpSpPr>
              <p:nvPr/>
            </p:nvGrpSpPr>
            <p:grpSpPr bwMode="auto">
              <a:xfrm>
                <a:off x="1107" y="3591"/>
                <a:ext cx="791" cy="246"/>
                <a:chOff x="1107" y="3591"/>
                <a:chExt cx="791" cy="246"/>
              </a:xfrm>
            </p:grpSpPr>
            <p:sp>
              <p:nvSpPr>
                <p:cNvPr id="14364" name="Rectangle 52">
                  <a:extLst>
                    <a:ext uri="{FF2B5EF4-FFF2-40B4-BE49-F238E27FC236}">
                      <a16:creationId xmlns:a16="http://schemas.microsoft.com/office/drawing/2014/main" id="{189B10DC-17FD-A76C-AEBE-B357EAF35315}"/>
                    </a:ext>
                  </a:extLst>
                </p:cNvPr>
                <p:cNvSpPr>
                  <a:spLocks noChangeArrowheads="1"/>
                </p:cNvSpPr>
                <p:nvPr/>
              </p:nvSpPr>
              <p:spPr bwMode="auto">
                <a:xfrm>
                  <a:off x="1168" y="3591"/>
                  <a:ext cx="668"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4365" name="Rectangle 53">
                  <a:extLst>
                    <a:ext uri="{FF2B5EF4-FFF2-40B4-BE49-F238E27FC236}">
                      <a16:creationId xmlns:a16="http://schemas.microsoft.com/office/drawing/2014/main" id="{36E51F1F-B85B-FA62-F1DD-C8C3B4D37313}"/>
                    </a:ext>
                  </a:extLst>
                </p:cNvPr>
                <p:cNvSpPr>
                  <a:spLocks noChangeArrowheads="1"/>
                </p:cNvSpPr>
                <p:nvPr/>
              </p:nvSpPr>
              <p:spPr bwMode="auto">
                <a:xfrm>
                  <a:off x="1107" y="3591"/>
                  <a:ext cx="791"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5" name="Group 54">
                <a:extLst>
                  <a:ext uri="{FF2B5EF4-FFF2-40B4-BE49-F238E27FC236}">
                    <a16:creationId xmlns:a16="http://schemas.microsoft.com/office/drawing/2014/main" id="{C1DF46FB-4B70-F446-6238-0C77BF126A6F}"/>
                  </a:ext>
                </a:extLst>
              </p:cNvPr>
              <p:cNvGrpSpPr>
                <a:grpSpLocks/>
              </p:cNvGrpSpPr>
              <p:nvPr/>
            </p:nvGrpSpPr>
            <p:grpSpPr bwMode="auto">
              <a:xfrm>
                <a:off x="1899" y="3591"/>
                <a:ext cx="1923" cy="246"/>
                <a:chOff x="1899" y="3591"/>
                <a:chExt cx="1923" cy="246"/>
              </a:xfrm>
            </p:grpSpPr>
            <p:sp>
              <p:nvSpPr>
                <p:cNvPr id="14362" name="Rectangle 55">
                  <a:extLst>
                    <a:ext uri="{FF2B5EF4-FFF2-40B4-BE49-F238E27FC236}">
                      <a16:creationId xmlns:a16="http://schemas.microsoft.com/office/drawing/2014/main" id="{31958667-6250-9FD5-58D9-99116094DC22}"/>
                    </a:ext>
                  </a:extLst>
                </p:cNvPr>
                <p:cNvSpPr>
                  <a:spLocks noChangeArrowheads="1"/>
                </p:cNvSpPr>
                <p:nvPr/>
              </p:nvSpPr>
              <p:spPr bwMode="auto">
                <a:xfrm>
                  <a:off x="1960" y="3591"/>
                  <a:ext cx="1800"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5</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63" name="Rectangle 56">
                  <a:extLst>
                    <a:ext uri="{FF2B5EF4-FFF2-40B4-BE49-F238E27FC236}">
                      <a16:creationId xmlns:a16="http://schemas.microsoft.com/office/drawing/2014/main" id="{940F35E7-24E2-4B61-5DA9-FAD060656E61}"/>
                    </a:ext>
                  </a:extLst>
                </p:cNvPr>
                <p:cNvSpPr>
                  <a:spLocks noChangeArrowheads="1"/>
                </p:cNvSpPr>
                <p:nvPr/>
              </p:nvSpPr>
              <p:spPr bwMode="auto">
                <a:xfrm>
                  <a:off x="1899" y="3591"/>
                  <a:ext cx="1923"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6" name="Group 57">
                <a:extLst>
                  <a:ext uri="{FF2B5EF4-FFF2-40B4-BE49-F238E27FC236}">
                    <a16:creationId xmlns:a16="http://schemas.microsoft.com/office/drawing/2014/main" id="{62A89967-B212-46E0-5B8E-62DF74560DD0}"/>
                  </a:ext>
                </a:extLst>
              </p:cNvPr>
              <p:cNvGrpSpPr>
                <a:grpSpLocks/>
              </p:cNvGrpSpPr>
              <p:nvPr/>
            </p:nvGrpSpPr>
            <p:grpSpPr bwMode="auto">
              <a:xfrm>
                <a:off x="3823" y="3591"/>
                <a:ext cx="750" cy="246"/>
                <a:chOff x="3823" y="3591"/>
                <a:chExt cx="750" cy="246"/>
              </a:xfrm>
            </p:grpSpPr>
            <p:sp>
              <p:nvSpPr>
                <p:cNvPr id="14360" name="Rectangle 58">
                  <a:extLst>
                    <a:ext uri="{FF2B5EF4-FFF2-40B4-BE49-F238E27FC236}">
                      <a16:creationId xmlns:a16="http://schemas.microsoft.com/office/drawing/2014/main" id="{C00E3285-E056-5151-5E2C-823EDF2DDA61}"/>
                    </a:ext>
                  </a:extLst>
                </p:cNvPr>
                <p:cNvSpPr>
                  <a:spLocks noChangeArrowheads="1"/>
                </p:cNvSpPr>
                <p:nvPr/>
              </p:nvSpPr>
              <p:spPr bwMode="auto">
                <a:xfrm>
                  <a:off x="3884" y="3591"/>
                  <a:ext cx="626"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B</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61" name="Rectangle 59">
                  <a:extLst>
                    <a:ext uri="{FF2B5EF4-FFF2-40B4-BE49-F238E27FC236}">
                      <a16:creationId xmlns:a16="http://schemas.microsoft.com/office/drawing/2014/main" id="{C06D7EFD-1F9C-78CE-0C80-A11AAA92E7DA}"/>
                    </a:ext>
                  </a:extLst>
                </p:cNvPr>
                <p:cNvSpPr>
                  <a:spLocks noChangeArrowheads="1"/>
                </p:cNvSpPr>
                <p:nvPr/>
              </p:nvSpPr>
              <p:spPr bwMode="auto">
                <a:xfrm>
                  <a:off x="3823" y="3591"/>
                  <a:ext cx="750"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4357" name="Group 60">
                <a:extLst>
                  <a:ext uri="{FF2B5EF4-FFF2-40B4-BE49-F238E27FC236}">
                    <a16:creationId xmlns:a16="http://schemas.microsoft.com/office/drawing/2014/main" id="{E000E9B0-724A-8CEB-5EC8-FC67534C3F58}"/>
                  </a:ext>
                </a:extLst>
              </p:cNvPr>
              <p:cNvGrpSpPr>
                <a:grpSpLocks/>
              </p:cNvGrpSpPr>
              <p:nvPr/>
            </p:nvGrpSpPr>
            <p:grpSpPr bwMode="auto">
              <a:xfrm>
                <a:off x="4574" y="3591"/>
                <a:ext cx="749" cy="246"/>
                <a:chOff x="4574" y="3591"/>
                <a:chExt cx="749" cy="246"/>
              </a:xfrm>
            </p:grpSpPr>
            <p:sp>
              <p:nvSpPr>
                <p:cNvPr id="14358" name="Rectangle 61">
                  <a:extLst>
                    <a:ext uri="{FF2B5EF4-FFF2-40B4-BE49-F238E27FC236}">
                      <a16:creationId xmlns:a16="http://schemas.microsoft.com/office/drawing/2014/main" id="{02C2A2E1-9AA5-E053-6D23-478D9DEFE053}"/>
                    </a:ext>
                  </a:extLst>
                </p:cNvPr>
                <p:cNvSpPr>
                  <a:spLocks noChangeArrowheads="1"/>
                </p:cNvSpPr>
                <p:nvPr/>
              </p:nvSpPr>
              <p:spPr bwMode="auto">
                <a:xfrm>
                  <a:off x="4635" y="3591"/>
                  <a:ext cx="626" cy="2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4359" name="Rectangle 62">
                  <a:extLst>
                    <a:ext uri="{FF2B5EF4-FFF2-40B4-BE49-F238E27FC236}">
                      <a16:creationId xmlns:a16="http://schemas.microsoft.com/office/drawing/2014/main" id="{D5689FD3-262F-40C5-A3F6-A4C44D3B74A1}"/>
                    </a:ext>
                  </a:extLst>
                </p:cNvPr>
                <p:cNvSpPr>
                  <a:spLocks noChangeArrowheads="1"/>
                </p:cNvSpPr>
                <p:nvPr/>
              </p:nvSpPr>
              <p:spPr bwMode="auto">
                <a:xfrm>
                  <a:off x="4574" y="3591"/>
                  <a:ext cx="749" cy="24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14345" name="Rectangle 63">
              <a:extLst>
                <a:ext uri="{FF2B5EF4-FFF2-40B4-BE49-F238E27FC236}">
                  <a16:creationId xmlns:a16="http://schemas.microsoft.com/office/drawing/2014/main" id="{5453BE1E-5229-20E5-69BD-25D082E139D6}"/>
                </a:ext>
              </a:extLst>
            </p:cNvPr>
            <p:cNvSpPr>
              <a:spLocks noChangeArrowheads="1"/>
            </p:cNvSpPr>
            <p:nvPr/>
          </p:nvSpPr>
          <p:spPr bwMode="auto">
            <a:xfrm>
              <a:off x="1104" y="3024"/>
              <a:ext cx="4223" cy="815"/>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1">
            <a:extLst>
              <a:ext uri="{FF2B5EF4-FFF2-40B4-BE49-F238E27FC236}">
                <a16:creationId xmlns:a16="http://schemas.microsoft.com/office/drawing/2014/main" id="{C6E2A9F5-82D2-D56A-AD1F-DA3DBE3F60E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6387" name="Text Box 2">
            <a:extLst>
              <a:ext uri="{FF2B5EF4-FFF2-40B4-BE49-F238E27FC236}">
                <a16:creationId xmlns:a16="http://schemas.microsoft.com/office/drawing/2014/main" id="{26D551CF-90E0-BF7A-921D-20643267DDC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6100DD6-1BF6-442B-9016-D90FF81F924E}" type="slidenum">
              <a:rPr lang="en-US" altLang="en-US" sz="1400">
                <a:solidFill>
                  <a:srgbClr val="000000"/>
                </a:solidFill>
              </a:rPr>
              <a:pPr algn="r" eaLnBrk="1" hangingPunct="1">
                <a:buClrTx/>
                <a:buSzPct val="60000"/>
                <a:buFontTx/>
                <a:buNone/>
              </a:pPr>
              <a:t>7</a:t>
            </a:fld>
            <a:endParaRPr lang="en-US" altLang="en-US" sz="1400">
              <a:solidFill>
                <a:srgbClr val="000000"/>
              </a:solidFill>
            </a:endParaRPr>
          </a:p>
        </p:txBody>
      </p:sp>
      <p:sp>
        <p:nvSpPr>
          <p:cNvPr id="16388" name="Text Box 3">
            <a:extLst>
              <a:ext uri="{FF2B5EF4-FFF2-40B4-BE49-F238E27FC236}">
                <a16:creationId xmlns:a16="http://schemas.microsoft.com/office/drawing/2014/main" id="{9BD8CA15-7318-2473-B992-9C6A2AA9773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Using Two Bulbs</a:t>
            </a:r>
          </a:p>
        </p:txBody>
      </p:sp>
      <p:sp>
        <p:nvSpPr>
          <p:cNvPr id="16389" name="Text Box 4">
            <a:extLst>
              <a:ext uri="{FF2B5EF4-FFF2-40B4-BE49-F238E27FC236}">
                <a16:creationId xmlns:a16="http://schemas.microsoft.com/office/drawing/2014/main" id="{63BCE09A-BD13-6118-C8CD-122D3B9A089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6390" name="Group 5">
            <a:extLst>
              <a:ext uri="{FF2B5EF4-FFF2-40B4-BE49-F238E27FC236}">
                <a16:creationId xmlns:a16="http://schemas.microsoft.com/office/drawing/2014/main" id="{68052CB1-2334-4C1B-2502-53EF30236F9E}"/>
              </a:ext>
            </a:extLst>
          </p:cNvPr>
          <p:cNvGrpSpPr>
            <a:grpSpLocks/>
          </p:cNvGrpSpPr>
          <p:nvPr/>
        </p:nvGrpSpPr>
        <p:grpSpPr bwMode="auto">
          <a:xfrm>
            <a:off x="1454150" y="1981200"/>
            <a:ext cx="4843463" cy="3960813"/>
            <a:chOff x="916" y="1248"/>
            <a:chExt cx="3051" cy="2495"/>
          </a:xfrm>
        </p:grpSpPr>
        <p:sp>
          <p:nvSpPr>
            <p:cNvPr id="16439" name="Rectangle 6">
              <a:extLst>
                <a:ext uri="{FF2B5EF4-FFF2-40B4-BE49-F238E27FC236}">
                  <a16:creationId xmlns:a16="http://schemas.microsoft.com/office/drawing/2014/main" id="{C30B5585-9E5C-7A37-7D51-DD1A5D38340C}"/>
                </a:ext>
              </a:extLst>
            </p:cNvPr>
            <p:cNvSpPr>
              <a:spLocks noChangeArrowheads="1"/>
            </p:cNvSpPr>
            <p:nvPr/>
          </p:nvSpPr>
          <p:spPr bwMode="auto">
            <a:xfrm>
              <a:off x="916" y="1248"/>
              <a:ext cx="3051" cy="249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0" name="Rectangle 7">
              <a:extLst>
                <a:ext uri="{FF2B5EF4-FFF2-40B4-BE49-F238E27FC236}">
                  <a16:creationId xmlns:a16="http://schemas.microsoft.com/office/drawing/2014/main" id="{BC52DF14-765A-1A70-14C2-E501E9B2BC7C}"/>
                </a:ext>
              </a:extLst>
            </p:cNvPr>
            <p:cNvSpPr>
              <a:spLocks noChangeArrowheads="1"/>
            </p:cNvSpPr>
            <p:nvPr/>
          </p:nvSpPr>
          <p:spPr bwMode="auto">
            <a:xfrm>
              <a:off x="1031" y="1348"/>
              <a:ext cx="863" cy="104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1" name="Rectangle 8">
              <a:extLst>
                <a:ext uri="{FF2B5EF4-FFF2-40B4-BE49-F238E27FC236}">
                  <a16:creationId xmlns:a16="http://schemas.microsoft.com/office/drawing/2014/main" id="{4FB2621B-0CE3-8E3E-1C09-18D9E0C1531E}"/>
                </a:ext>
              </a:extLst>
            </p:cNvPr>
            <p:cNvSpPr>
              <a:spLocks noChangeArrowheads="1"/>
            </p:cNvSpPr>
            <p:nvPr/>
          </p:nvSpPr>
          <p:spPr bwMode="auto">
            <a:xfrm>
              <a:off x="2989" y="1348"/>
              <a:ext cx="863" cy="104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2" name="Rectangle 9">
              <a:extLst>
                <a:ext uri="{FF2B5EF4-FFF2-40B4-BE49-F238E27FC236}">
                  <a16:creationId xmlns:a16="http://schemas.microsoft.com/office/drawing/2014/main" id="{041B9C92-70A2-308B-705E-1EFC3675FFD2}"/>
                </a:ext>
              </a:extLst>
            </p:cNvPr>
            <p:cNvSpPr>
              <a:spLocks noChangeArrowheads="1"/>
            </p:cNvSpPr>
            <p:nvPr/>
          </p:nvSpPr>
          <p:spPr bwMode="auto">
            <a:xfrm>
              <a:off x="1031" y="2546"/>
              <a:ext cx="863" cy="104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3" name="Rectangle 10">
              <a:extLst>
                <a:ext uri="{FF2B5EF4-FFF2-40B4-BE49-F238E27FC236}">
                  <a16:creationId xmlns:a16="http://schemas.microsoft.com/office/drawing/2014/main" id="{17D5DF7A-5400-E17E-89E0-C04BDF9432CC}"/>
                </a:ext>
              </a:extLst>
            </p:cNvPr>
            <p:cNvSpPr>
              <a:spLocks noChangeArrowheads="1"/>
            </p:cNvSpPr>
            <p:nvPr/>
          </p:nvSpPr>
          <p:spPr bwMode="auto">
            <a:xfrm>
              <a:off x="2989" y="2546"/>
              <a:ext cx="863" cy="104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4" name="Text Box 11">
              <a:extLst>
                <a:ext uri="{FF2B5EF4-FFF2-40B4-BE49-F238E27FC236}">
                  <a16:creationId xmlns:a16="http://schemas.microsoft.com/office/drawing/2014/main" id="{3DFFB246-3449-C964-EAA7-8A2C9544D569}"/>
                </a:ext>
              </a:extLst>
            </p:cNvPr>
            <p:cNvSpPr txBox="1">
              <a:spLocks noChangeArrowheads="1"/>
            </p:cNvSpPr>
            <p:nvPr/>
          </p:nvSpPr>
          <p:spPr bwMode="auto">
            <a:xfrm>
              <a:off x="1146" y="1697"/>
              <a:ext cx="632" cy="54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D</a:t>
              </a:r>
            </a:p>
          </p:txBody>
        </p:sp>
        <p:sp>
          <p:nvSpPr>
            <p:cNvPr id="16445" name="Rectangle 12">
              <a:extLst>
                <a:ext uri="{FF2B5EF4-FFF2-40B4-BE49-F238E27FC236}">
                  <a16:creationId xmlns:a16="http://schemas.microsoft.com/office/drawing/2014/main" id="{7BD79EE4-2AC7-BD0E-3528-9CCB7A31A9D4}"/>
                </a:ext>
              </a:extLst>
            </p:cNvPr>
            <p:cNvSpPr>
              <a:spLocks noChangeArrowheads="1"/>
            </p:cNvSpPr>
            <p:nvPr/>
          </p:nvSpPr>
          <p:spPr bwMode="auto">
            <a:xfrm>
              <a:off x="1164" y="1450"/>
              <a:ext cx="155" cy="86"/>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6" name="Line 13">
              <a:extLst>
                <a:ext uri="{FF2B5EF4-FFF2-40B4-BE49-F238E27FC236}">
                  <a16:creationId xmlns:a16="http://schemas.microsoft.com/office/drawing/2014/main" id="{97C4FC75-29F7-440A-A9FC-ADDAAB3A4087}"/>
                </a:ext>
              </a:extLst>
            </p:cNvPr>
            <p:cNvSpPr>
              <a:spLocks noChangeShapeType="1"/>
            </p:cNvSpPr>
            <p:nvPr/>
          </p:nvSpPr>
          <p:spPr bwMode="auto">
            <a:xfrm flipH="1" flipV="1">
              <a:off x="1218" y="1804"/>
              <a:ext cx="204" cy="206"/>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47" name="Rectangle 14">
              <a:extLst>
                <a:ext uri="{FF2B5EF4-FFF2-40B4-BE49-F238E27FC236}">
                  <a16:creationId xmlns:a16="http://schemas.microsoft.com/office/drawing/2014/main" id="{104BA452-A878-E288-0768-CE3180BFD37C}"/>
                </a:ext>
              </a:extLst>
            </p:cNvPr>
            <p:cNvSpPr>
              <a:spLocks noChangeArrowheads="1"/>
            </p:cNvSpPr>
            <p:nvPr/>
          </p:nvSpPr>
          <p:spPr bwMode="auto">
            <a:xfrm>
              <a:off x="1625" y="1451"/>
              <a:ext cx="155" cy="8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8" name="Rectangle 15">
              <a:extLst>
                <a:ext uri="{FF2B5EF4-FFF2-40B4-BE49-F238E27FC236}">
                  <a16:creationId xmlns:a16="http://schemas.microsoft.com/office/drawing/2014/main" id="{EE015F34-5E87-DAB4-490D-B57BA33E728E}"/>
                </a:ext>
              </a:extLst>
            </p:cNvPr>
            <p:cNvSpPr>
              <a:spLocks noChangeArrowheads="1"/>
            </p:cNvSpPr>
            <p:nvPr/>
          </p:nvSpPr>
          <p:spPr bwMode="auto">
            <a:xfrm>
              <a:off x="1222" y="1537"/>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49" name="Rectangle 16">
              <a:extLst>
                <a:ext uri="{FF2B5EF4-FFF2-40B4-BE49-F238E27FC236}">
                  <a16:creationId xmlns:a16="http://schemas.microsoft.com/office/drawing/2014/main" id="{475AF083-8F34-3D4F-480F-B00593E2F472}"/>
                </a:ext>
              </a:extLst>
            </p:cNvPr>
            <p:cNvSpPr>
              <a:spLocks noChangeArrowheads="1"/>
            </p:cNvSpPr>
            <p:nvPr/>
          </p:nvSpPr>
          <p:spPr bwMode="auto">
            <a:xfrm>
              <a:off x="1682" y="1537"/>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0" name="Text Box 17">
              <a:extLst>
                <a:ext uri="{FF2B5EF4-FFF2-40B4-BE49-F238E27FC236}">
                  <a16:creationId xmlns:a16="http://schemas.microsoft.com/office/drawing/2014/main" id="{D0C762C9-6EFA-08B6-A45E-E1A4E49A0B95}"/>
                </a:ext>
              </a:extLst>
            </p:cNvPr>
            <p:cNvSpPr txBox="1">
              <a:spLocks noChangeArrowheads="1"/>
            </p:cNvSpPr>
            <p:nvPr/>
          </p:nvSpPr>
          <p:spPr bwMode="auto">
            <a:xfrm>
              <a:off x="3104" y="1697"/>
              <a:ext cx="632" cy="54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D</a:t>
              </a:r>
            </a:p>
          </p:txBody>
        </p:sp>
        <p:sp>
          <p:nvSpPr>
            <p:cNvPr id="16451" name="Rectangle 18">
              <a:extLst>
                <a:ext uri="{FF2B5EF4-FFF2-40B4-BE49-F238E27FC236}">
                  <a16:creationId xmlns:a16="http://schemas.microsoft.com/office/drawing/2014/main" id="{D93EAAB1-4804-742A-40F2-913BB659EB9D}"/>
                </a:ext>
              </a:extLst>
            </p:cNvPr>
            <p:cNvSpPr>
              <a:spLocks noChangeArrowheads="1"/>
            </p:cNvSpPr>
            <p:nvPr/>
          </p:nvSpPr>
          <p:spPr bwMode="auto">
            <a:xfrm>
              <a:off x="3122" y="1450"/>
              <a:ext cx="155" cy="86"/>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2" name="Rectangle 19">
              <a:extLst>
                <a:ext uri="{FF2B5EF4-FFF2-40B4-BE49-F238E27FC236}">
                  <a16:creationId xmlns:a16="http://schemas.microsoft.com/office/drawing/2014/main" id="{C0A15FC1-AD07-673C-F88F-3D22CE6D5B52}"/>
                </a:ext>
              </a:extLst>
            </p:cNvPr>
            <p:cNvSpPr>
              <a:spLocks noChangeArrowheads="1"/>
            </p:cNvSpPr>
            <p:nvPr/>
          </p:nvSpPr>
          <p:spPr bwMode="auto">
            <a:xfrm>
              <a:off x="3583" y="1451"/>
              <a:ext cx="155" cy="8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3" name="Rectangle 20">
              <a:extLst>
                <a:ext uri="{FF2B5EF4-FFF2-40B4-BE49-F238E27FC236}">
                  <a16:creationId xmlns:a16="http://schemas.microsoft.com/office/drawing/2014/main" id="{2CE64A38-C883-297B-DD26-3439C5095A25}"/>
                </a:ext>
              </a:extLst>
            </p:cNvPr>
            <p:cNvSpPr>
              <a:spLocks noChangeArrowheads="1"/>
            </p:cNvSpPr>
            <p:nvPr/>
          </p:nvSpPr>
          <p:spPr bwMode="auto">
            <a:xfrm>
              <a:off x="3180" y="1537"/>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4" name="Rectangle 21">
              <a:extLst>
                <a:ext uri="{FF2B5EF4-FFF2-40B4-BE49-F238E27FC236}">
                  <a16:creationId xmlns:a16="http://schemas.microsoft.com/office/drawing/2014/main" id="{3ECC721F-0F2B-FC92-31AD-7E251330E686}"/>
                </a:ext>
              </a:extLst>
            </p:cNvPr>
            <p:cNvSpPr>
              <a:spLocks noChangeArrowheads="1"/>
            </p:cNvSpPr>
            <p:nvPr/>
          </p:nvSpPr>
          <p:spPr bwMode="auto">
            <a:xfrm>
              <a:off x="3641" y="1537"/>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5" name="Text Box 22">
              <a:extLst>
                <a:ext uri="{FF2B5EF4-FFF2-40B4-BE49-F238E27FC236}">
                  <a16:creationId xmlns:a16="http://schemas.microsoft.com/office/drawing/2014/main" id="{590E2F09-9E42-C72F-CC19-24AF0457712E}"/>
                </a:ext>
              </a:extLst>
            </p:cNvPr>
            <p:cNvSpPr txBox="1">
              <a:spLocks noChangeArrowheads="1"/>
            </p:cNvSpPr>
            <p:nvPr/>
          </p:nvSpPr>
          <p:spPr bwMode="auto">
            <a:xfrm>
              <a:off x="1146" y="2895"/>
              <a:ext cx="632" cy="54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D</a:t>
              </a:r>
            </a:p>
          </p:txBody>
        </p:sp>
        <p:sp>
          <p:nvSpPr>
            <p:cNvPr id="16456" name="Rectangle 23">
              <a:extLst>
                <a:ext uri="{FF2B5EF4-FFF2-40B4-BE49-F238E27FC236}">
                  <a16:creationId xmlns:a16="http://schemas.microsoft.com/office/drawing/2014/main" id="{AC558B07-9E4C-C447-BBCC-B48CC9CC9C45}"/>
                </a:ext>
              </a:extLst>
            </p:cNvPr>
            <p:cNvSpPr>
              <a:spLocks noChangeArrowheads="1"/>
            </p:cNvSpPr>
            <p:nvPr/>
          </p:nvSpPr>
          <p:spPr bwMode="auto">
            <a:xfrm>
              <a:off x="1164" y="2648"/>
              <a:ext cx="155" cy="86"/>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7" name="Rectangle 24">
              <a:extLst>
                <a:ext uri="{FF2B5EF4-FFF2-40B4-BE49-F238E27FC236}">
                  <a16:creationId xmlns:a16="http://schemas.microsoft.com/office/drawing/2014/main" id="{29AF57C1-DFD9-3B51-77F1-44A0B0DB4CC7}"/>
                </a:ext>
              </a:extLst>
            </p:cNvPr>
            <p:cNvSpPr>
              <a:spLocks noChangeArrowheads="1"/>
            </p:cNvSpPr>
            <p:nvPr/>
          </p:nvSpPr>
          <p:spPr bwMode="auto">
            <a:xfrm>
              <a:off x="1625" y="2650"/>
              <a:ext cx="155" cy="8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8" name="Rectangle 25">
              <a:extLst>
                <a:ext uri="{FF2B5EF4-FFF2-40B4-BE49-F238E27FC236}">
                  <a16:creationId xmlns:a16="http://schemas.microsoft.com/office/drawing/2014/main" id="{C68568A7-6B19-7A94-AE6C-ADEAB53E804C}"/>
                </a:ext>
              </a:extLst>
            </p:cNvPr>
            <p:cNvSpPr>
              <a:spLocks noChangeArrowheads="1"/>
            </p:cNvSpPr>
            <p:nvPr/>
          </p:nvSpPr>
          <p:spPr bwMode="auto">
            <a:xfrm>
              <a:off x="1222" y="2735"/>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59" name="Rectangle 26">
              <a:extLst>
                <a:ext uri="{FF2B5EF4-FFF2-40B4-BE49-F238E27FC236}">
                  <a16:creationId xmlns:a16="http://schemas.microsoft.com/office/drawing/2014/main" id="{63991D97-C1B6-E5C8-B090-1BBF6417B60B}"/>
                </a:ext>
              </a:extLst>
            </p:cNvPr>
            <p:cNvSpPr>
              <a:spLocks noChangeArrowheads="1"/>
            </p:cNvSpPr>
            <p:nvPr/>
          </p:nvSpPr>
          <p:spPr bwMode="auto">
            <a:xfrm>
              <a:off x="1682" y="2735"/>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60" name="Text Box 27">
              <a:extLst>
                <a:ext uri="{FF2B5EF4-FFF2-40B4-BE49-F238E27FC236}">
                  <a16:creationId xmlns:a16="http://schemas.microsoft.com/office/drawing/2014/main" id="{0F909519-C6CF-61ED-B231-97D508F4DDC8}"/>
                </a:ext>
              </a:extLst>
            </p:cNvPr>
            <p:cNvSpPr txBox="1">
              <a:spLocks noChangeArrowheads="1"/>
            </p:cNvSpPr>
            <p:nvPr/>
          </p:nvSpPr>
          <p:spPr bwMode="auto">
            <a:xfrm>
              <a:off x="3104" y="2895"/>
              <a:ext cx="632" cy="54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B C D</a:t>
              </a:r>
            </a:p>
          </p:txBody>
        </p:sp>
        <p:sp>
          <p:nvSpPr>
            <p:cNvPr id="16461" name="Rectangle 28">
              <a:extLst>
                <a:ext uri="{FF2B5EF4-FFF2-40B4-BE49-F238E27FC236}">
                  <a16:creationId xmlns:a16="http://schemas.microsoft.com/office/drawing/2014/main" id="{49ED31AF-5550-AA32-CEA0-A944CC7D5D30}"/>
                </a:ext>
              </a:extLst>
            </p:cNvPr>
            <p:cNvSpPr>
              <a:spLocks noChangeArrowheads="1"/>
            </p:cNvSpPr>
            <p:nvPr/>
          </p:nvSpPr>
          <p:spPr bwMode="auto">
            <a:xfrm>
              <a:off x="3122" y="2648"/>
              <a:ext cx="155" cy="86"/>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62" name="Rectangle 29">
              <a:extLst>
                <a:ext uri="{FF2B5EF4-FFF2-40B4-BE49-F238E27FC236}">
                  <a16:creationId xmlns:a16="http://schemas.microsoft.com/office/drawing/2014/main" id="{80009A64-7B14-18FD-9D7E-C4D67685D7D2}"/>
                </a:ext>
              </a:extLst>
            </p:cNvPr>
            <p:cNvSpPr>
              <a:spLocks noChangeArrowheads="1"/>
            </p:cNvSpPr>
            <p:nvPr/>
          </p:nvSpPr>
          <p:spPr bwMode="auto">
            <a:xfrm>
              <a:off x="3583" y="2650"/>
              <a:ext cx="155" cy="8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63" name="Rectangle 30">
              <a:extLst>
                <a:ext uri="{FF2B5EF4-FFF2-40B4-BE49-F238E27FC236}">
                  <a16:creationId xmlns:a16="http://schemas.microsoft.com/office/drawing/2014/main" id="{3D3C8BB6-165D-5917-8F86-B23139CB9FA4}"/>
                </a:ext>
              </a:extLst>
            </p:cNvPr>
            <p:cNvSpPr>
              <a:spLocks noChangeArrowheads="1"/>
            </p:cNvSpPr>
            <p:nvPr/>
          </p:nvSpPr>
          <p:spPr bwMode="auto">
            <a:xfrm>
              <a:off x="3180" y="2735"/>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64" name="Rectangle 31">
              <a:extLst>
                <a:ext uri="{FF2B5EF4-FFF2-40B4-BE49-F238E27FC236}">
                  <a16:creationId xmlns:a16="http://schemas.microsoft.com/office/drawing/2014/main" id="{28B106F2-9A67-EF56-160D-15D999D961C7}"/>
                </a:ext>
              </a:extLst>
            </p:cNvPr>
            <p:cNvSpPr>
              <a:spLocks noChangeArrowheads="1"/>
            </p:cNvSpPr>
            <p:nvPr/>
          </p:nvSpPr>
          <p:spPr bwMode="auto">
            <a:xfrm>
              <a:off x="3641" y="2735"/>
              <a:ext cx="56" cy="14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6465" name="Line 32">
              <a:extLst>
                <a:ext uri="{FF2B5EF4-FFF2-40B4-BE49-F238E27FC236}">
                  <a16:creationId xmlns:a16="http://schemas.microsoft.com/office/drawing/2014/main" id="{544DA461-54C6-8824-B367-94A10366297D}"/>
                </a:ext>
              </a:extLst>
            </p:cNvPr>
            <p:cNvSpPr>
              <a:spLocks noChangeShapeType="1"/>
            </p:cNvSpPr>
            <p:nvPr/>
          </p:nvSpPr>
          <p:spPr bwMode="auto">
            <a:xfrm flipH="1" flipV="1">
              <a:off x="3264" y="1795"/>
              <a:ext cx="70" cy="20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66" name="Line 33">
              <a:extLst>
                <a:ext uri="{FF2B5EF4-FFF2-40B4-BE49-F238E27FC236}">
                  <a16:creationId xmlns:a16="http://schemas.microsoft.com/office/drawing/2014/main" id="{AAEF5608-0A17-B0FA-B197-D8868DF1FC2D}"/>
                </a:ext>
              </a:extLst>
            </p:cNvPr>
            <p:cNvSpPr>
              <a:spLocks noChangeShapeType="1"/>
            </p:cNvSpPr>
            <p:nvPr/>
          </p:nvSpPr>
          <p:spPr bwMode="auto">
            <a:xfrm>
              <a:off x="3450" y="1497"/>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67" name="Line 34">
              <a:extLst>
                <a:ext uri="{FF2B5EF4-FFF2-40B4-BE49-F238E27FC236}">
                  <a16:creationId xmlns:a16="http://schemas.microsoft.com/office/drawing/2014/main" id="{7F24111A-3E92-EF77-BF06-E152DC3F986C}"/>
                </a:ext>
              </a:extLst>
            </p:cNvPr>
            <p:cNvSpPr>
              <a:spLocks noChangeShapeType="1"/>
            </p:cNvSpPr>
            <p:nvPr/>
          </p:nvSpPr>
          <p:spPr bwMode="auto">
            <a:xfrm>
              <a:off x="3507" y="1398"/>
              <a:ext cx="56"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68" name="Line 35">
              <a:extLst>
                <a:ext uri="{FF2B5EF4-FFF2-40B4-BE49-F238E27FC236}">
                  <a16:creationId xmlns:a16="http://schemas.microsoft.com/office/drawing/2014/main" id="{3C22EA47-9D94-81FA-50E4-F48CC03892EE}"/>
                </a:ext>
              </a:extLst>
            </p:cNvPr>
            <p:cNvSpPr>
              <a:spLocks noChangeShapeType="1"/>
            </p:cNvSpPr>
            <p:nvPr/>
          </p:nvSpPr>
          <p:spPr bwMode="auto">
            <a:xfrm>
              <a:off x="3680" y="1398"/>
              <a:ext cx="0"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69" name="Line 36">
              <a:extLst>
                <a:ext uri="{FF2B5EF4-FFF2-40B4-BE49-F238E27FC236}">
                  <a16:creationId xmlns:a16="http://schemas.microsoft.com/office/drawing/2014/main" id="{8DC7B330-BF87-B81B-7AFE-000E9779AF14}"/>
                </a:ext>
              </a:extLst>
            </p:cNvPr>
            <p:cNvSpPr>
              <a:spLocks noChangeShapeType="1"/>
            </p:cNvSpPr>
            <p:nvPr/>
          </p:nvSpPr>
          <p:spPr bwMode="auto">
            <a:xfrm flipH="1">
              <a:off x="3737" y="1398"/>
              <a:ext cx="58"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0" name="Line 37">
              <a:extLst>
                <a:ext uri="{FF2B5EF4-FFF2-40B4-BE49-F238E27FC236}">
                  <a16:creationId xmlns:a16="http://schemas.microsoft.com/office/drawing/2014/main" id="{52968903-563D-ADA8-5F6C-E8B6C87E8C61}"/>
                </a:ext>
              </a:extLst>
            </p:cNvPr>
            <p:cNvSpPr>
              <a:spLocks noChangeShapeType="1"/>
            </p:cNvSpPr>
            <p:nvPr/>
          </p:nvSpPr>
          <p:spPr bwMode="auto">
            <a:xfrm>
              <a:off x="3738" y="1497"/>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1" name="Line 38">
              <a:extLst>
                <a:ext uri="{FF2B5EF4-FFF2-40B4-BE49-F238E27FC236}">
                  <a16:creationId xmlns:a16="http://schemas.microsoft.com/office/drawing/2014/main" id="{7B38BD9E-3D70-A710-1E9B-DB452216CFA7}"/>
                </a:ext>
              </a:extLst>
            </p:cNvPr>
            <p:cNvSpPr>
              <a:spLocks noChangeShapeType="1"/>
            </p:cNvSpPr>
            <p:nvPr/>
          </p:nvSpPr>
          <p:spPr bwMode="auto">
            <a:xfrm flipV="1">
              <a:off x="1389" y="2999"/>
              <a:ext cx="0" cy="174"/>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2" name="Line 39">
              <a:extLst>
                <a:ext uri="{FF2B5EF4-FFF2-40B4-BE49-F238E27FC236}">
                  <a16:creationId xmlns:a16="http://schemas.microsoft.com/office/drawing/2014/main" id="{DD479CFF-4257-D3E6-4DEE-95A63C09B554}"/>
                </a:ext>
              </a:extLst>
            </p:cNvPr>
            <p:cNvSpPr>
              <a:spLocks noChangeShapeType="1"/>
            </p:cNvSpPr>
            <p:nvPr/>
          </p:nvSpPr>
          <p:spPr bwMode="auto">
            <a:xfrm>
              <a:off x="1031"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3" name="Line 40">
              <a:extLst>
                <a:ext uri="{FF2B5EF4-FFF2-40B4-BE49-F238E27FC236}">
                  <a16:creationId xmlns:a16="http://schemas.microsoft.com/office/drawing/2014/main" id="{B68923F8-3661-6F43-E760-E6E36EB6255B}"/>
                </a:ext>
              </a:extLst>
            </p:cNvPr>
            <p:cNvSpPr>
              <a:spLocks noChangeShapeType="1"/>
            </p:cNvSpPr>
            <p:nvPr/>
          </p:nvSpPr>
          <p:spPr bwMode="auto">
            <a:xfrm>
              <a:off x="1089" y="2596"/>
              <a:ext cx="56"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4" name="Line 41">
              <a:extLst>
                <a:ext uri="{FF2B5EF4-FFF2-40B4-BE49-F238E27FC236}">
                  <a16:creationId xmlns:a16="http://schemas.microsoft.com/office/drawing/2014/main" id="{17E86960-1BC9-F84B-C64F-31F8F537CD9A}"/>
                </a:ext>
              </a:extLst>
            </p:cNvPr>
            <p:cNvSpPr>
              <a:spLocks noChangeShapeType="1"/>
            </p:cNvSpPr>
            <p:nvPr/>
          </p:nvSpPr>
          <p:spPr bwMode="auto">
            <a:xfrm>
              <a:off x="1261" y="2546"/>
              <a:ext cx="0"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5" name="Line 42">
              <a:extLst>
                <a:ext uri="{FF2B5EF4-FFF2-40B4-BE49-F238E27FC236}">
                  <a16:creationId xmlns:a16="http://schemas.microsoft.com/office/drawing/2014/main" id="{37290289-8A7A-E427-F2DC-67EF0708DA03}"/>
                </a:ext>
              </a:extLst>
            </p:cNvPr>
            <p:cNvSpPr>
              <a:spLocks noChangeShapeType="1"/>
            </p:cNvSpPr>
            <p:nvPr/>
          </p:nvSpPr>
          <p:spPr bwMode="auto">
            <a:xfrm flipH="1">
              <a:off x="1318" y="2546"/>
              <a:ext cx="116"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6" name="Line 43">
              <a:extLst>
                <a:ext uri="{FF2B5EF4-FFF2-40B4-BE49-F238E27FC236}">
                  <a16:creationId xmlns:a16="http://schemas.microsoft.com/office/drawing/2014/main" id="{EE877DC8-7275-DF6C-451D-DB83D2954C60}"/>
                </a:ext>
              </a:extLst>
            </p:cNvPr>
            <p:cNvSpPr>
              <a:spLocks noChangeShapeType="1"/>
            </p:cNvSpPr>
            <p:nvPr/>
          </p:nvSpPr>
          <p:spPr bwMode="auto">
            <a:xfrm>
              <a:off x="1319"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7" name="Line 44">
              <a:extLst>
                <a:ext uri="{FF2B5EF4-FFF2-40B4-BE49-F238E27FC236}">
                  <a16:creationId xmlns:a16="http://schemas.microsoft.com/office/drawing/2014/main" id="{2E332BD2-25CF-2CCC-C728-37D5F1695F9B}"/>
                </a:ext>
              </a:extLst>
            </p:cNvPr>
            <p:cNvSpPr>
              <a:spLocks noChangeShapeType="1"/>
            </p:cNvSpPr>
            <p:nvPr/>
          </p:nvSpPr>
          <p:spPr bwMode="auto">
            <a:xfrm flipV="1">
              <a:off x="3335" y="2999"/>
              <a:ext cx="75" cy="19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8" name="Line 45">
              <a:extLst>
                <a:ext uri="{FF2B5EF4-FFF2-40B4-BE49-F238E27FC236}">
                  <a16:creationId xmlns:a16="http://schemas.microsoft.com/office/drawing/2014/main" id="{59D81412-B8BE-6D5C-DE34-F484141A66E2}"/>
                </a:ext>
              </a:extLst>
            </p:cNvPr>
            <p:cNvSpPr>
              <a:spLocks noChangeShapeType="1"/>
            </p:cNvSpPr>
            <p:nvPr/>
          </p:nvSpPr>
          <p:spPr bwMode="auto">
            <a:xfrm>
              <a:off x="2989"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79" name="Line 46">
              <a:extLst>
                <a:ext uri="{FF2B5EF4-FFF2-40B4-BE49-F238E27FC236}">
                  <a16:creationId xmlns:a16="http://schemas.microsoft.com/office/drawing/2014/main" id="{4C900988-E109-1642-64DB-44906175CCB3}"/>
                </a:ext>
              </a:extLst>
            </p:cNvPr>
            <p:cNvSpPr>
              <a:spLocks noChangeShapeType="1"/>
            </p:cNvSpPr>
            <p:nvPr/>
          </p:nvSpPr>
          <p:spPr bwMode="auto">
            <a:xfrm>
              <a:off x="3047" y="2596"/>
              <a:ext cx="56"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0" name="Line 47">
              <a:extLst>
                <a:ext uri="{FF2B5EF4-FFF2-40B4-BE49-F238E27FC236}">
                  <a16:creationId xmlns:a16="http://schemas.microsoft.com/office/drawing/2014/main" id="{92F82B23-108B-1797-71C8-9B063AD1A686}"/>
                </a:ext>
              </a:extLst>
            </p:cNvPr>
            <p:cNvSpPr>
              <a:spLocks noChangeShapeType="1"/>
            </p:cNvSpPr>
            <p:nvPr/>
          </p:nvSpPr>
          <p:spPr bwMode="auto">
            <a:xfrm>
              <a:off x="3219" y="2546"/>
              <a:ext cx="0"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1" name="Line 48">
              <a:extLst>
                <a:ext uri="{FF2B5EF4-FFF2-40B4-BE49-F238E27FC236}">
                  <a16:creationId xmlns:a16="http://schemas.microsoft.com/office/drawing/2014/main" id="{5542FF72-547A-31A0-27F7-262C5E749845}"/>
                </a:ext>
              </a:extLst>
            </p:cNvPr>
            <p:cNvSpPr>
              <a:spLocks noChangeShapeType="1"/>
            </p:cNvSpPr>
            <p:nvPr/>
          </p:nvSpPr>
          <p:spPr bwMode="auto">
            <a:xfrm flipV="1">
              <a:off x="3277" y="2595"/>
              <a:ext cx="114" cy="5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2" name="Line 49">
              <a:extLst>
                <a:ext uri="{FF2B5EF4-FFF2-40B4-BE49-F238E27FC236}">
                  <a16:creationId xmlns:a16="http://schemas.microsoft.com/office/drawing/2014/main" id="{12A4503E-6C42-CC27-7A1E-5BF008E23E3C}"/>
                </a:ext>
              </a:extLst>
            </p:cNvPr>
            <p:cNvSpPr>
              <a:spLocks noChangeShapeType="1"/>
            </p:cNvSpPr>
            <p:nvPr/>
          </p:nvSpPr>
          <p:spPr bwMode="auto">
            <a:xfrm>
              <a:off x="3277"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3" name="Line 50">
              <a:extLst>
                <a:ext uri="{FF2B5EF4-FFF2-40B4-BE49-F238E27FC236}">
                  <a16:creationId xmlns:a16="http://schemas.microsoft.com/office/drawing/2014/main" id="{67A47D50-9592-1FB6-1ED3-E1A7F6A65BE8}"/>
                </a:ext>
              </a:extLst>
            </p:cNvPr>
            <p:cNvSpPr>
              <a:spLocks noChangeShapeType="1"/>
            </p:cNvSpPr>
            <p:nvPr/>
          </p:nvSpPr>
          <p:spPr bwMode="auto">
            <a:xfrm>
              <a:off x="3450"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4" name="Line 51">
              <a:extLst>
                <a:ext uri="{FF2B5EF4-FFF2-40B4-BE49-F238E27FC236}">
                  <a16:creationId xmlns:a16="http://schemas.microsoft.com/office/drawing/2014/main" id="{1603025C-C2D2-0B09-4770-30BE30D21323}"/>
                </a:ext>
              </a:extLst>
            </p:cNvPr>
            <p:cNvSpPr>
              <a:spLocks noChangeShapeType="1"/>
            </p:cNvSpPr>
            <p:nvPr/>
          </p:nvSpPr>
          <p:spPr bwMode="auto">
            <a:xfrm>
              <a:off x="3507" y="2596"/>
              <a:ext cx="56"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5" name="Line 52">
              <a:extLst>
                <a:ext uri="{FF2B5EF4-FFF2-40B4-BE49-F238E27FC236}">
                  <a16:creationId xmlns:a16="http://schemas.microsoft.com/office/drawing/2014/main" id="{931581DF-E0CE-A073-DC34-1E67F751CCB6}"/>
                </a:ext>
              </a:extLst>
            </p:cNvPr>
            <p:cNvSpPr>
              <a:spLocks noChangeShapeType="1"/>
            </p:cNvSpPr>
            <p:nvPr/>
          </p:nvSpPr>
          <p:spPr bwMode="auto">
            <a:xfrm>
              <a:off x="3680" y="2546"/>
              <a:ext cx="0"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6" name="Line 53">
              <a:extLst>
                <a:ext uri="{FF2B5EF4-FFF2-40B4-BE49-F238E27FC236}">
                  <a16:creationId xmlns:a16="http://schemas.microsoft.com/office/drawing/2014/main" id="{B9D4D74F-6829-D620-A016-816386C4EDF5}"/>
                </a:ext>
              </a:extLst>
            </p:cNvPr>
            <p:cNvSpPr>
              <a:spLocks noChangeShapeType="1"/>
            </p:cNvSpPr>
            <p:nvPr/>
          </p:nvSpPr>
          <p:spPr bwMode="auto">
            <a:xfrm flipH="1">
              <a:off x="3737" y="2596"/>
              <a:ext cx="58" cy="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7" name="Line 54">
              <a:extLst>
                <a:ext uri="{FF2B5EF4-FFF2-40B4-BE49-F238E27FC236}">
                  <a16:creationId xmlns:a16="http://schemas.microsoft.com/office/drawing/2014/main" id="{50533118-F774-E511-BE78-1DDD389068A7}"/>
                </a:ext>
              </a:extLst>
            </p:cNvPr>
            <p:cNvSpPr>
              <a:spLocks noChangeShapeType="1"/>
            </p:cNvSpPr>
            <p:nvPr/>
          </p:nvSpPr>
          <p:spPr bwMode="auto">
            <a:xfrm>
              <a:off x="3738" y="2696"/>
              <a:ext cx="1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6488" name="Text Box 55">
              <a:extLst>
                <a:ext uri="{FF2B5EF4-FFF2-40B4-BE49-F238E27FC236}">
                  <a16:creationId xmlns:a16="http://schemas.microsoft.com/office/drawing/2014/main" id="{28FF5C30-1EE4-0106-D4A7-46CF3C304B77}"/>
                </a:ext>
              </a:extLst>
            </p:cNvPr>
            <p:cNvSpPr txBox="1">
              <a:spLocks noChangeArrowheads="1"/>
            </p:cNvSpPr>
            <p:nvPr/>
          </p:nvSpPr>
          <p:spPr bwMode="auto">
            <a:xfrm>
              <a:off x="1934" y="1964"/>
              <a:ext cx="383"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 = 00</a:t>
              </a:r>
            </a:p>
          </p:txBody>
        </p:sp>
        <p:sp>
          <p:nvSpPr>
            <p:cNvPr id="16489" name="Text Box 56">
              <a:extLst>
                <a:ext uri="{FF2B5EF4-FFF2-40B4-BE49-F238E27FC236}">
                  <a16:creationId xmlns:a16="http://schemas.microsoft.com/office/drawing/2014/main" id="{3FA22ECC-2D9F-C242-B3FB-9C70AB3BA42F}"/>
                </a:ext>
              </a:extLst>
            </p:cNvPr>
            <p:cNvSpPr txBox="1">
              <a:spLocks noChangeArrowheads="1"/>
            </p:cNvSpPr>
            <p:nvPr/>
          </p:nvSpPr>
          <p:spPr bwMode="auto">
            <a:xfrm>
              <a:off x="2563" y="1972"/>
              <a:ext cx="383"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r>
                <a:rPr lang="en-US" altLang="en-US" sz="1000" b="1">
                  <a:solidFill>
                    <a:srgbClr val="000000"/>
                  </a:solidFill>
                  <a:latin typeface="Times New Roman" panose="02020603050405020304" pitchFamily="18" charset="0"/>
                </a:rPr>
                <a:t>B = 01</a:t>
              </a:r>
            </a:p>
          </p:txBody>
        </p:sp>
        <p:sp>
          <p:nvSpPr>
            <p:cNvPr id="16490" name="Text Box 57">
              <a:extLst>
                <a:ext uri="{FF2B5EF4-FFF2-40B4-BE49-F238E27FC236}">
                  <a16:creationId xmlns:a16="http://schemas.microsoft.com/office/drawing/2014/main" id="{70DEB2FE-D5DB-37CD-CC77-C0CE9BF9C0F0}"/>
                </a:ext>
              </a:extLst>
            </p:cNvPr>
            <p:cNvSpPr txBox="1">
              <a:spLocks noChangeArrowheads="1"/>
            </p:cNvSpPr>
            <p:nvPr/>
          </p:nvSpPr>
          <p:spPr bwMode="auto">
            <a:xfrm>
              <a:off x="1939" y="3146"/>
              <a:ext cx="383"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C = 10</a:t>
              </a:r>
            </a:p>
          </p:txBody>
        </p:sp>
        <p:sp>
          <p:nvSpPr>
            <p:cNvPr id="16491" name="Text Box 58">
              <a:extLst>
                <a:ext uri="{FF2B5EF4-FFF2-40B4-BE49-F238E27FC236}">
                  <a16:creationId xmlns:a16="http://schemas.microsoft.com/office/drawing/2014/main" id="{018551C1-19A1-7654-D3C1-88F643440BCC}"/>
                </a:ext>
              </a:extLst>
            </p:cNvPr>
            <p:cNvSpPr txBox="1">
              <a:spLocks noChangeArrowheads="1"/>
            </p:cNvSpPr>
            <p:nvPr/>
          </p:nvSpPr>
          <p:spPr bwMode="auto">
            <a:xfrm>
              <a:off x="2568" y="3154"/>
              <a:ext cx="383"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r>
                <a:rPr lang="en-US" altLang="en-US" sz="1000" b="1">
                  <a:solidFill>
                    <a:srgbClr val="000000"/>
                  </a:solidFill>
                  <a:latin typeface="Times New Roman" panose="02020603050405020304" pitchFamily="18" charset="0"/>
                </a:rPr>
                <a:t>D = 11</a:t>
              </a:r>
            </a:p>
          </p:txBody>
        </p:sp>
      </p:grpSp>
      <p:grpSp>
        <p:nvGrpSpPr>
          <p:cNvPr id="16391" name="Group 59">
            <a:extLst>
              <a:ext uri="{FF2B5EF4-FFF2-40B4-BE49-F238E27FC236}">
                <a16:creationId xmlns:a16="http://schemas.microsoft.com/office/drawing/2014/main" id="{0EEE1705-DBCF-4344-131C-B24DE9B7FCD9}"/>
              </a:ext>
            </a:extLst>
          </p:cNvPr>
          <p:cNvGrpSpPr>
            <a:grpSpLocks/>
          </p:cNvGrpSpPr>
          <p:nvPr/>
        </p:nvGrpSpPr>
        <p:grpSpPr bwMode="auto">
          <a:xfrm>
            <a:off x="6419850" y="2286000"/>
            <a:ext cx="2722563" cy="3438525"/>
            <a:chOff x="4044" y="1440"/>
            <a:chExt cx="1715" cy="2166"/>
          </a:xfrm>
        </p:grpSpPr>
        <p:grpSp>
          <p:nvGrpSpPr>
            <p:cNvPr id="16392" name="Group 60">
              <a:extLst>
                <a:ext uri="{FF2B5EF4-FFF2-40B4-BE49-F238E27FC236}">
                  <a16:creationId xmlns:a16="http://schemas.microsoft.com/office/drawing/2014/main" id="{F15D01E1-43AF-E043-F3B4-3098C8959EE1}"/>
                </a:ext>
              </a:extLst>
            </p:cNvPr>
            <p:cNvGrpSpPr>
              <a:grpSpLocks/>
            </p:cNvGrpSpPr>
            <p:nvPr/>
          </p:nvGrpSpPr>
          <p:grpSpPr bwMode="auto">
            <a:xfrm>
              <a:off x="4046" y="1442"/>
              <a:ext cx="1711" cy="2161"/>
              <a:chOff x="4046" y="1442"/>
              <a:chExt cx="1711" cy="2161"/>
            </a:xfrm>
          </p:grpSpPr>
          <p:grpSp>
            <p:nvGrpSpPr>
              <p:cNvPr id="16394" name="Group 61">
                <a:extLst>
                  <a:ext uri="{FF2B5EF4-FFF2-40B4-BE49-F238E27FC236}">
                    <a16:creationId xmlns:a16="http://schemas.microsoft.com/office/drawing/2014/main" id="{F20531CC-F601-F444-8C9E-4F038524E08F}"/>
                  </a:ext>
                </a:extLst>
              </p:cNvPr>
              <p:cNvGrpSpPr>
                <a:grpSpLocks/>
              </p:cNvGrpSpPr>
              <p:nvPr/>
            </p:nvGrpSpPr>
            <p:grpSpPr bwMode="auto">
              <a:xfrm>
                <a:off x="4046" y="1442"/>
                <a:ext cx="661" cy="613"/>
                <a:chOff x="4046" y="1442"/>
                <a:chExt cx="661" cy="613"/>
              </a:xfrm>
            </p:grpSpPr>
            <p:sp>
              <p:nvSpPr>
                <p:cNvPr id="16437" name="Rectangle 62">
                  <a:extLst>
                    <a:ext uri="{FF2B5EF4-FFF2-40B4-BE49-F238E27FC236}">
                      <a16:creationId xmlns:a16="http://schemas.microsoft.com/office/drawing/2014/main" id="{34F72C8D-9C88-D762-0538-5D81740A23D2}"/>
                    </a:ext>
                  </a:extLst>
                </p:cNvPr>
                <p:cNvSpPr>
                  <a:spLocks noChangeArrowheads="1"/>
                </p:cNvSpPr>
                <p:nvPr/>
              </p:nvSpPr>
              <p:spPr bwMode="auto">
                <a:xfrm>
                  <a:off x="4089" y="1442"/>
                  <a:ext cx="575" cy="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Bulb States (First-Second)</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6438" name="Rectangle 63">
                  <a:extLst>
                    <a:ext uri="{FF2B5EF4-FFF2-40B4-BE49-F238E27FC236}">
                      <a16:creationId xmlns:a16="http://schemas.microsoft.com/office/drawing/2014/main" id="{8F73944A-480B-043B-C024-CBBAED838E56}"/>
                    </a:ext>
                  </a:extLst>
                </p:cNvPr>
                <p:cNvSpPr>
                  <a:spLocks noChangeArrowheads="1"/>
                </p:cNvSpPr>
                <p:nvPr/>
              </p:nvSpPr>
              <p:spPr bwMode="auto">
                <a:xfrm>
                  <a:off x="4046" y="1442"/>
                  <a:ext cx="661" cy="613"/>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395" name="Group 64">
                <a:extLst>
                  <a:ext uri="{FF2B5EF4-FFF2-40B4-BE49-F238E27FC236}">
                    <a16:creationId xmlns:a16="http://schemas.microsoft.com/office/drawing/2014/main" id="{7F7BA3D3-7D4A-2853-5487-8EDCE93CAB6A}"/>
                  </a:ext>
                </a:extLst>
              </p:cNvPr>
              <p:cNvGrpSpPr>
                <a:grpSpLocks/>
              </p:cNvGrpSpPr>
              <p:nvPr/>
            </p:nvGrpSpPr>
            <p:grpSpPr bwMode="auto">
              <a:xfrm>
                <a:off x="4708" y="1442"/>
                <a:ext cx="524" cy="613"/>
                <a:chOff x="4708" y="1442"/>
                <a:chExt cx="524" cy="613"/>
              </a:xfrm>
            </p:grpSpPr>
            <p:sp>
              <p:nvSpPr>
                <p:cNvPr id="16435" name="Rectangle 65">
                  <a:extLst>
                    <a:ext uri="{FF2B5EF4-FFF2-40B4-BE49-F238E27FC236}">
                      <a16:creationId xmlns:a16="http://schemas.microsoft.com/office/drawing/2014/main" id="{BD3DED46-6215-E1EC-811F-74A4AA5606B9}"/>
                    </a:ext>
                  </a:extLst>
                </p:cNvPr>
                <p:cNvSpPr>
                  <a:spLocks noChangeArrowheads="1"/>
                </p:cNvSpPr>
                <p:nvPr/>
              </p:nvSpPr>
              <p:spPr bwMode="auto">
                <a:xfrm>
                  <a:off x="4751" y="1442"/>
                  <a:ext cx="438" cy="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Symbol</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6436" name="Rectangle 66">
                  <a:extLst>
                    <a:ext uri="{FF2B5EF4-FFF2-40B4-BE49-F238E27FC236}">
                      <a16:creationId xmlns:a16="http://schemas.microsoft.com/office/drawing/2014/main" id="{63520698-8BFF-6E99-F09B-5F142BB7CF2B}"/>
                    </a:ext>
                  </a:extLst>
                </p:cNvPr>
                <p:cNvSpPr>
                  <a:spLocks noChangeArrowheads="1"/>
                </p:cNvSpPr>
                <p:nvPr/>
              </p:nvSpPr>
              <p:spPr bwMode="auto">
                <a:xfrm>
                  <a:off x="4708" y="1442"/>
                  <a:ext cx="524" cy="613"/>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396" name="Group 67">
                <a:extLst>
                  <a:ext uri="{FF2B5EF4-FFF2-40B4-BE49-F238E27FC236}">
                    <a16:creationId xmlns:a16="http://schemas.microsoft.com/office/drawing/2014/main" id="{70650E33-BDBF-048C-0A20-9B75907444AB}"/>
                  </a:ext>
                </a:extLst>
              </p:cNvPr>
              <p:cNvGrpSpPr>
                <a:grpSpLocks/>
              </p:cNvGrpSpPr>
              <p:nvPr/>
            </p:nvGrpSpPr>
            <p:grpSpPr bwMode="auto">
              <a:xfrm>
                <a:off x="5233" y="1442"/>
                <a:ext cx="524" cy="613"/>
                <a:chOff x="5233" y="1442"/>
                <a:chExt cx="524" cy="613"/>
              </a:xfrm>
            </p:grpSpPr>
            <p:sp>
              <p:nvSpPr>
                <p:cNvPr id="16433" name="Rectangle 68">
                  <a:extLst>
                    <a:ext uri="{FF2B5EF4-FFF2-40B4-BE49-F238E27FC236}">
                      <a16:creationId xmlns:a16="http://schemas.microsoft.com/office/drawing/2014/main" id="{3EC9403B-FFED-9134-3A06-9F0D654E5A7A}"/>
                    </a:ext>
                  </a:extLst>
                </p:cNvPr>
                <p:cNvSpPr>
                  <a:spLocks noChangeArrowheads="1"/>
                </p:cNvSpPr>
                <p:nvPr/>
              </p:nvSpPr>
              <p:spPr bwMode="auto">
                <a:xfrm>
                  <a:off x="5276" y="1442"/>
                  <a:ext cx="438" cy="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Code</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6434" name="Rectangle 69">
                  <a:extLst>
                    <a:ext uri="{FF2B5EF4-FFF2-40B4-BE49-F238E27FC236}">
                      <a16:creationId xmlns:a16="http://schemas.microsoft.com/office/drawing/2014/main" id="{D02E1C0F-305E-957D-5DDA-2D6313449BA0}"/>
                    </a:ext>
                  </a:extLst>
                </p:cNvPr>
                <p:cNvSpPr>
                  <a:spLocks noChangeArrowheads="1"/>
                </p:cNvSpPr>
                <p:nvPr/>
              </p:nvSpPr>
              <p:spPr bwMode="auto">
                <a:xfrm>
                  <a:off x="5233" y="1442"/>
                  <a:ext cx="524" cy="613"/>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397" name="Group 70">
                <a:extLst>
                  <a:ext uri="{FF2B5EF4-FFF2-40B4-BE49-F238E27FC236}">
                    <a16:creationId xmlns:a16="http://schemas.microsoft.com/office/drawing/2014/main" id="{55B6FC60-A978-6871-4733-910A756BD9C5}"/>
                  </a:ext>
                </a:extLst>
              </p:cNvPr>
              <p:cNvGrpSpPr>
                <a:grpSpLocks/>
              </p:cNvGrpSpPr>
              <p:nvPr/>
            </p:nvGrpSpPr>
            <p:grpSpPr bwMode="auto">
              <a:xfrm>
                <a:off x="4046" y="2056"/>
                <a:ext cx="661" cy="386"/>
                <a:chOff x="4046" y="2056"/>
                <a:chExt cx="661" cy="386"/>
              </a:xfrm>
            </p:grpSpPr>
            <p:sp>
              <p:nvSpPr>
                <p:cNvPr id="16431" name="Rectangle 71">
                  <a:extLst>
                    <a:ext uri="{FF2B5EF4-FFF2-40B4-BE49-F238E27FC236}">
                      <a16:creationId xmlns:a16="http://schemas.microsoft.com/office/drawing/2014/main" id="{4B777665-8717-F6A6-F8A2-B068FC43E672}"/>
                    </a:ext>
                  </a:extLst>
                </p:cNvPr>
                <p:cNvSpPr>
                  <a:spLocks noChangeArrowheads="1"/>
                </p:cNvSpPr>
                <p:nvPr/>
              </p:nvSpPr>
              <p:spPr bwMode="auto">
                <a:xfrm>
                  <a:off x="4089" y="2056"/>
                  <a:ext cx="575"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r>
                    <a:rPr lang="en-US" altLang="en-US" sz="1400">
                      <a:solidFill>
                        <a:srgbClr val="000000"/>
                      </a:solidFill>
                      <a:latin typeface="Arial" panose="020B0604020202020204" pitchFamily="34" charset="0"/>
                      <a:cs typeface="Times New Roman" panose="02020603050405020304" pitchFamily="18" charset="0"/>
                    </a:rPr>
                    <a:t>-</a:t>
                  </a: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6432" name="Rectangle 72">
                  <a:extLst>
                    <a:ext uri="{FF2B5EF4-FFF2-40B4-BE49-F238E27FC236}">
                      <a16:creationId xmlns:a16="http://schemas.microsoft.com/office/drawing/2014/main" id="{F5B48B1A-7E1D-5594-3B0D-DEE74D382C11}"/>
                    </a:ext>
                  </a:extLst>
                </p:cNvPr>
                <p:cNvSpPr>
                  <a:spLocks noChangeArrowheads="1"/>
                </p:cNvSpPr>
                <p:nvPr/>
              </p:nvSpPr>
              <p:spPr bwMode="auto">
                <a:xfrm>
                  <a:off x="4046" y="2056"/>
                  <a:ext cx="661"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398" name="Group 73">
                <a:extLst>
                  <a:ext uri="{FF2B5EF4-FFF2-40B4-BE49-F238E27FC236}">
                    <a16:creationId xmlns:a16="http://schemas.microsoft.com/office/drawing/2014/main" id="{4EDE2332-1D6B-6C1B-5EE1-BB8B2B46E32A}"/>
                  </a:ext>
                </a:extLst>
              </p:cNvPr>
              <p:cNvGrpSpPr>
                <a:grpSpLocks/>
              </p:cNvGrpSpPr>
              <p:nvPr/>
            </p:nvGrpSpPr>
            <p:grpSpPr bwMode="auto">
              <a:xfrm>
                <a:off x="4708" y="2056"/>
                <a:ext cx="524" cy="386"/>
                <a:chOff x="4708" y="2056"/>
                <a:chExt cx="524" cy="386"/>
              </a:xfrm>
            </p:grpSpPr>
            <p:sp>
              <p:nvSpPr>
                <p:cNvPr id="16429" name="Rectangle 74">
                  <a:extLst>
                    <a:ext uri="{FF2B5EF4-FFF2-40B4-BE49-F238E27FC236}">
                      <a16:creationId xmlns:a16="http://schemas.microsoft.com/office/drawing/2014/main" id="{BD6E9E13-FCA4-4F41-8FFA-91E92D2E0088}"/>
                    </a:ext>
                  </a:extLst>
                </p:cNvPr>
                <p:cNvSpPr>
                  <a:spLocks noChangeArrowheads="1"/>
                </p:cNvSpPr>
                <p:nvPr/>
              </p:nvSpPr>
              <p:spPr bwMode="auto">
                <a:xfrm>
                  <a:off x="4751" y="2056"/>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A</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30" name="Rectangle 75">
                  <a:extLst>
                    <a:ext uri="{FF2B5EF4-FFF2-40B4-BE49-F238E27FC236}">
                      <a16:creationId xmlns:a16="http://schemas.microsoft.com/office/drawing/2014/main" id="{D116E077-DBCC-00A8-CF17-4B2A912BD81A}"/>
                    </a:ext>
                  </a:extLst>
                </p:cNvPr>
                <p:cNvSpPr>
                  <a:spLocks noChangeArrowheads="1"/>
                </p:cNvSpPr>
                <p:nvPr/>
              </p:nvSpPr>
              <p:spPr bwMode="auto">
                <a:xfrm>
                  <a:off x="4708" y="2056"/>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399" name="Group 76">
                <a:extLst>
                  <a:ext uri="{FF2B5EF4-FFF2-40B4-BE49-F238E27FC236}">
                    <a16:creationId xmlns:a16="http://schemas.microsoft.com/office/drawing/2014/main" id="{35DF1E4D-A67A-7765-219A-A4CCA9550363}"/>
                  </a:ext>
                </a:extLst>
              </p:cNvPr>
              <p:cNvGrpSpPr>
                <a:grpSpLocks/>
              </p:cNvGrpSpPr>
              <p:nvPr/>
            </p:nvGrpSpPr>
            <p:grpSpPr bwMode="auto">
              <a:xfrm>
                <a:off x="5233" y="2056"/>
                <a:ext cx="524" cy="386"/>
                <a:chOff x="5233" y="2056"/>
                <a:chExt cx="524" cy="386"/>
              </a:xfrm>
            </p:grpSpPr>
            <p:sp>
              <p:nvSpPr>
                <p:cNvPr id="16427" name="Rectangle 77">
                  <a:extLst>
                    <a:ext uri="{FF2B5EF4-FFF2-40B4-BE49-F238E27FC236}">
                      <a16:creationId xmlns:a16="http://schemas.microsoft.com/office/drawing/2014/main" id="{CE9140A9-9A41-203E-D7AC-DF1B0FA29025}"/>
                    </a:ext>
                  </a:extLst>
                </p:cNvPr>
                <p:cNvSpPr>
                  <a:spLocks noChangeArrowheads="1"/>
                </p:cNvSpPr>
                <p:nvPr/>
              </p:nvSpPr>
              <p:spPr bwMode="auto">
                <a:xfrm>
                  <a:off x="5276" y="2056"/>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28" name="Rectangle 78">
                  <a:extLst>
                    <a:ext uri="{FF2B5EF4-FFF2-40B4-BE49-F238E27FC236}">
                      <a16:creationId xmlns:a16="http://schemas.microsoft.com/office/drawing/2014/main" id="{4687C870-C0E9-4F87-244D-92C8EDE57CA4}"/>
                    </a:ext>
                  </a:extLst>
                </p:cNvPr>
                <p:cNvSpPr>
                  <a:spLocks noChangeArrowheads="1"/>
                </p:cNvSpPr>
                <p:nvPr/>
              </p:nvSpPr>
              <p:spPr bwMode="auto">
                <a:xfrm>
                  <a:off x="5233" y="2056"/>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0" name="Group 79">
                <a:extLst>
                  <a:ext uri="{FF2B5EF4-FFF2-40B4-BE49-F238E27FC236}">
                    <a16:creationId xmlns:a16="http://schemas.microsoft.com/office/drawing/2014/main" id="{9EE2E96B-3430-35B4-FD38-6BCA272320ED}"/>
                  </a:ext>
                </a:extLst>
              </p:cNvPr>
              <p:cNvGrpSpPr>
                <a:grpSpLocks/>
              </p:cNvGrpSpPr>
              <p:nvPr/>
            </p:nvGrpSpPr>
            <p:grpSpPr bwMode="auto">
              <a:xfrm>
                <a:off x="4046" y="2443"/>
                <a:ext cx="661" cy="386"/>
                <a:chOff x="4046" y="2443"/>
                <a:chExt cx="661" cy="386"/>
              </a:xfrm>
            </p:grpSpPr>
            <p:sp>
              <p:nvSpPr>
                <p:cNvPr id="16425" name="Rectangle 80">
                  <a:extLst>
                    <a:ext uri="{FF2B5EF4-FFF2-40B4-BE49-F238E27FC236}">
                      <a16:creationId xmlns:a16="http://schemas.microsoft.com/office/drawing/2014/main" id="{B1A6C66F-E56E-57DD-859D-53EE9BC9E0F6}"/>
                    </a:ext>
                  </a:extLst>
                </p:cNvPr>
                <p:cNvSpPr>
                  <a:spLocks noChangeArrowheads="1"/>
                </p:cNvSpPr>
                <p:nvPr/>
              </p:nvSpPr>
              <p:spPr bwMode="auto">
                <a:xfrm>
                  <a:off x="4089" y="2443"/>
                  <a:ext cx="575"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r>
                    <a:rPr lang="en-US" altLang="en-US" sz="1400">
                      <a:solidFill>
                        <a:srgbClr val="000000"/>
                      </a:solidFill>
                      <a:latin typeface="Arial" panose="020B0604020202020204" pitchFamily="34" charset="0"/>
                      <a:cs typeface="Times New Roman" panose="02020603050405020304" pitchFamily="18" charset="0"/>
                    </a:rPr>
                    <a:t>-</a:t>
                  </a: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6426" name="Rectangle 81">
                  <a:extLst>
                    <a:ext uri="{FF2B5EF4-FFF2-40B4-BE49-F238E27FC236}">
                      <a16:creationId xmlns:a16="http://schemas.microsoft.com/office/drawing/2014/main" id="{AAAEFED5-12FF-CE40-D5D0-BA486E910DCD}"/>
                    </a:ext>
                  </a:extLst>
                </p:cNvPr>
                <p:cNvSpPr>
                  <a:spLocks noChangeArrowheads="1"/>
                </p:cNvSpPr>
                <p:nvPr/>
              </p:nvSpPr>
              <p:spPr bwMode="auto">
                <a:xfrm>
                  <a:off x="4046" y="2443"/>
                  <a:ext cx="661"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1" name="Group 82">
                <a:extLst>
                  <a:ext uri="{FF2B5EF4-FFF2-40B4-BE49-F238E27FC236}">
                    <a16:creationId xmlns:a16="http://schemas.microsoft.com/office/drawing/2014/main" id="{C5C5D06C-979B-4010-375B-D8F06C71466F}"/>
                  </a:ext>
                </a:extLst>
              </p:cNvPr>
              <p:cNvGrpSpPr>
                <a:grpSpLocks/>
              </p:cNvGrpSpPr>
              <p:nvPr/>
            </p:nvGrpSpPr>
            <p:grpSpPr bwMode="auto">
              <a:xfrm>
                <a:off x="4708" y="2443"/>
                <a:ext cx="524" cy="386"/>
                <a:chOff x="4708" y="2443"/>
                <a:chExt cx="524" cy="386"/>
              </a:xfrm>
            </p:grpSpPr>
            <p:sp>
              <p:nvSpPr>
                <p:cNvPr id="16423" name="Rectangle 83">
                  <a:extLst>
                    <a:ext uri="{FF2B5EF4-FFF2-40B4-BE49-F238E27FC236}">
                      <a16:creationId xmlns:a16="http://schemas.microsoft.com/office/drawing/2014/main" id="{120D5EC6-8CB8-D7AE-5F8C-469F8A5D5C1E}"/>
                    </a:ext>
                  </a:extLst>
                </p:cNvPr>
                <p:cNvSpPr>
                  <a:spLocks noChangeArrowheads="1"/>
                </p:cNvSpPr>
                <p:nvPr/>
              </p:nvSpPr>
              <p:spPr bwMode="auto">
                <a:xfrm>
                  <a:off x="4751" y="2443"/>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B</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24" name="Rectangle 84">
                  <a:extLst>
                    <a:ext uri="{FF2B5EF4-FFF2-40B4-BE49-F238E27FC236}">
                      <a16:creationId xmlns:a16="http://schemas.microsoft.com/office/drawing/2014/main" id="{56AC6762-5C04-0DFF-9FE2-FAE549B155EB}"/>
                    </a:ext>
                  </a:extLst>
                </p:cNvPr>
                <p:cNvSpPr>
                  <a:spLocks noChangeArrowheads="1"/>
                </p:cNvSpPr>
                <p:nvPr/>
              </p:nvSpPr>
              <p:spPr bwMode="auto">
                <a:xfrm>
                  <a:off x="4708" y="2443"/>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2" name="Group 85">
                <a:extLst>
                  <a:ext uri="{FF2B5EF4-FFF2-40B4-BE49-F238E27FC236}">
                    <a16:creationId xmlns:a16="http://schemas.microsoft.com/office/drawing/2014/main" id="{00244B49-8763-B53D-989C-E096B36BFD67}"/>
                  </a:ext>
                </a:extLst>
              </p:cNvPr>
              <p:cNvGrpSpPr>
                <a:grpSpLocks/>
              </p:cNvGrpSpPr>
              <p:nvPr/>
            </p:nvGrpSpPr>
            <p:grpSpPr bwMode="auto">
              <a:xfrm>
                <a:off x="5233" y="2443"/>
                <a:ext cx="524" cy="386"/>
                <a:chOff x="5233" y="2443"/>
                <a:chExt cx="524" cy="386"/>
              </a:xfrm>
            </p:grpSpPr>
            <p:sp>
              <p:nvSpPr>
                <p:cNvPr id="16421" name="Rectangle 86">
                  <a:extLst>
                    <a:ext uri="{FF2B5EF4-FFF2-40B4-BE49-F238E27FC236}">
                      <a16:creationId xmlns:a16="http://schemas.microsoft.com/office/drawing/2014/main" id="{4BFDA00F-6420-B34F-6C51-88240B7E6DBC}"/>
                    </a:ext>
                  </a:extLst>
                </p:cNvPr>
                <p:cNvSpPr>
                  <a:spLocks noChangeArrowheads="1"/>
                </p:cNvSpPr>
                <p:nvPr/>
              </p:nvSpPr>
              <p:spPr bwMode="auto">
                <a:xfrm>
                  <a:off x="5276" y="2443"/>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22" name="Rectangle 87">
                  <a:extLst>
                    <a:ext uri="{FF2B5EF4-FFF2-40B4-BE49-F238E27FC236}">
                      <a16:creationId xmlns:a16="http://schemas.microsoft.com/office/drawing/2014/main" id="{F21619F0-831A-44A1-77D8-EFC6BDE8453B}"/>
                    </a:ext>
                  </a:extLst>
                </p:cNvPr>
                <p:cNvSpPr>
                  <a:spLocks noChangeArrowheads="1"/>
                </p:cNvSpPr>
                <p:nvPr/>
              </p:nvSpPr>
              <p:spPr bwMode="auto">
                <a:xfrm>
                  <a:off x="5233" y="2443"/>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3" name="Group 88">
                <a:extLst>
                  <a:ext uri="{FF2B5EF4-FFF2-40B4-BE49-F238E27FC236}">
                    <a16:creationId xmlns:a16="http://schemas.microsoft.com/office/drawing/2014/main" id="{8611B9E7-2310-2961-8F64-480E57CF3DB2}"/>
                  </a:ext>
                </a:extLst>
              </p:cNvPr>
              <p:cNvGrpSpPr>
                <a:grpSpLocks/>
              </p:cNvGrpSpPr>
              <p:nvPr/>
            </p:nvGrpSpPr>
            <p:grpSpPr bwMode="auto">
              <a:xfrm>
                <a:off x="4046" y="2830"/>
                <a:ext cx="661" cy="386"/>
                <a:chOff x="4046" y="2830"/>
                <a:chExt cx="661" cy="386"/>
              </a:xfrm>
            </p:grpSpPr>
            <p:sp>
              <p:nvSpPr>
                <p:cNvPr id="16419" name="Rectangle 89">
                  <a:extLst>
                    <a:ext uri="{FF2B5EF4-FFF2-40B4-BE49-F238E27FC236}">
                      <a16:creationId xmlns:a16="http://schemas.microsoft.com/office/drawing/2014/main" id="{7A1427B1-A9D9-4631-EAA0-2C584E76F2B0}"/>
                    </a:ext>
                  </a:extLst>
                </p:cNvPr>
                <p:cNvSpPr>
                  <a:spLocks noChangeArrowheads="1"/>
                </p:cNvSpPr>
                <p:nvPr/>
              </p:nvSpPr>
              <p:spPr bwMode="auto">
                <a:xfrm>
                  <a:off x="4089" y="2830"/>
                  <a:ext cx="575"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r>
                    <a:rPr lang="en-US" altLang="en-US" sz="1400">
                      <a:solidFill>
                        <a:srgbClr val="000000"/>
                      </a:solidFill>
                      <a:latin typeface="Arial" panose="020B0604020202020204" pitchFamily="34" charset="0"/>
                      <a:cs typeface="Times New Roman" panose="02020603050405020304" pitchFamily="18" charset="0"/>
                    </a:rPr>
                    <a:t>-</a:t>
                  </a: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6420" name="Rectangle 90">
                  <a:extLst>
                    <a:ext uri="{FF2B5EF4-FFF2-40B4-BE49-F238E27FC236}">
                      <a16:creationId xmlns:a16="http://schemas.microsoft.com/office/drawing/2014/main" id="{E9F08652-136B-BD42-70F0-5F9852D1C03A}"/>
                    </a:ext>
                  </a:extLst>
                </p:cNvPr>
                <p:cNvSpPr>
                  <a:spLocks noChangeArrowheads="1"/>
                </p:cNvSpPr>
                <p:nvPr/>
              </p:nvSpPr>
              <p:spPr bwMode="auto">
                <a:xfrm>
                  <a:off x="4046" y="2830"/>
                  <a:ext cx="661"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4" name="Group 91">
                <a:extLst>
                  <a:ext uri="{FF2B5EF4-FFF2-40B4-BE49-F238E27FC236}">
                    <a16:creationId xmlns:a16="http://schemas.microsoft.com/office/drawing/2014/main" id="{535CE9DF-BF1B-C67C-BECB-A66FB9D22C1E}"/>
                  </a:ext>
                </a:extLst>
              </p:cNvPr>
              <p:cNvGrpSpPr>
                <a:grpSpLocks/>
              </p:cNvGrpSpPr>
              <p:nvPr/>
            </p:nvGrpSpPr>
            <p:grpSpPr bwMode="auto">
              <a:xfrm>
                <a:off x="4708" y="2830"/>
                <a:ext cx="524" cy="386"/>
                <a:chOff x="4708" y="2830"/>
                <a:chExt cx="524" cy="386"/>
              </a:xfrm>
            </p:grpSpPr>
            <p:sp>
              <p:nvSpPr>
                <p:cNvPr id="16417" name="Rectangle 92">
                  <a:extLst>
                    <a:ext uri="{FF2B5EF4-FFF2-40B4-BE49-F238E27FC236}">
                      <a16:creationId xmlns:a16="http://schemas.microsoft.com/office/drawing/2014/main" id="{5C470F09-DBCD-E269-A260-E4B7C7B044DF}"/>
                    </a:ext>
                  </a:extLst>
                </p:cNvPr>
                <p:cNvSpPr>
                  <a:spLocks noChangeArrowheads="1"/>
                </p:cNvSpPr>
                <p:nvPr/>
              </p:nvSpPr>
              <p:spPr bwMode="auto">
                <a:xfrm>
                  <a:off x="4751" y="2830"/>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C</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18" name="Rectangle 93">
                  <a:extLst>
                    <a:ext uri="{FF2B5EF4-FFF2-40B4-BE49-F238E27FC236}">
                      <a16:creationId xmlns:a16="http://schemas.microsoft.com/office/drawing/2014/main" id="{51429469-336D-F840-A1E9-7E95BD8D8595}"/>
                    </a:ext>
                  </a:extLst>
                </p:cNvPr>
                <p:cNvSpPr>
                  <a:spLocks noChangeArrowheads="1"/>
                </p:cNvSpPr>
                <p:nvPr/>
              </p:nvSpPr>
              <p:spPr bwMode="auto">
                <a:xfrm>
                  <a:off x="4708" y="2830"/>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5" name="Group 94">
                <a:extLst>
                  <a:ext uri="{FF2B5EF4-FFF2-40B4-BE49-F238E27FC236}">
                    <a16:creationId xmlns:a16="http://schemas.microsoft.com/office/drawing/2014/main" id="{50FA10BC-3FD7-38A8-8815-006D65A2E21C}"/>
                  </a:ext>
                </a:extLst>
              </p:cNvPr>
              <p:cNvGrpSpPr>
                <a:grpSpLocks/>
              </p:cNvGrpSpPr>
              <p:nvPr/>
            </p:nvGrpSpPr>
            <p:grpSpPr bwMode="auto">
              <a:xfrm>
                <a:off x="5233" y="2830"/>
                <a:ext cx="524" cy="386"/>
                <a:chOff x="5233" y="2830"/>
                <a:chExt cx="524" cy="386"/>
              </a:xfrm>
            </p:grpSpPr>
            <p:sp>
              <p:nvSpPr>
                <p:cNvPr id="16415" name="Rectangle 95">
                  <a:extLst>
                    <a:ext uri="{FF2B5EF4-FFF2-40B4-BE49-F238E27FC236}">
                      <a16:creationId xmlns:a16="http://schemas.microsoft.com/office/drawing/2014/main" id="{9B3D30C4-98E9-63E4-29AB-A60050005AC6}"/>
                    </a:ext>
                  </a:extLst>
                </p:cNvPr>
                <p:cNvSpPr>
                  <a:spLocks noChangeArrowheads="1"/>
                </p:cNvSpPr>
                <p:nvPr/>
              </p:nvSpPr>
              <p:spPr bwMode="auto">
                <a:xfrm>
                  <a:off x="5276" y="2830"/>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16" name="Rectangle 96">
                  <a:extLst>
                    <a:ext uri="{FF2B5EF4-FFF2-40B4-BE49-F238E27FC236}">
                      <a16:creationId xmlns:a16="http://schemas.microsoft.com/office/drawing/2014/main" id="{57339F5B-4CED-175B-74B1-416D38221F33}"/>
                    </a:ext>
                  </a:extLst>
                </p:cNvPr>
                <p:cNvSpPr>
                  <a:spLocks noChangeArrowheads="1"/>
                </p:cNvSpPr>
                <p:nvPr/>
              </p:nvSpPr>
              <p:spPr bwMode="auto">
                <a:xfrm>
                  <a:off x="5233" y="2830"/>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6" name="Group 97">
                <a:extLst>
                  <a:ext uri="{FF2B5EF4-FFF2-40B4-BE49-F238E27FC236}">
                    <a16:creationId xmlns:a16="http://schemas.microsoft.com/office/drawing/2014/main" id="{D439969B-91B6-5DD9-D419-82E16A8FD1A9}"/>
                  </a:ext>
                </a:extLst>
              </p:cNvPr>
              <p:cNvGrpSpPr>
                <a:grpSpLocks/>
              </p:cNvGrpSpPr>
              <p:nvPr/>
            </p:nvGrpSpPr>
            <p:grpSpPr bwMode="auto">
              <a:xfrm>
                <a:off x="4046" y="3217"/>
                <a:ext cx="661" cy="386"/>
                <a:chOff x="4046" y="3217"/>
                <a:chExt cx="661" cy="386"/>
              </a:xfrm>
            </p:grpSpPr>
            <p:sp>
              <p:nvSpPr>
                <p:cNvPr id="16413" name="Rectangle 98">
                  <a:extLst>
                    <a:ext uri="{FF2B5EF4-FFF2-40B4-BE49-F238E27FC236}">
                      <a16:creationId xmlns:a16="http://schemas.microsoft.com/office/drawing/2014/main" id="{F18FABF6-E0FC-2064-22D0-96066E2BFCE7}"/>
                    </a:ext>
                  </a:extLst>
                </p:cNvPr>
                <p:cNvSpPr>
                  <a:spLocks noChangeArrowheads="1"/>
                </p:cNvSpPr>
                <p:nvPr/>
              </p:nvSpPr>
              <p:spPr bwMode="auto">
                <a:xfrm>
                  <a:off x="4089" y="3217"/>
                  <a:ext cx="575"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r>
                    <a:rPr lang="en-US" altLang="en-US" sz="1400">
                      <a:solidFill>
                        <a:srgbClr val="000000"/>
                      </a:solidFill>
                      <a:latin typeface="Arial" panose="020B0604020202020204" pitchFamily="34" charset="0"/>
                      <a:cs typeface="Times New Roman" panose="02020603050405020304" pitchFamily="18" charset="0"/>
                    </a:rPr>
                    <a:t>-</a:t>
                  </a: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6414" name="Rectangle 99">
                  <a:extLst>
                    <a:ext uri="{FF2B5EF4-FFF2-40B4-BE49-F238E27FC236}">
                      <a16:creationId xmlns:a16="http://schemas.microsoft.com/office/drawing/2014/main" id="{97C25417-2654-46A9-8829-F8642FF49419}"/>
                    </a:ext>
                  </a:extLst>
                </p:cNvPr>
                <p:cNvSpPr>
                  <a:spLocks noChangeArrowheads="1"/>
                </p:cNvSpPr>
                <p:nvPr/>
              </p:nvSpPr>
              <p:spPr bwMode="auto">
                <a:xfrm>
                  <a:off x="4046" y="3217"/>
                  <a:ext cx="661"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7" name="Group 100">
                <a:extLst>
                  <a:ext uri="{FF2B5EF4-FFF2-40B4-BE49-F238E27FC236}">
                    <a16:creationId xmlns:a16="http://schemas.microsoft.com/office/drawing/2014/main" id="{F76040D8-C72C-6742-8C96-59FCCF3D7B3D}"/>
                  </a:ext>
                </a:extLst>
              </p:cNvPr>
              <p:cNvGrpSpPr>
                <a:grpSpLocks/>
              </p:cNvGrpSpPr>
              <p:nvPr/>
            </p:nvGrpSpPr>
            <p:grpSpPr bwMode="auto">
              <a:xfrm>
                <a:off x="4708" y="3217"/>
                <a:ext cx="524" cy="386"/>
                <a:chOff x="4708" y="3217"/>
                <a:chExt cx="524" cy="386"/>
              </a:xfrm>
            </p:grpSpPr>
            <p:sp>
              <p:nvSpPr>
                <p:cNvPr id="16411" name="Rectangle 101">
                  <a:extLst>
                    <a:ext uri="{FF2B5EF4-FFF2-40B4-BE49-F238E27FC236}">
                      <a16:creationId xmlns:a16="http://schemas.microsoft.com/office/drawing/2014/main" id="{0FA2714B-E0F2-9D38-3656-34AC94BA2164}"/>
                    </a:ext>
                  </a:extLst>
                </p:cNvPr>
                <p:cNvSpPr>
                  <a:spLocks noChangeArrowheads="1"/>
                </p:cNvSpPr>
                <p:nvPr/>
              </p:nvSpPr>
              <p:spPr bwMode="auto">
                <a:xfrm>
                  <a:off x="4751" y="3217"/>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D</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12" name="Rectangle 102">
                  <a:extLst>
                    <a:ext uri="{FF2B5EF4-FFF2-40B4-BE49-F238E27FC236}">
                      <a16:creationId xmlns:a16="http://schemas.microsoft.com/office/drawing/2014/main" id="{39630E33-2545-4544-95A9-026BE90AF01D}"/>
                    </a:ext>
                  </a:extLst>
                </p:cNvPr>
                <p:cNvSpPr>
                  <a:spLocks noChangeArrowheads="1"/>
                </p:cNvSpPr>
                <p:nvPr/>
              </p:nvSpPr>
              <p:spPr bwMode="auto">
                <a:xfrm>
                  <a:off x="4708" y="3217"/>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6408" name="Group 103">
                <a:extLst>
                  <a:ext uri="{FF2B5EF4-FFF2-40B4-BE49-F238E27FC236}">
                    <a16:creationId xmlns:a16="http://schemas.microsoft.com/office/drawing/2014/main" id="{7B9D8DA0-ABCC-424B-700D-B26DE99BF576}"/>
                  </a:ext>
                </a:extLst>
              </p:cNvPr>
              <p:cNvGrpSpPr>
                <a:grpSpLocks/>
              </p:cNvGrpSpPr>
              <p:nvPr/>
            </p:nvGrpSpPr>
            <p:grpSpPr bwMode="auto">
              <a:xfrm>
                <a:off x="5233" y="3217"/>
                <a:ext cx="524" cy="386"/>
                <a:chOff x="5233" y="3217"/>
                <a:chExt cx="524" cy="386"/>
              </a:xfrm>
            </p:grpSpPr>
            <p:sp>
              <p:nvSpPr>
                <p:cNvPr id="16409" name="Rectangle 104">
                  <a:extLst>
                    <a:ext uri="{FF2B5EF4-FFF2-40B4-BE49-F238E27FC236}">
                      <a16:creationId xmlns:a16="http://schemas.microsoft.com/office/drawing/2014/main" id="{920B293D-1153-F050-D83B-DF608B80BE4A}"/>
                    </a:ext>
                  </a:extLst>
                </p:cNvPr>
                <p:cNvSpPr>
                  <a:spLocks noChangeArrowheads="1"/>
                </p:cNvSpPr>
                <p:nvPr/>
              </p:nvSpPr>
              <p:spPr bwMode="auto">
                <a:xfrm>
                  <a:off x="5276" y="3217"/>
                  <a:ext cx="438" cy="3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6410" name="Rectangle 105">
                  <a:extLst>
                    <a:ext uri="{FF2B5EF4-FFF2-40B4-BE49-F238E27FC236}">
                      <a16:creationId xmlns:a16="http://schemas.microsoft.com/office/drawing/2014/main" id="{A5DF57B5-78B2-731D-A7F8-CA64F135D883}"/>
                    </a:ext>
                  </a:extLst>
                </p:cNvPr>
                <p:cNvSpPr>
                  <a:spLocks noChangeArrowheads="1"/>
                </p:cNvSpPr>
                <p:nvPr/>
              </p:nvSpPr>
              <p:spPr bwMode="auto">
                <a:xfrm>
                  <a:off x="5233" y="3217"/>
                  <a:ext cx="524" cy="38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16393" name="Rectangle 106">
              <a:extLst>
                <a:ext uri="{FF2B5EF4-FFF2-40B4-BE49-F238E27FC236}">
                  <a16:creationId xmlns:a16="http://schemas.microsoft.com/office/drawing/2014/main" id="{6F6A33E6-C106-56F2-787F-AFDCA8497F5C}"/>
                </a:ext>
              </a:extLst>
            </p:cNvPr>
            <p:cNvSpPr>
              <a:spLocks noChangeArrowheads="1"/>
            </p:cNvSpPr>
            <p:nvPr/>
          </p:nvSpPr>
          <p:spPr bwMode="auto">
            <a:xfrm>
              <a:off x="4044" y="1440"/>
              <a:ext cx="1715" cy="2166"/>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ext Box 1">
            <a:extLst>
              <a:ext uri="{FF2B5EF4-FFF2-40B4-BE49-F238E27FC236}">
                <a16:creationId xmlns:a16="http://schemas.microsoft.com/office/drawing/2014/main" id="{0A07293C-05AD-BC5D-C5E9-E26D5B18C1F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435" name="Text Box 2">
            <a:extLst>
              <a:ext uri="{FF2B5EF4-FFF2-40B4-BE49-F238E27FC236}">
                <a16:creationId xmlns:a16="http://schemas.microsoft.com/office/drawing/2014/main" id="{4D8068D7-4CFF-42C7-3C25-E67A56AD57A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51C9760-CD7B-4169-BC3E-659EEE7C8448}" type="slidenum">
              <a:rPr lang="en-US" altLang="en-US" sz="1400">
                <a:solidFill>
                  <a:srgbClr val="000000"/>
                </a:solidFill>
              </a:rPr>
              <a:pPr algn="r" eaLnBrk="1" hangingPunct="1">
                <a:buClrTx/>
                <a:buSzPct val="60000"/>
                <a:buFontTx/>
                <a:buNone/>
              </a:pPr>
              <a:t>8</a:t>
            </a:fld>
            <a:endParaRPr lang="en-US" altLang="en-US" sz="1400">
              <a:solidFill>
                <a:srgbClr val="000000"/>
              </a:solidFill>
            </a:endParaRPr>
          </a:p>
        </p:txBody>
      </p:sp>
      <p:sp>
        <p:nvSpPr>
          <p:cNvPr id="18436" name="Text Box 3">
            <a:extLst>
              <a:ext uri="{FF2B5EF4-FFF2-40B4-BE49-F238E27FC236}">
                <a16:creationId xmlns:a16="http://schemas.microsoft.com/office/drawing/2014/main" id="{C68D4AB7-7D3B-726A-ECC8-70B38A9AEC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Using Three Bulbs</a:t>
            </a:r>
          </a:p>
        </p:txBody>
      </p:sp>
      <p:sp>
        <p:nvSpPr>
          <p:cNvPr id="18437" name="Text Box 4">
            <a:extLst>
              <a:ext uri="{FF2B5EF4-FFF2-40B4-BE49-F238E27FC236}">
                <a16:creationId xmlns:a16="http://schemas.microsoft.com/office/drawing/2014/main" id="{3076F071-308B-F15A-3D4A-ACBFEF1A676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8438" name="Group 5">
            <a:extLst>
              <a:ext uri="{FF2B5EF4-FFF2-40B4-BE49-F238E27FC236}">
                <a16:creationId xmlns:a16="http://schemas.microsoft.com/office/drawing/2014/main" id="{8339EA80-CDC3-8F47-326E-0D500FA9C275}"/>
              </a:ext>
            </a:extLst>
          </p:cNvPr>
          <p:cNvGrpSpPr>
            <a:grpSpLocks/>
          </p:cNvGrpSpPr>
          <p:nvPr/>
        </p:nvGrpSpPr>
        <p:grpSpPr bwMode="auto">
          <a:xfrm>
            <a:off x="304800" y="2286000"/>
            <a:ext cx="8532813" cy="3533775"/>
            <a:chOff x="192" y="1440"/>
            <a:chExt cx="5375" cy="2226"/>
          </a:xfrm>
        </p:grpSpPr>
        <p:grpSp>
          <p:nvGrpSpPr>
            <p:cNvPr id="18439" name="Group 6">
              <a:extLst>
                <a:ext uri="{FF2B5EF4-FFF2-40B4-BE49-F238E27FC236}">
                  <a16:creationId xmlns:a16="http://schemas.microsoft.com/office/drawing/2014/main" id="{17195CD9-339C-D087-F8C6-FE522F7E0C34}"/>
                </a:ext>
              </a:extLst>
            </p:cNvPr>
            <p:cNvGrpSpPr>
              <a:grpSpLocks/>
            </p:cNvGrpSpPr>
            <p:nvPr/>
          </p:nvGrpSpPr>
          <p:grpSpPr bwMode="auto">
            <a:xfrm>
              <a:off x="195" y="1441"/>
              <a:ext cx="5368" cy="2223"/>
              <a:chOff x="195" y="1441"/>
              <a:chExt cx="5368" cy="2223"/>
            </a:xfrm>
          </p:grpSpPr>
          <p:grpSp>
            <p:nvGrpSpPr>
              <p:cNvPr id="18441" name="Group 7">
                <a:extLst>
                  <a:ext uri="{FF2B5EF4-FFF2-40B4-BE49-F238E27FC236}">
                    <a16:creationId xmlns:a16="http://schemas.microsoft.com/office/drawing/2014/main" id="{1956ACCE-A6E0-2A8B-35D9-560F535D7475}"/>
                  </a:ext>
                </a:extLst>
              </p:cNvPr>
              <p:cNvGrpSpPr>
                <a:grpSpLocks/>
              </p:cNvGrpSpPr>
              <p:nvPr/>
            </p:nvGrpSpPr>
            <p:grpSpPr bwMode="auto">
              <a:xfrm>
                <a:off x="195" y="1441"/>
                <a:ext cx="1377" cy="308"/>
                <a:chOff x="195" y="1441"/>
                <a:chExt cx="1377" cy="308"/>
              </a:xfrm>
            </p:grpSpPr>
            <p:sp>
              <p:nvSpPr>
                <p:cNvPr id="18574" name="Rectangle 8">
                  <a:extLst>
                    <a:ext uri="{FF2B5EF4-FFF2-40B4-BE49-F238E27FC236}">
                      <a16:creationId xmlns:a16="http://schemas.microsoft.com/office/drawing/2014/main" id="{6D3BA167-A052-3219-F0F2-8A4540B157BC}"/>
                    </a:ext>
                  </a:extLst>
                </p:cNvPr>
                <p:cNvSpPr>
                  <a:spLocks noChangeArrowheads="1"/>
                </p:cNvSpPr>
                <p:nvPr/>
              </p:nvSpPr>
              <p:spPr bwMode="auto">
                <a:xfrm>
                  <a:off x="256" y="1441"/>
                  <a:ext cx="1256" cy="3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State of the first bulb</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8575" name="Rectangle 9">
                  <a:extLst>
                    <a:ext uri="{FF2B5EF4-FFF2-40B4-BE49-F238E27FC236}">
                      <a16:creationId xmlns:a16="http://schemas.microsoft.com/office/drawing/2014/main" id="{107E0BB1-52D4-04F3-C936-2736A1B5F008}"/>
                    </a:ext>
                  </a:extLst>
                </p:cNvPr>
                <p:cNvSpPr>
                  <a:spLocks noChangeArrowheads="1"/>
                </p:cNvSpPr>
                <p:nvPr/>
              </p:nvSpPr>
              <p:spPr bwMode="auto">
                <a:xfrm>
                  <a:off x="195" y="1441"/>
                  <a:ext cx="1377" cy="30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2" name="Group 10">
                <a:extLst>
                  <a:ext uri="{FF2B5EF4-FFF2-40B4-BE49-F238E27FC236}">
                    <a16:creationId xmlns:a16="http://schemas.microsoft.com/office/drawing/2014/main" id="{6ABFCF82-45A9-410A-3A9B-14478E94DBF7}"/>
                  </a:ext>
                </a:extLst>
              </p:cNvPr>
              <p:cNvGrpSpPr>
                <a:grpSpLocks/>
              </p:cNvGrpSpPr>
              <p:nvPr/>
            </p:nvGrpSpPr>
            <p:grpSpPr bwMode="auto">
              <a:xfrm>
                <a:off x="1573" y="1441"/>
                <a:ext cx="1428" cy="308"/>
                <a:chOff x="1573" y="1441"/>
                <a:chExt cx="1428" cy="308"/>
              </a:xfrm>
            </p:grpSpPr>
            <p:sp>
              <p:nvSpPr>
                <p:cNvPr id="18572" name="Rectangle 11">
                  <a:extLst>
                    <a:ext uri="{FF2B5EF4-FFF2-40B4-BE49-F238E27FC236}">
                      <a16:creationId xmlns:a16="http://schemas.microsoft.com/office/drawing/2014/main" id="{6EA69E19-18CE-226D-4BE5-86DE667BE0E6}"/>
                    </a:ext>
                  </a:extLst>
                </p:cNvPr>
                <p:cNvSpPr>
                  <a:spLocks noChangeArrowheads="1"/>
                </p:cNvSpPr>
                <p:nvPr/>
              </p:nvSpPr>
              <p:spPr bwMode="auto">
                <a:xfrm>
                  <a:off x="1634" y="1441"/>
                  <a:ext cx="1307" cy="3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State of the second bulb</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8573" name="Rectangle 12">
                  <a:extLst>
                    <a:ext uri="{FF2B5EF4-FFF2-40B4-BE49-F238E27FC236}">
                      <a16:creationId xmlns:a16="http://schemas.microsoft.com/office/drawing/2014/main" id="{6F118194-D7CD-8160-F054-4DB383FA81EC}"/>
                    </a:ext>
                  </a:extLst>
                </p:cNvPr>
                <p:cNvSpPr>
                  <a:spLocks noChangeArrowheads="1"/>
                </p:cNvSpPr>
                <p:nvPr/>
              </p:nvSpPr>
              <p:spPr bwMode="auto">
                <a:xfrm>
                  <a:off x="1573" y="1441"/>
                  <a:ext cx="1428" cy="30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3" name="Group 13">
                <a:extLst>
                  <a:ext uri="{FF2B5EF4-FFF2-40B4-BE49-F238E27FC236}">
                    <a16:creationId xmlns:a16="http://schemas.microsoft.com/office/drawing/2014/main" id="{FBDBD1C1-2E07-D7A0-2C6E-12B29418078E}"/>
                  </a:ext>
                </a:extLst>
              </p:cNvPr>
              <p:cNvGrpSpPr>
                <a:grpSpLocks/>
              </p:cNvGrpSpPr>
              <p:nvPr/>
            </p:nvGrpSpPr>
            <p:grpSpPr bwMode="auto">
              <a:xfrm>
                <a:off x="3003" y="1441"/>
                <a:ext cx="1327" cy="308"/>
                <a:chOff x="3003" y="1441"/>
                <a:chExt cx="1327" cy="308"/>
              </a:xfrm>
            </p:grpSpPr>
            <p:sp>
              <p:nvSpPr>
                <p:cNvPr id="18570" name="Rectangle 14">
                  <a:extLst>
                    <a:ext uri="{FF2B5EF4-FFF2-40B4-BE49-F238E27FC236}">
                      <a16:creationId xmlns:a16="http://schemas.microsoft.com/office/drawing/2014/main" id="{90BFE6BE-3530-D600-43D8-22E127445388}"/>
                    </a:ext>
                  </a:extLst>
                </p:cNvPr>
                <p:cNvSpPr>
                  <a:spLocks noChangeArrowheads="1"/>
                </p:cNvSpPr>
                <p:nvPr/>
              </p:nvSpPr>
              <p:spPr bwMode="auto">
                <a:xfrm>
                  <a:off x="3064" y="1441"/>
                  <a:ext cx="1204" cy="3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State of the third bulb</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8571" name="Rectangle 15">
                  <a:extLst>
                    <a:ext uri="{FF2B5EF4-FFF2-40B4-BE49-F238E27FC236}">
                      <a16:creationId xmlns:a16="http://schemas.microsoft.com/office/drawing/2014/main" id="{EC7C4CFE-3043-30EF-B82B-2DC7041DD3BC}"/>
                    </a:ext>
                  </a:extLst>
                </p:cNvPr>
                <p:cNvSpPr>
                  <a:spLocks noChangeArrowheads="1"/>
                </p:cNvSpPr>
                <p:nvPr/>
              </p:nvSpPr>
              <p:spPr bwMode="auto">
                <a:xfrm>
                  <a:off x="3003" y="1441"/>
                  <a:ext cx="1327" cy="30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4" name="Group 16">
                <a:extLst>
                  <a:ext uri="{FF2B5EF4-FFF2-40B4-BE49-F238E27FC236}">
                    <a16:creationId xmlns:a16="http://schemas.microsoft.com/office/drawing/2014/main" id="{BEAC5AB9-3966-5551-980B-A925AFF483CA}"/>
                  </a:ext>
                </a:extLst>
              </p:cNvPr>
              <p:cNvGrpSpPr>
                <a:grpSpLocks/>
              </p:cNvGrpSpPr>
              <p:nvPr/>
            </p:nvGrpSpPr>
            <p:grpSpPr bwMode="auto">
              <a:xfrm>
                <a:off x="4331" y="1441"/>
                <a:ext cx="651" cy="308"/>
                <a:chOff x="4331" y="1441"/>
                <a:chExt cx="651" cy="308"/>
              </a:xfrm>
            </p:grpSpPr>
            <p:sp>
              <p:nvSpPr>
                <p:cNvPr id="18568" name="Rectangle 17">
                  <a:extLst>
                    <a:ext uri="{FF2B5EF4-FFF2-40B4-BE49-F238E27FC236}">
                      <a16:creationId xmlns:a16="http://schemas.microsoft.com/office/drawing/2014/main" id="{1376C3C7-01CD-0AB3-7D90-2F84EC931A4B}"/>
                    </a:ext>
                  </a:extLst>
                </p:cNvPr>
                <p:cNvSpPr>
                  <a:spLocks noChangeArrowheads="1"/>
                </p:cNvSpPr>
                <p:nvPr/>
              </p:nvSpPr>
              <p:spPr bwMode="auto">
                <a:xfrm>
                  <a:off x="4391" y="1441"/>
                  <a:ext cx="529" cy="3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Symbol</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8569" name="Rectangle 18">
                  <a:extLst>
                    <a:ext uri="{FF2B5EF4-FFF2-40B4-BE49-F238E27FC236}">
                      <a16:creationId xmlns:a16="http://schemas.microsoft.com/office/drawing/2014/main" id="{9873F824-B7BA-900E-E5B3-07AFFB57450A}"/>
                    </a:ext>
                  </a:extLst>
                </p:cNvPr>
                <p:cNvSpPr>
                  <a:spLocks noChangeArrowheads="1"/>
                </p:cNvSpPr>
                <p:nvPr/>
              </p:nvSpPr>
              <p:spPr bwMode="auto">
                <a:xfrm>
                  <a:off x="4331" y="1441"/>
                  <a:ext cx="651" cy="30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5" name="Group 19">
                <a:extLst>
                  <a:ext uri="{FF2B5EF4-FFF2-40B4-BE49-F238E27FC236}">
                    <a16:creationId xmlns:a16="http://schemas.microsoft.com/office/drawing/2014/main" id="{EB63B305-D31D-AC87-598F-E6874666ECED}"/>
                  </a:ext>
                </a:extLst>
              </p:cNvPr>
              <p:cNvGrpSpPr>
                <a:grpSpLocks/>
              </p:cNvGrpSpPr>
              <p:nvPr/>
            </p:nvGrpSpPr>
            <p:grpSpPr bwMode="auto">
              <a:xfrm>
                <a:off x="4983" y="1441"/>
                <a:ext cx="580" cy="308"/>
                <a:chOff x="4983" y="1441"/>
                <a:chExt cx="580" cy="308"/>
              </a:xfrm>
            </p:grpSpPr>
            <p:sp>
              <p:nvSpPr>
                <p:cNvPr id="18566" name="Rectangle 20">
                  <a:extLst>
                    <a:ext uri="{FF2B5EF4-FFF2-40B4-BE49-F238E27FC236}">
                      <a16:creationId xmlns:a16="http://schemas.microsoft.com/office/drawing/2014/main" id="{70FDA5C8-472E-88EC-E8B5-E8AD4AE47538}"/>
                    </a:ext>
                  </a:extLst>
                </p:cNvPr>
                <p:cNvSpPr>
                  <a:spLocks noChangeArrowheads="1"/>
                </p:cNvSpPr>
                <p:nvPr/>
              </p:nvSpPr>
              <p:spPr bwMode="auto">
                <a:xfrm>
                  <a:off x="5044" y="1441"/>
                  <a:ext cx="458" cy="3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Code</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18567" name="Rectangle 21">
                  <a:extLst>
                    <a:ext uri="{FF2B5EF4-FFF2-40B4-BE49-F238E27FC236}">
                      <a16:creationId xmlns:a16="http://schemas.microsoft.com/office/drawing/2014/main" id="{7EB077E6-0547-1D69-2CE7-469A1A5D8F9B}"/>
                    </a:ext>
                  </a:extLst>
                </p:cNvPr>
                <p:cNvSpPr>
                  <a:spLocks noChangeArrowheads="1"/>
                </p:cNvSpPr>
                <p:nvPr/>
              </p:nvSpPr>
              <p:spPr bwMode="auto">
                <a:xfrm>
                  <a:off x="4983" y="1441"/>
                  <a:ext cx="580" cy="30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6" name="Group 22">
                <a:extLst>
                  <a:ext uri="{FF2B5EF4-FFF2-40B4-BE49-F238E27FC236}">
                    <a16:creationId xmlns:a16="http://schemas.microsoft.com/office/drawing/2014/main" id="{AABBFA10-8292-8E42-4D25-A49DD71CEE71}"/>
                  </a:ext>
                </a:extLst>
              </p:cNvPr>
              <p:cNvGrpSpPr>
                <a:grpSpLocks/>
              </p:cNvGrpSpPr>
              <p:nvPr/>
            </p:nvGrpSpPr>
            <p:grpSpPr bwMode="auto">
              <a:xfrm>
                <a:off x="195" y="1751"/>
                <a:ext cx="1377" cy="238"/>
                <a:chOff x="195" y="1751"/>
                <a:chExt cx="1377" cy="238"/>
              </a:xfrm>
            </p:grpSpPr>
            <p:sp>
              <p:nvSpPr>
                <p:cNvPr id="18564" name="Rectangle 23">
                  <a:extLst>
                    <a:ext uri="{FF2B5EF4-FFF2-40B4-BE49-F238E27FC236}">
                      <a16:creationId xmlns:a16="http://schemas.microsoft.com/office/drawing/2014/main" id="{8D3849E9-8B3F-22BF-25E3-39418A1E6A21}"/>
                    </a:ext>
                  </a:extLst>
                </p:cNvPr>
                <p:cNvSpPr>
                  <a:spLocks noChangeArrowheads="1"/>
                </p:cNvSpPr>
                <p:nvPr/>
              </p:nvSpPr>
              <p:spPr bwMode="auto">
                <a:xfrm>
                  <a:off x="256" y="1751"/>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65" name="Rectangle 24">
                  <a:extLst>
                    <a:ext uri="{FF2B5EF4-FFF2-40B4-BE49-F238E27FC236}">
                      <a16:creationId xmlns:a16="http://schemas.microsoft.com/office/drawing/2014/main" id="{DBFCCE2C-6881-8163-0FEB-CB8FC6521C86}"/>
                    </a:ext>
                  </a:extLst>
                </p:cNvPr>
                <p:cNvSpPr>
                  <a:spLocks noChangeArrowheads="1"/>
                </p:cNvSpPr>
                <p:nvPr/>
              </p:nvSpPr>
              <p:spPr bwMode="auto">
                <a:xfrm>
                  <a:off x="195" y="1751"/>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7" name="Group 25">
                <a:extLst>
                  <a:ext uri="{FF2B5EF4-FFF2-40B4-BE49-F238E27FC236}">
                    <a16:creationId xmlns:a16="http://schemas.microsoft.com/office/drawing/2014/main" id="{4AA2F6D3-7934-9C55-3C8E-A12E67770156}"/>
                  </a:ext>
                </a:extLst>
              </p:cNvPr>
              <p:cNvGrpSpPr>
                <a:grpSpLocks/>
              </p:cNvGrpSpPr>
              <p:nvPr/>
            </p:nvGrpSpPr>
            <p:grpSpPr bwMode="auto">
              <a:xfrm>
                <a:off x="1573" y="1751"/>
                <a:ext cx="1428" cy="238"/>
                <a:chOff x="1573" y="1751"/>
                <a:chExt cx="1428" cy="238"/>
              </a:xfrm>
            </p:grpSpPr>
            <p:sp>
              <p:nvSpPr>
                <p:cNvPr id="18562" name="Rectangle 26">
                  <a:extLst>
                    <a:ext uri="{FF2B5EF4-FFF2-40B4-BE49-F238E27FC236}">
                      <a16:creationId xmlns:a16="http://schemas.microsoft.com/office/drawing/2014/main" id="{17A74E1D-FE29-CD1B-3E9A-667129336FAF}"/>
                    </a:ext>
                  </a:extLst>
                </p:cNvPr>
                <p:cNvSpPr>
                  <a:spLocks noChangeArrowheads="1"/>
                </p:cNvSpPr>
                <p:nvPr/>
              </p:nvSpPr>
              <p:spPr bwMode="auto">
                <a:xfrm>
                  <a:off x="1634" y="1751"/>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63" name="Rectangle 27">
                  <a:extLst>
                    <a:ext uri="{FF2B5EF4-FFF2-40B4-BE49-F238E27FC236}">
                      <a16:creationId xmlns:a16="http://schemas.microsoft.com/office/drawing/2014/main" id="{278A2BC1-C70A-3E58-6A9F-7DCB90E4B176}"/>
                    </a:ext>
                  </a:extLst>
                </p:cNvPr>
                <p:cNvSpPr>
                  <a:spLocks noChangeArrowheads="1"/>
                </p:cNvSpPr>
                <p:nvPr/>
              </p:nvSpPr>
              <p:spPr bwMode="auto">
                <a:xfrm>
                  <a:off x="1573" y="1751"/>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8" name="Group 28">
                <a:extLst>
                  <a:ext uri="{FF2B5EF4-FFF2-40B4-BE49-F238E27FC236}">
                    <a16:creationId xmlns:a16="http://schemas.microsoft.com/office/drawing/2014/main" id="{243C2079-2AA8-E3FC-DCB7-3158DD511F8E}"/>
                  </a:ext>
                </a:extLst>
              </p:cNvPr>
              <p:cNvGrpSpPr>
                <a:grpSpLocks/>
              </p:cNvGrpSpPr>
              <p:nvPr/>
            </p:nvGrpSpPr>
            <p:grpSpPr bwMode="auto">
              <a:xfrm>
                <a:off x="3003" y="1751"/>
                <a:ext cx="1327" cy="238"/>
                <a:chOff x="3003" y="1751"/>
                <a:chExt cx="1327" cy="238"/>
              </a:xfrm>
            </p:grpSpPr>
            <p:sp>
              <p:nvSpPr>
                <p:cNvPr id="18560" name="Rectangle 29">
                  <a:extLst>
                    <a:ext uri="{FF2B5EF4-FFF2-40B4-BE49-F238E27FC236}">
                      <a16:creationId xmlns:a16="http://schemas.microsoft.com/office/drawing/2014/main" id="{26B98501-017D-552F-0171-86F5EDFA219B}"/>
                    </a:ext>
                  </a:extLst>
                </p:cNvPr>
                <p:cNvSpPr>
                  <a:spLocks noChangeArrowheads="1"/>
                </p:cNvSpPr>
                <p:nvPr/>
              </p:nvSpPr>
              <p:spPr bwMode="auto">
                <a:xfrm>
                  <a:off x="3064" y="1751"/>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61" name="Rectangle 30">
                  <a:extLst>
                    <a:ext uri="{FF2B5EF4-FFF2-40B4-BE49-F238E27FC236}">
                      <a16:creationId xmlns:a16="http://schemas.microsoft.com/office/drawing/2014/main" id="{44A1ADE8-2507-A01D-A6E2-AD60B2D2FD35}"/>
                    </a:ext>
                  </a:extLst>
                </p:cNvPr>
                <p:cNvSpPr>
                  <a:spLocks noChangeArrowheads="1"/>
                </p:cNvSpPr>
                <p:nvPr/>
              </p:nvSpPr>
              <p:spPr bwMode="auto">
                <a:xfrm>
                  <a:off x="3003" y="1751"/>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49" name="Group 31">
                <a:extLst>
                  <a:ext uri="{FF2B5EF4-FFF2-40B4-BE49-F238E27FC236}">
                    <a16:creationId xmlns:a16="http://schemas.microsoft.com/office/drawing/2014/main" id="{638C34FD-5992-E4D7-5BC4-06A8557C3F9B}"/>
                  </a:ext>
                </a:extLst>
              </p:cNvPr>
              <p:cNvGrpSpPr>
                <a:grpSpLocks/>
              </p:cNvGrpSpPr>
              <p:nvPr/>
            </p:nvGrpSpPr>
            <p:grpSpPr bwMode="auto">
              <a:xfrm>
                <a:off x="4331" y="1751"/>
                <a:ext cx="651" cy="238"/>
                <a:chOff x="4331" y="1751"/>
                <a:chExt cx="651" cy="238"/>
              </a:xfrm>
            </p:grpSpPr>
            <p:sp>
              <p:nvSpPr>
                <p:cNvPr id="18558" name="Rectangle 32">
                  <a:extLst>
                    <a:ext uri="{FF2B5EF4-FFF2-40B4-BE49-F238E27FC236}">
                      <a16:creationId xmlns:a16="http://schemas.microsoft.com/office/drawing/2014/main" id="{5575731B-0D32-2C2B-A12C-8E0D66B88DB4}"/>
                    </a:ext>
                  </a:extLst>
                </p:cNvPr>
                <p:cNvSpPr>
                  <a:spLocks noChangeArrowheads="1"/>
                </p:cNvSpPr>
                <p:nvPr/>
              </p:nvSpPr>
              <p:spPr bwMode="auto">
                <a:xfrm>
                  <a:off x="4391" y="1751"/>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A</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59" name="Rectangle 33">
                  <a:extLst>
                    <a:ext uri="{FF2B5EF4-FFF2-40B4-BE49-F238E27FC236}">
                      <a16:creationId xmlns:a16="http://schemas.microsoft.com/office/drawing/2014/main" id="{B63E7C06-B63E-A3FE-4341-81108C812DFF}"/>
                    </a:ext>
                  </a:extLst>
                </p:cNvPr>
                <p:cNvSpPr>
                  <a:spLocks noChangeArrowheads="1"/>
                </p:cNvSpPr>
                <p:nvPr/>
              </p:nvSpPr>
              <p:spPr bwMode="auto">
                <a:xfrm>
                  <a:off x="4331" y="1751"/>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0" name="Group 34">
                <a:extLst>
                  <a:ext uri="{FF2B5EF4-FFF2-40B4-BE49-F238E27FC236}">
                    <a16:creationId xmlns:a16="http://schemas.microsoft.com/office/drawing/2014/main" id="{B351D918-B9B4-3665-BDFE-5672E822BF7F}"/>
                  </a:ext>
                </a:extLst>
              </p:cNvPr>
              <p:cNvGrpSpPr>
                <a:grpSpLocks/>
              </p:cNvGrpSpPr>
              <p:nvPr/>
            </p:nvGrpSpPr>
            <p:grpSpPr bwMode="auto">
              <a:xfrm>
                <a:off x="4983" y="1751"/>
                <a:ext cx="580" cy="238"/>
                <a:chOff x="4983" y="1751"/>
                <a:chExt cx="580" cy="238"/>
              </a:xfrm>
            </p:grpSpPr>
            <p:sp>
              <p:nvSpPr>
                <p:cNvPr id="18556" name="Rectangle 35">
                  <a:extLst>
                    <a:ext uri="{FF2B5EF4-FFF2-40B4-BE49-F238E27FC236}">
                      <a16:creationId xmlns:a16="http://schemas.microsoft.com/office/drawing/2014/main" id="{564D70CA-8168-B247-F700-40B352F1EE71}"/>
                    </a:ext>
                  </a:extLst>
                </p:cNvPr>
                <p:cNvSpPr>
                  <a:spLocks noChangeArrowheads="1"/>
                </p:cNvSpPr>
                <p:nvPr/>
              </p:nvSpPr>
              <p:spPr bwMode="auto">
                <a:xfrm>
                  <a:off x="5044" y="1751"/>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000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57" name="Rectangle 36">
                  <a:extLst>
                    <a:ext uri="{FF2B5EF4-FFF2-40B4-BE49-F238E27FC236}">
                      <a16:creationId xmlns:a16="http://schemas.microsoft.com/office/drawing/2014/main" id="{A858F35C-446F-FAA6-B58B-C7F07EE77B3E}"/>
                    </a:ext>
                  </a:extLst>
                </p:cNvPr>
                <p:cNvSpPr>
                  <a:spLocks noChangeArrowheads="1"/>
                </p:cNvSpPr>
                <p:nvPr/>
              </p:nvSpPr>
              <p:spPr bwMode="auto">
                <a:xfrm>
                  <a:off x="4983" y="1751"/>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1" name="Group 37">
                <a:extLst>
                  <a:ext uri="{FF2B5EF4-FFF2-40B4-BE49-F238E27FC236}">
                    <a16:creationId xmlns:a16="http://schemas.microsoft.com/office/drawing/2014/main" id="{2A0EA139-69F2-0FEE-D6C3-58E55B70DA53}"/>
                  </a:ext>
                </a:extLst>
              </p:cNvPr>
              <p:cNvGrpSpPr>
                <a:grpSpLocks/>
              </p:cNvGrpSpPr>
              <p:nvPr/>
            </p:nvGrpSpPr>
            <p:grpSpPr bwMode="auto">
              <a:xfrm>
                <a:off x="195" y="1990"/>
                <a:ext cx="1377" cy="238"/>
                <a:chOff x="195" y="1990"/>
                <a:chExt cx="1377" cy="238"/>
              </a:xfrm>
            </p:grpSpPr>
            <p:sp>
              <p:nvSpPr>
                <p:cNvPr id="18554" name="Rectangle 38">
                  <a:extLst>
                    <a:ext uri="{FF2B5EF4-FFF2-40B4-BE49-F238E27FC236}">
                      <a16:creationId xmlns:a16="http://schemas.microsoft.com/office/drawing/2014/main" id="{74DB0DC4-09B8-D5BF-E3B1-ED604579FFC0}"/>
                    </a:ext>
                  </a:extLst>
                </p:cNvPr>
                <p:cNvSpPr>
                  <a:spLocks noChangeArrowheads="1"/>
                </p:cNvSpPr>
                <p:nvPr/>
              </p:nvSpPr>
              <p:spPr bwMode="auto">
                <a:xfrm>
                  <a:off x="256" y="1990"/>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55" name="Rectangle 39">
                  <a:extLst>
                    <a:ext uri="{FF2B5EF4-FFF2-40B4-BE49-F238E27FC236}">
                      <a16:creationId xmlns:a16="http://schemas.microsoft.com/office/drawing/2014/main" id="{CC506544-B677-A3B9-851C-17174F3221AB}"/>
                    </a:ext>
                  </a:extLst>
                </p:cNvPr>
                <p:cNvSpPr>
                  <a:spLocks noChangeArrowheads="1"/>
                </p:cNvSpPr>
                <p:nvPr/>
              </p:nvSpPr>
              <p:spPr bwMode="auto">
                <a:xfrm>
                  <a:off x="195" y="1990"/>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2" name="Group 40">
                <a:extLst>
                  <a:ext uri="{FF2B5EF4-FFF2-40B4-BE49-F238E27FC236}">
                    <a16:creationId xmlns:a16="http://schemas.microsoft.com/office/drawing/2014/main" id="{CDA7E3B8-8E11-18C4-3B44-258BCD225C81}"/>
                  </a:ext>
                </a:extLst>
              </p:cNvPr>
              <p:cNvGrpSpPr>
                <a:grpSpLocks/>
              </p:cNvGrpSpPr>
              <p:nvPr/>
            </p:nvGrpSpPr>
            <p:grpSpPr bwMode="auto">
              <a:xfrm>
                <a:off x="1573" y="1990"/>
                <a:ext cx="1428" cy="238"/>
                <a:chOff x="1573" y="1990"/>
                <a:chExt cx="1428" cy="238"/>
              </a:xfrm>
            </p:grpSpPr>
            <p:sp>
              <p:nvSpPr>
                <p:cNvPr id="18552" name="Rectangle 41">
                  <a:extLst>
                    <a:ext uri="{FF2B5EF4-FFF2-40B4-BE49-F238E27FC236}">
                      <a16:creationId xmlns:a16="http://schemas.microsoft.com/office/drawing/2014/main" id="{22F5EB7B-0DBB-695C-B811-8A37BD81CC33}"/>
                    </a:ext>
                  </a:extLst>
                </p:cNvPr>
                <p:cNvSpPr>
                  <a:spLocks noChangeArrowheads="1"/>
                </p:cNvSpPr>
                <p:nvPr/>
              </p:nvSpPr>
              <p:spPr bwMode="auto">
                <a:xfrm>
                  <a:off x="1634" y="1990"/>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53" name="Rectangle 42">
                  <a:extLst>
                    <a:ext uri="{FF2B5EF4-FFF2-40B4-BE49-F238E27FC236}">
                      <a16:creationId xmlns:a16="http://schemas.microsoft.com/office/drawing/2014/main" id="{90CF3BB2-059F-B489-DC63-2A4FE267F62C}"/>
                    </a:ext>
                  </a:extLst>
                </p:cNvPr>
                <p:cNvSpPr>
                  <a:spLocks noChangeArrowheads="1"/>
                </p:cNvSpPr>
                <p:nvPr/>
              </p:nvSpPr>
              <p:spPr bwMode="auto">
                <a:xfrm>
                  <a:off x="1573" y="1990"/>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3" name="Group 43">
                <a:extLst>
                  <a:ext uri="{FF2B5EF4-FFF2-40B4-BE49-F238E27FC236}">
                    <a16:creationId xmlns:a16="http://schemas.microsoft.com/office/drawing/2014/main" id="{DEA2C013-20B0-196D-8137-DE5A59BDA1D6}"/>
                  </a:ext>
                </a:extLst>
              </p:cNvPr>
              <p:cNvGrpSpPr>
                <a:grpSpLocks/>
              </p:cNvGrpSpPr>
              <p:nvPr/>
            </p:nvGrpSpPr>
            <p:grpSpPr bwMode="auto">
              <a:xfrm>
                <a:off x="3003" y="1990"/>
                <a:ext cx="1327" cy="238"/>
                <a:chOff x="3003" y="1990"/>
                <a:chExt cx="1327" cy="238"/>
              </a:xfrm>
            </p:grpSpPr>
            <p:sp>
              <p:nvSpPr>
                <p:cNvPr id="18550" name="Rectangle 44">
                  <a:extLst>
                    <a:ext uri="{FF2B5EF4-FFF2-40B4-BE49-F238E27FC236}">
                      <a16:creationId xmlns:a16="http://schemas.microsoft.com/office/drawing/2014/main" id="{9927939E-E1FF-BE2B-B521-308F23787CD3}"/>
                    </a:ext>
                  </a:extLst>
                </p:cNvPr>
                <p:cNvSpPr>
                  <a:spLocks noChangeArrowheads="1"/>
                </p:cNvSpPr>
                <p:nvPr/>
              </p:nvSpPr>
              <p:spPr bwMode="auto">
                <a:xfrm>
                  <a:off x="3064" y="1990"/>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51" name="Rectangle 45">
                  <a:extLst>
                    <a:ext uri="{FF2B5EF4-FFF2-40B4-BE49-F238E27FC236}">
                      <a16:creationId xmlns:a16="http://schemas.microsoft.com/office/drawing/2014/main" id="{97DCA1EC-A170-3282-2E52-39B4838D68C9}"/>
                    </a:ext>
                  </a:extLst>
                </p:cNvPr>
                <p:cNvSpPr>
                  <a:spLocks noChangeArrowheads="1"/>
                </p:cNvSpPr>
                <p:nvPr/>
              </p:nvSpPr>
              <p:spPr bwMode="auto">
                <a:xfrm>
                  <a:off x="3003" y="1990"/>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4" name="Group 46">
                <a:extLst>
                  <a:ext uri="{FF2B5EF4-FFF2-40B4-BE49-F238E27FC236}">
                    <a16:creationId xmlns:a16="http://schemas.microsoft.com/office/drawing/2014/main" id="{57F6FDF0-A0C2-DAAD-274F-D5AE76AC592C}"/>
                  </a:ext>
                </a:extLst>
              </p:cNvPr>
              <p:cNvGrpSpPr>
                <a:grpSpLocks/>
              </p:cNvGrpSpPr>
              <p:nvPr/>
            </p:nvGrpSpPr>
            <p:grpSpPr bwMode="auto">
              <a:xfrm>
                <a:off x="4331" y="1990"/>
                <a:ext cx="651" cy="238"/>
                <a:chOff x="4331" y="1990"/>
                <a:chExt cx="651" cy="238"/>
              </a:xfrm>
            </p:grpSpPr>
            <p:sp>
              <p:nvSpPr>
                <p:cNvPr id="18548" name="Rectangle 47">
                  <a:extLst>
                    <a:ext uri="{FF2B5EF4-FFF2-40B4-BE49-F238E27FC236}">
                      <a16:creationId xmlns:a16="http://schemas.microsoft.com/office/drawing/2014/main" id="{C5FCF871-D834-9326-B392-FA743E85723C}"/>
                    </a:ext>
                  </a:extLst>
                </p:cNvPr>
                <p:cNvSpPr>
                  <a:spLocks noChangeArrowheads="1"/>
                </p:cNvSpPr>
                <p:nvPr/>
              </p:nvSpPr>
              <p:spPr bwMode="auto">
                <a:xfrm>
                  <a:off x="4391" y="1990"/>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B</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49" name="Rectangle 48">
                  <a:extLst>
                    <a:ext uri="{FF2B5EF4-FFF2-40B4-BE49-F238E27FC236}">
                      <a16:creationId xmlns:a16="http://schemas.microsoft.com/office/drawing/2014/main" id="{A7DDFE52-E06F-B3AE-5036-5382A7B6B6DF}"/>
                    </a:ext>
                  </a:extLst>
                </p:cNvPr>
                <p:cNvSpPr>
                  <a:spLocks noChangeArrowheads="1"/>
                </p:cNvSpPr>
                <p:nvPr/>
              </p:nvSpPr>
              <p:spPr bwMode="auto">
                <a:xfrm>
                  <a:off x="4331" y="1990"/>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5" name="Group 49">
                <a:extLst>
                  <a:ext uri="{FF2B5EF4-FFF2-40B4-BE49-F238E27FC236}">
                    <a16:creationId xmlns:a16="http://schemas.microsoft.com/office/drawing/2014/main" id="{0AC7E440-2068-FF24-0D93-B9875583B8D3}"/>
                  </a:ext>
                </a:extLst>
              </p:cNvPr>
              <p:cNvGrpSpPr>
                <a:grpSpLocks/>
              </p:cNvGrpSpPr>
              <p:nvPr/>
            </p:nvGrpSpPr>
            <p:grpSpPr bwMode="auto">
              <a:xfrm>
                <a:off x="4983" y="1990"/>
                <a:ext cx="580" cy="238"/>
                <a:chOff x="4983" y="1990"/>
                <a:chExt cx="580" cy="238"/>
              </a:xfrm>
            </p:grpSpPr>
            <p:sp>
              <p:nvSpPr>
                <p:cNvPr id="18546" name="Rectangle 50">
                  <a:extLst>
                    <a:ext uri="{FF2B5EF4-FFF2-40B4-BE49-F238E27FC236}">
                      <a16:creationId xmlns:a16="http://schemas.microsoft.com/office/drawing/2014/main" id="{B23267F5-CF6B-D28E-1A9B-CA43AD8394A1}"/>
                    </a:ext>
                  </a:extLst>
                </p:cNvPr>
                <p:cNvSpPr>
                  <a:spLocks noChangeArrowheads="1"/>
                </p:cNvSpPr>
                <p:nvPr/>
              </p:nvSpPr>
              <p:spPr bwMode="auto">
                <a:xfrm>
                  <a:off x="5044" y="1990"/>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001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47" name="Rectangle 51">
                  <a:extLst>
                    <a:ext uri="{FF2B5EF4-FFF2-40B4-BE49-F238E27FC236}">
                      <a16:creationId xmlns:a16="http://schemas.microsoft.com/office/drawing/2014/main" id="{9F860D87-C61D-8B9E-71E7-C8B6408F9016}"/>
                    </a:ext>
                  </a:extLst>
                </p:cNvPr>
                <p:cNvSpPr>
                  <a:spLocks noChangeArrowheads="1"/>
                </p:cNvSpPr>
                <p:nvPr/>
              </p:nvSpPr>
              <p:spPr bwMode="auto">
                <a:xfrm>
                  <a:off x="4983" y="1990"/>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6" name="Group 52">
                <a:extLst>
                  <a:ext uri="{FF2B5EF4-FFF2-40B4-BE49-F238E27FC236}">
                    <a16:creationId xmlns:a16="http://schemas.microsoft.com/office/drawing/2014/main" id="{1DA99AEA-944F-ACD0-E025-CF9AC3218655}"/>
                  </a:ext>
                </a:extLst>
              </p:cNvPr>
              <p:cNvGrpSpPr>
                <a:grpSpLocks/>
              </p:cNvGrpSpPr>
              <p:nvPr/>
            </p:nvGrpSpPr>
            <p:grpSpPr bwMode="auto">
              <a:xfrm>
                <a:off x="195" y="2229"/>
                <a:ext cx="1377" cy="238"/>
                <a:chOff x="195" y="2229"/>
                <a:chExt cx="1377" cy="238"/>
              </a:xfrm>
            </p:grpSpPr>
            <p:sp>
              <p:nvSpPr>
                <p:cNvPr id="18544" name="Rectangle 53">
                  <a:extLst>
                    <a:ext uri="{FF2B5EF4-FFF2-40B4-BE49-F238E27FC236}">
                      <a16:creationId xmlns:a16="http://schemas.microsoft.com/office/drawing/2014/main" id="{EA24E15D-71CE-3B2E-7515-5E0EB483F0DA}"/>
                    </a:ext>
                  </a:extLst>
                </p:cNvPr>
                <p:cNvSpPr>
                  <a:spLocks noChangeArrowheads="1"/>
                </p:cNvSpPr>
                <p:nvPr/>
              </p:nvSpPr>
              <p:spPr bwMode="auto">
                <a:xfrm>
                  <a:off x="256" y="2229"/>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45" name="Rectangle 54">
                  <a:extLst>
                    <a:ext uri="{FF2B5EF4-FFF2-40B4-BE49-F238E27FC236}">
                      <a16:creationId xmlns:a16="http://schemas.microsoft.com/office/drawing/2014/main" id="{9A142571-16DE-9D86-BAD9-7C5320DE87C7}"/>
                    </a:ext>
                  </a:extLst>
                </p:cNvPr>
                <p:cNvSpPr>
                  <a:spLocks noChangeArrowheads="1"/>
                </p:cNvSpPr>
                <p:nvPr/>
              </p:nvSpPr>
              <p:spPr bwMode="auto">
                <a:xfrm>
                  <a:off x="195" y="2229"/>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7" name="Group 55">
                <a:extLst>
                  <a:ext uri="{FF2B5EF4-FFF2-40B4-BE49-F238E27FC236}">
                    <a16:creationId xmlns:a16="http://schemas.microsoft.com/office/drawing/2014/main" id="{7949562D-0319-37B6-DFE5-3FCAF04E76E4}"/>
                  </a:ext>
                </a:extLst>
              </p:cNvPr>
              <p:cNvGrpSpPr>
                <a:grpSpLocks/>
              </p:cNvGrpSpPr>
              <p:nvPr/>
            </p:nvGrpSpPr>
            <p:grpSpPr bwMode="auto">
              <a:xfrm>
                <a:off x="1573" y="2229"/>
                <a:ext cx="1428" cy="238"/>
                <a:chOff x="1573" y="2229"/>
                <a:chExt cx="1428" cy="238"/>
              </a:xfrm>
            </p:grpSpPr>
            <p:sp>
              <p:nvSpPr>
                <p:cNvPr id="18542" name="Rectangle 56">
                  <a:extLst>
                    <a:ext uri="{FF2B5EF4-FFF2-40B4-BE49-F238E27FC236}">
                      <a16:creationId xmlns:a16="http://schemas.microsoft.com/office/drawing/2014/main" id="{66FB9BD0-4038-CDD2-C981-7C3888C6A6D6}"/>
                    </a:ext>
                  </a:extLst>
                </p:cNvPr>
                <p:cNvSpPr>
                  <a:spLocks noChangeArrowheads="1"/>
                </p:cNvSpPr>
                <p:nvPr/>
              </p:nvSpPr>
              <p:spPr bwMode="auto">
                <a:xfrm>
                  <a:off x="1634" y="2229"/>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43" name="Rectangle 57">
                  <a:extLst>
                    <a:ext uri="{FF2B5EF4-FFF2-40B4-BE49-F238E27FC236}">
                      <a16:creationId xmlns:a16="http://schemas.microsoft.com/office/drawing/2014/main" id="{78EE310B-69AE-B543-852E-BDB0C9A287E6}"/>
                    </a:ext>
                  </a:extLst>
                </p:cNvPr>
                <p:cNvSpPr>
                  <a:spLocks noChangeArrowheads="1"/>
                </p:cNvSpPr>
                <p:nvPr/>
              </p:nvSpPr>
              <p:spPr bwMode="auto">
                <a:xfrm>
                  <a:off x="1573" y="2229"/>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8" name="Group 58">
                <a:extLst>
                  <a:ext uri="{FF2B5EF4-FFF2-40B4-BE49-F238E27FC236}">
                    <a16:creationId xmlns:a16="http://schemas.microsoft.com/office/drawing/2014/main" id="{BAFBDCC5-1D64-71F4-9A22-9AD254AFA488}"/>
                  </a:ext>
                </a:extLst>
              </p:cNvPr>
              <p:cNvGrpSpPr>
                <a:grpSpLocks/>
              </p:cNvGrpSpPr>
              <p:nvPr/>
            </p:nvGrpSpPr>
            <p:grpSpPr bwMode="auto">
              <a:xfrm>
                <a:off x="3003" y="2229"/>
                <a:ext cx="1327" cy="238"/>
                <a:chOff x="3003" y="2229"/>
                <a:chExt cx="1327" cy="238"/>
              </a:xfrm>
            </p:grpSpPr>
            <p:sp>
              <p:nvSpPr>
                <p:cNvPr id="18540" name="Rectangle 59">
                  <a:extLst>
                    <a:ext uri="{FF2B5EF4-FFF2-40B4-BE49-F238E27FC236}">
                      <a16:creationId xmlns:a16="http://schemas.microsoft.com/office/drawing/2014/main" id="{A8C4926E-BE0A-1416-98CF-7C9C7FA45A4B}"/>
                    </a:ext>
                  </a:extLst>
                </p:cNvPr>
                <p:cNvSpPr>
                  <a:spLocks noChangeArrowheads="1"/>
                </p:cNvSpPr>
                <p:nvPr/>
              </p:nvSpPr>
              <p:spPr bwMode="auto">
                <a:xfrm>
                  <a:off x="3064" y="2229"/>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41" name="Rectangle 60">
                  <a:extLst>
                    <a:ext uri="{FF2B5EF4-FFF2-40B4-BE49-F238E27FC236}">
                      <a16:creationId xmlns:a16="http://schemas.microsoft.com/office/drawing/2014/main" id="{9694D08D-742B-2490-E129-196D8038F70E}"/>
                    </a:ext>
                  </a:extLst>
                </p:cNvPr>
                <p:cNvSpPr>
                  <a:spLocks noChangeArrowheads="1"/>
                </p:cNvSpPr>
                <p:nvPr/>
              </p:nvSpPr>
              <p:spPr bwMode="auto">
                <a:xfrm>
                  <a:off x="3003" y="2229"/>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59" name="Group 61">
                <a:extLst>
                  <a:ext uri="{FF2B5EF4-FFF2-40B4-BE49-F238E27FC236}">
                    <a16:creationId xmlns:a16="http://schemas.microsoft.com/office/drawing/2014/main" id="{5A8ED99D-4388-CBD1-F816-47E1B9252445}"/>
                  </a:ext>
                </a:extLst>
              </p:cNvPr>
              <p:cNvGrpSpPr>
                <a:grpSpLocks/>
              </p:cNvGrpSpPr>
              <p:nvPr/>
            </p:nvGrpSpPr>
            <p:grpSpPr bwMode="auto">
              <a:xfrm>
                <a:off x="4331" y="2229"/>
                <a:ext cx="651" cy="238"/>
                <a:chOff x="4331" y="2229"/>
                <a:chExt cx="651" cy="238"/>
              </a:xfrm>
            </p:grpSpPr>
            <p:sp>
              <p:nvSpPr>
                <p:cNvPr id="18538" name="Rectangle 62">
                  <a:extLst>
                    <a:ext uri="{FF2B5EF4-FFF2-40B4-BE49-F238E27FC236}">
                      <a16:creationId xmlns:a16="http://schemas.microsoft.com/office/drawing/2014/main" id="{5AB2125D-5445-9B4B-0620-8C7805CECC4D}"/>
                    </a:ext>
                  </a:extLst>
                </p:cNvPr>
                <p:cNvSpPr>
                  <a:spLocks noChangeArrowheads="1"/>
                </p:cNvSpPr>
                <p:nvPr/>
              </p:nvSpPr>
              <p:spPr bwMode="auto">
                <a:xfrm>
                  <a:off x="4391" y="2229"/>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C</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39" name="Rectangle 63">
                  <a:extLst>
                    <a:ext uri="{FF2B5EF4-FFF2-40B4-BE49-F238E27FC236}">
                      <a16:creationId xmlns:a16="http://schemas.microsoft.com/office/drawing/2014/main" id="{93244FD4-CA5C-521E-BEE0-DD0DA742DFB1}"/>
                    </a:ext>
                  </a:extLst>
                </p:cNvPr>
                <p:cNvSpPr>
                  <a:spLocks noChangeArrowheads="1"/>
                </p:cNvSpPr>
                <p:nvPr/>
              </p:nvSpPr>
              <p:spPr bwMode="auto">
                <a:xfrm>
                  <a:off x="4331" y="2229"/>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0" name="Group 64">
                <a:extLst>
                  <a:ext uri="{FF2B5EF4-FFF2-40B4-BE49-F238E27FC236}">
                    <a16:creationId xmlns:a16="http://schemas.microsoft.com/office/drawing/2014/main" id="{2911777D-70B8-9944-655E-E2473DC152CA}"/>
                  </a:ext>
                </a:extLst>
              </p:cNvPr>
              <p:cNvGrpSpPr>
                <a:grpSpLocks/>
              </p:cNvGrpSpPr>
              <p:nvPr/>
            </p:nvGrpSpPr>
            <p:grpSpPr bwMode="auto">
              <a:xfrm>
                <a:off x="4983" y="2229"/>
                <a:ext cx="580" cy="238"/>
                <a:chOff x="4983" y="2229"/>
                <a:chExt cx="580" cy="238"/>
              </a:xfrm>
            </p:grpSpPr>
            <p:sp>
              <p:nvSpPr>
                <p:cNvPr id="18536" name="Rectangle 65">
                  <a:extLst>
                    <a:ext uri="{FF2B5EF4-FFF2-40B4-BE49-F238E27FC236}">
                      <a16:creationId xmlns:a16="http://schemas.microsoft.com/office/drawing/2014/main" id="{FEE8DAF3-CEFE-D7C1-759D-A255E249A813}"/>
                    </a:ext>
                  </a:extLst>
                </p:cNvPr>
                <p:cNvSpPr>
                  <a:spLocks noChangeArrowheads="1"/>
                </p:cNvSpPr>
                <p:nvPr/>
              </p:nvSpPr>
              <p:spPr bwMode="auto">
                <a:xfrm>
                  <a:off x="5044" y="2229"/>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010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37" name="Rectangle 66">
                  <a:extLst>
                    <a:ext uri="{FF2B5EF4-FFF2-40B4-BE49-F238E27FC236}">
                      <a16:creationId xmlns:a16="http://schemas.microsoft.com/office/drawing/2014/main" id="{5C0F0FD3-461F-EFD0-C7A0-5DFB1B1E9370}"/>
                    </a:ext>
                  </a:extLst>
                </p:cNvPr>
                <p:cNvSpPr>
                  <a:spLocks noChangeArrowheads="1"/>
                </p:cNvSpPr>
                <p:nvPr/>
              </p:nvSpPr>
              <p:spPr bwMode="auto">
                <a:xfrm>
                  <a:off x="4983" y="2229"/>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1" name="Group 67">
                <a:extLst>
                  <a:ext uri="{FF2B5EF4-FFF2-40B4-BE49-F238E27FC236}">
                    <a16:creationId xmlns:a16="http://schemas.microsoft.com/office/drawing/2014/main" id="{2F79388C-6277-6AAB-7D2C-E00443BA2239}"/>
                  </a:ext>
                </a:extLst>
              </p:cNvPr>
              <p:cNvGrpSpPr>
                <a:grpSpLocks/>
              </p:cNvGrpSpPr>
              <p:nvPr/>
            </p:nvGrpSpPr>
            <p:grpSpPr bwMode="auto">
              <a:xfrm>
                <a:off x="195" y="2469"/>
                <a:ext cx="1377" cy="238"/>
                <a:chOff x="195" y="2469"/>
                <a:chExt cx="1377" cy="238"/>
              </a:xfrm>
            </p:grpSpPr>
            <p:sp>
              <p:nvSpPr>
                <p:cNvPr id="18534" name="Rectangle 68">
                  <a:extLst>
                    <a:ext uri="{FF2B5EF4-FFF2-40B4-BE49-F238E27FC236}">
                      <a16:creationId xmlns:a16="http://schemas.microsoft.com/office/drawing/2014/main" id="{9A2222F1-1001-E0F3-AC6F-4C8863EDDA3D}"/>
                    </a:ext>
                  </a:extLst>
                </p:cNvPr>
                <p:cNvSpPr>
                  <a:spLocks noChangeArrowheads="1"/>
                </p:cNvSpPr>
                <p:nvPr/>
              </p:nvSpPr>
              <p:spPr bwMode="auto">
                <a:xfrm>
                  <a:off x="256" y="2469"/>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35" name="Rectangle 69">
                  <a:extLst>
                    <a:ext uri="{FF2B5EF4-FFF2-40B4-BE49-F238E27FC236}">
                      <a16:creationId xmlns:a16="http://schemas.microsoft.com/office/drawing/2014/main" id="{516070AF-36F7-73B2-A6E5-C090FFBF7BC1}"/>
                    </a:ext>
                  </a:extLst>
                </p:cNvPr>
                <p:cNvSpPr>
                  <a:spLocks noChangeArrowheads="1"/>
                </p:cNvSpPr>
                <p:nvPr/>
              </p:nvSpPr>
              <p:spPr bwMode="auto">
                <a:xfrm>
                  <a:off x="195" y="2469"/>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2" name="Group 70">
                <a:extLst>
                  <a:ext uri="{FF2B5EF4-FFF2-40B4-BE49-F238E27FC236}">
                    <a16:creationId xmlns:a16="http://schemas.microsoft.com/office/drawing/2014/main" id="{15A84D0A-3ADB-1290-6A8D-64F4AFF4B1D6}"/>
                  </a:ext>
                </a:extLst>
              </p:cNvPr>
              <p:cNvGrpSpPr>
                <a:grpSpLocks/>
              </p:cNvGrpSpPr>
              <p:nvPr/>
            </p:nvGrpSpPr>
            <p:grpSpPr bwMode="auto">
              <a:xfrm>
                <a:off x="1573" y="2469"/>
                <a:ext cx="1428" cy="238"/>
                <a:chOff x="1573" y="2469"/>
                <a:chExt cx="1428" cy="238"/>
              </a:xfrm>
            </p:grpSpPr>
            <p:sp>
              <p:nvSpPr>
                <p:cNvPr id="18532" name="Rectangle 71">
                  <a:extLst>
                    <a:ext uri="{FF2B5EF4-FFF2-40B4-BE49-F238E27FC236}">
                      <a16:creationId xmlns:a16="http://schemas.microsoft.com/office/drawing/2014/main" id="{9781A5D8-6A69-208E-BEA9-699108ED2AE5}"/>
                    </a:ext>
                  </a:extLst>
                </p:cNvPr>
                <p:cNvSpPr>
                  <a:spLocks noChangeArrowheads="1"/>
                </p:cNvSpPr>
                <p:nvPr/>
              </p:nvSpPr>
              <p:spPr bwMode="auto">
                <a:xfrm>
                  <a:off x="1634" y="2469"/>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33" name="Rectangle 72">
                  <a:extLst>
                    <a:ext uri="{FF2B5EF4-FFF2-40B4-BE49-F238E27FC236}">
                      <a16:creationId xmlns:a16="http://schemas.microsoft.com/office/drawing/2014/main" id="{C3E7DA0F-DCB3-2239-160A-9E3F39A18366}"/>
                    </a:ext>
                  </a:extLst>
                </p:cNvPr>
                <p:cNvSpPr>
                  <a:spLocks noChangeArrowheads="1"/>
                </p:cNvSpPr>
                <p:nvPr/>
              </p:nvSpPr>
              <p:spPr bwMode="auto">
                <a:xfrm>
                  <a:off x="1573" y="2469"/>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3" name="Group 73">
                <a:extLst>
                  <a:ext uri="{FF2B5EF4-FFF2-40B4-BE49-F238E27FC236}">
                    <a16:creationId xmlns:a16="http://schemas.microsoft.com/office/drawing/2014/main" id="{69A2D6FE-F040-4412-DAAE-456F22DCBA58}"/>
                  </a:ext>
                </a:extLst>
              </p:cNvPr>
              <p:cNvGrpSpPr>
                <a:grpSpLocks/>
              </p:cNvGrpSpPr>
              <p:nvPr/>
            </p:nvGrpSpPr>
            <p:grpSpPr bwMode="auto">
              <a:xfrm>
                <a:off x="3003" y="2469"/>
                <a:ext cx="1327" cy="238"/>
                <a:chOff x="3003" y="2469"/>
                <a:chExt cx="1327" cy="238"/>
              </a:xfrm>
            </p:grpSpPr>
            <p:sp>
              <p:nvSpPr>
                <p:cNvPr id="18530" name="Rectangle 74">
                  <a:extLst>
                    <a:ext uri="{FF2B5EF4-FFF2-40B4-BE49-F238E27FC236}">
                      <a16:creationId xmlns:a16="http://schemas.microsoft.com/office/drawing/2014/main" id="{73ECC2C1-70E6-46DC-3E22-8959731BA300}"/>
                    </a:ext>
                  </a:extLst>
                </p:cNvPr>
                <p:cNvSpPr>
                  <a:spLocks noChangeArrowheads="1"/>
                </p:cNvSpPr>
                <p:nvPr/>
              </p:nvSpPr>
              <p:spPr bwMode="auto">
                <a:xfrm>
                  <a:off x="3064" y="2469"/>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31" name="Rectangle 75">
                  <a:extLst>
                    <a:ext uri="{FF2B5EF4-FFF2-40B4-BE49-F238E27FC236}">
                      <a16:creationId xmlns:a16="http://schemas.microsoft.com/office/drawing/2014/main" id="{4A63A8AB-8E4A-B71F-5B98-BC000BCA653B}"/>
                    </a:ext>
                  </a:extLst>
                </p:cNvPr>
                <p:cNvSpPr>
                  <a:spLocks noChangeArrowheads="1"/>
                </p:cNvSpPr>
                <p:nvPr/>
              </p:nvSpPr>
              <p:spPr bwMode="auto">
                <a:xfrm>
                  <a:off x="3003" y="2469"/>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4" name="Group 76">
                <a:extLst>
                  <a:ext uri="{FF2B5EF4-FFF2-40B4-BE49-F238E27FC236}">
                    <a16:creationId xmlns:a16="http://schemas.microsoft.com/office/drawing/2014/main" id="{B00AE3F5-A31E-1E51-A65B-2BD9258A442B}"/>
                  </a:ext>
                </a:extLst>
              </p:cNvPr>
              <p:cNvGrpSpPr>
                <a:grpSpLocks/>
              </p:cNvGrpSpPr>
              <p:nvPr/>
            </p:nvGrpSpPr>
            <p:grpSpPr bwMode="auto">
              <a:xfrm>
                <a:off x="4331" y="2469"/>
                <a:ext cx="651" cy="238"/>
                <a:chOff x="4331" y="2469"/>
                <a:chExt cx="651" cy="238"/>
              </a:xfrm>
            </p:grpSpPr>
            <p:sp>
              <p:nvSpPr>
                <p:cNvPr id="18528" name="Rectangle 77">
                  <a:extLst>
                    <a:ext uri="{FF2B5EF4-FFF2-40B4-BE49-F238E27FC236}">
                      <a16:creationId xmlns:a16="http://schemas.microsoft.com/office/drawing/2014/main" id="{4BE62291-1295-5D6D-D389-74CF8BA492D6}"/>
                    </a:ext>
                  </a:extLst>
                </p:cNvPr>
                <p:cNvSpPr>
                  <a:spLocks noChangeArrowheads="1"/>
                </p:cNvSpPr>
                <p:nvPr/>
              </p:nvSpPr>
              <p:spPr bwMode="auto">
                <a:xfrm>
                  <a:off x="4391" y="2469"/>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D</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29" name="Rectangle 78">
                  <a:extLst>
                    <a:ext uri="{FF2B5EF4-FFF2-40B4-BE49-F238E27FC236}">
                      <a16:creationId xmlns:a16="http://schemas.microsoft.com/office/drawing/2014/main" id="{0F628BC8-278F-98B1-DD31-38B30EAE796A}"/>
                    </a:ext>
                  </a:extLst>
                </p:cNvPr>
                <p:cNvSpPr>
                  <a:spLocks noChangeArrowheads="1"/>
                </p:cNvSpPr>
                <p:nvPr/>
              </p:nvSpPr>
              <p:spPr bwMode="auto">
                <a:xfrm>
                  <a:off x="4331" y="2469"/>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5" name="Group 79">
                <a:extLst>
                  <a:ext uri="{FF2B5EF4-FFF2-40B4-BE49-F238E27FC236}">
                    <a16:creationId xmlns:a16="http://schemas.microsoft.com/office/drawing/2014/main" id="{19FE4949-B148-6CC3-5753-9BCD1C065D40}"/>
                  </a:ext>
                </a:extLst>
              </p:cNvPr>
              <p:cNvGrpSpPr>
                <a:grpSpLocks/>
              </p:cNvGrpSpPr>
              <p:nvPr/>
            </p:nvGrpSpPr>
            <p:grpSpPr bwMode="auto">
              <a:xfrm>
                <a:off x="4983" y="2469"/>
                <a:ext cx="580" cy="238"/>
                <a:chOff x="4983" y="2469"/>
                <a:chExt cx="580" cy="238"/>
              </a:xfrm>
            </p:grpSpPr>
            <p:sp>
              <p:nvSpPr>
                <p:cNvPr id="18526" name="Rectangle 80">
                  <a:extLst>
                    <a:ext uri="{FF2B5EF4-FFF2-40B4-BE49-F238E27FC236}">
                      <a16:creationId xmlns:a16="http://schemas.microsoft.com/office/drawing/2014/main" id="{20A2B1DD-ED77-8325-FF11-4D51F3AB8849}"/>
                    </a:ext>
                  </a:extLst>
                </p:cNvPr>
                <p:cNvSpPr>
                  <a:spLocks noChangeArrowheads="1"/>
                </p:cNvSpPr>
                <p:nvPr/>
              </p:nvSpPr>
              <p:spPr bwMode="auto">
                <a:xfrm>
                  <a:off x="5044" y="2469"/>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011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27" name="Rectangle 81">
                  <a:extLst>
                    <a:ext uri="{FF2B5EF4-FFF2-40B4-BE49-F238E27FC236}">
                      <a16:creationId xmlns:a16="http://schemas.microsoft.com/office/drawing/2014/main" id="{9FD5814B-92BD-1A3C-65B4-811FF99EAF5B}"/>
                    </a:ext>
                  </a:extLst>
                </p:cNvPr>
                <p:cNvSpPr>
                  <a:spLocks noChangeArrowheads="1"/>
                </p:cNvSpPr>
                <p:nvPr/>
              </p:nvSpPr>
              <p:spPr bwMode="auto">
                <a:xfrm>
                  <a:off x="4983" y="2469"/>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6" name="Group 82">
                <a:extLst>
                  <a:ext uri="{FF2B5EF4-FFF2-40B4-BE49-F238E27FC236}">
                    <a16:creationId xmlns:a16="http://schemas.microsoft.com/office/drawing/2014/main" id="{657A4696-20D5-AE3C-DC23-B15D9342B7BD}"/>
                  </a:ext>
                </a:extLst>
              </p:cNvPr>
              <p:cNvGrpSpPr>
                <a:grpSpLocks/>
              </p:cNvGrpSpPr>
              <p:nvPr/>
            </p:nvGrpSpPr>
            <p:grpSpPr bwMode="auto">
              <a:xfrm>
                <a:off x="195" y="2708"/>
                <a:ext cx="1377" cy="238"/>
                <a:chOff x="195" y="2708"/>
                <a:chExt cx="1377" cy="238"/>
              </a:xfrm>
            </p:grpSpPr>
            <p:sp>
              <p:nvSpPr>
                <p:cNvPr id="18524" name="Rectangle 83">
                  <a:extLst>
                    <a:ext uri="{FF2B5EF4-FFF2-40B4-BE49-F238E27FC236}">
                      <a16:creationId xmlns:a16="http://schemas.microsoft.com/office/drawing/2014/main" id="{330F9DD1-26CD-B30F-07EA-6A460AE63F71}"/>
                    </a:ext>
                  </a:extLst>
                </p:cNvPr>
                <p:cNvSpPr>
                  <a:spLocks noChangeArrowheads="1"/>
                </p:cNvSpPr>
                <p:nvPr/>
              </p:nvSpPr>
              <p:spPr bwMode="auto">
                <a:xfrm>
                  <a:off x="256" y="2708"/>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25" name="Rectangle 84">
                  <a:extLst>
                    <a:ext uri="{FF2B5EF4-FFF2-40B4-BE49-F238E27FC236}">
                      <a16:creationId xmlns:a16="http://schemas.microsoft.com/office/drawing/2014/main" id="{B4FDFBED-80BA-FC17-0D44-C16FB9302E9D}"/>
                    </a:ext>
                  </a:extLst>
                </p:cNvPr>
                <p:cNvSpPr>
                  <a:spLocks noChangeArrowheads="1"/>
                </p:cNvSpPr>
                <p:nvPr/>
              </p:nvSpPr>
              <p:spPr bwMode="auto">
                <a:xfrm>
                  <a:off x="195" y="2708"/>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7" name="Group 85">
                <a:extLst>
                  <a:ext uri="{FF2B5EF4-FFF2-40B4-BE49-F238E27FC236}">
                    <a16:creationId xmlns:a16="http://schemas.microsoft.com/office/drawing/2014/main" id="{5B679642-754F-1F1D-4474-84FFA3483176}"/>
                  </a:ext>
                </a:extLst>
              </p:cNvPr>
              <p:cNvGrpSpPr>
                <a:grpSpLocks/>
              </p:cNvGrpSpPr>
              <p:nvPr/>
            </p:nvGrpSpPr>
            <p:grpSpPr bwMode="auto">
              <a:xfrm>
                <a:off x="1573" y="2708"/>
                <a:ext cx="1428" cy="238"/>
                <a:chOff x="1573" y="2708"/>
                <a:chExt cx="1428" cy="238"/>
              </a:xfrm>
            </p:grpSpPr>
            <p:sp>
              <p:nvSpPr>
                <p:cNvPr id="18522" name="Rectangle 86">
                  <a:extLst>
                    <a:ext uri="{FF2B5EF4-FFF2-40B4-BE49-F238E27FC236}">
                      <a16:creationId xmlns:a16="http://schemas.microsoft.com/office/drawing/2014/main" id="{660A6D91-1FC2-4BF7-A5B6-15254B7E9B3E}"/>
                    </a:ext>
                  </a:extLst>
                </p:cNvPr>
                <p:cNvSpPr>
                  <a:spLocks noChangeArrowheads="1"/>
                </p:cNvSpPr>
                <p:nvPr/>
              </p:nvSpPr>
              <p:spPr bwMode="auto">
                <a:xfrm>
                  <a:off x="1634" y="2708"/>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23" name="Rectangle 87">
                  <a:extLst>
                    <a:ext uri="{FF2B5EF4-FFF2-40B4-BE49-F238E27FC236}">
                      <a16:creationId xmlns:a16="http://schemas.microsoft.com/office/drawing/2014/main" id="{A9109BBD-E1F6-BBD9-77FA-E66BA8EA1574}"/>
                    </a:ext>
                  </a:extLst>
                </p:cNvPr>
                <p:cNvSpPr>
                  <a:spLocks noChangeArrowheads="1"/>
                </p:cNvSpPr>
                <p:nvPr/>
              </p:nvSpPr>
              <p:spPr bwMode="auto">
                <a:xfrm>
                  <a:off x="1573" y="2708"/>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8" name="Group 88">
                <a:extLst>
                  <a:ext uri="{FF2B5EF4-FFF2-40B4-BE49-F238E27FC236}">
                    <a16:creationId xmlns:a16="http://schemas.microsoft.com/office/drawing/2014/main" id="{49587604-1309-C2AF-11AF-1AB8809244F1}"/>
                  </a:ext>
                </a:extLst>
              </p:cNvPr>
              <p:cNvGrpSpPr>
                <a:grpSpLocks/>
              </p:cNvGrpSpPr>
              <p:nvPr/>
            </p:nvGrpSpPr>
            <p:grpSpPr bwMode="auto">
              <a:xfrm>
                <a:off x="3003" y="2708"/>
                <a:ext cx="1327" cy="238"/>
                <a:chOff x="3003" y="2708"/>
                <a:chExt cx="1327" cy="238"/>
              </a:xfrm>
            </p:grpSpPr>
            <p:sp>
              <p:nvSpPr>
                <p:cNvPr id="18520" name="Rectangle 89">
                  <a:extLst>
                    <a:ext uri="{FF2B5EF4-FFF2-40B4-BE49-F238E27FC236}">
                      <a16:creationId xmlns:a16="http://schemas.microsoft.com/office/drawing/2014/main" id="{DA9E5D56-DB0C-9514-6C3C-0F65A96842A6}"/>
                    </a:ext>
                  </a:extLst>
                </p:cNvPr>
                <p:cNvSpPr>
                  <a:spLocks noChangeArrowheads="1"/>
                </p:cNvSpPr>
                <p:nvPr/>
              </p:nvSpPr>
              <p:spPr bwMode="auto">
                <a:xfrm>
                  <a:off x="3064" y="2708"/>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21" name="Rectangle 90">
                  <a:extLst>
                    <a:ext uri="{FF2B5EF4-FFF2-40B4-BE49-F238E27FC236}">
                      <a16:creationId xmlns:a16="http://schemas.microsoft.com/office/drawing/2014/main" id="{9D40E86F-115B-8D94-F125-8CD9C2D60282}"/>
                    </a:ext>
                  </a:extLst>
                </p:cNvPr>
                <p:cNvSpPr>
                  <a:spLocks noChangeArrowheads="1"/>
                </p:cNvSpPr>
                <p:nvPr/>
              </p:nvSpPr>
              <p:spPr bwMode="auto">
                <a:xfrm>
                  <a:off x="3003" y="2708"/>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69" name="Group 91">
                <a:extLst>
                  <a:ext uri="{FF2B5EF4-FFF2-40B4-BE49-F238E27FC236}">
                    <a16:creationId xmlns:a16="http://schemas.microsoft.com/office/drawing/2014/main" id="{D56CB045-456C-0F75-D91D-4034CE08987F}"/>
                  </a:ext>
                </a:extLst>
              </p:cNvPr>
              <p:cNvGrpSpPr>
                <a:grpSpLocks/>
              </p:cNvGrpSpPr>
              <p:nvPr/>
            </p:nvGrpSpPr>
            <p:grpSpPr bwMode="auto">
              <a:xfrm>
                <a:off x="4331" y="2708"/>
                <a:ext cx="651" cy="238"/>
                <a:chOff x="4331" y="2708"/>
                <a:chExt cx="651" cy="238"/>
              </a:xfrm>
            </p:grpSpPr>
            <p:sp>
              <p:nvSpPr>
                <p:cNvPr id="18518" name="Rectangle 92">
                  <a:extLst>
                    <a:ext uri="{FF2B5EF4-FFF2-40B4-BE49-F238E27FC236}">
                      <a16:creationId xmlns:a16="http://schemas.microsoft.com/office/drawing/2014/main" id="{06309428-812D-0AD9-2CE8-9610476AE76B}"/>
                    </a:ext>
                  </a:extLst>
                </p:cNvPr>
                <p:cNvSpPr>
                  <a:spLocks noChangeArrowheads="1"/>
                </p:cNvSpPr>
                <p:nvPr/>
              </p:nvSpPr>
              <p:spPr bwMode="auto">
                <a:xfrm>
                  <a:off x="4391" y="2708"/>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E</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19" name="Rectangle 93">
                  <a:extLst>
                    <a:ext uri="{FF2B5EF4-FFF2-40B4-BE49-F238E27FC236}">
                      <a16:creationId xmlns:a16="http://schemas.microsoft.com/office/drawing/2014/main" id="{365A8B42-6D25-7E02-DCEB-178CBCA9737A}"/>
                    </a:ext>
                  </a:extLst>
                </p:cNvPr>
                <p:cNvSpPr>
                  <a:spLocks noChangeArrowheads="1"/>
                </p:cNvSpPr>
                <p:nvPr/>
              </p:nvSpPr>
              <p:spPr bwMode="auto">
                <a:xfrm>
                  <a:off x="4331" y="2708"/>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0" name="Group 94">
                <a:extLst>
                  <a:ext uri="{FF2B5EF4-FFF2-40B4-BE49-F238E27FC236}">
                    <a16:creationId xmlns:a16="http://schemas.microsoft.com/office/drawing/2014/main" id="{36396033-86A5-FBA4-E375-49881CD63541}"/>
                  </a:ext>
                </a:extLst>
              </p:cNvPr>
              <p:cNvGrpSpPr>
                <a:grpSpLocks/>
              </p:cNvGrpSpPr>
              <p:nvPr/>
            </p:nvGrpSpPr>
            <p:grpSpPr bwMode="auto">
              <a:xfrm>
                <a:off x="4983" y="2708"/>
                <a:ext cx="580" cy="238"/>
                <a:chOff x="4983" y="2708"/>
                <a:chExt cx="580" cy="238"/>
              </a:xfrm>
            </p:grpSpPr>
            <p:sp>
              <p:nvSpPr>
                <p:cNvPr id="18516" name="Rectangle 95">
                  <a:extLst>
                    <a:ext uri="{FF2B5EF4-FFF2-40B4-BE49-F238E27FC236}">
                      <a16:creationId xmlns:a16="http://schemas.microsoft.com/office/drawing/2014/main" id="{2F7B0D28-5E02-3FFE-A56E-028FC845F2A1}"/>
                    </a:ext>
                  </a:extLst>
                </p:cNvPr>
                <p:cNvSpPr>
                  <a:spLocks noChangeArrowheads="1"/>
                </p:cNvSpPr>
                <p:nvPr/>
              </p:nvSpPr>
              <p:spPr bwMode="auto">
                <a:xfrm>
                  <a:off x="5044" y="2708"/>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100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17" name="Rectangle 96">
                  <a:extLst>
                    <a:ext uri="{FF2B5EF4-FFF2-40B4-BE49-F238E27FC236}">
                      <a16:creationId xmlns:a16="http://schemas.microsoft.com/office/drawing/2014/main" id="{78B062C6-AE90-12EA-BAF7-63F40AC94806}"/>
                    </a:ext>
                  </a:extLst>
                </p:cNvPr>
                <p:cNvSpPr>
                  <a:spLocks noChangeArrowheads="1"/>
                </p:cNvSpPr>
                <p:nvPr/>
              </p:nvSpPr>
              <p:spPr bwMode="auto">
                <a:xfrm>
                  <a:off x="4983" y="2708"/>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1" name="Group 97">
                <a:extLst>
                  <a:ext uri="{FF2B5EF4-FFF2-40B4-BE49-F238E27FC236}">
                    <a16:creationId xmlns:a16="http://schemas.microsoft.com/office/drawing/2014/main" id="{7F537870-0275-143E-5918-DA21CF845F49}"/>
                  </a:ext>
                </a:extLst>
              </p:cNvPr>
              <p:cNvGrpSpPr>
                <a:grpSpLocks/>
              </p:cNvGrpSpPr>
              <p:nvPr/>
            </p:nvGrpSpPr>
            <p:grpSpPr bwMode="auto">
              <a:xfrm>
                <a:off x="195" y="2947"/>
                <a:ext cx="1377" cy="238"/>
                <a:chOff x="195" y="2947"/>
                <a:chExt cx="1377" cy="238"/>
              </a:xfrm>
            </p:grpSpPr>
            <p:sp>
              <p:nvSpPr>
                <p:cNvPr id="18514" name="Rectangle 98">
                  <a:extLst>
                    <a:ext uri="{FF2B5EF4-FFF2-40B4-BE49-F238E27FC236}">
                      <a16:creationId xmlns:a16="http://schemas.microsoft.com/office/drawing/2014/main" id="{4DA19F02-9401-D684-AA1F-7F4DE1CEF81A}"/>
                    </a:ext>
                  </a:extLst>
                </p:cNvPr>
                <p:cNvSpPr>
                  <a:spLocks noChangeArrowheads="1"/>
                </p:cNvSpPr>
                <p:nvPr/>
              </p:nvSpPr>
              <p:spPr bwMode="auto">
                <a:xfrm>
                  <a:off x="256" y="2947"/>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15" name="Rectangle 99">
                  <a:extLst>
                    <a:ext uri="{FF2B5EF4-FFF2-40B4-BE49-F238E27FC236}">
                      <a16:creationId xmlns:a16="http://schemas.microsoft.com/office/drawing/2014/main" id="{4D94A41F-C2A4-B10C-FFE3-9F51E1B2FB65}"/>
                    </a:ext>
                  </a:extLst>
                </p:cNvPr>
                <p:cNvSpPr>
                  <a:spLocks noChangeArrowheads="1"/>
                </p:cNvSpPr>
                <p:nvPr/>
              </p:nvSpPr>
              <p:spPr bwMode="auto">
                <a:xfrm>
                  <a:off x="195" y="2947"/>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2" name="Group 100">
                <a:extLst>
                  <a:ext uri="{FF2B5EF4-FFF2-40B4-BE49-F238E27FC236}">
                    <a16:creationId xmlns:a16="http://schemas.microsoft.com/office/drawing/2014/main" id="{DA9315AD-2D1E-D28D-9237-68970E4728EB}"/>
                  </a:ext>
                </a:extLst>
              </p:cNvPr>
              <p:cNvGrpSpPr>
                <a:grpSpLocks/>
              </p:cNvGrpSpPr>
              <p:nvPr/>
            </p:nvGrpSpPr>
            <p:grpSpPr bwMode="auto">
              <a:xfrm>
                <a:off x="1573" y="2947"/>
                <a:ext cx="1428" cy="238"/>
                <a:chOff x="1573" y="2947"/>
                <a:chExt cx="1428" cy="238"/>
              </a:xfrm>
            </p:grpSpPr>
            <p:sp>
              <p:nvSpPr>
                <p:cNvPr id="18512" name="Rectangle 101">
                  <a:extLst>
                    <a:ext uri="{FF2B5EF4-FFF2-40B4-BE49-F238E27FC236}">
                      <a16:creationId xmlns:a16="http://schemas.microsoft.com/office/drawing/2014/main" id="{479BA1C6-9DED-CD40-6974-7B01607159B1}"/>
                    </a:ext>
                  </a:extLst>
                </p:cNvPr>
                <p:cNvSpPr>
                  <a:spLocks noChangeArrowheads="1"/>
                </p:cNvSpPr>
                <p:nvPr/>
              </p:nvSpPr>
              <p:spPr bwMode="auto">
                <a:xfrm>
                  <a:off x="1634" y="2947"/>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13" name="Rectangle 102">
                  <a:extLst>
                    <a:ext uri="{FF2B5EF4-FFF2-40B4-BE49-F238E27FC236}">
                      <a16:creationId xmlns:a16="http://schemas.microsoft.com/office/drawing/2014/main" id="{3DB6F274-8133-D692-9B33-3A222EFE6DA3}"/>
                    </a:ext>
                  </a:extLst>
                </p:cNvPr>
                <p:cNvSpPr>
                  <a:spLocks noChangeArrowheads="1"/>
                </p:cNvSpPr>
                <p:nvPr/>
              </p:nvSpPr>
              <p:spPr bwMode="auto">
                <a:xfrm>
                  <a:off x="1573" y="2947"/>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3" name="Group 103">
                <a:extLst>
                  <a:ext uri="{FF2B5EF4-FFF2-40B4-BE49-F238E27FC236}">
                    <a16:creationId xmlns:a16="http://schemas.microsoft.com/office/drawing/2014/main" id="{81FC780F-8921-BB72-31C1-655F75FE851F}"/>
                  </a:ext>
                </a:extLst>
              </p:cNvPr>
              <p:cNvGrpSpPr>
                <a:grpSpLocks/>
              </p:cNvGrpSpPr>
              <p:nvPr/>
            </p:nvGrpSpPr>
            <p:grpSpPr bwMode="auto">
              <a:xfrm>
                <a:off x="3003" y="2947"/>
                <a:ext cx="1327" cy="238"/>
                <a:chOff x="3003" y="2947"/>
                <a:chExt cx="1327" cy="238"/>
              </a:xfrm>
            </p:grpSpPr>
            <p:sp>
              <p:nvSpPr>
                <p:cNvPr id="18510" name="Rectangle 104">
                  <a:extLst>
                    <a:ext uri="{FF2B5EF4-FFF2-40B4-BE49-F238E27FC236}">
                      <a16:creationId xmlns:a16="http://schemas.microsoft.com/office/drawing/2014/main" id="{A66395CA-1041-F2CC-C833-A3C626E8A7F2}"/>
                    </a:ext>
                  </a:extLst>
                </p:cNvPr>
                <p:cNvSpPr>
                  <a:spLocks noChangeArrowheads="1"/>
                </p:cNvSpPr>
                <p:nvPr/>
              </p:nvSpPr>
              <p:spPr bwMode="auto">
                <a:xfrm>
                  <a:off x="3064" y="2947"/>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11" name="Rectangle 105">
                  <a:extLst>
                    <a:ext uri="{FF2B5EF4-FFF2-40B4-BE49-F238E27FC236}">
                      <a16:creationId xmlns:a16="http://schemas.microsoft.com/office/drawing/2014/main" id="{D0622818-B6FC-0E91-9A64-D0CB7A6EA7F3}"/>
                    </a:ext>
                  </a:extLst>
                </p:cNvPr>
                <p:cNvSpPr>
                  <a:spLocks noChangeArrowheads="1"/>
                </p:cNvSpPr>
                <p:nvPr/>
              </p:nvSpPr>
              <p:spPr bwMode="auto">
                <a:xfrm>
                  <a:off x="3003" y="2947"/>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4" name="Group 106">
                <a:extLst>
                  <a:ext uri="{FF2B5EF4-FFF2-40B4-BE49-F238E27FC236}">
                    <a16:creationId xmlns:a16="http://schemas.microsoft.com/office/drawing/2014/main" id="{BDA76D45-1418-C64B-C3CF-E95499262D8A}"/>
                  </a:ext>
                </a:extLst>
              </p:cNvPr>
              <p:cNvGrpSpPr>
                <a:grpSpLocks/>
              </p:cNvGrpSpPr>
              <p:nvPr/>
            </p:nvGrpSpPr>
            <p:grpSpPr bwMode="auto">
              <a:xfrm>
                <a:off x="4331" y="2947"/>
                <a:ext cx="651" cy="238"/>
                <a:chOff x="4331" y="2947"/>
                <a:chExt cx="651" cy="238"/>
              </a:xfrm>
            </p:grpSpPr>
            <p:sp>
              <p:nvSpPr>
                <p:cNvPr id="18508" name="Rectangle 107">
                  <a:extLst>
                    <a:ext uri="{FF2B5EF4-FFF2-40B4-BE49-F238E27FC236}">
                      <a16:creationId xmlns:a16="http://schemas.microsoft.com/office/drawing/2014/main" id="{17C6CDD0-4F14-08E2-BAF2-49EB09FC1894}"/>
                    </a:ext>
                  </a:extLst>
                </p:cNvPr>
                <p:cNvSpPr>
                  <a:spLocks noChangeArrowheads="1"/>
                </p:cNvSpPr>
                <p:nvPr/>
              </p:nvSpPr>
              <p:spPr bwMode="auto">
                <a:xfrm>
                  <a:off x="4391" y="2947"/>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F</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09" name="Rectangle 108">
                  <a:extLst>
                    <a:ext uri="{FF2B5EF4-FFF2-40B4-BE49-F238E27FC236}">
                      <a16:creationId xmlns:a16="http://schemas.microsoft.com/office/drawing/2014/main" id="{0503745A-CA85-CB5E-07D8-23BBE1B61DE3}"/>
                    </a:ext>
                  </a:extLst>
                </p:cNvPr>
                <p:cNvSpPr>
                  <a:spLocks noChangeArrowheads="1"/>
                </p:cNvSpPr>
                <p:nvPr/>
              </p:nvSpPr>
              <p:spPr bwMode="auto">
                <a:xfrm>
                  <a:off x="4331" y="2947"/>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5" name="Group 109">
                <a:extLst>
                  <a:ext uri="{FF2B5EF4-FFF2-40B4-BE49-F238E27FC236}">
                    <a16:creationId xmlns:a16="http://schemas.microsoft.com/office/drawing/2014/main" id="{C493ECF7-5C41-D050-7F31-A7D64ECEAE65}"/>
                  </a:ext>
                </a:extLst>
              </p:cNvPr>
              <p:cNvGrpSpPr>
                <a:grpSpLocks/>
              </p:cNvGrpSpPr>
              <p:nvPr/>
            </p:nvGrpSpPr>
            <p:grpSpPr bwMode="auto">
              <a:xfrm>
                <a:off x="4983" y="2947"/>
                <a:ext cx="580" cy="238"/>
                <a:chOff x="4983" y="2947"/>
                <a:chExt cx="580" cy="238"/>
              </a:xfrm>
            </p:grpSpPr>
            <p:sp>
              <p:nvSpPr>
                <p:cNvPr id="18506" name="Rectangle 110">
                  <a:extLst>
                    <a:ext uri="{FF2B5EF4-FFF2-40B4-BE49-F238E27FC236}">
                      <a16:creationId xmlns:a16="http://schemas.microsoft.com/office/drawing/2014/main" id="{1F205224-B3F7-8755-D7C2-F1FFB522F5BC}"/>
                    </a:ext>
                  </a:extLst>
                </p:cNvPr>
                <p:cNvSpPr>
                  <a:spLocks noChangeArrowheads="1"/>
                </p:cNvSpPr>
                <p:nvPr/>
              </p:nvSpPr>
              <p:spPr bwMode="auto">
                <a:xfrm>
                  <a:off x="5044" y="2947"/>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101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507" name="Rectangle 111">
                  <a:extLst>
                    <a:ext uri="{FF2B5EF4-FFF2-40B4-BE49-F238E27FC236}">
                      <a16:creationId xmlns:a16="http://schemas.microsoft.com/office/drawing/2014/main" id="{CD999148-EFD4-DE41-CEB5-830D12EC43F8}"/>
                    </a:ext>
                  </a:extLst>
                </p:cNvPr>
                <p:cNvSpPr>
                  <a:spLocks noChangeArrowheads="1"/>
                </p:cNvSpPr>
                <p:nvPr/>
              </p:nvSpPr>
              <p:spPr bwMode="auto">
                <a:xfrm>
                  <a:off x="4983" y="2947"/>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6" name="Group 112">
                <a:extLst>
                  <a:ext uri="{FF2B5EF4-FFF2-40B4-BE49-F238E27FC236}">
                    <a16:creationId xmlns:a16="http://schemas.microsoft.com/office/drawing/2014/main" id="{E544EF84-06DC-7FB4-412C-8C0FF24C9137}"/>
                  </a:ext>
                </a:extLst>
              </p:cNvPr>
              <p:cNvGrpSpPr>
                <a:grpSpLocks/>
              </p:cNvGrpSpPr>
              <p:nvPr/>
            </p:nvGrpSpPr>
            <p:grpSpPr bwMode="auto">
              <a:xfrm>
                <a:off x="195" y="3187"/>
                <a:ext cx="1377" cy="238"/>
                <a:chOff x="195" y="3187"/>
                <a:chExt cx="1377" cy="238"/>
              </a:xfrm>
            </p:grpSpPr>
            <p:sp>
              <p:nvSpPr>
                <p:cNvPr id="18504" name="Rectangle 113">
                  <a:extLst>
                    <a:ext uri="{FF2B5EF4-FFF2-40B4-BE49-F238E27FC236}">
                      <a16:creationId xmlns:a16="http://schemas.microsoft.com/office/drawing/2014/main" id="{DECE0CC9-7DBB-2477-3527-7CBDC55EB634}"/>
                    </a:ext>
                  </a:extLst>
                </p:cNvPr>
                <p:cNvSpPr>
                  <a:spLocks noChangeArrowheads="1"/>
                </p:cNvSpPr>
                <p:nvPr/>
              </p:nvSpPr>
              <p:spPr bwMode="auto">
                <a:xfrm>
                  <a:off x="256" y="3187"/>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05" name="Rectangle 114">
                  <a:extLst>
                    <a:ext uri="{FF2B5EF4-FFF2-40B4-BE49-F238E27FC236}">
                      <a16:creationId xmlns:a16="http://schemas.microsoft.com/office/drawing/2014/main" id="{14B60BA7-0B4F-89DA-55D4-F9C1B65CEBE3}"/>
                    </a:ext>
                  </a:extLst>
                </p:cNvPr>
                <p:cNvSpPr>
                  <a:spLocks noChangeArrowheads="1"/>
                </p:cNvSpPr>
                <p:nvPr/>
              </p:nvSpPr>
              <p:spPr bwMode="auto">
                <a:xfrm>
                  <a:off x="195" y="3187"/>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7" name="Group 115">
                <a:extLst>
                  <a:ext uri="{FF2B5EF4-FFF2-40B4-BE49-F238E27FC236}">
                    <a16:creationId xmlns:a16="http://schemas.microsoft.com/office/drawing/2014/main" id="{4CDDD16F-49AA-3BF8-C233-B2057312B070}"/>
                  </a:ext>
                </a:extLst>
              </p:cNvPr>
              <p:cNvGrpSpPr>
                <a:grpSpLocks/>
              </p:cNvGrpSpPr>
              <p:nvPr/>
            </p:nvGrpSpPr>
            <p:grpSpPr bwMode="auto">
              <a:xfrm>
                <a:off x="1573" y="3187"/>
                <a:ext cx="1428" cy="238"/>
                <a:chOff x="1573" y="3187"/>
                <a:chExt cx="1428" cy="238"/>
              </a:xfrm>
            </p:grpSpPr>
            <p:sp>
              <p:nvSpPr>
                <p:cNvPr id="18502" name="Rectangle 116">
                  <a:extLst>
                    <a:ext uri="{FF2B5EF4-FFF2-40B4-BE49-F238E27FC236}">
                      <a16:creationId xmlns:a16="http://schemas.microsoft.com/office/drawing/2014/main" id="{11A448EE-9E3C-805E-9D19-FDDB82F22F7E}"/>
                    </a:ext>
                  </a:extLst>
                </p:cNvPr>
                <p:cNvSpPr>
                  <a:spLocks noChangeArrowheads="1"/>
                </p:cNvSpPr>
                <p:nvPr/>
              </p:nvSpPr>
              <p:spPr bwMode="auto">
                <a:xfrm>
                  <a:off x="1634" y="3187"/>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03" name="Rectangle 117">
                  <a:extLst>
                    <a:ext uri="{FF2B5EF4-FFF2-40B4-BE49-F238E27FC236}">
                      <a16:creationId xmlns:a16="http://schemas.microsoft.com/office/drawing/2014/main" id="{2A412B22-0543-EEFC-0E06-8B98E6F4A878}"/>
                    </a:ext>
                  </a:extLst>
                </p:cNvPr>
                <p:cNvSpPr>
                  <a:spLocks noChangeArrowheads="1"/>
                </p:cNvSpPr>
                <p:nvPr/>
              </p:nvSpPr>
              <p:spPr bwMode="auto">
                <a:xfrm>
                  <a:off x="1573" y="3187"/>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8" name="Group 118">
                <a:extLst>
                  <a:ext uri="{FF2B5EF4-FFF2-40B4-BE49-F238E27FC236}">
                    <a16:creationId xmlns:a16="http://schemas.microsoft.com/office/drawing/2014/main" id="{C142C31B-CA88-2AD7-E0F0-9FCA6A4A1A71}"/>
                  </a:ext>
                </a:extLst>
              </p:cNvPr>
              <p:cNvGrpSpPr>
                <a:grpSpLocks/>
              </p:cNvGrpSpPr>
              <p:nvPr/>
            </p:nvGrpSpPr>
            <p:grpSpPr bwMode="auto">
              <a:xfrm>
                <a:off x="3003" y="3187"/>
                <a:ext cx="1327" cy="238"/>
                <a:chOff x="3003" y="3187"/>
                <a:chExt cx="1327" cy="238"/>
              </a:xfrm>
            </p:grpSpPr>
            <p:sp>
              <p:nvSpPr>
                <p:cNvPr id="18500" name="Rectangle 119">
                  <a:extLst>
                    <a:ext uri="{FF2B5EF4-FFF2-40B4-BE49-F238E27FC236}">
                      <a16:creationId xmlns:a16="http://schemas.microsoft.com/office/drawing/2014/main" id="{86ED0B71-7D6C-9572-AF18-94C9C929C114}"/>
                    </a:ext>
                  </a:extLst>
                </p:cNvPr>
                <p:cNvSpPr>
                  <a:spLocks noChangeArrowheads="1"/>
                </p:cNvSpPr>
                <p:nvPr/>
              </p:nvSpPr>
              <p:spPr bwMode="auto">
                <a:xfrm>
                  <a:off x="3064" y="3187"/>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off</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501" name="Rectangle 120">
                  <a:extLst>
                    <a:ext uri="{FF2B5EF4-FFF2-40B4-BE49-F238E27FC236}">
                      <a16:creationId xmlns:a16="http://schemas.microsoft.com/office/drawing/2014/main" id="{B291B296-C7C6-7899-BF22-E598C70CBEB5}"/>
                    </a:ext>
                  </a:extLst>
                </p:cNvPr>
                <p:cNvSpPr>
                  <a:spLocks noChangeArrowheads="1"/>
                </p:cNvSpPr>
                <p:nvPr/>
              </p:nvSpPr>
              <p:spPr bwMode="auto">
                <a:xfrm>
                  <a:off x="3003" y="3187"/>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79" name="Group 121">
                <a:extLst>
                  <a:ext uri="{FF2B5EF4-FFF2-40B4-BE49-F238E27FC236}">
                    <a16:creationId xmlns:a16="http://schemas.microsoft.com/office/drawing/2014/main" id="{AF4A406D-090D-EABE-ACC2-11D9EA06CDBC}"/>
                  </a:ext>
                </a:extLst>
              </p:cNvPr>
              <p:cNvGrpSpPr>
                <a:grpSpLocks/>
              </p:cNvGrpSpPr>
              <p:nvPr/>
            </p:nvGrpSpPr>
            <p:grpSpPr bwMode="auto">
              <a:xfrm>
                <a:off x="4331" y="3187"/>
                <a:ext cx="651" cy="238"/>
                <a:chOff x="4331" y="3187"/>
                <a:chExt cx="651" cy="238"/>
              </a:xfrm>
            </p:grpSpPr>
            <p:sp>
              <p:nvSpPr>
                <p:cNvPr id="18498" name="Rectangle 122">
                  <a:extLst>
                    <a:ext uri="{FF2B5EF4-FFF2-40B4-BE49-F238E27FC236}">
                      <a16:creationId xmlns:a16="http://schemas.microsoft.com/office/drawing/2014/main" id="{A09507F7-AD95-99CE-623B-635D896FDE51}"/>
                    </a:ext>
                  </a:extLst>
                </p:cNvPr>
                <p:cNvSpPr>
                  <a:spLocks noChangeArrowheads="1"/>
                </p:cNvSpPr>
                <p:nvPr/>
              </p:nvSpPr>
              <p:spPr bwMode="auto">
                <a:xfrm>
                  <a:off x="4391" y="3187"/>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G</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499" name="Rectangle 123">
                  <a:extLst>
                    <a:ext uri="{FF2B5EF4-FFF2-40B4-BE49-F238E27FC236}">
                      <a16:creationId xmlns:a16="http://schemas.microsoft.com/office/drawing/2014/main" id="{661D624F-9BEB-3AC5-9A31-48F6F39157DA}"/>
                    </a:ext>
                  </a:extLst>
                </p:cNvPr>
                <p:cNvSpPr>
                  <a:spLocks noChangeArrowheads="1"/>
                </p:cNvSpPr>
                <p:nvPr/>
              </p:nvSpPr>
              <p:spPr bwMode="auto">
                <a:xfrm>
                  <a:off x="4331" y="3187"/>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0" name="Group 124">
                <a:extLst>
                  <a:ext uri="{FF2B5EF4-FFF2-40B4-BE49-F238E27FC236}">
                    <a16:creationId xmlns:a16="http://schemas.microsoft.com/office/drawing/2014/main" id="{14798A97-E006-6E75-10DF-BA6CB4142DBC}"/>
                  </a:ext>
                </a:extLst>
              </p:cNvPr>
              <p:cNvGrpSpPr>
                <a:grpSpLocks/>
              </p:cNvGrpSpPr>
              <p:nvPr/>
            </p:nvGrpSpPr>
            <p:grpSpPr bwMode="auto">
              <a:xfrm>
                <a:off x="4983" y="3187"/>
                <a:ext cx="580" cy="238"/>
                <a:chOff x="4983" y="3187"/>
                <a:chExt cx="580" cy="238"/>
              </a:xfrm>
            </p:grpSpPr>
            <p:sp>
              <p:nvSpPr>
                <p:cNvPr id="18496" name="Rectangle 125">
                  <a:extLst>
                    <a:ext uri="{FF2B5EF4-FFF2-40B4-BE49-F238E27FC236}">
                      <a16:creationId xmlns:a16="http://schemas.microsoft.com/office/drawing/2014/main" id="{F8E2D82C-FDC9-880A-0A45-C0365B7E54B1}"/>
                    </a:ext>
                  </a:extLst>
                </p:cNvPr>
                <p:cNvSpPr>
                  <a:spLocks noChangeArrowheads="1"/>
                </p:cNvSpPr>
                <p:nvPr/>
              </p:nvSpPr>
              <p:spPr bwMode="auto">
                <a:xfrm>
                  <a:off x="5044" y="3187"/>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110</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497" name="Rectangle 126">
                  <a:extLst>
                    <a:ext uri="{FF2B5EF4-FFF2-40B4-BE49-F238E27FC236}">
                      <a16:creationId xmlns:a16="http://schemas.microsoft.com/office/drawing/2014/main" id="{364A7424-90B1-7AB7-BFAD-A744742DD79A}"/>
                    </a:ext>
                  </a:extLst>
                </p:cNvPr>
                <p:cNvSpPr>
                  <a:spLocks noChangeArrowheads="1"/>
                </p:cNvSpPr>
                <p:nvPr/>
              </p:nvSpPr>
              <p:spPr bwMode="auto">
                <a:xfrm>
                  <a:off x="4983" y="3187"/>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1" name="Group 127">
                <a:extLst>
                  <a:ext uri="{FF2B5EF4-FFF2-40B4-BE49-F238E27FC236}">
                    <a16:creationId xmlns:a16="http://schemas.microsoft.com/office/drawing/2014/main" id="{F22539F6-C346-3B13-C371-57A5915C8ADE}"/>
                  </a:ext>
                </a:extLst>
              </p:cNvPr>
              <p:cNvGrpSpPr>
                <a:grpSpLocks/>
              </p:cNvGrpSpPr>
              <p:nvPr/>
            </p:nvGrpSpPr>
            <p:grpSpPr bwMode="auto">
              <a:xfrm>
                <a:off x="195" y="3426"/>
                <a:ext cx="1377" cy="238"/>
                <a:chOff x="195" y="3426"/>
                <a:chExt cx="1377" cy="238"/>
              </a:xfrm>
            </p:grpSpPr>
            <p:sp>
              <p:nvSpPr>
                <p:cNvPr id="18494" name="Rectangle 128">
                  <a:extLst>
                    <a:ext uri="{FF2B5EF4-FFF2-40B4-BE49-F238E27FC236}">
                      <a16:creationId xmlns:a16="http://schemas.microsoft.com/office/drawing/2014/main" id="{CD600C70-DE6E-3B56-4404-DB201C74E386}"/>
                    </a:ext>
                  </a:extLst>
                </p:cNvPr>
                <p:cNvSpPr>
                  <a:spLocks noChangeArrowheads="1"/>
                </p:cNvSpPr>
                <p:nvPr/>
              </p:nvSpPr>
              <p:spPr bwMode="auto">
                <a:xfrm>
                  <a:off x="256" y="3426"/>
                  <a:ext cx="1256"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495" name="Rectangle 129">
                  <a:extLst>
                    <a:ext uri="{FF2B5EF4-FFF2-40B4-BE49-F238E27FC236}">
                      <a16:creationId xmlns:a16="http://schemas.microsoft.com/office/drawing/2014/main" id="{E6B5DF6E-338B-E6A2-F4BD-C4E0DD135A1B}"/>
                    </a:ext>
                  </a:extLst>
                </p:cNvPr>
                <p:cNvSpPr>
                  <a:spLocks noChangeArrowheads="1"/>
                </p:cNvSpPr>
                <p:nvPr/>
              </p:nvSpPr>
              <p:spPr bwMode="auto">
                <a:xfrm>
                  <a:off x="195" y="3426"/>
                  <a:ext cx="137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2" name="Group 130">
                <a:extLst>
                  <a:ext uri="{FF2B5EF4-FFF2-40B4-BE49-F238E27FC236}">
                    <a16:creationId xmlns:a16="http://schemas.microsoft.com/office/drawing/2014/main" id="{714D472F-E572-2F2C-72D0-4CF33B7D4CAF}"/>
                  </a:ext>
                </a:extLst>
              </p:cNvPr>
              <p:cNvGrpSpPr>
                <a:grpSpLocks/>
              </p:cNvGrpSpPr>
              <p:nvPr/>
            </p:nvGrpSpPr>
            <p:grpSpPr bwMode="auto">
              <a:xfrm>
                <a:off x="1573" y="3426"/>
                <a:ext cx="1428" cy="238"/>
                <a:chOff x="1573" y="3426"/>
                <a:chExt cx="1428" cy="238"/>
              </a:xfrm>
            </p:grpSpPr>
            <p:sp>
              <p:nvSpPr>
                <p:cNvPr id="18492" name="Rectangle 131">
                  <a:extLst>
                    <a:ext uri="{FF2B5EF4-FFF2-40B4-BE49-F238E27FC236}">
                      <a16:creationId xmlns:a16="http://schemas.microsoft.com/office/drawing/2014/main" id="{B2008878-DBB2-C2C1-1482-CE016C409AC7}"/>
                    </a:ext>
                  </a:extLst>
                </p:cNvPr>
                <p:cNvSpPr>
                  <a:spLocks noChangeArrowheads="1"/>
                </p:cNvSpPr>
                <p:nvPr/>
              </p:nvSpPr>
              <p:spPr bwMode="auto">
                <a:xfrm>
                  <a:off x="1634" y="3426"/>
                  <a:ext cx="1307"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493" name="Rectangle 132">
                  <a:extLst>
                    <a:ext uri="{FF2B5EF4-FFF2-40B4-BE49-F238E27FC236}">
                      <a16:creationId xmlns:a16="http://schemas.microsoft.com/office/drawing/2014/main" id="{691F07E5-8A58-EFFB-8908-545103ABDA87}"/>
                    </a:ext>
                  </a:extLst>
                </p:cNvPr>
                <p:cNvSpPr>
                  <a:spLocks noChangeArrowheads="1"/>
                </p:cNvSpPr>
                <p:nvPr/>
              </p:nvSpPr>
              <p:spPr bwMode="auto">
                <a:xfrm>
                  <a:off x="1573" y="3426"/>
                  <a:ext cx="1428"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3" name="Group 133">
                <a:extLst>
                  <a:ext uri="{FF2B5EF4-FFF2-40B4-BE49-F238E27FC236}">
                    <a16:creationId xmlns:a16="http://schemas.microsoft.com/office/drawing/2014/main" id="{95E9C2E3-4620-55F3-4255-A43E2321F471}"/>
                  </a:ext>
                </a:extLst>
              </p:cNvPr>
              <p:cNvGrpSpPr>
                <a:grpSpLocks/>
              </p:cNvGrpSpPr>
              <p:nvPr/>
            </p:nvGrpSpPr>
            <p:grpSpPr bwMode="auto">
              <a:xfrm>
                <a:off x="3003" y="3426"/>
                <a:ext cx="1327" cy="238"/>
                <a:chOff x="3003" y="3426"/>
                <a:chExt cx="1327" cy="238"/>
              </a:xfrm>
            </p:grpSpPr>
            <p:sp>
              <p:nvSpPr>
                <p:cNvPr id="18490" name="Rectangle 134">
                  <a:extLst>
                    <a:ext uri="{FF2B5EF4-FFF2-40B4-BE49-F238E27FC236}">
                      <a16:creationId xmlns:a16="http://schemas.microsoft.com/office/drawing/2014/main" id="{866BEC46-15A1-996B-3E0F-3F4F41B24EA6}"/>
                    </a:ext>
                  </a:extLst>
                </p:cNvPr>
                <p:cNvSpPr>
                  <a:spLocks noChangeArrowheads="1"/>
                </p:cNvSpPr>
                <p:nvPr/>
              </p:nvSpPr>
              <p:spPr bwMode="auto">
                <a:xfrm>
                  <a:off x="3064" y="3426"/>
                  <a:ext cx="1204"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i="1">
                      <a:solidFill>
                        <a:srgbClr val="000000"/>
                      </a:solidFill>
                      <a:latin typeface="Arial" panose="020B0604020202020204" pitchFamily="34" charset="0"/>
                      <a:cs typeface="Times New Roman" panose="02020603050405020304" pitchFamily="18" charset="0"/>
                    </a:rPr>
                    <a:t>on</a:t>
                  </a:r>
                </a:p>
                <a:p>
                  <a:pPr algn="just">
                    <a:buClrTx/>
                    <a:buSzPct val="60000"/>
                    <a:buFontTx/>
                    <a:buNone/>
                  </a:pPr>
                  <a:endParaRPr lang="en-US" altLang="en-US" sz="1400" i="1">
                    <a:solidFill>
                      <a:srgbClr val="000000"/>
                    </a:solidFill>
                    <a:latin typeface="Arial" panose="020B0604020202020204" pitchFamily="34" charset="0"/>
                    <a:cs typeface="Times New Roman" panose="02020603050405020304" pitchFamily="18" charset="0"/>
                  </a:endParaRPr>
                </a:p>
              </p:txBody>
            </p:sp>
            <p:sp>
              <p:nvSpPr>
                <p:cNvPr id="18491" name="Rectangle 135">
                  <a:extLst>
                    <a:ext uri="{FF2B5EF4-FFF2-40B4-BE49-F238E27FC236}">
                      <a16:creationId xmlns:a16="http://schemas.microsoft.com/office/drawing/2014/main" id="{14A9448C-5A53-6671-6DFF-B90613B67B0A}"/>
                    </a:ext>
                  </a:extLst>
                </p:cNvPr>
                <p:cNvSpPr>
                  <a:spLocks noChangeArrowheads="1"/>
                </p:cNvSpPr>
                <p:nvPr/>
              </p:nvSpPr>
              <p:spPr bwMode="auto">
                <a:xfrm>
                  <a:off x="3003" y="3426"/>
                  <a:ext cx="1327"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4" name="Group 136">
                <a:extLst>
                  <a:ext uri="{FF2B5EF4-FFF2-40B4-BE49-F238E27FC236}">
                    <a16:creationId xmlns:a16="http://schemas.microsoft.com/office/drawing/2014/main" id="{ACB61E66-CC98-7E89-A2FE-84D5D2A66BAC}"/>
                  </a:ext>
                </a:extLst>
              </p:cNvPr>
              <p:cNvGrpSpPr>
                <a:grpSpLocks/>
              </p:cNvGrpSpPr>
              <p:nvPr/>
            </p:nvGrpSpPr>
            <p:grpSpPr bwMode="auto">
              <a:xfrm>
                <a:off x="4331" y="3426"/>
                <a:ext cx="651" cy="238"/>
                <a:chOff x="4331" y="3426"/>
                <a:chExt cx="651" cy="238"/>
              </a:xfrm>
            </p:grpSpPr>
            <p:sp>
              <p:nvSpPr>
                <p:cNvPr id="18488" name="Rectangle 137">
                  <a:extLst>
                    <a:ext uri="{FF2B5EF4-FFF2-40B4-BE49-F238E27FC236}">
                      <a16:creationId xmlns:a16="http://schemas.microsoft.com/office/drawing/2014/main" id="{40A4B5C6-132B-BE6F-740B-B255848DF953}"/>
                    </a:ext>
                  </a:extLst>
                </p:cNvPr>
                <p:cNvSpPr>
                  <a:spLocks noChangeArrowheads="1"/>
                </p:cNvSpPr>
                <p:nvPr/>
              </p:nvSpPr>
              <p:spPr bwMode="auto">
                <a:xfrm>
                  <a:off x="4391" y="3426"/>
                  <a:ext cx="529"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H</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489" name="Rectangle 138">
                  <a:extLst>
                    <a:ext uri="{FF2B5EF4-FFF2-40B4-BE49-F238E27FC236}">
                      <a16:creationId xmlns:a16="http://schemas.microsoft.com/office/drawing/2014/main" id="{530CEA6E-CC9B-A378-34EE-901C5E1DA33A}"/>
                    </a:ext>
                  </a:extLst>
                </p:cNvPr>
                <p:cNvSpPr>
                  <a:spLocks noChangeArrowheads="1"/>
                </p:cNvSpPr>
                <p:nvPr/>
              </p:nvSpPr>
              <p:spPr bwMode="auto">
                <a:xfrm>
                  <a:off x="4331" y="3426"/>
                  <a:ext cx="651"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18485" name="Group 139">
                <a:extLst>
                  <a:ext uri="{FF2B5EF4-FFF2-40B4-BE49-F238E27FC236}">
                    <a16:creationId xmlns:a16="http://schemas.microsoft.com/office/drawing/2014/main" id="{EC16A948-C25E-419B-E6CC-C50F4EFD9043}"/>
                  </a:ext>
                </a:extLst>
              </p:cNvPr>
              <p:cNvGrpSpPr>
                <a:grpSpLocks/>
              </p:cNvGrpSpPr>
              <p:nvPr/>
            </p:nvGrpSpPr>
            <p:grpSpPr bwMode="auto">
              <a:xfrm>
                <a:off x="4983" y="3426"/>
                <a:ext cx="580" cy="238"/>
                <a:chOff x="4983" y="3426"/>
                <a:chExt cx="580" cy="238"/>
              </a:xfrm>
            </p:grpSpPr>
            <p:sp>
              <p:nvSpPr>
                <p:cNvPr id="18486" name="Rectangle 140">
                  <a:extLst>
                    <a:ext uri="{FF2B5EF4-FFF2-40B4-BE49-F238E27FC236}">
                      <a16:creationId xmlns:a16="http://schemas.microsoft.com/office/drawing/2014/main" id="{5EC8DAD4-0CB7-4A54-150C-637C383F283F}"/>
                    </a:ext>
                  </a:extLst>
                </p:cNvPr>
                <p:cNvSpPr>
                  <a:spLocks noChangeArrowheads="1"/>
                </p:cNvSpPr>
                <p:nvPr/>
              </p:nvSpPr>
              <p:spPr bwMode="auto">
                <a:xfrm>
                  <a:off x="5044" y="3426"/>
                  <a:ext cx="458" cy="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111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18487" name="Rectangle 141">
                  <a:extLst>
                    <a:ext uri="{FF2B5EF4-FFF2-40B4-BE49-F238E27FC236}">
                      <a16:creationId xmlns:a16="http://schemas.microsoft.com/office/drawing/2014/main" id="{B7F02707-EFB3-C0A2-5CEA-887644C5B6E6}"/>
                    </a:ext>
                  </a:extLst>
                </p:cNvPr>
                <p:cNvSpPr>
                  <a:spLocks noChangeArrowheads="1"/>
                </p:cNvSpPr>
                <p:nvPr/>
              </p:nvSpPr>
              <p:spPr bwMode="auto">
                <a:xfrm>
                  <a:off x="4983" y="3426"/>
                  <a:ext cx="580" cy="238"/>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18440" name="Rectangle 142">
              <a:extLst>
                <a:ext uri="{FF2B5EF4-FFF2-40B4-BE49-F238E27FC236}">
                  <a16:creationId xmlns:a16="http://schemas.microsoft.com/office/drawing/2014/main" id="{FC7847EB-0608-D8F4-5347-BE1A89A14E33}"/>
                </a:ext>
              </a:extLst>
            </p:cNvPr>
            <p:cNvSpPr>
              <a:spLocks noChangeArrowheads="1"/>
            </p:cNvSpPr>
            <p:nvPr/>
          </p:nvSpPr>
          <p:spPr bwMode="auto">
            <a:xfrm>
              <a:off x="192" y="1440"/>
              <a:ext cx="5375" cy="2226"/>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1">
            <a:extLst>
              <a:ext uri="{FF2B5EF4-FFF2-40B4-BE49-F238E27FC236}">
                <a16:creationId xmlns:a16="http://schemas.microsoft.com/office/drawing/2014/main" id="{5AE417D1-B067-4D05-8CBD-60C3E952B38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0483" name="Text Box 2">
            <a:extLst>
              <a:ext uri="{FF2B5EF4-FFF2-40B4-BE49-F238E27FC236}">
                <a16:creationId xmlns:a16="http://schemas.microsoft.com/office/drawing/2014/main" id="{ECE842E7-D440-1125-01DB-9EC98C5C936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8DD8B56-87C8-45D7-9B90-66215CE4C49B}" type="slidenum">
              <a:rPr lang="en-US" altLang="en-US" sz="1400">
                <a:solidFill>
                  <a:srgbClr val="000000"/>
                </a:solidFill>
              </a:rPr>
              <a:pPr algn="r" eaLnBrk="1" hangingPunct="1">
                <a:buClrTx/>
                <a:buSzPct val="60000"/>
                <a:buFontTx/>
                <a:buNone/>
              </a:pPr>
              <a:t>9</a:t>
            </a:fld>
            <a:endParaRPr lang="en-US" altLang="en-US" sz="1400">
              <a:solidFill>
                <a:srgbClr val="000000"/>
              </a:solidFill>
            </a:endParaRPr>
          </a:p>
        </p:txBody>
      </p:sp>
      <p:sp>
        <p:nvSpPr>
          <p:cNvPr id="20484" name="Text Box 3">
            <a:extLst>
              <a:ext uri="{FF2B5EF4-FFF2-40B4-BE49-F238E27FC236}">
                <a16:creationId xmlns:a16="http://schemas.microsoft.com/office/drawing/2014/main" id="{9F69F1B0-3D3B-056B-41A5-0C4ECE0B278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 Generic Formula</a:t>
            </a:r>
          </a:p>
        </p:txBody>
      </p:sp>
      <p:sp>
        <p:nvSpPr>
          <p:cNvPr id="20485" name="Text Box 4">
            <a:extLst>
              <a:ext uri="{FF2B5EF4-FFF2-40B4-BE49-F238E27FC236}">
                <a16:creationId xmlns:a16="http://schemas.microsoft.com/office/drawing/2014/main" id="{35FAC437-8D6D-9E91-48A4-C658410D7C3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0486" name="Group 5">
            <a:extLst>
              <a:ext uri="{FF2B5EF4-FFF2-40B4-BE49-F238E27FC236}">
                <a16:creationId xmlns:a16="http://schemas.microsoft.com/office/drawing/2014/main" id="{845DF3BE-3F4B-6977-D366-D2AE5166E2BC}"/>
              </a:ext>
            </a:extLst>
          </p:cNvPr>
          <p:cNvGrpSpPr>
            <a:grpSpLocks/>
          </p:cNvGrpSpPr>
          <p:nvPr/>
        </p:nvGrpSpPr>
        <p:grpSpPr bwMode="auto">
          <a:xfrm>
            <a:off x="2590800" y="2590800"/>
            <a:ext cx="2792413" cy="3351213"/>
            <a:chOff x="1632" y="1632"/>
            <a:chExt cx="1759" cy="2111"/>
          </a:xfrm>
        </p:grpSpPr>
        <p:grpSp>
          <p:nvGrpSpPr>
            <p:cNvPr id="20487" name="Group 6">
              <a:extLst>
                <a:ext uri="{FF2B5EF4-FFF2-40B4-BE49-F238E27FC236}">
                  <a16:creationId xmlns:a16="http://schemas.microsoft.com/office/drawing/2014/main" id="{BC09A762-AC86-3807-4AB6-53BE4E229A7A}"/>
                </a:ext>
              </a:extLst>
            </p:cNvPr>
            <p:cNvGrpSpPr>
              <a:grpSpLocks/>
            </p:cNvGrpSpPr>
            <p:nvPr/>
          </p:nvGrpSpPr>
          <p:grpSpPr bwMode="auto">
            <a:xfrm>
              <a:off x="1632" y="1632"/>
              <a:ext cx="1759" cy="1204"/>
              <a:chOff x="1632" y="1632"/>
              <a:chExt cx="1759" cy="1204"/>
            </a:xfrm>
          </p:grpSpPr>
          <p:grpSp>
            <p:nvGrpSpPr>
              <p:cNvPr id="20515" name="Group 7">
                <a:extLst>
                  <a:ext uri="{FF2B5EF4-FFF2-40B4-BE49-F238E27FC236}">
                    <a16:creationId xmlns:a16="http://schemas.microsoft.com/office/drawing/2014/main" id="{C29AED31-88DA-0BB4-2EB8-4A7B1CE41DE6}"/>
                  </a:ext>
                </a:extLst>
              </p:cNvPr>
              <p:cNvGrpSpPr>
                <a:grpSpLocks/>
              </p:cNvGrpSpPr>
              <p:nvPr/>
            </p:nvGrpSpPr>
            <p:grpSpPr bwMode="auto">
              <a:xfrm>
                <a:off x="1634" y="1633"/>
                <a:ext cx="1755" cy="1201"/>
                <a:chOff x="1634" y="1633"/>
                <a:chExt cx="1755" cy="1201"/>
              </a:xfrm>
            </p:grpSpPr>
            <p:grpSp>
              <p:nvGrpSpPr>
                <p:cNvPr id="20517" name="Group 8">
                  <a:extLst>
                    <a:ext uri="{FF2B5EF4-FFF2-40B4-BE49-F238E27FC236}">
                      <a16:creationId xmlns:a16="http://schemas.microsoft.com/office/drawing/2014/main" id="{28402AC4-E09B-C976-AFB0-895B24B2FADC}"/>
                    </a:ext>
                  </a:extLst>
                </p:cNvPr>
                <p:cNvGrpSpPr>
                  <a:grpSpLocks/>
                </p:cNvGrpSpPr>
                <p:nvPr/>
              </p:nvGrpSpPr>
              <p:grpSpPr bwMode="auto">
                <a:xfrm>
                  <a:off x="1634" y="1633"/>
                  <a:ext cx="841" cy="293"/>
                  <a:chOff x="1634" y="1633"/>
                  <a:chExt cx="841" cy="293"/>
                </a:xfrm>
              </p:grpSpPr>
              <p:sp>
                <p:nvSpPr>
                  <p:cNvPr id="20545" name="Rectangle 9">
                    <a:extLst>
                      <a:ext uri="{FF2B5EF4-FFF2-40B4-BE49-F238E27FC236}">
                        <a16:creationId xmlns:a16="http://schemas.microsoft.com/office/drawing/2014/main" id="{4E5CDD5A-2B6A-D99B-2ED1-90B284587C40}"/>
                      </a:ext>
                    </a:extLst>
                  </p:cNvPr>
                  <p:cNvSpPr>
                    <a:spLocks noChangeArrowheads="1"/>
                  </p:cNvSpPr>
                  <p:nvPr/>
                </p:nvSpPr>
                <p:spPr bwMode="auto">
                  <a:xfrm>
                    <a:off x="1677" y="1633"/>
                    <a:ext cx="755" cy="2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Number of bulbs</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20546" name="Rectangle 10">
                    <a:extLst>
                      <a:ext uri="{FF2B5EF4-FFF2-40B4-BE49-F238E27FC236}">
                        <a16:creationId xmlns:a16="http://schemas.microsoft.com/office/drawing/2014/main" id="{4F63C7AB-2E48-DA4A-A13B-D9D51AF154E3}"/>
                      </a:ext>
                    </a:extLst>
                  </p:cNvPr>
                  <p:cNvSpPr>
                    <a:spLocks noChangeArrowheads="1"/>
                  </p:cNvSpPr>
                  <p:nvPr/>
                </p:nvSpPr>
                <p:spPr bwMode="auto">
                  <a:xfrm>
                    <a:off x="1634" y="1633"/>
                    <a:ext cx="841" cy="293"/>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18" name="Group 11">
                  <a:extLst>
                    <a:ext uri="{FF2B5EF4-FFF2-40B4-BE49-F238E27FC236}">
                      <a16:creationId xmlns:a16="http://schemas.microsoft.com/office/drawing/2014/main" id="{E2DC004C-D081-F050-478C-F9DDD47519A5}"/>
                    </a:ext>
                  </a:extLst>
                </p:cNvPr>
                <p:cNvGrpSpPr>
                  <a:grpSpLocks/>
                </p:cNvGrpSpPr>
                <p:nvPr/>
              </p:nvGrpSpPr>
              <p:grpSpPr bwMode="auto">
                <a:xfrm>
                  <a:off x="2476" y="1633"/>
                  <a:ext cx="913" cy="293"/>
                  <a:chOff x="2476" y="1633"/>
                  <a:chExt cx="913" cy="293"/>
                </a:xfrm>
              </p:grpSpPr>
              <p:sp>
                <p:nvSpPr>
                  <p:cNvPr id="20543" name="Rectangle 12">
                    <a:extLst>
                      <a:ext uri="{FF2B5EF4-FFF2-40B4-BE49-F238E27FC236}">
                        <a16:creationId xmlns:a16="http://schemas.microsoft.com/office/drawing/2014/main" id="{63757C6B-0932-D310-821D-2E38B76E3237}"/>
                      </a:ext>
                    </a:extLst>
                  </p:cNvPr>
                  <p:cNvSpPr>
                    <a:spLocks noChangeArrowheads="1"/>
                  </p:cNvSpPr>
                  <p:nvPr/>
                </p:nvSpPr>
                <p:spPr bwMode="auto">
                  <a:xfrm>
                    <a:off x="2519" y="1633"/>
                    <a:ext cx="827" cy="2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b="1">
                        <a:solidFill>
                          <a:srgbClr val="000000"/>
                        </a:solidFill>
                        <a:latin typeface="Arial" panose="020B0604020202020204" pitchFamily="34" charset="0"/>
                        <a:cs typeface="Times New Roman" panose="02020603050405020304" pitchFamily="18" charset="0"/>
                      </a:rPr>
                      <a:t>Number of symbols</a:t>
                    </a:r>
                  </a:p>
                  <a:p>
                    <a:pPr algn="just">
                      <a:buClrTx/>
                      <a:buSzPct val="60000"/>
                      <a:buFontTx/>
                      <a:buNone/>
                    </a:pPr>
                    <a:endParaRPr lang="en-US" altLang="en-US" sz="1400" b="1">
                      <a:solidFill>
                        <a:srgbClr val="000000"/>
                      </a:solidFill>
                      <a:latin typeface="Arial" panose="020B0604020202020204" pitchFamily="34" charset="0"/>
                      <a:cs typeface="Times New Roman" panose="02020603050405020304" pitchFamily="18" charset="0"/>
                    </a:endParaRPr>
                  </a:p>
                </p:txBody>
              </p:sp>
              <p:sp>
                <p:nvSpPr>
                  <p:cNvPr id="20544" name="Rectangle 13">
                    <a:extLst>
                      <a:ext uri="{FF2B5EF4-FFF2-40B4-BE49-F238E27FC236}">
                        <a16:creationId xmlns:a16="http://schemas.microsoft.com/office/drawing/2014/main" id="{413641CE-5950-4D70-188B-626AE30EAA34}"/>
                      </a:ext>
                    </a:extLst>
                  </p:cNvPr>
                  <p:cNvSpPr>
                    <a:spLocks noChangeArrowheads="1"/>
                  </p:cNvSpPr>
                  <p:nvPr/>
                </p:nvSpPr>
                <p:spPr bwMode="auto">
                  <a:xfrm>
                    <a:off x="2476" y="1633"/>
                    <a:ext cx="913" cy="293"/>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19" name="Group 14">
                  <a:extLst>
                    <a:ext uri="{FF2B5EF4-FFF2-40B4-BE49-F238E27FC236}">
                      <a16:creationId xmlns:a16="http://schemas.microsoft.com/office/drawing/2014/main" id="{16B186E0-F923-A846-39B4-FCD8EA4B8BE5}"/>
                    </a:ext>
                  </a:extLst>
                </p:cNvPr>
                <p:cNvGrpSpPr>
                  <a:grpSpLocks/>
                </p:cNvGrpSpPr>
                <p:nvPr/>
              </p:nvGrpSpPr>
              <p:grpSpPr bwMode="auto">
                <a:xfrm>
                  <a:off x="1634" y="1927"/>
                  <a:ext cx="841" cy="226"/>
                  <a:chOff x="1634" y="1927"/>
                  <a:chExt cx="841" cy="226"/>
                </a:xfrm>
              </p:grpSpPr>
              <p:sp>
                <p:nvSpPr>
                  <p:cNvPr id="20541" name="Rectangle 15">
                    <a:extLst>
                      <a:ext uri="{FF2B5EF4-FFF2-40B4-BE49-F238E27FC236}">
                        <a16:creationId xmlns:a16="http://schemas.microsoft.com/office/drawing/2014/main" id="{4B766010-388F-E9D0-F74C-07E6A4BB85F7}"/>
                      </a:ext>
                    </a:extLst>
                  </p:cNvPr>
                  <p:cNvSpPr>
                    <a:spLocks noChangeArrowheads="1"/>
                  </p:cNvSpPr>
                  <p:nvPr/>
                </p:nvSpPr>
                <p:spPr bwMode="auto">
                  <a:xfrm>
                    <a:off x="1677" y="1927"/>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42" name="Rectangle 16">
                    <a:extLst>
                      <a:ext uri="{FF2B5EF4-FFF2-40B4-BE49-F238E27FC236}">
                        <a16:creationId xmlns:a16="http://schemas.microsoft.com/office/drawing/2014/main" id="{5E275EB8-16B3-FAE2-2AB8-99108DCF280A}"/>
                      </a:ext>
                    </a:extLst>
                  </p:cNvPr>
                  <p:cNvSpPr>
                    <a:spLocks noChangeArrowheads="1"/>
                  </p:cNvSpPr>
                  <p:nvPr/>
                </p:nvSpPr>
                <p:spPr bwMode="auto">
                  <a:xfrm>
                    <a:off x="1634" y="1927"/>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0" name="Group 17">
                  <a:extLst>
                    <a:ext uri="{FF2B5EF4-FFF2-40B4-BE49-F238E27FC236}">
                      <a16:creationId xmlns:a16="http://schemas.microsoft.com/office/drawing/2014/main" id="{11EA8E40-1184-C0ED-E7A9-C1982E92B93A}"/>
                    </a:ext>
                  </a:extLst>
                </p:cNvPr>
                <p:cNvGrpSpPr>
                  <a:grpSpLocks/>
                </p:cNvGrpSpPr>
                <p:nvPr/>
              </p:nvGrpSpPr>
              <p:grpSpPr bwMode="auto">
                <a:xfrm>
                  <a:off x="2476" y="1927"/>
                  <a:ext cx="913" cy="226"/>
                  <a:chOff x="2476" y="1927"/>
                  <a:chExt cx="913" cy="226"/>
                </a:xfrm>
              </p:grpSpPr>
              <p:sp>
                <p:nvSpPr>
                  <p:cNvPr id="20539" name="Rectangle 18">
                    <a:extLst>
                      <a:ext uri="{FF2B5EF4-FFF2-40B4-BE49-F238E27FC236}">
                        <a16:creationId xmlns:a16="http://schemas.microsoft.com/office/drawing/2014/main" id="{B0DBF046-D095-47A7-3549-ACAB74D45549}"/>
                      </a:ext>
                    </a:extLst>
                  </p:cNvPr>
                  <p:cNvSpPr>
                    <a:spLocks noChangeArrowheads="1"/>
                  </p:cNvSpPr>
                  <p:nvPr/>
                </p:nvSpPr>
                <p:spPr bwMode="auto">
                  <a:xfrm>
                    <a:off x="2519" y="1927"/>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2</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40" name="Rectangle 19">
                    <a:extLst>
                      <a:ext uri="{FF2B5EF4-FFF2-40B4-BE49-F238E27FC236}">
                        <a16:creationId xmlns:a16="http://schemas.microsoft.com/office/drawing/2014/main" id="{C467F1CE-3450-7F8F-620B-7562C369B4E0}"/>
                      </a:ext>
                    </a:extLst>
                  </p:cNvPr>
                  <p:cNvSpPr>
                    <a:spLocks noChangeArrowheads="1"/>
                  </p:cNvSpPr>
                  <p:nvPr/>
                </p:nvSpPr>
                <p:spPr bwMode="auto">
                  <a:xfrm>
                    <a:off x="2476" y="1927"/>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1" name="Group 20">
                  <a:extLst>
                    <a:ext uri="{FF2B5EF4-FFF2-40B4-BE49-F238E27FC236}">
                      <a16:creationId xmlns:a16="http://schemas.microsoft.com/office/drawing/2014/main" id="{0A75A574-1F71-7494-A077-80377E0B20F8}"/>
                    </a:ext>
                  </a:extLst>
                </p:cNvPr>
                <p:cNvGrpSpPr>
                  <a:grpSpLocks/>
                </p:cNvGrpSpPr>
                <p:nvPr/>
              </p:nvGrpSpPr>
              <p:grpSpPr bwMode="auto">
                <a:xfrm>
                  <a:off x="1634" y="2154"/>
                  <a:ext cx="841" cy="226"/>
                  <a:chOff x="1634" y="2154"/>
                  <a:chExt cx="841" cy="226"/>
                </a:xfrm>
              </p:grpSpPr>
              <p:sp>
                <p:nvSpPr>
                  <p:cNvPr id="20537" name="Rectangle 21">
                    <a:extLst>
                      <a:ext uri="{FF2B5EF4-FFF2-40B4-BE49-F238E27FC236}">
                        <a16:creationId xmlns:a16="http://schemas.microsoft.com/office/drawing/2014/main" id="{889F7105-967A-31DC-E57B-5DF9F232C33A}"/>
                      </a:ext>
                    </a:extLst>
                  </p:cNvPr>
                  <p:cNvSpPr>
                    <a:spLocks noChangeArrowheads="1"/>
                  </p:cNvSpPr>
                  <p:nvPr/>
                </p:nvSpPr>
                <p:spPr bwMode="auto">
                  <a:xfrm>
                    <a:off x="1677" y="2154"/>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2</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38" name="Rectangle 22">
                    <a:extLst>
                      <a:ext uri="{FF2B5EF4-FFF2-40B4-BE49-F238E27FC236}">
                        <a16:creationId xmlns:a16="http://schemas.microsoft.com/office/drawing/2014/main" id="{1B2471F9-5BAF-A891-A286-FA48B8F36267}"/>
                      </a:ext>
                    </a:extLst>
                  </p:cNvPr>
                  <p:cNvSpPr>
                    <a:spLocks noChangeArrowheads="1"/>
                  </p:cNvSpPr>
                  <p:nvPr/>
                </p:nvSpPr>
                <p:spPr bwMode="auto">
                  <a:xfrm>
                    <a:off x="1634" y="2154"/>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2" name="Group 23">
                  <a:extLst>
                    <a:ext uri="{FF2B5EF4-FFF2-40B4-BE49-F238E27FC236}">
                      <a16:creationId xmlns:a16="http://schemas.microsoft.com/office/drawing/2014/main" id="{23ACCCDB-5B34-3518-6F02-29BE547D3274}"/>
                    </a:ext>
                  </a:extLst>
                </p:cNvPr>
                <p:cNvGrpSpPr>
                  <a:grpSpLocks/>
                </p:cNvGrpSpPr>
                <p:nvPr/>
              </p:nvGrpSpPr>
              <p:grpSpPr bwMode="auto">
                <a:xfrm>
                  <a:off x="2476" y="2154"/>
                  <a:ext cx="913" cy="226"/>
                  <a:chOff x="2476" y="2154"/>
                  <a:chExt cx="913" cy="226"/>
                </a:xfrm>
              </p:grpSpPr>
              <p:sp>
                <p:nvSpPr>
                  <p:cNvPr id="20535" name="Rectangle 24">
                    <a:extLst>
                      <a:ext uri="{FF2B5EF4-FFF2-40B4-BE49-F238E27FC236}">
                        <a16:creationId xmlns:a16="http://schemas.microsoft.com/office/drawing/2014/main" id="{B2207419-4E01-AD47-0462-D4F0B171FE61}"/>
                      </a:ext>
                    </a:extLst>
                  </p:cNvPr>
                  <p:cNvSpPr>
                    <a:spLocks noChangeArrowheads="1"/>
                  </p:cNvSpPr>
                  <p:nvPr/>
                </p:nvSpPr>
                <p:spPr bwMode="auto">
                  <a:xfrm>
                    <a:off x="2519" y="2154"/>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4</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36" name="Rectangle 25">
                    <a:extLst>
                      <a:ext uri="{FF2B5EF4-FFF2-40B4-BE49-F238E27FC236}">
                        <a16:creationId xmlns:a16="http://schemas.microsoft.com/office/drawing/2014/main" id="{E4708878-CAB6-CBE1-E57F-9BFC214CACDB}"/>
                      </a:ext>
                    </a:extLst>
                  </p:cNvPr>
                  <p:cNvSpPr>
                    <a:spLocks noChangeArrowheads="1"/>
                  </p:cNvSpPr>
                  <p:nvPr/>
                </p:nvSpPr>
                <p:spPr bwMode="auto">
                  <a:xfrm>
                    <a:off x="2476" y="2154"/>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3" name="Group 26">
                  <a:extLst>
                    <a:ext uri="{FF2B5EF4-FFF2-40B4-BE49-F238E27FC236}">
                      <a16:creationId xmlns:a16="http://schemas.microsoft.com/office/drawing/2014/main" id="{D3E97F71-9537-E12D-B6D5-9355BB2E7067}"/>
                    </a:ext>
                  </a:extLst>
                </p:cNvPr>
                <p:cNvGrpSpPr>
                  <a:grpSpLocks/>
                </p:cNvGrpSpPr>
                <p:nvPr/>
              </p:nvGrpSpPr>
              <p:grpSpPr bwMode="auto">
                <a:xfrm>
                  <a:off x="1634" y="2381"/>
                  <a:ext cx="841" cy="226"/>
                  <a:chOff x="1634" y="2381"/>
                  <a:chExt cx="841" cy="226"/>
                </a:xfrm>
              </p:grpSpPr>
              <p:sp>
                <p:nvSpPr>
                  <p:cNvPr id="20533" name="Rectangle 27">
                    <a:extLst>
                      <a:ext uri="{FF2B5EF4-FFF2-40B4-BE49-F238E27FC236}">
                        <a16:creationId xmlns:a16="http://schemas.microsoft.com/office/drawing/2014/main" id="{CFC1D195-F119-FB60-208F-16C9326C88BB}"/>
                      </a:ext>
                    </a:extLst>
                  </p:cNvPr>
                  <p:cNvSpPr>
                    <a:spLocks noChangeArrowheads="1"/>
                  </p:cNvSpPr>
                  <p:nvPr/>
                </p:nvSpPr>
                <p:spPr bwMode="auto">
                  <a:xfrm>
                    <a:off x="1677" y="2381"/>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3</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34" name="Rectangle 28">
                    <a:extLst>
                      <a:ext uri="{FF2B5EF4-FFF2-40B4-BE49-F238E27FC236}">
                        <a16:creationId xmlns:a16="http://schemas.microsoft.com/office/drawing/2014/main" id="{B8DD36D9-4A9E-DDD1-8B79-501EB4E7FB5A}"/>
                      </a:ext>
                    </a:extLst>
                  </p:cNvPr>
                  <p:cNvSpPr>
                    <a:spLocks noChangeArrowheads="1"/>
                  </p:cNvSpPr>
                  <p:nvPr/>
                </p:nvSpPr>
                <p:spPr bwMode="auto">
                  <a:xfrm>
                    <a:off x="1634" y="2381"/>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4" name="Group 29">
                  <a:extLst>
                    <a:ext uri="{FF2B5EF4-FFF2-40B4-BE49-F238E27FC236}">
                      <a16:creationId xmlns:a16="http://schemas.microsoft.com/office/drawing/2014/main" id="{C164648D-C06D-2D97-A502-321EE3FBAE7D}"/>
                    </a:ext>
                  </a:extLst>
                </p:cNvPr>
                <p:cNvGrpSpPr>
                  <a:grpSpLocks/>
                </p:cNvGrpSpPr>
                <p:nvPr/>
              </p:nvGrpSpPr>
              <p:grpSpPr bwMode="auto">
                <a:xfrm>
                  <a:off x="2476" y="2381"/>
                  <a:ext cx="913" cy="226"/>
                  <a:chOff x="2476" y="2381"/>
                  <a:chExt cx="913" cy="226"/>
                </a:xfrm>
              </p:grpSpPr>
              <p:sp>
                <p:nvSpPr>
                  <p:cNvPr id="20531" name="Rectangle 30">
                    <a:extLst>
                      <a:ext uri="{FF2B5EF4-FFF2-40B4-BE49-F238E27FC236}">
                        <a16:creationId xmlns:a16="http://schemas.microsoft.com/office/drawing/2014/main" id="{9258CB3A-262E-A937-F664-79316D3BCE64}"/>
                      </a:ext>
                    </a:extLst>
                  </p:cNvPr>
                  <p:cNvSpPr>
                    <a:spLocks noChangeArrowheads="1"/>
                  </p:cNvSpPr>
                  <p:nvPr/>
                </p:nvSpPr>
                <p:spPr bwMode="auto">
                  <a:xfrm>
                    <a:off x="2519" y="2381"/>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8</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32" name="Rectangle 31">
                    <a:extLst>
                      <a:ext uri="{FF2B5EF4-FFF2-40B4-BE49-F238E27FC236}">
                        <a16:creationId xmlns:a16="http://schemas.microsoft.com/office/drawing/2014/main" id="{CE2AD9DF-5FBF-1AA9-C0FD-A77761510E1C}"/>
                      </a:ext>
                    </a:extLst>
                  </p:cNvPr>
                  <p:cNvSpPr>
                    <a:spLocks noChangeArrowheads="1"/>
                  </p:cNvSpPr>
                  <p:nvPr/>
                </p:nvSpPr>
                <p:spPr bwMode="auto">
                  <a:xfrm>
                    <a:off x="2476" y="2381"/>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5" name="Group 32">
                  <a:extLst>
                    <a:ext uri="{FF2B5EF4-FFF2-40B4-BE49-F238E27FC236}">
                      <a16:creationId xmlns:a16="http://schemas.microsoft.com/office/drawing/2014/main" id="{CD6BF243-C3DE-6551-C45D-044EBF4997A3}"/>
                    </a:ext>
                  </a:extLst>
                </p:cNvPr>
                <p:cNvGrpSpPr>
                  <a:grpSpLocks/>
                </p:cNvGrpSpPr>
                <p:nvPr/>
              </p:nvGrpSpPr>
              <p:grpSpPr bwMode="auto">
                <a:xfrm>
                  <a:off x="1634" y="2609"/>
                  <a:ext cx="841" cy="226"/>
                  <a:chOff x="1634" y="2609"/>
                  <a:chExt cx="841" cy="226"/>
                </a:xfrm>
              </p:grpSpPr>
              <p:sp>
                <p:nvSpPr>
                  <p:cNvPr id="20529" name="Rectangle 33">
                    <a:extLst>
                      <a:ext uri="{FF2B5EF4-FFF2-40B4-BE49-F238E27FC236}">
                        <a16:creationId xmlns:a16="http://schemas.microsoft.com/office/drawing/2014/main" id="{EDF2B11C-D637-2362-CDCC-4DDA0AE39BDC}"/>
                      </a:ext>
                    </a:extLst>
                  </p:cNvPr>
                  <p:cNvSpPr>
                    <a:spLocks noChangeArrowheads="1"/>
                  </p:cNvSpPr>
                  <p:nvPr/>
                </p:nvSpPr>
                <p:spPr bwMode="auto">
                  <a:xfrm>
                    <a:off x="1677" y="2609"/>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4</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30" name="Rectangle 34">
                    <a:extLst>
                      <a:ext uri="{FF2B5EF4-FFF2-40B4-BE49-F238E27FC236}">
                        <a16:creationId xmlns:a16="http://schemas.microsoft.com/office/drawing/2014/main" id="{73CBA0BE-1DCC-49EA-A775-D7A47DAB9A24}"/>
                      </a:ext>
                    </a:extLst>
                  </p:cNvPr>
                  <p:cNvSpPr>
                    <a:spLocks noChangeArrowheads="1"/>
                  </p:cNvSpPr>
                  <p:nvPr/>
                </p:nvSpPr>
                <p:spPr bwMode="auto">
                  <a:xfrm>
                    <a:off x="1634" y="2609"/>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526" name="Group 35">
                  <a:extLst>
                    <a:ext uri="{FF2B5EF4-FFF2-40B4-BE49-F238E27FC236}">
                      <a16:creationId xmlns:a16="http://schemas.microsoft.com/office/drawing/2014/main" id="{C99D2F90-C7DE-65F0-32F7-7D1EB634E36F}"/>
                    </a:ext>
                  </a:extLst>
                </p:cNvPr>
                <p:cNvGrpSpPr>
                  <a:grpSpLocks/>
                </p:cNvGrpSpPr>
                <p:nvPr/>
              </p:nvGrpSpPr>
              <p:grpSpPr bwMode="auto">
                <a:xfrm>
                  <a:off x="2476" y="2609"/>
                  <a:ext cx="913" cy="226"/>
                  <a:chOff x="2476" y="2609"/>
                  <a:chExt cx="913" cy="226"/>
                </a:xfrm>
              </p:grpSpPr>
              <p:sp>
                <p:nvSpPr>
                  <p:cNvPr id="20527" name="Rectangle 36">
                    <a:extLst>
                      <a:ext uri="{FF2B5EF4-FFF2-40B4-BE49-F238E27FC236}">
                        <a16:creationId xmlns:a16="http://schemas.microsoft.com/office/drawing/2014/main" id="{ABFEFBA0-4CCC-9288-1563-B48366F2CB39}"/>
                      </a:ext>
                    </a:extLst>
                  </p:cNvPr>
                  <p:cNvSpPr>
                    <a:spLocks noChangeArrowheads="1"/>
                  </p:cNvSpPr>
                  <p:nvPr/>
                </p:nvSpPr>
                <p:spPr bwMode="auto">
                  <a:xfrm>
                    <a:off x="2519" y="2609"/>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16</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28" name="Rectangle 37">
                    <a:extLst>
                      <a:ext uri="{FF2B5EF4-FFF2-40B4-BE49-F238E27FC236}">
                        <a16:creationId xmlns:a16="http://schemas.microsoft.com/office/drawing/2014/main" id="{69BAAC9D-803D-CBBD-CDD2-A9E207181744}"/>
                      </a:ext>
                    </a:extLst>
                  </p:cNvPr>
                  <p:cNvSpPr>
                    <a:spLocks noChangeArrowheads="1"/>
                  </p:cNvSpPr>
                  <p:nvPr/>
                </p:nvSpPr>
                <p:spPr bwMode="auto">
                  <a:xfrm>
                    <a:off x="2476" y="2609"/>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20516" name="Rectangle 38">
                <a:extLst>
                  <a:ext uri="{FF2B5EF4-FFF2-40B4-BE49-F238E27FC236}">
                    <a16:creationId xmlns:a16="http://schemas.microsoft.com/office/drawing/2014/main" id="{7C8EE34E-7574-8908-3210-FF4B481BFF17}"/>
                  </a:ext>
                </a:extLst>
              </p:cNvPr>
              <p:cNvSpPr>
                <a:spLocks noChangeArrowheads="1"/>
              </p:cNvSpPr>
              <p:nvPr/>
            </p:nvSpPr>
            <p:spPr bwMode="auto">
              <a:xfrm>
                <a:off x="1632" y="1632"/>
                <a:ext cx="1759" cy="1204"/>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88" name="Group 39">
              <a:extLst>
                <a:ext uri="{FF2B5EF4-FFF2-40B4-BE49-F238E27FC236}">
                  <a16:creationId xmlns:a16="http://schemas.microsoft.com/office/drawing/2014/main" id="{F57CA43A-421D-4D10-02D4-EF586FC0AD9F}"/>
                </a:ext>
              </a:extLst>
            </p:cNvPr>
            <p:cNvGrpSpPr>
              <a:grpSpLocks/>
            </p:cNvGrpSpPr>
            <p:nvPr/>
          </p:nvGrpSpPr>
          <p:grpSpPr bwMode="auto">
            <a:xfrm>
              <a:off x="1632" y="2833"/>
              <a:ext cx="1759" cy="910"/>
              <a:chOff x="1632" y="2833"/>
              <a:chExt cx="1759" cy="910"/>
            </a:xfrm>
          </p:grpSpPr>
          <p:grpSp>
            <p:nvGrpSpPr>
              <p:cNvPr id="20489" name="Group 40">
                <a:extLst>
                  <a:ext uri="{FF2B5EF4-FFF2-40B4-BE49-F238E27FC236}">
                    <a16:creationId xmlns:a16="http://schemas.microsoft.com/office/drawing/2014/main" id="{5B9FBC02-8BBF-5875-2DC9-FA6533097686}"/>
                  </a:ext>
                </a:extLst>
              </p:cNvPr>
              <p:cNvGrpSpPr>
                <a:grpSpLocks/>
              </p:cNvGrpSpPr>
              <p:nvPr/>
            </p:nvGrpSpPr>
            <p:grpSpPr bwMode="auto">
              <a:xfrm>
                <a:off x="1634" y="2834"/>
                <a:ext cx="1755" cy="907"/>
                <a:chOff x="1634" y="2834"/>
                <a:chExt cx="1755" cy="907"/>
              </a:xfrm>
            </p:grpSpPr>
            <p:grpSp>
              <p:nvGrpSpPr>
                <p:cNvPr id="20491" name="Group 41">
                  <a:extLst>
                    <a:ext uri="{FF2B5EF4-FFF2-40B4-BE49-F238E27FC236}">
                      <a16:creationId xmlns:a16="http://schemas.microsoft.com/office/drawing/2014/main" id="{76BEC1A5-F8A5-051C-766D-C3DE5145579C}"/>
                    </a:ext>
                  </a:extLst>
                </p:cNvPr>
                <p:cNvGrpSpPr>
                  <a:grpSpLocks/>
                </p:cNvGrpSpPr>
                <p:nvPr/>
              </p:nvGrpSpPr>
              <p:grpSpPr bwMode="auto">
                <a:xfrm>
                  <a:off x="1634" y="2834"/>
                  <a:ext cx="841" cy="226"/>
                  <a:chOff x="1634" y="2834"/>
                  <a:chExt cx="841" cy="226"/>
                </a:xfrm>
              </p:grpSpPr>
              <p:sp>
                <p:nvSpPr>
                  <p:cNvPr id="20513" name="Rectangle 42">
                    <a:extLst>
                      <a:ext uri="{FF2B5EF4-FFF2-40B4-BE49-F238E27FC236}">
                        <a16:creationId xmlns:a16="http://schemas.microsoft.com/office/drawing/2014/main" id="{62DF4C22-95EF-AC14-EDDE-B820096EF436}"/>
                      </a:ext>
                    </a:extLst>
                  </p:cNvPr>
                  <p:cNvSpPr>
                    <a:spLocks noChangeArrowheads="1"/>
                  </p:cNvSpPr>
                  <p:nvPr/>
                </p:nvSpPr>
                <p:spPr bwMode="auto">
                  <a:xfrm>
                    <a:off x="1677" y="2834"/>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5</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14" name="Rectangle 43">
                    <a:extLst>
                      <a:ext uri="{FF2B5EF4-FFF2-40B4-BE49-F238E27FC236}">
                        <a16:creationId xmlns:a16="http://schemas.microsoft.com/office/drawing/2014/main" id="{8EBFED3F-5BF2-BE8E-868E-4CFC9D7F99FF}"/>
                      </a:ext>
                    </a:extLst>
                  </p:cNvPr>
                  <p:cNvSpPr>
                    <a:spLocks noChangeArrowheads="1"/>
                  </p:cNvSpPr>
                  <p:nvPr/>
                </p:nvSpPr>
                <p:spPr bwMode="auto">
                  <a:xfrm>
                    <a:off x="1634" y="2834"/>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2" name="Group 44">
                  <a:extLst>
                    <a:ext uri="{FF2B5EF4-FFF2-40B4-BE49-F238E27FC236}">
                      <a16:creationId xmlns:a16="http://schemas.microsoft.com/office/drawing/2014/main" id="{2D5BA224-FDA3-B10F-D35A-525828FD10C2}"/>
                    </a:ext>
                  </a:extLst>
                </p:cNvPr>
                <p:cNvGrpSpPr>
                  <a:grpSpLocks/>
                </p:cNvGrpSpPr>
                <p:nvPr/>
              </p:nvGrpSpPr>
              <p:grpSpPr bwMode="auto">
                <a:xfrm>
                  <a:off x="2476" y="2834"/>
                  <a:ext cx="913" cy="226"/>
                  <a:chOff x="2476" y="2834"/>
                  <a:chExt cx="913" cy="226"/>
                </a:xfrm>
              </p:grpSpPr>
              <p:sp>
                <p:nvSpPr>
                  <p:cNvPr id="20511" name="Rectangle 45">
                    <a:extLst>
                      <a:ext uri="{FF2B5EF4-FFF2-40B4-BE49-F238E27FC236}">
                        <a16:creationId xmlns:a16="http://schemas.microsoft.com/office/drawing/2014/main" id="{6DD71C82-C8A1-0E49-5A15-25EE4725D3AA}"/>
                      </a:ext>
                    </a:extLst>
                  </p:cNvPr>
                  <p:cNvSpPr>
                    <a:spLocks noChangeArrowheads="1"/>
                  </p:cNvSpPr>
                  <p:nvPr/>
                </p:nvSpPr>
                <p:spPr bwMode="auto">
                  <a:xfrm>
                    <a:off x="2519" y="2834"/>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32</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12" name="Rectangle 46">
                    <a:extLst>
                      <a:ext uri="{FF2B5EF4-FFF2-40B4-BE49-F238E27FC236}">
                        <a16:creationId xmlns:a16="http://schemas.microsoft.com/office/drawing/2014/main" id="{6151120A-CE7E-7D89-E936-9764AB22D741}"/>
                      </a:ext>
                    </a:extLst>
                  </p:cNvPr>
                  <p:cNvSpPr>
                    <a:spLocks noChangeArrowheads="1"/>
                  </p:cNvSpPr>
                  <p:nvPr/>
                </p:nvSpPr>
                <p:spPr bwMode="auto">
                  <a:xfrm>
                    <a:off x="2476" y="2834"/>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3" name="Group 47">
                  <a:extLst>
                    <a:ext uri="{FF2B5EF4-FFF2-40B4-BE49-F238E27FC236}">
                      <a16:creationId xmlns:a16="http://schemas.microsoft.com/office/drawing/2014/main" id="{CCA06D75-573D-ED29-1846-74139D3BD10B}"/>
                    </a:ext>
                  </a:extLst>
                </p:cNvPr>
                <p:cNvGrpSpPr>
                  <a:grpSpLocks/>
                </p:cNvGrpSpPr>
                <p:nvPr/>
              </p:nvGrpSpPr>
              <p:grpSpPr bwMode="auto">
                <a:xfrm>
                  <a:off x="1634" y="3061"/>
                  <a:ext cx="841" cy="226"/>
                  <a:chOff x="1634" y="3061"/>
                  <a:chExt cx="841" cy="226"/>
                </a:xfrm>
              </p:grpSpPr>
              <p:sp>
                <p:nvSpPr>
                  <p:cNvPr id="20509" name="Rectangle 48">
                    <a:extLst>
                      <a:ext uri="{FF2B5EF4-FFF2-40B4-BE49-F238E27FC236}">
                        <a16:creationId xmlns:a16="http://schemas.microsoft.com/office/drawing/2014/main" id="{677FCF38-0808-5272-3778-1E3339395288}"/>
                      </a:ext>
                    </a:extLst>
                  </p:cNvPr>
                  <p:cNvSpPr>
                    <a:spLocks noChangeArrowheads="1"/>
                  </p:cNvSpPr>
                  <p:nvPr/>
                </p:nvSpPr>
                <p:spPr bwMode="auto">
                  <a:xfrm>
                    <a:off x="1677" y="3061"/>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6</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10" name="Rectangle 49">
                    <a:extLst>
                      <a:ext uri="{FF2B5EF4-FFF2-40B4-BE49-F238E27FC236}">
                        <a16:creationId xmlns:a16="http://schemas.microsoft.com/office/drawing/2014/main" id="{9FA8770A-48C5-D10B-1659-FF1C8794305F}"/>
                      </a:ext>
                    </a:extLst>
                  </p:cNvPr>
                  <p:cNvSpPr>
                    <a:spLocks noChangeArrowheads="1"/>
                  </p:cNvSpPr>
                  <p:nvPr/>
                </p:nvSpPr>
                <p:spPr bwMode="auto">
                  <a:xfrm>
                    <a:off x="1634" y="3061"/>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4" name="Group 50">
                  <a:extLst>
                    <a:ext uri="{FF2B5EF4-FFF2-40B4-BE49-F238E27FC236}">
                      <a16:creationId xmlns:a16="http://schemas.microsoft.com/office/drawing/2014/main" id="{420538F3-DF1E-4B33-F670-A390EFF82933}"/>
                    </a:ext>
                  </a:extLst>
                </p:cNvPr>
                <p:cNvGrpSpPr>
                  <a:grpSpLocks/>
                </p:cNvGrpSpPr>
                <p:nvPr/>
              </p:nvGrpSpPr>
              <p:grpSpPr bwMode="auto">
                <a:xfrm>
                  <a:off x="2476" y="3061"/>
                  <a:ext cx="913" cy="226"/>
                  <a:chOff x="2476" y="3061"/>
                  <a:chExt cx="913" cy="226"/>
                </a:xfrm>
              </p:grpSpPr>
              <p:sp>
                <p:nvSpPr>
                  <p:cNvPr id="20507" name="Rectangle 51">
                    <a:extLst>
                      <a:ext uri="{FF2B5EF4-FFF2-40B4-BE49-F238E27FC236}">
                        <a16:creationId xmlns:a16="http://schemas.microsoft.com/office/drawing/2014/main" id="{D71028E6-9AB7-B3C3-650C-6B57A6715770}"/>
                      </a:ext>
                    </a:extLst>
                  </p:cNvPr>
                  <p:cNvSpPr>
                    <a:spLocks noChangeArrowheads="1"/>
                  </p:cNvSpPr>
                  <p:nvPr/>
                </p:nvSpPr>
                <p:spPr bwMode="auto">
                  <a:xfrm>
                    <a:off x="2519" y="3061"/>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64</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08" name="Rectangle 52">
                    <a:extLst>
                      <a:ext uri="{FF2B5EF4-FFF2-40B4-BE49-F238E27FC236}">
                        <a16:creationId xmlns:a16="http://schemas.microsoft.com/office/drawing/2014/main" id="{1624FED3-1E9D-C68E-4AA1-62654164F87C}"/>
                      </a:ext>
                    </a:extLst>
                  </p:cNvPr>
                  <p:cNvSpPr>
                    <a:spLocks noChangeArrowheads="1"/>
                  </p:cNvSpPr>
                  <p:nvPr/>
                </p:nvSpPr>
                <p:spPr bwMode="auto">
                  <a:xfrm>
                    <a:off x="2476" y="3061"/>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5" name="Group 53">
                  <a:extLst>
                    <a:ext uri="{FF2B5EF4-FFF2-40B4-BE49-F238E27FC236}">
                      <a16:creationId xmlns:a16="http://schemas.microsoft.com/office/drawing/2014/main" id="{71FE8E6C-6F95-14D8-A41B-B5DDB4A860BB}"/>
                    </a:ext>
                  </a:extLst>
                </p:cNvPr>
                <p:cNvGrpSpPr>
                  <a:grpSpLocks/>
                </p:cNvGrpSpPr>
                <p:nvPr/>
              </p:nvGrpSpPr>
              <p:grpSpPr bwMode="auto">
                <a:xfrm>
                  <a:off x="1634" y="3288"/>
                  <a:ext cx="841" cy="226"/>
                  <a:chOff x="1634" y="3288"/>
                  <a:chExt cx="841" cy="226"/>
                </a:xfrm>
              </p:grpSpPr>
              <p:sp>
                <p:nvSpPr>
                  <p:cNvPr id="20505" name="Rectangle 54">
                    <a:extLst>
                      <a:ext uri="{FF2B5EF4-FFF2-40B4-BE49-F238E27FC236}">
                        <a16:creationId xmlns:a16="http://schemas.microsoft.com/office/drawing/2014/main" id="{F00665E7-143B-B639-A449-D8F847744B30}"/>
                      </a:ext>
                    </a:extLst>
                  </p:cNvPr>
                  <p:cNvSpPr>
                    <a:spLocks noChangeArrowheads="1"/>
                  </p:cNvSpPr>
                  <p:nvPr/>
                </p:nvSpPr>
                <p:spPr bwMode="auto">
                  <a:xfrm>
                    <a:off x="1677" y="3288"/>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7</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06" name="Rectangle 55">
                    <a:extLst>
                      <a:ext uri="{FF2B5EF4-FFF2-40B4-BE49-F238E27FC236}">
                        <a16:creationId xmlns:a16="http://schemas.microsoft.com/office/drawing/2014/main" id="{3DAC5D0E-9A5E-9A95-5559-3E9170666B7B}"/>
                      </a:ext>
                    </a:extLst>
                  </p:cNvPr>
                  <p:cNvSpPr>
                    <a:spLocks noChangeArrowheads="1"/>
                  </p:cNvSpPr>
                  <p:nvPr/>
                </p:nvSpPr>
                <p:spPr bwMode="auto">
                  <a:xfrm>
                    <a:off x="1634" y="3288"/>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6" name="Group 56">
                  <a:extLst>
                    <a:ext uri="{FF2B5EF4-FFF2-40B4-BE49-F238E27FC236}">
                      <a16:creationId xmlns:a16="http://schemas.microsoft.com/office/drawing/2014/main" id="{FE0B8B80-8C9F-1C29-4C58-372B20F4976D}"/>
                    </a:ext>
                  </a:extLst>
                </p:cNvPr>
                <p:cNvGrpSpPr>
                  <a:grpSpLocks/>
                </p:cNvGrpSpPr>
                <p:nvPr/>
              </p:nvGrpSpPr>
              <p:grpSpPr bwMode="auto">
                <a:xfrm>
                  <a:off x="2476" y="3288"/>
                  <a:ext cx="913" cy="226"/>
                  <a:chOff x="2476" y="3288"/>
                  <a:chExt cx="913" cy="226"/>
                </a:xfrm>
              </p:grpSpPr>
              <p:sp>
                <p:nvSpPr>
                  <p:cNvPr id="20503" name="Rectangle 57">
                    <a:extLst>
                      <a:ext uri="{FF2B5EF4-FFF2-40B4-BE49-F238E27FC236}">
                        <a16:creationId xmlns:a16="http://schemas.microsoft.com/office/drawing/2014/main" id="{6DAB6EC2-2186-DD3F-479F-1DE9123E5A5E}"/>
                      </a:ext>
                    </a:extLst>
                  </p:cNvPr>
                  <p:cNvSpPr>
                    <a:spLocks noChangeArrowheads="1"/>
                  </p:cNvSpPr>
                  <p:nvPr/>
                </p:nvSpPr>
                <p:spPr bwMode="auto">
                  <a:xfrm>
                    <a:off x="2519" y="3288"/>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128</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04" name="Rectangle 58">
                    <a:extLst>
                      <a:ext uri="{FF2B5EF4-FFF2-40B4-BE49-F238E27FC236}">
                        <a16:creationId xmlns:a16="http://schemas.microsoft.com/office/drawing/2014/main" id="{09F3DCBD-7347-5FD1-BCA7-73AFF574A197}"/>
                      </a:ext>
                    </a:extLst>
                  </p:cNvPr>
                  <p:cNvSpPr>
                    <a:spLocks noChangeArrowheads="1"/>
                  </p:cNvSpPr>
                  <p:nvPr/>
                </p:nvSpPr>
                <p:spPr bwMode="auto">
                  <a:xfrm>
                    <a:off x="2476" y="3288"/>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7" name="Group 59">
                  <a:extLst>
                    <a:ext uri="{FF2B5EF4-FFF2-40B4-BE49-F238E27FC236}">
                      <a16:creationId xmlns:a16="http://schemas.microsoft.com/office/drawing/2014/main" id="{95FC7520-9BC3-5399-B16E-BADB695E9E90}"/>
                    </a:ext>
                  </a:extLst>
                </p:cNvPr>
                <p:cNvGrpSpPr>
                  <a:grpSpLocks/>
                </p:cNvGrpSpPr>
                <p:nvPr/>
              </p:nvGrpSpPr>
              <p:grpSpPr bwMode="auto">
                <a:xfrm>
                  <a:off x="1634" y="3515"/>
                  <a:ext cx="841" cy="226"/>
                  <a:chOff x="1634" y="3515"/>
                  <a:chExt cx="841" cy="226"/>
                </a:xfrm>
              </p:grpSpPr>
              <p:sp>
                <p:nvSpPr>
                  <p:cNvPr id="20501" name="Rectangle 60">
                    <a:extLst>
                      <a:ext uri="{FF2B5EF4-FFF2-40B4-BE49-F238E27FC236}">
                        <a16:creationId xmlns:a16="http://schemas.microsoft.com/office/drawing/2014/main" id="{6EDC509E-DD8D-472F-8682-E342AA01515A}"/>
                      </a:ext>
                    </a:extLst>
                  </p:cNvPr>
                  <p:cNvSpPr>
                    <a:spLocks noChangeArrowheads="1"/>
                  </p:cNvSpPr>
                  <p:nvPr/>
                </p:nvSpPr>
                <p:spPr bwMode="auto">
                  <a:xfrm>
                    <a:off x="1677" y="3515"/>
                    <a:ext cx="755"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8</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02" name="Rectangle 61">
                    <a:extLst>
                      <a:ext uri="{FF2B5EF4-FFF2-40B4-BE49-F238E27FC236}">
                        <a16:creationId xmlns:a16="http://schemas.microsoft.com/office/drawing/2014/main" id="{8FB6890D-4CCE-25D4-3F0E-8E2AEA61599E}"/>
                      </a:ext>
                    </a:extLst>
                  </p:cNvPr>
                  <p:cNvSpPr>
                    <a:spLocks noChangeArrowheads="1"/>
                  </p:cNvSpPr>
                  <p:nvPr/>
                </p:nvSpPr>
                <p:spPr bwMode="auto">
                  <a:xfrm>
                    <a:off x="1634" y="3515"/>
                    <a:ext cx="841"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20498" name="Group 62">
                  <a:extLst>
                    <a:ext uri="{FF2B5EF4-FFF2-40B4-BE49-F238E27FC236}">
                      <a16:creationId xmlns:a16="http://schemas.microsoft.com/office/drawing/2014/main" id="{C67BB5B2-E341-EC84-FB21-3EE02CA8F9DC}"/>
                    </a:ext>
                  </a:extLst>
                </p:cNvPr>
                <p:cNvGrpSpPr>
                  <a:grpSpLocks/>
                </p:cNvGrpSpPr>
                <p:nvPr/>
              </p:nvGrpSpPr>
              <p:grpSpPr bwMode="auto">
                <a:xfrm>
                  <a:off x="2476" y="3515"/>
                  <a:ext cx="913" cy="226"/>
                  <a:chOff x="2476" y="3515"/>
                  <a:chExt cx="913" cy="226"/>
                </a:xfrm>
              </p:grpSpPr>
              <p:sp>
                <p:nvSpPr>
                  <p:cNvPr id="20499" name="Rectangle 63">
                    <a:extLst>
                      <a:ext uri="{FF2B5EF4-FFF2-40B4-BE49-F238E27FC236}">
                        <a16:creationId xmlns:a16="http://schemas.microsoft.com/office/drawing/2014/main" id="{C6443926-9FD8-64C0-9E4F-3EBE95A12197}"/>
                      </a:ext>
                    </a:extLst>
                  </p:cNvPr>
                  <p:cNvSpPr>
                    <a:spLocks noChangeArrowheads="1"/>
                  </p:cNvSpPr>
                  <p:nvPr/>
                </p:nvSpPr>
                <p:spPr bwMode="auto">
                  <a:xfrm>
                    <a:off x="2519" y="3515"/>
                    <a:ext cx="827" cy="22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buClrTx/>
                      <a:buSzPct val="60000"/>
                      <a:buFontTx/>
                      <a:buNone/>
                    </a:pPr>
                    <a:r>
                      <a:rPr lang="en-US" altLang="en-US" sz="1400">
                        <a:solidFill>
                          <a:srgbClr val="000000"/>
                        </a:solidFill>
                        <a:latin typeface="Arial" panose="020B0604020202020204" pitchFamily="34" charset="0"/>
                        <a:cs typeface="Times New Roman" panose="02020603050405020304" pitchFamily="18" charset="0"/>
                      </a:rPr>
                      <a:t>256</a:t>
                    </a:r>
                  </a:p>
                  <a:p>
                    <a:pPr algn="just">
                      <a:buClrTx/>
                      <a:buSzPct val="60000"/>
                      <a:buFontTx/>
                      <a:buNone/>
                    </a:pPr>
                    <a:endParaRPr lang="en-US" altLang="en-US" sz="1400">
                      <a:solidFill>
                        <a:srgbClr val="000000"/>
                      </a:solidFill>
                      <a:latin typeface="Arial" panose="020B0604020202020204" pitchFamily="34" charset="0"/>
                      <a:cs typeface="Times New Roman" panose="02020603050405020304" pitchFamily="18" charset="0"/>
                    </a:endParaRPr>
                  </a:p>
                </p:txBody>
              </p:sp>
              <p:sp>
                <p:nvSpPr>
                  <p:cNvPr id="20500" name="Rectangle 64">
                    <a:extLst>
                      <a:ext uri="{FF2B5EF4-FFF2-40B4-BE49-F238E27FC236}">
                        <a16:creationId xmlns:a16="http://schemas.microsoft.com/office/drawing/2014/main" id="{9B6A1974-C0E3-F9F1-938E-5D75C0C0512A}"/>
                      </a:ext>
                    </a:extLst>
                  </p:cNvPr>
                  <p:cNvSpPr>
                    <a:spLocks noChangeArrowheads="1"/>
                  </p:cNvSpPr>
                  <p:nvPr/>
                </p:nvSpPr>
                <p:spPr bwMode="auto">
                  <a:xfrm>
                    <a:off x="2476" y="3515"/>
                    <a:ext cx="913" cy="226"/>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20490" name="Rectangle 65">
                <a:extLst>
                  <a:ext uri="{FF2B5EF4-FFF2-40B4-BE49-F238E27FC236}">
                    <a16:creationId xmlns:a16="http://schemas.microsoft.com/office/drawing/2014/main" id="{7D407CDA-23B4-A128-3B25-F9F46E71F3FD}"/>
                  </a:ext>
                </a:extLst>
              </p:cNvPr>
              <p:cNvSpPr>
                <a:spLocks noChangeArrowheads="1"/>
              </p:cNvSpPr>
              <p:nvPr/>
            </p:nvSpPr>
            <p:spPr bwMode="auto">
              <a:xfrm>
                <a:off x="1632" y="2833"/>
                <a:ext cx="1759" cy="910"/>
              </a:xfrm>
              <a:prstGeom prst="rect">
                <a:avLst/>
              </a:prstGeom>
              <a:noFill/>
              <a:ln w="792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 Box 1">
            <a:extLst>
              <a:ext uri="{FF2B5EF4-FFF2-40B4-BE49-F238E27FC236}">
                <a16:creationId xmlns:a16="http://schemas.microsoft.com/office/drawing/2014/main" id="{982AFB69-5033-81FA-C062-103D682031A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2531" name="Text Box 2">
            <a:extLst>
              <a:ext uri="{FF2B5EF4-FFF2-40B4-BE49-F238E27FC236}">
                <a16:creationId xmlns:a16="http://schemas.microsoft.com/office/drawing/2014/main" id="{4BE0FCE8-8D73-BFF8-4380-9A6105CB1CA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2691AF-8E8C-49BD-9B7D-E7C61A426188}" type="slidenum">
              <a:rPr lang="en-US" altLang="en-US" sz="1400">
                <a:solidFill>
                  <a:srgbClr val="000000"/>
                </a:solidFill>
              </a:rPr>
              <a:pPr algn="r" eaLnBrk="1" hangingPunct="1">
                <a:buClrTx/>
                <a:buSzPct val="60000"/>
                <a:buFontTx/>
                <a:buNone/>
              </a:pPr>
              <a:t>10</a:t>
            </a:fld>
            <a:endParaRPr lang="en-US" altLang="en-US" sz="1400">
              <a:solidFill>
                <a:srgbClr val="000000"/>
              </a:solidFill>
            </a:endParaRPr>
          </a:p>
        </p:txBody>
      </p:sp>
      <p:sp>
        <p:nvSpPr>
          <p:cNvPr id="22532" name="Text Box 3">
            <a:extLst>
              <a:ext uri="{FF2B5EF4-FFF2-40B4-BE49-F238E27FC236}">
                <a16:creationId xmlns:a16="http://schemas.microsoft.com/office/drawing/2014/main" id="{C53D5715-71D8-02F6-5530-B8CFFD4279E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Codification</a:t>
            </a:r>
          </a:p>
        </p:txBody>
      </p:sp>
      <p:sp>
        <p:nvSpPr>
          <p:cNvPr id="22533" name="Text Box 4">
            <a:extLst>
              <a:ext uri="{FF2B5EF4-FFF2-40B4-BE49-F238E27FC236}">
                <a16:creationId xmlns:a16="http://schemas.microsoft.com/office/drawing/2014/main" id="{78A74C19-5187-616E-6AFE-58BCF4F0D60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534" name="Text Box 5">
            <a:extLst>
              <a:ext uri="{FF2B5EF4-FFF2-40B4-BE49-F238E27FC236}">
                <a16:creationId xmlns:a16="http://schemas.microsoft.com/office/drawing/2014/main" id="{B5C95AE7-D3E8-61B4-41F4-418629A49A9B}"/>
              </a:ext>
            </a:extLst>
          </p:cNvPr>
          <p:cNvSpPr txBox="1">
            <a:spLocks noChangeArrowheads="1"/>
          </p:cNvSpPr>
          <p:nvPr/>
        </p:nvSpPr>
        <p:spPr bwMode="auto">
          <a:xfrm>
            <a:off x="228600" y="1981200"/>
            <a:ext cx="8153400" cy="1201738"/>
          </a:xfrm>
          <a:prstGeom prst="rect">
            <a:avLst/>
          </a:prstGeom>
          <a:solidFill>
            <a:srgbClr val="00E4A8"/>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spcBef>
                <a:spcPts val="1125"/>
              </a:spcBef>
              <a:buClrTx/>
              <a:buSzPct val="60000"/>
              <a:buFontTx/>
              <a:buNone/>
            </a:pPr>
            <a:r>
              <a:rPr lang="en-US" altLang="en-US" b="1">
                <a:solidFill>
                  <a:srgbClr val="000000"/>
                </a:solidFill>
                <a:latin typeface="Courier New" panose="02070309020205020404" pitchFamily="49" charset="0"/>
                <a:cs typeface="Times New Roman" panose="02020603050405020304" pitchFamily="18" charset="0"/>
              </a:rPr>
              <a:t>A</a:t>
            </a:r>
            <a:r>
              <a:rPr lang="en-US" altLang="en-US">
                <a:solidFill>
                  <a:srgbClr val="000000"/>
                </a:solidFill>
                <a:cs typeface="Times New Roman" panose="02020603050405020304" pitchFamily="18" charset="0"/>
              </a:rPr>
              <a:t>	Using 8 bulbs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p>
          <a:p>
            <a:pPr algn="just">
              <a:spcBef>
                <a:spcPts val="1125"/>
              </a:spcBef>
              <a:buClrTx/>
              <a:buSzPct val="60000"/>
              <a:buFontTx/>
              <a:buNone/>
            </a:pPr>
            <a:r>
              <a:rPr lang="en-US" altLang="en-US">
                <a:solidFill>
                  <a:srgbClr val="000000"/>
                </a:solidFill>
                <a:cs typeface="Times New Roman" panose="02020603050405020304" pitchFamily="18" charset="0"/>
              </a:rPr>
              <a:t>	Considering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 0, </a:t>
            </a:r>
            <a:r>
              <a:rPr lang="en-US" altLang="en-US" i="1">
                <a:solidFill>
                  <a:srgbClr val="000000"/>
                </a:solidFill>
                <a:cs typeface="Times New Roman" panose="02020603050405020304" pitchFamily="18" charset="0"/>
              </a:rPr>
              <a:t>on</a:t>
            </a:r>
            <a:r>
              <a:rPr lang="en-US" altLang="en-US">
                <a:solidFill>
                  <a:srgbClr val="000000"/>
                </a:solidFill>
                <a:cs typeface="Times New Roman" panose="02020603050405020304" pitchFamily="18" charset="0"/>
              </a:rPr>
              <a:t> = 1	0    0   0    0   0   0    0   0</a:t>
            </a:r>
          </a:p>
          <a:p>
            <a:pPr>
              <a:spcBef>
                <a:spcPts val="1125"/>
              </a:spcBef>
              <a:buClrTx/>
              <a:buSzPct val="60000"/>
              <a:buFontTx/>
              <a:buNone/>
            </a:pPr>
            <a:endParaRPr lang="en-US" altLang="en-US">
              <a:solidFill>
                <a:srgbClr val="000000"/>
              </a:solidFill>
              <a:cs typeface="Times New Roman" panose="02020603050405020304" pitchFamily="18" charset="0"/>
            </a:endParaRPr>
          </a:p>
        </p:txBody>
      </p:sp>
      <p:sp>
        <p:nvSpPr>
          <p:cNvPr id="22535" name="Text Box 6">
            <a:extLst>
              <a:ext uri="{FF2B5EF4-FFF2-40B4-BE49-F238E27FC236}">
                <a16:creationId xmlns:a16="http://schemas.microsoft.com/office/drawing/2014/main" id="{168403F7-B11A-F39D-8285-9BE4A1037E61}"/>
              </a:ext>
            </a:extLst>
          </p:cNvPr>
          <p:cNvSpPr txBox="1">
            <a:spLocks noChangeArrowheads="1"/>
          </p:cNvSpPr>
          <p:nvPr/>
        </p:nvSpPr>
        <p:spPr bwMode="auto">
          <a:xfrm>
            <a:off x="228600" y="3429000"/>
            <a:ext cx="8153400" cy="1201738"/>
          </a:xfrm>
          <a:prstGeom prst="rect">
            <a:avLst/>
          </a:prstGeom>
          <a:solidFill>
            <a:srgbClr val="FFFF99"/>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spcBef>
                <a:spcPts val="1125"/>
              </a:spcBef>
              <a:buClrTx/>
              <a:buSzPct val="60000"/>
              <a:buFontTx/>
              <a:buNone/>
            </a:pPr>
            <a:r>
              <a:rPr lang="en-US" altLang="en-US" b="1">
                <a:solidFill>
                  <a:srgbClr val="000000"/>
                </a:solidFill>
                <a:latin typeface="Courier New" panose="02070309020205020404" pitchFamily="49" charset="0"/>
                <a:cs typeface="Times New Roman" panose="02020603050405020304" pitchFamily="18" charset="0"/>
              </a:rPr>
              <a:t>B</a:t>
            </a:r>
            <a:r>
              <a:rPr lang="en-US" altLang="en-US">
                <a:solidFill>
                  <a:srgbClr val="000000"/>
                </a:solidFill>
                <a:cs typeface="Times New Roman" panose="02020603050405020304" pitchFamily="18" charset="0"/>
              </a:rPr>
              <a:t>	Using 8 bulbs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on</a:t>
            </a:r>
          </a:p>
          <a:p>
            <a:pPr algn="just">
              <a:spcBef>
                <a:spcPts val="1125"/>
              </a:spcBef>
              <a:buClrTx/>
              <a:buSzPct val="60000"/>
              <a:buFontTx/>
              <a:buNone/>
            </a:pPr>
            <a:r>
              <a:rPr lang="en-US" altLang="en-US">
                <a:solidFill>
                  <a:srgbClr val="000000"/>
                </a:solidFill>
                <a:cs typeface="Times New Roman" panose="02020603050405020304" pitchFamily="18" charset="0"/>
              </a:rPr>
              <a:t>	Considering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 0, </a:t>
            </a:r>
            <a:r>
              <a:rPr lang="en-US" altLang="en-US" i="1">
                <a:solidFill>
                  <a:srgbClr val="000000"/>
                </a:solidFill>
                <a:cs typeface="Times New Roman" panose="02020603050405020304" pitchFamily="18" charset="0"/>
              </a:rPr>
              <a:t>on</a:t>
            </a:r>
            <a:r>
              <a:rPr lang="en-US" altLang="en-US">
                <a:solidFill>
                  <a:srgbClr val="000000"/>
                </a:solidFill>
                <a:cs typeface="Times New Roman" panose="02020603050405020304" pitchFamily="18" charset="0"/>
              </a:rPr>
              <a:t> = 1	0    0   0    0   0   0    0   1</a:t>
            </a:r>
          </a:p>
          <a:p>
            <a:pPr>
              <a:spcBef>
                <a:spcPts val="1125"/>
              </a:spcBef>
              <a:buClrTx/>
              <a:buSzPct val="60000"/>
              <a:buFontTx/>
              <a:buNone/>
            </a:pPr>
            <a:endParaRPr lang="en-US" altLang="en-US">
              <a:solidFill>
                <a:srgbClr val="000000"/>
              </a:solidFill>
              <a:cs typeface="Times New Roman" panose="02020603050405020304" pitchFamily="18" charset="0"/>
            </a:endParaRPr>
          </a:p>
        </p:txBody>
      </p:sp>
      <p:sp>
        <p:nvSpPr>
          <p:cNvPr id="22536" name="Text Box 7">
            <a:extLst>
              <a:ext uri="{FF2B5EF4-FFF2-40B4-BE49-F238E27FC236}">
                <a16:creationId xmlns:a16="http://schemas.microsoft.com/office/drawing/2014/main" id="{7D142BEF-7AF7-04C1-113E-E0624B6FA5AF}"/>
              </a:ext>
            </a:extLst>
          </p:cNvPr>
          <p:cNvSpPr txBox="1">
            <a:spLocks noChangeArrowheads="1"/>
          </p:cNvSpPr>
          <p:nvPr/>
        </p:nvSpPr>
        <p:spPr bwMode="auto">
          <a:xfrm>
            <a:off x="228600" y="4953000"/>
            <a:ext cx="8153400" cy="1201738"/>
          </a:xfrm>
          <a:prstGeom prst="rect">
            <a:avLst/>
          </a:prstGeom>
          <a:solidFill>
            <a:srgbClr val="FF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spcBef>
                <a:spcPts val="1125"/>
              </a:spcBef>
              <a:buClrTx/>
              <a:buSzPct val="60000"/>
              <a:buFontTx/>
              <a:buNone/>
            </a:pPr>
            <a:r>
              <a:rPr lang="en-US" altLang="en-US" b="1">
                <a:solidFill>
                  <a:srgbClr val="000000"/>
                </a:solidFill>
                <a:latin typeface="Courier New" panose="02070309020205020404" pitchFamily="49" charset="0"/>
                <a:cs typeface="Times New Roman" panose="02020603050405020304" pitchFamily="18" charset="0"/>
              </a:rPr>
              <a:t>C</a:t>
            </a:r>
            <a:r>
              <a:rPr lang="en-US" altLang="en-US">
                <a:solidFill>
                  <a:srgbClr val="000000"/>
                </a:solidFill>
                <a:cs typeface="Times New Roman" panose="02020603050405020304" pitchFamily="18" charset="0"/>
              </a:rPr>
              <a:t>	Using 8 bulbs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a:t>
            </a:r>
            <a:r>
              <a:rPr lang="en-US" altLang="en-US" i="1">
                <a:solidFill>
                  <a:srgbClr val="000000"/>
                </a:solidFill>
                <a:cs typeface="Times New Roman" panose="02020603050405020304" pitchFamily="18" charset="0"/>
              </a:rPr>
              <a:t>on off</a:t>
            </a:r>
          </a:p>
          <a:p>
            <a:pPr algn="just">
              <a:spcBef>
                <a:spcPts val="1125"/>
              </a:spcBef>
              <a:buClrTx/>
              <a:buSzPct val="60000"/>
              <a:buFontTx/>
              <a:buNone/>
            </a:pPr>
            <a:r>
              <a:rPr lang="en-US" altLang="en-US">
                <a:solidFill>
                  <a:srgbClr val="000000"/>
                </a:solidFill>
                <a:cs typeface="Times New Roman" panose="02020603050405020304" pitchFamily="18" charset="0"/>
              </a:rPr>
              <a:t>	Considering </a:t>
            </a:r>
            <a:r>
              <a:rPr lang="en-US" altLang="en-US" i="1">
                <a:solidFill>
                  <a:srgbClr val="000000"/>
                </a:solidFill>
                <a:cs typeface="Times New Roman" panose="02020603050405020304" pitchFamily="18" charset="0"/>
              </a:rPr>
              <a:t>off</a:t>
            </a:r>
            <a:r>
              <a:rPr lang="en-US" altLang="en-US">
                <a:solidFill>
                  <a:srgbClr val="000000"/>
                </a:solidFill>
                <a:cs typeface="Times New Roman" panose="02020603050405020304" pitchFamily="18" charset="0"/>
              </a:rPr>
              <a:t> = 0, </a:t>
            </a:r>
            <a:r>
              <a:rPr lang="en-US" altLang="en-US" i="1">
                <a:solidFill>
                  <a:srgbClr val="000000"/>
                </a:solidFill>
                <a:cs typeface="Times New Roman" panose="02020603050405020304" pitchFamily="18" charset="0"/>
              </a:rPr>
              <a:t>on</a:t>
            </a:r>
            <a:r>
              <a:rPr lang="en-US" altLang="en-US">
                <a:solidFill>
                  <a:srgbClr val="000000"/>
                </a:solidFill>
                <a:cs typeface="Times New Roman" panose="02020603050405020304" pitchFamily="18" charset="0"/>
              </a:rPr>
              <a:t> = 1	0    0   0    0   0   0    1   0</a:t>
            </a:r>
          </a:p>
          <a:p>
            <a:pPr>
              <a:spcBef>
                <a:spcPts val="1125"/>
              </a:spcBef>
              <a:buClrTx/>
              <a:buSzPct val="60000"/>
              <a:buFontTx/>
              <a:buNone/>
            </a:pPr>
            <a:endParaRPr lang="en-US" altLang="en-US">
              <a:solidFill>
                <a:srgbClr val="000000"/>
              </a:solidFill>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1">
            <a:extLst>
              <a:ext uri="{FF2B5EF4-FFF2-40B4-BE49-F238E27FC236}">
                <a16:creationId xmlns:a16="http://schemas.microsoft.com/office/drawing/2014/main" id="{D678F5B3-CE80-3A05-A5D0-EDA98D1F6BE0}"/>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Communication Protocols</a:t>
            </a:r>
          </a:p>
        </p:txBody>
      </p:sp>
      <p:sp>
        <p:nvSpPr>
          <p:cNvPr id="24579" name="Text Box 2">
            <a:extLst>
              <a:ext uri="{FF2B5EF4-FFF2-40B4-BE49-F238E27FC236}">
                <a16:creationId xmlns:a16="http://schemas.microsoft.com/office/drawing/2014/main" id="{3FAF1ECC-1935-C26D-868E-478316BD678C}"/>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1">
            <a:extLst>
              <a:ext uri="{FF2B5EF4-FFF2-40B4-BE49-F238E27FC236}">
                <a16:creationId xmlns:a16="http://schemas.microsoft.com/office/drawing/2014/main" id="{4E50CB5B-75EF-5E14-39A8-1E0F093CB04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6627" name="Text Box 2">
            <a:extLst>
              <a:ext uri="{FF2B5EF4-FFF2-40B4-BE49-F238E27FC236}">
                <a16:creationId xmlns:a16="http://schemas.microsoft.com/office/drawing/2014/main" id="{28444155-ADC9-26AB-2916-DE741E7BAC3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8E5DD6F-B9E6-4EC4-A138-801E6E8F06DA}" type="slidenum">
              <a:rPr lang="en-US" altLang="en-US" sz="1400">
                <a:solidFill>
                  <a:srgbClr val="000000"/>
                </a:solidFill>
              </a:rPr>
              <a:pPr algn="r" eaLnBrk="1" hangingPunct="1">
                <a:buClrTx/>
                <a:buSzPct val="60000"/>
                <a:buFontTx/>
                <a:buNone/>
              </a:pPr>
              <a:t>12</a:t>
            </a:fld>
            <a:endParaRPr lang="en-US" altLang="en-US" sz="1400">
              <a:solidFill>
                <a:srgbClr val="000000"/>
              </a:solidFill>
            </a:endParaRPr>
          </a:p>
        </p:txBody>
      </p:sp>
      <p:grpSp>
        <p:nvGrpSpPr>
          <p:cNvPr id="26628" name="Group 3">
            <a:extLst>
              <a:ext uri="{FF2B5EF4-FFF2-40B4-BE49-F238E27FC236}">
                <a16:creationId xmlns:a16="http://schemas.microsoft.com/office/drawing/2014/main" id="{2A8EBE14-AC60-C83F-D3B1-94C1ACCBDB9F}"/>
              </a:ext>
            </a:extLst>
          </p:cNvPr>
          <p:cNvGrpSpPr>
            <a:grpSpLocks/>
          </p:cNvGrpSpPr>
          <p:nvPr/>
        </p:nvGrpSpPr>
        <p:grpSpPr bwMode="auto">
          <a:xfrm>
            <a:off x="762000" y="609600"/>
            <a:ext cx="7923213" cy="5713413"/>
            <a:chOff x="480" y="384"/>
            <a:chExt cx="4991" cy="3599"/>
          </a:xfrm>
        </p:grpSpPr>
        <p:sp>
          <p:nvSpPr>
            <p:cNvPr id="26630" name="Rectangle 4">
              <a:extLst>
                <a:ext uri="{FF2B5EF4-FFF2-40B4-BE49-F238E27FC236}">
                  <a16:creationId xmlns:a16="http://schemas.microsoft.com/office/drawing/2014/main" id="{83FA9A58-6F10-260B-ABBC-52B01621CF2D}"/>
                </a:ext>
              </a:extLst>
            </p:cNvPr>
            <p:cNvSpPr>
              <a:spLocks noChangeArrowheads="1"/>
            </p:cNvSpPr>
            <p:nvPr/>
          </p:nvSpPr>
          <p:spPr bwMode="auto">
            <a:xfrm>
              <a:off x="480" y="384"/>
              <a:ext cx="4991" cy="35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6631" name="Group 5">
              <a:extLst>
                <a:ext uri="{FF2B5EF4-FFF2-40B4-BE49-F238E27FC236}">
                  <a16:creationId xmlns:a16="http://schemas.microsoft.com/office/drawing/2014/main" id="{928BFD69-F1C2-8115-C6BF-1BE22A4162E4}"/>
                </a:ext>
              </a:extLst>
            </p:cNvPr>
            <p:cNvGrpSpPr>
              <a:grpSpLocks/>
            </p:cNvGrpSpPr>
            <p:nvPr/>
          </p:nvGrpSpPr>
          <p:grpSpPr bwMode="auto">
            <a:xfrm>
              <a:off x="649" y="599"/>
              <a:ext cx="2030" cy="1999"/>
              <a:chOff x="649" y="599"/>
              <a:chExt cx="2030" cy="1999"/>
            </a:xfrm>
          </p:grpSpPr>
          <p:sp>
            <p:nvSpPr>
              <p:cNvPr id="26653" name="Rectangle 6">
                <a:extLst>
                  <a:ext uri="{FF2B5EF4-FFF2-40B4-BE49-F238E27FC236}">
                    <a16:creationId xmlns:a16="http://schemas.microsoft.com/office/drawing/2014/main" id="{F357FC1A-DF28-192F-8EED-EE689915FC53}"/>
                  </a:ext>
                </a:extLst>
              </p:cNvPr>
              <p:cNvSpPr>
                <a:spLocks noChangeArrowheads="1"/>
              </p:cNvSpPr>
              <p:nvPr/>
            </p:nvSpPr>
            <p:spPr bwMode="auto">
              <a:xfrm>
                <a:off x="649" y="599"/>
                <a:ext cx="2030" cy="19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654" name="Text Box 7">
                <a:extLst>
                  <a:ext uri="{FF2B5EF4-FFF2-40B4-BE49-F238E27FC236}">
                    <a16:creationId xmlns:a16="http://schemas.microsoft.com/office/drawing/2014/main" id="{60007936-7721-836F-B9D5-CCC6C9130F0E}"/>
                  </a:ext>
                </a:extLst>
              </p:cNvPr>
              <p:cNvSpPr txBox="1">
                <a:spLocks noChangeArrowheads="1"/>
              </p:cNvSpPr>
              <p:nvPr/>
            </p:nvSpPr>
            <p:spPr bwMode="auto">
              <a:xfrm>
                <a:off x="818" y="687"/>
                <a:ext cx="1691" cy="182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IDEAS  (World War)</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TRANSLATION (English/French)</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SESSION MANAGEMENT</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MESSAGE  (1, 2, 3, … M)</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SENTENCES (1, 2, 3, … M)</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LINK CONTROL </a:t>
                </a:r>
              </a:p>
              <a:p>
                <a:pPr algn="ctr">
                  <a:buClrTx/>
                  <a:buSzPct val="60000"/>
                  <a:buFontTx/>
                  <a:buNone/>
                </a:pPr>
                <a:r>
                  <a:rPr lang="en-US" altLang="en-US" sz="1200" b="1">
                    <a:solidFill>
                      <a:srgbClr val="000000"/>
                    </a:solidFill>
                    <a:latin typeface="Times New Roman" panose="02020603050405020304" pitchFamily="18" charset="0"/>
                  </a:rPr>
                  <a:t>(Who speaks when)</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PHYSICAL (Signals)</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p:txBody>
          </p:sp>
          <p:sp>
            <p:nvSpPr>
              <p:cNvPr id="26655" name="Line 8">
                <a:extLst>
                  <a:ext uri="{FF2B5EF4-FFF2-40B4-BE49-F238E27FC236}">
                    <a16:creationId xmlns:a16="http://schemas.microsoft.com/office/drawing/2014/main" id="{86652DB9-CE99-7C7D-B1C3-1453BB3D8B59}"/>
                  </a:ext>
                </a:extLst>
              </p:cNvPr>
              <p:cNvSpPr>
                <a:spLocks noChangeShapeType="1"/>
              </p:cNvSpPr>
              <p:nvPr/>
            </p:nvSpPr>
            <p:spPr bwMode="auto">
              <a:xfrm>
                <a:off x="818" y="865"/>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6" name="Line 9">
                <a:extLst>
                  <a:ext uri="{FF2B5EF4-FFF2-40B4-BE49-F238E27FC236}">
                    <a16:creationId xmlns:a16="http://schemas.microsoft.com/office/drawing/2014/main" id="{C48ABE6C-11FE-456A-721F-0D76F2526D3D}"/>
                  </a:ext>
                </a:extLst>
              </p:cNvPr>
              <p:cNvSpPr>
                <a:spLocks noChangeShapeType="1"/>
              </p:cNvSpPr>
              <p:nvPr/>
            </p:nvSpPr>
            <p:spPr bwMode="auto">
              <a:xfrm>
                <a:off x="818" y="1132"/>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7" name="Line 10">
                <a:extLst>
                  <a:ext uri="{FF2B5EF4-FFF2-40B4-BE49-F238E27FC236}">
                    <a16:creationId xmlns:a16="http://schemas.microsoft.com/office/drawing/2014/main" id="{FC743611-033A-3233-E79E-8E6A59C52733}"/>
                  </a:ext>
                </a:extLst>
              </p:cNvPr>
              <p:cNvSpPr>
                <a:spLocks noChangeShapeType="1"/>
              </p:cNvSpPr>
              <p:nvPr/>
            </p:nvSpPr>
            <p:spPr bwMode="auto">
              <a:xfrm>
                <a:off x="818" y="1399"/>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8" name="Line 11">
                <a:extLst>
                  <a:ext uri="{FF2B5EF4-FFF2-40B4-BE49-F238E27FC236}">
                    <a16:creationId xmlns:a16="http://schemas.microsoft.com/office/drawing/2014/main" id="{D99ECE6D-AAE5-DA77-3300-04F9AD53940A}"/>
                  </a:ext>
                </a:extLst>
              </p:cNvPr>
              <p:cNvSpPr>
                <a:spLocks noChangeShapeType="1"/>
              </p:cNvSpPr>
              <p:nvPr/>
            </p:nvSpPr>
            <p:spPr bwMode="auto">
              <a:xfrm>
                <a:off x="818" y="1665"/>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9" name="Line 12">
                <a:extLst>
                  <a:ext uri="{FF2B5EF4-FFF2-40B4-BE49-F238E27FC236}">
                    <a16:creationId xmlns:a16="http://schemas.microsoft.com/office/drawing/2014/main" id="{948297F5-2BB2-E16E-9E6B-6752B6FF1421}"/>
                  </a:ext>
                </a:extLst>
              </p:cNvPr>
              <p:cNvSpPr>
                <a:spLocks noChangeShapeType="1"/>
              </p:cNvSpPr>
              <p:nvPr/>
            </p:nvSpPr>
            <p:spPr bwMode="auto">
              <a:xfrm>
                <a:off x="818" y="1976"/>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60" name="Line 13">
                <a:extLst>
                  <a:ext uri="{FF2B5EF4-FFF2-40B4-BE49-F238E27FC236}">
                    <a16:creationId xmlns:a16="http://schemas.microsoft.com/office/drawing/2014/main" id="{A24DED49-73D8-96AE-6509-069986F6638F}"/>
                  </a:ext>
                </a:extLst>
              </p:cNvPr>
              <p:cNvSpPr>
                <a:spLocks noChangeShapeType="1"/>
              </p:cNvSpPr>
              <p:nvPr/>
            </p:nvSpPr>
            <p:spPr bwMode="auto">
              <a:xfrm>
                <a:off x="818" y="2243"/>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grpSp>
          <p:nvGrpSpPr>
            <p:cNvPr id="26632" name="Group 14">
              <a:extLst>
                <a:ext uri="{FF2B5EF4-FFF2-40B4-BE49-F238E27FC236}">
                  <a16:creationId xmlns:a16="http://schemas.microsoft.com/office/drawing/2014/main" id="{34D969C1-73FA-C3EA-590D-89CF779AF1D9}"/>
                </a:ext>
              </a:extLst>
            </p:cNvPr>
            <p:cNvGrpSpPr>
              <a:grpSpLocks/>
            </p:cNvGrpSpPr>
            <p:nvPr/>
          </p:nvGrpSpPr>
          <p:grpSpPr bwMode="auto">
            <a:xfrm>
              <a:off x="3188" y="599"/>
              <a:ext cx="2030" cy="1999"/>
              <a:chOff x="3188" y="599"/>
              <a:chExt cx="2030" cy="1999"/>
            </a:xfrm>
          </p:grpSpPr>
          <p:sp>
            <p:nvSpPr>
              <p:cNvPr id="26645" name="Rectangle 15">
                <a:extLst>
                  <a:ext uri="{FF2B5EF4-FFF2-40B4-BE49-F238E27FC236}">
                    <a16:creationId xmlns:a16="http://schemas.microsoft.com/office/drawing/2014/main" id="{FEC36A4E-A270-FBCB-36DF-CE23FDA0C7F8}"/>
                  </a:ext>
                </a:extLst>
              </p:cNvPr>
              <p:cNvSpPr>
                <a:spLocks noChangeArrowheads="1"/>
              </p:cNvSpPr>
              <p:nvPr/>
            </p:nvSpPr>
            <p:spPr bwMode="auto">
              <a:xfrm>
                <a:off x="3188" y="599"/>
                <a:ext cx="2030" cy="19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646" name="Text Box 16">
                <a:extLst>
                  <a:ext uri="{FF2B5EF4-FFF2-40B4-BE49-F238E27FC236}">
                    <a16:creationId xmlns:a16="http://schemas.microsoft.com/office/drawing/2014/main" id="{47007FCB-8F5D-F50E-CA6A-838984511F14}"/>
                  </a:ext>
                </a:extLst>
              </p:cNvPr>
              <p:cNvSpPr txBox="1">
                <a:spLocks noChangeArrowheads="1"/>
              </p:cNvSpPr>
              <p:nvPr/>
            </p:nvSpPr>
            <p:spPr bwMode="auto">
              <a:xfrm>
                <a:off x="3357" y="687"/>
                <a:ext cx="1691" cy="182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IDEAS (World War)</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TRANSLATION (English/French)</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SESSION MANAGEMENT</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MESSAGE  (1, 2, 3, … M)</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SENTENCES   (1, 2, 3, … M)</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LINK CONTROL</a:t>
                </a:r>
              </a:p>
              <a:p>
                <a:pPr algn="ctr">
                  <a:buClrTx/>
                  <a:buSzPct val="60000"/>
                  <a:buFontTx/>
                  <a:buNone/>
                </a:pPr>
                <a:r>
                  <a:rPr lang="en-US" altLang="en-US" sz="1200" b="1">
                    <a:solidFill>
                      <a:srgbClr val="000000"/>
                    </a:solidFill>
                    <a:latin typeface="Times New Roman" panose="02020603050405020304" pitchFamily="18" charset="0"/>
                  </a:rPr>
                  <a:t> (Who speaks when)</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PHYSICAL  (Signals)</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p:txBody>
          </p:sp>
          <p:sp>
            <p:nvSpPr>
              <p:cNvPr id="26647" name="Line 17">
                <a:extLst>
                  <a:ext uri="{FF2B5EF4-FFF2-40B4-BE49-F238E27FC236}">
                    <a16:creationId xmlns:a16="http://schemas.microsoft.com/office/drawing/2014/main" id="{3D594AAE-ED29-A6AF-F64F-11E8D25061C3}"/>
                  </a:ext>
                </a:extLst>
              </p:cNvPr>
              <p:cNvSpPr>
                <a:spLocks noChangeShapeType="1"/>
              </p:cNvSpPr>
              <p:nvPr/>
            </p:nvSpPr>
            <p:spPr bwMode="auto">
              <a:xfrm>
                <a:off x="3357" y="865"/>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48" name="Line 18">
                <a:extLst>
                  <a:ext uri="{FF2B5EF4-FFF2-40B4-BE49-F238E27FC236}">
                    <a16:creationId xmlns:a16="http://schemas.microsoft.com/office/drawing/2014/main" id="{D34B2AB6-67E4-B9D4-E122-3C84D8FCD6AA}"/>
                  </a:ext>
                </a:extLst>
              </p:cNvPr>
              <p:cNvSpPr>
                <a:spLocks noChangeShapeType="1"/>
              </p:cNvSpPr>
              <p:nvPr/>
            </p:nvSpPr>
            <p:spPr bwMode="auto">
              <a:xfrm>
                <a:off x="3357" y="1132"/>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49" name="Line 19">
                <a:extLst>
                  <a:ext uri="{FF2B5EF4-FFF2-40B4-BE49-F238E27FC236}">
                    <a16:creationId xmlns:a16="http://schemas.microsoft.com/office/drawing/2014/main" id="{0B32D6A0-6E4D-5573-841D-6BD5ADC7CA43}"/>
                  </a:ext>
                </a:extLst>
              </p:cNvPr>
              <p:cNvSpPr>
                <a:spLocks noChangeShapeType="1"/>
              </p:cNvSpPr>
              <p:nvPr/>
            </p:nvSpPr>
            <p:spPr bwMode="auto">
              <a:xfrm>
                <a:off x="3357" y="1399"/>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0" name="Line 20">
                <a:extLst>
                  <a:ext uri="{FF2B5EF4-FFF2-40B4-BE49-F238E27FC236}">
                    <a16:creationId xmlns:a16="http://schemas.microsoft.com/office/drawing/2014/main" id="{ED710097-FD45-2DC7-93D9-257EF4CD3082}"/>
                  </a:ext>
                </a:extLst>
              </p:cNvPr>
              <p:cNvSpPr>
                <a:spLocks noChangeShapeType="1"/>
              </p:cNvSpPr>
              <p:nvPr/>
            </p:nvSpPr>
            <p:spPr bwMode="auto">
              <a:xfrm>
                <a:off x="3357" y="1665"/>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1" name="Line 21">
                <a:extLst>
                  <a:ext uri="{FF2B5EF4-FFF2-40B4-BE49-F238E27FC236}">
                    <a16:creationId xmlns:a16="http://schemas.microsoft.com/office/drawing/2014/main" id="{42009B91-1685-5B50-78B7-D4CD72D7361E}"/>
                  </a:ext>
                </a:extLst>
              </p:cNvPr>
              <p:cNvSpPr>
                <a:spLocks noChangeShapeType="1"/>
              </p:cNvSpPr>
              <p:nvPr/>
            </p:nvSpPr>
            <p:spPr bwMode="auto">
              <a:xfrm>
                <a:off x="3357" y="1976"/>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52" name="Line 22">
                <a:extLst>
                  <a:ext uri="{FF2B5EF4-FFF2-40B4-BE49-F238E27FC236}">
                    <a16:creationId xmlns:a16="http://schemas.microsoft.com/office/drawing/2014/main" id="{4E7F6108-2D24-9BEA-B871-59E3CF88F51A}"/>
                  </a:ext>
                </a:extLst>
              </p:cNvPr>
              <p:cNvSpPr>
                <a:spLocks noChangeShapeType="1"/>
              </p:cNvSpPr>
              <p:nvPr/>
            </p:nvSpPr>
            <p:spPr bwMode="auto">
              <a:xfrm>
                <a:off x="3357" y="2243"/>
                <a:ext cx="16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graphicFrame>
          <p:nvGraphicFramePr>
            <p:cNvPr id="26633" name="Object 23">
              <a:extLst>
                <a:ext uri="{FF2B5EF4-FFF2-40B4-BE49-F238E27FC236}">
                  <a16:creationId xmlns:a16="http://schemas.microsoft.com/office/drawing/2014/main" id="{6DEF83EB-3340-9EC7-7EFE-2590634E9C85}"/>
                </a:ext>
              </a:extLst>
            </p:cNvPr>
            <p:cNvGraphicFramePr>
              <a:graphicFrameLocks noChangeAspect="1"/>
            </p:cNvGraphicFramePr>
            <p:nvPr/>
          </p:nvGraphicFramePr>
          <p:xfrm>
            <a:off x="818" y="2777"/>
            <a:ext cx="1629" cy="769"/>
          </p:xfrm>
          <a:graphic>
            <a:graphicData uri="http://schemas.openxmlformats.org/presentationml/2006/ole">
              <mc:AlternateContent xmlns:mc="http://schemas.openxmlformats.org/markup-compatibility/2006">
                <mc:Choice xmlns:v="urn:schemas-microsoft-com:vml" Requires="v">
                  <p:oleObj r:id="rId3" imgW="1760756" imgH="1585415" progId="">
                    <p:embed/>
                  </p:oleObj>
                </mc:Choice>
                <mc:Fallback>
                  <p:oleObj r:id="rId3" imgW="1760756" imgH="1585415" progId="">
                    <p:embed/>
                    <p:pic>
                      <p:nvPicPr>
                        <p:cNvPr id="0" name="Object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8" y="2777"/>
                          <a:ext cx="1629" cy="769"/>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6634" name="Line 24">
              <a:extLst>
                <a:ext uri="{FF2B5EF4-FFF2-40B4-BE49-F238E27FC236}">
                  <a16:creationId xmlns:a16="http://schemas.microsoft.com/office/drawing/2014/main" id="{050524E0-34F7-5B04-6DCF-C1E371370C1F}"/>
                </a:ext>
              </a:extLst>
            </p:cNvPr>
            <p:cNvSpPr>
              <a:spLocks noChangeShapeType="1"/>
            </p:cNvSpPr>
            <p:nvPr/>
          </p:nvSpPr>
          <p:spPr bwMode="auto">
            <a:xfrm>
              <a:off x="3799" y="3136"/>
              <a:ext cx="76" cy="40"/>
            </a:xfrm>
            <a:prstGeom prst="line">
              <a:avLst/>
            </a:prstGeom>
            <a:noFill/>
            <a:ln w="9525" cap="sq">
              <a:solidFill>
                <a:srgbClr val="FFFF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35" name="Line 25">
              <a:extLst>
                <a:ext uri="{FF2B5EF4-FFF2-40B4-BE49-F238E27FC236}">
                  <a16:creationId xmlns:a16="http://schemas.microsoft.com/office/drawing/2014/main" id="{01AA4823-533B-F7A3-7D3B-CECBB11CEAAB}"/>
                </a:ext>
              </a:extLst>
            </p:cNvPr>
            <p:cNvSpPr>
              <a:spLocks noChangeShapeType="1"/>
            </p:cNvSpPr>
            <p:nvPr/>
          </p:nvSpPr>
          <p:spPr bwMode="auto">
            <a:xfrm>
              <a:off x="3513" y="3031"/>
              <a:ext cx="99" cy="28"/>
            </a:xfrm>
            <a:prstGeom prst="line">
              <a:avLst/>
            </a:prstGeom>
            <a:noFill/>
            <a:ln w="9525" cap="sq">
              <a:solidFill>
                <a:srgbClr val="FFFF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36" name="Freeform 26">
              <a:extLst>
                <a:ext uri="{FF2B5EF4-FFF2-40B4-BE49-F238E27FC236}">
                  <a16:creationId xmlns:a16="http://schemas.microsoft.com/office/drawing/2014/main" id="{D8483AD3-E904-C947-C1DF-EA63F8D6949E}"/>
                </a:ext>
              </a:extLst>
            </p:cNvPr>
            <p:cNvSpPr>
              <a:spLocks noChangeArrowheads="1"/>
            </p:cNvSpPr>
            <p:nvPr/>
          </p:nvSpPr>
          <p:spPr bwMode="auto">
            <a:xfrm>
              <a:off x="3626" y="3118"/>
              <a:ext cx="57" cy="30"/>
            </a:xfrm>
            <a:custGeom>
              <a:avLst/>
              <a:gdLst>
                <a:gd name="T0" fmla="*/ 57 w 99"/>
                <a:gd name="T1" fmla="*/ 30 h 100"/>
                <a:gd name="T2" fmla="*/ 57 w 99"/>
                <a:gd name="T3" fmla="*/ 30 h 100"/>
                <a:gd name="T4" fmla="*/ 55 w 99"/>
                <a:gd name="T5" fmla="*/ 24 h 100"/>
                <a:gd name="T6" fmla="*/ 52 w 99"/>
                <a:gd name="T7" fmla="*/ 19 h 100"/>
                <a:gd name="T8" fmla="*/ 47 w 99"/>
                <a:gd name="T9" fmla="*/ 14 h 100"/>
                <a:gd name="T10" fmla="*/ 40 w 99"/>
                <a:gd name="T11" fmla="*/ 9 h 100"/>
                <a:gd name="T12" fmla="*/ 31 w 99"/>
                <a:gd name="T13" fmla="*/ 5 h 100"/>
                <a:gd name="T14" fmla="*/ 21 w 99"/>
                <a:gd name="T15" fmla="*/ 3 h 100"/>
                <a:gd name="T16" fmla="*/ 11 w 99"/>
                <a:gd name="T17" fmla="*/ 1 h 100"/>
                <a:gd name="T18" fmla="*/ 0 w 99"/>
                <a:gd name="T19" fmla="*/ 0 h 100"/>
                <a:gd name="T20" fmla="*/ 0 w 99"/>
                <a:gd name="T21" fmla="*/ 5 h 100"/>
                <a:gd name="T22" fmla="*/ 11 w 99"/>
                <a:gd name="T23" fmla="*/ 5 h 100"/>
                <a:gd name="T24" fmla="*/ 20 w 99"/>
                <a:gd name="T25" fmla="*/ 6 h 100"/>
                <a:gd name="T26" fmla="*/ 28 w 99"/>
                <a:gd name="T27" fmla="*/ 9 h 100"/>
                <a:gd name="T28" fmla="*/ 35 w 99"/>
                <a:gd name="T29" fmla="*/ 11 h 100"/>
                <a:gd name="T30" fmla="*/ 40 w 99"/>
                <a:gd name="T31" fmla="*/ 15 h 100"/>
                <a:gd name="T32" fmla="*/ 45 w 99"/>
                <a:gd name="T33" fmla="*/ 20 h 100"/>
                <a:gd name="T34" fmla="*/ 49 w 99"/>
                <a:gd name="T35" fmla="*/ 24 h 100"/>
                <a:gd name="T36" fmla="*/ 49 w 99"/>
                <a:gd name="T37" fmla="*/ 30 h 100"/>
                <a:gd name="T38" fmla="*/ 49 w 99"/>
                <a:gd name="T39" fmla="*/ 30 h 100"/>
                <a:gd name="T40" fmla="*/ 57 w 99"/>
                <a:gd name="T41" fmla="*/ 30 h 1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9"/>
                <a:gd name="T64" fmla="*/ 0 h 100"/>
                <a:gd name="T65" fmla="*/ 99 w 99"/>
                <a:gd name="T66" fmla="*/ 100 h 10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9" h="100">
                  <a:moveTo>
                    <a:pt x="99" y="100"/>
                  </a:moveTo>
                  <a:lnTo>
                    <a:pt x="99" y="100"/>
                  </a:lnTo>
                  <a:lnTo>
                    <a:pt x="96" y="81"/>
                  </a:lnTo>
                  <a:lnTo>
                    <a:pt x="90" y="62"/>
                  </a:lnTo>
                  <a:lnTo>
                    <a:pt x="82" y="45"/>
                  </a:lnTo>
                  <a:lnTo>
                    <a:pt x="69" y="29"/>
                  </a:lnTo>
                  <a:lnTo>
                    <a:pt x="54" y="18"/>
                  </a:lnTo>
                  <a:lnTo>
                    <a:pt x="37" y="9"/>
                  </a:lnTo>
                  <a:lnTo>
                    <a:pt x="19" y="3"/>
                  </a:lnTo>
                  <a:lnTo>
                    <a:pt x="0" y="0"/>
                  </a:lnTo>
                  <a:lnTo>
                    <a:pt x="0" y="15"/>
                  </a:lnTo>
                  <a:lnTo>
                    <a:pt x="19" y="15"/>
                  </a:lnTo>
                  <a:lnTo>
                    <a:pt x="34" y="21"/>
                  </a:lnTo>
                  <a:lnTo>
                    <a:pt x="49" y="29"/>
                  </a:lnTo>
                  <a:lnTo>
                    <a:pt x="60" y="38"/>
                  </a:lnTo>
                  <a:lnTo>
                    <a:pt x="70" y="51"/>
                  </a:lnTo>
                  <a:lnTo>
                    <a:pt x="79" y="65"/>
                  </a:lnTo>
                  <a:lnTo>
                    <a:pt x="85" y="81"/>
                  </a:lnTo>
                  <a:lnTo>
                    <a:pt x="85" y="100"/>
                  </a:lnTo>
                  <a:lnTo>
                    <a:pt x="99" y="100"/>
                  </a:lnTo>
                  <a:close/>
                </a:path>
              </a:pathLst>
            </a:custGeom>
            <a:solidFill>
              <a:srgbClr val="FFFFFF"/>
            </a:solidFill>
            <a:ln>
              <a:noFill/>
            </a:ln>
            <a:effectLst/>
            <a:extLs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637" name="Freeform 27">
              <a:extLst>
                <a:ext uri="{FF2B5EF4-FFF2-40B4-BE49-F238E27FC236}">
                  <a16:creationId xmlns:a16="http://schemas.microsoft.com/office/drawing/2014/main" id="{E43328B1-6488-3489-35EE-7F6D7CD2A157}"/>
                </a:ext>
              </a:extLst>
            </p:cNvPr>
            <p:cNvSpPr>
              <a:spLocks noChangeArrowheads="1"/>
            </p:cNvSpPr>
            <p:nvPr/>
          </p:nvSpPr>
          <p:spPr bwMode="auto">
            <a:xfrm>
              <a:off x="3626" y="3149"/>
              <a:ext cx="57" cy="29"/>
            </a:xfrm>
            <a:custGeom>
              <a:avLst/>
              <a:gdLst>
                <a:gd name="T0" fmla="*/ 0 w 99"/>
                <a:gd name="T1" fmla="*/ 29 h 98"/>
                <a:gd name="T2" fmla="*/ 0 w 99"/>
                <a:gd name="T3" fmla="*/ 29 h 98"/>
                <a:gd name="T4" fmla="*/ 11 w 99"/>
                <a:gd name="T5" fmla="*/ 28 h 98"/>
                <a:gd name="T6" fmla="*/ 21 w 99"/>
                <a:gd name="T7" fmla="*/ 26 h 98"/>
                <a:gd name="T8" fmla="*/ 31 w 99"/>
                <a:gd name="T9" fmla="*/ 24 h 98"/>
                <a:gd name="T10" fmla="*/ 40 w 99"/>
                <a:gd name="T11" fmla="*/ 20 h 98"/>
                <a:gd name="T12" fmla="*/ 47 w 99"/>
                <a:gd name="T13" fmla="*/ 16 h 98"/>
                <a:gd name="T14" fmla="*/ 52 w 99"/>
                <a:gd name="T15" fmla="*/ 12 h 98"/>
                <a:gd name="T16" fmla="*/ 55 w 99"/>
                <a:gd name="T17" fmla="*/ 5 h 98"/>
                <a:gd name="T18" fmla="*/ 57 w 99"/>
                <a:gd name="T19" fmla="*/ 0 h 98"/>
                <a:gd name="T20" fmla="*/ 49 w 99"/>
                <a:gd name="T21" fmla="*/ 0 h 98"/>
                <a:gd name="T22" fmla="*/ 49 w 99"/>
                <a:gd name="T23" fmla="*/ 5 h 98"/>
                <a:gd name="T24" fmla="*/ 45 w 99"/>
                <a:gd name="T25" fmla="*/ 10 h 98"/>
                <a:gd name="T26" fmla="*/ 40 w 99"/>
                <a:gd name="T27" fmla="*/ 14 h 98"/>
                <a:gd name="T28" fmla="*/ 35 w 99"/>
                <a:gd name="T29" fmla="*/ 18 h 98"/>
                <a:gd name="T30" fmla="*/ 28 w 99"/>
                <a:gd name="T31" fmla="*/ 20 h 98"/>
                <a:gd name="T32" fmla="*/ 20 w 99"/>
                <a:gd name="T33" fmla="*/ 23 h 98"/>
                <a:gd name="T34" fmla="*/ 11 w 99"/>
                <a:gd name="T35" fmla="*/ 25 h 98"/>
                <a:gd name="T36" fmla="*/ 0 w 99"/>
                <a:gd name="T37" fmla="*/ 25 h 98"/>
                <a:gd name="T38" fmla="*/ 0 w 99"/>
                <a:gd name="T39" fmla="*/ 25 h 98"/>
                <a:gd name="T40" fmla="*/ 0 w 99"/>
                <a:gd name="T41" fmla="*/ 29 h 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9"/>
                <a:gd name="T64" fmla="*/ 0 h 98"/>
                <a:gd name="T65" fmla="*/ 99 w 99"/>
                <a:gd name="T66" fmla="*/ 98 h 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9" h="98">
                  <a:moveTo>
                    <a:pt x="0" y="98"/>
                  </a:moveTo>
                  <a:lnTo>
                    <a:pt x="0" y="98"/>
                  </a:lnTo>
                  <a:lnTo>
                    <a:pt x="19" y="95"/>
                  </a:lnTo>
                  <a:lnTo>
                    <a:pt x="37" y="89"/>
                  </a:lnTo>
                  <a:lnTo>
                    <a:pt x="54" y="80"/>
                  </a:lnTo>
                  <a:lnTo>
                    <a:pt x="69" y="69"/>
                  </a:lnTo>
                  <a:lnTo>
                    <a:pt x="82" y="53"/>
                  </a:lnTo>
                  <a:lnTo>
                    <a:pt x="90" y="39"/>
                  </a:lnTo>
                  <a:lnTo>
                    <a:pt x="96" y="18"/>
                  </a:lnTo>
                  <a:lnTo>
                    <a:pt x="99" y="0"/>
                  </a:lnTo>
                  <a:lnTo>
                    <a:pt x="85" y="0"/>
                  </a:lnTo>
                  <a:lnTo>
                    <a:pt x="85" y="18"/>
                  </a:lnTo>
                  <a:lnTo>
                    <a:pt x="79" y="33"/>
                  </a:lnTo>
                  <a:lnTo>
                    <a:pt x="70" y="47"/>
                  </a:lnTo>
                  <a:lnTo>
                    <a:pt x="60" y="60"/>
                  </a:lnTo>
                  <a:lnTo>
                    <a:pt x="49" y="69"/>
                  </a:lnTo>
                  <a:lnTo>
                    <a:pt x="34" y="77"/>
                  </a:lnTo>
                  <a:lnTo>
                    <a:pt x="19" y="83"/>
                  </a:lnTo>
                  <a:lnTo>
                    <a:pt x="0" y="83"/>
                  </a:lnTo>
                  <a:lnTo>
                    <a:pt x="0" y="98"/>
                  </a:lnTo>
                  <a:close/>
                </a:path>
              </a:pathLst>
            </a:custGeom>
            <a:solidFill>
              <a:srgbClr val="FFFFFF"/>
            </a:solidFill>
            <a:ln>
              <a:noFill/>
            </a:ln>
            <a:effectLst/>
            <a:extLs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638" name="Freeform 28">
              <a:extLst>
                <a:ext uri="{FF2B5EF4-FFF2-40B4-BE49-F238E27FC236}">
                  <a16:creationId xmlns:a16="http://schemas.microsoft.com/office/drawing/2014/main" id="{D4164E82-DF8D-0413-7275-524A7F5C4F6F}"/>
                </a:ext>
              </a:extLst>
            </p:cNvPr>
            <p:cNvSpPr>
              <a:spLocks noChangeArrowheads="1"/>
            </p:cNvSpPr>
            <p:nvPr/>
          </p:nvSpPr>
          <p:spPr bwMode="auto">
            <a:xfrm>
              <a:off x="3569" y="3149"/>
              <a:ext cx="56" cy="29"/>
            </a:xfrm>
            <a:custGeom>
              <a:avLst/>
              <a:gdLst>
                <a:gd name="T0" fmla="*/ 0 w 98"/>
                <a:gd name="T1" fmla="*/ 0 h 98"/>
                <a:gd name="T2" fmla="*/ 0 w 98"/>
                <a:gd name="T3" fmla="*/ 0 h 98"/>
                <a:gd name="T4" fmla="*/ 2 w 98"/>
                <a:gd name="T5" fmla="*/ 5 h 98"/>
                <a:gd name="T6" fmla="*/ 5 w 98"/>
                <a:gd name="T7" fmla="*/ 12 h 98"/>
                <a:gd name="T8" fmla="*/ 10 w 98"/>
                <a:gd name="T9" fmla="*/ 16 h 98"/>
                <a:gd name="T10" fmla="*/ 17 w 98"/>
                <a:gd name="T11" fmla="*/ 20 h 98"/>
                <a:gd name="T12" fmla="*/ 26 w 98"/>
                <a:gd name="T13" fmla="*/ 24 h 98"/>
                <a:gd name="T14" fmla="*/ 34 w 98"/>
                <a:gd name="T15" fmla="*/ 26 h 98"/>
                <a:gd name="T16" fmla="*/ 45 w 98"/>
                <a:gd name="T17" fmla="*/ 28 h 98"/>
                <a:gd name="T18" fmla="*/ 56 w 98"/>
                <a:gd name="T19" fmla="*/ 29 h 98"/>
                <a:gd name="T20" fmla="*/ 56 w 98"/>
                <a:gd name="T21" fmla="*/ 25 h 98"/>
                <a:gd name="T22" fmla="*/ 45 w 98"/>
                <a:gd name="T23" fmla="*/ 25 h 98"/>
                <a:gd name="T24" fmla="*/ 37 w 98"/>
                <a:gd name="T25" fmla="*/ 23 h 98"/>
                <a:gd name="T26" fmla="*/ 29 w 98"/>
                <a:gd name="T27" fmla="*/ 20 h 98"/>
                <a:gd name="T28" fmla="*/ 21 w 98"/>
                <a:gd name="T29" fmla="*/ 18 h 98"/>
                <a:gd name="T30" fmla="*/ 17 w 98"/>
                <a:gd name="T31" fmla="*/ 14 h 98"/>
                <a:gd name="T32" fmla="*/ 11 w 98"/>
                <a:gd name="T33" fmla="*/ 10 h 98"/>
                <a:gd name="T34" fmla="*/ 8 w 98"/>
                <a:gd name="T35" fmla="*/ 5 h 98"/>
                <a:gd name="T36" fmla="*/ 8 w 98"/>
                <a:gd name="T37" fmla="*/ 0 h 98"/>
                <a:gd name="T38" fmla="*/ 8 w 98"/>
                <a:gd name="T39" fmla="*/ 0 h 98"/>
                <a:gd name="T40" fmla="*/ 0 w 98"/>
                <a:gd name="T41" fmla="*/ 0 h 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98"/>
                <a:gd name="T65" fmla="*/ 98 w 98"/>
                <a:gd name="T66" fmla="*/ 98 h 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98">
                  <a:moveTo>
                    <a:pt x="0" y="0"/>
                  </a:moveTo>
                  <a:lnTo>
                    <a:pt x="0" y="0"/>
                  </a:lnTo>
                  <a:lnTo>
                    <a:pt x="3" y="18"/>
                  </a:lnTo>
                  <a:lnTo>
                    <a:pt x="9" y="39"/>
                  </a:lnTo>
                  <a:lnTo>
                    <a:pt x="17" y="53"/>
                  </a:lnTo>
                  <a:lnTo>
                    <a:pt x="29" y="69"/>
                  </a:lnTo>
                  <a:lnTo>
                    <a:pt x="45" y="80"/>
                  </a:lnTo>
                  <a:lnTo>
                    <a:pt x="59" y="89"/>
                  </a:lnTo>
                  <a:lnTo>
                    <a:pt x="79" y="95"/>
                  </a:lnTo>
                  <a:lnTo>
                    <a:pt x="98" y="98"/>
                  </a:lnTo>
                  <a:lnTo>
                    <a:pt x="98" y="83"/>
                  </a:lnTo>
                  <a:lnTo>
                    <a:pt x="79" y="83"/>
                  </a:lnTo>
                  <a:lnTo>
                    <a:pt x="65" y="77"/>
                  </a:lnTo>
                  <a:lnTo>
                    <a:pt x="50" y="69"/>
                  </a:lnTo>
                  <a:lnTo>
                    <a:pt x="37" y="60"/>
                  </a:lnTo>
                  <a:lnTo>
                    <a:pt x="29" y="47"/>
                  </a:lnTo>
                  <a:lnTo>
                    <a:pt x="20" y="33"/>
                  </a:lnTo>
                  <a:lnTo>
                    <a:pt x="14" y="18"/>
                  </a:lnTo>
                  <a:lnTo>
                    <a:pt x="14" y="0"/>
                  </a:lnTo>
                  <a:lnTo>
                    <a:pt x="0" y="0"/>
                  </a:lnTo>
                  <a:close/>
                </a:path>
              </a:pathLst>
            </a:custGeom>
            <a:solidFill>
              <a:srgbClr val="FFFFFF"/>
            </a:solidFill>
            <a:ln>
              <a:noFill/>
            </a:ln>
            <a:effectLst/>
            <a:extLs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639" name="Freeform 29">
              <a:extLst>
                <a:ext uri="{FF2B5EF4-FFF2-40B4-BE49-F238E27FC236}">
                  <a16:creationId xmlns:a16="http://schemas.microsoft.com/office/drawing/2014/main" id="{1DB9F498-910E-922F-DC24-868604D8EA0D}"/>
                </a:ext>
              </a:extLst>
            </p:cNvPr>
            <p:cNvSpPr>
              <a:spLocks noChangeArrowheads="1"/>
            </p:cNvSpPr>
            <p:nvPr/>
          </p:nvSpPr>
          <p:spPr bwMode="auto">
            <a:xfrm>
              <a:off x="3569" y="3118"/>
              <a:ext cx="56" cy="30"/>
            </a:xfrm>
            <a:custGeom>
              <a:avLst/>
              <a:gdLst>
                <a:gd name="T0" fmla="*/ 56 w 98"/>
                <a:gd name="T1" fmla="*/ 0 h 100"/>
                <a:gd name="T2" fmla="*/ 56 w 98"/>
                <a:gd name="T3" fmla="*/ 0 h 100"/>
                <a:gd name="T4" fmla="*/ 45 w 98"/>
                <a:gd name="T5" fmla="*/ 1 h 100"/>
                <a:gd name="T6" fmla="*/ 34 w 98"/>
                <a:gd name="T7" fmla="*/ 3 h 100"/>
                <a:gd name="T8" fmla="*/ 26 w 98"/>
                <a:gd name="T9" fmla="*/ 5 h 100"/>
                <a:gd name="T10" fmla="*/ 17 w 98"/>
                <a:gd name="T11" fmla="*/ 9 h 100"/>
                <a:gd name="T12" fmla="*/ 10 w 98"/>
                <a:gd name="T13" fmla="*/ 14 h 100"/>
                <a:gd name="T14" fmla="*/ 5 w 98"/>
                <a:gd name="T15" fmla="*/ 19 h 100"/>
                <a:gd name="T16" fmla="*/ 2 w 98"/>
                <a:gd name="T17" fmla="*/ 24 h 100"/>
                <a:gd name="T18" fmla="*/ 0 w 98"/>
                <a:gd name="T19" fmla="*/ 30 h 100"/>
                <a:gd name="T20" fmla="*/ 8 w 98"/>
                <a:gd name="T21" fmla="*/ 30 h 100"/>
                <a:gd name="T22" fmla="*/ 8 w 98"/>
                <a:gd name="T23" fmla="*/ 24 h 100"/>
                <a:gd name="T24" fmla="*/ 11 w 98"/>
                <a:gd name="T25" fmla="*/ 20 h 100"/>
                <a:gd name="T26" fmla="*/ 17 w 98"/>
                <a:gd name="T27" fmla="*/ 15 h 100"/>
                <a:gd name="T28" fmla="*/ 21 w 98"/>
                <a:gd name="T29" fmla="*/ 11 h 100"/>
                <a:gd name="T30" fmla="*/ 29 w 98"/>
                <a:gd name="T31" fmla="*/ 9 h 100"/>
                <a:gd name="T32" fmla="*/ 37 w 98"/>
                <a:gd name="T33" fmla="*/ 6 h 100"/>
                <a:gd name="T34" fmla="*/ 45 w 98"/>
                <a:gd name="T35" fmla="*/ 5 h 100"/>
                <a:gd name="T36" fmla="*/ 56 w 98"/>
                <a:gd name="T37" fmla="*/ 5 h 100"/>
                <a:gd name="T38" fmla="*/ 56 w 98"/>
                <a:gd name="T39" fmla="*/ 5 h 100"/>
                <a:gd name="T40" fmla="*/ 56 w 98"/>
                <a:gd name="T41" fmla="*/ 0 h 1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100"/>
                <a:gd name="T65" fmla="*/ 98 w 98"/>
                <a:gd name="T66" fmla="*/ 100 h 10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100">
                  <a:moveTo>
                    <a:pt x="98" y="0"/>
                  </a:moveTo>
                  <a:lnTo>
                    <a:pt x="98" y="0"/>
                  </a:lnTo>
                  <a:lnTo>
                    <a:pt x="79" y="3"/>
                  </a:lnTo>
                  <a:lnTo>
                    <a:pt x="59" y="9"/>
                  </a:lnTo>
                  <a:lnTo>
                    <a:pt x="45" y="18"/>
                  </a:lnTo>
                  <a:lnTo>
                    <a:pt x="29" y="29"/>
                  </a:lnTo>
                  <a:lnTo>
                    <a:pt x="17" y="45"/>
                  </a:lnTo>
                  <a:lnTo>
                    <a:pt x="9" y="62"/>
                  </a:lnTo>
                  <a:lnTo>
                    <a:pt x="3" y="81"/>
                  </a:lnTo>
                  <a:lnTo>
                    <a:pt x="0" y="100"/>
                  </a:lnTo>
                  <a:lnTo>
                    <a:pt x="14" y="100"/>
                  </a:lnTo>
                  <a:lnTo>
                    <a:pt x="14" y="81"/>
                  </a:lnTo>
                  <a:lnTo>
                    <a:pt x="20" y="65"/>
                  </a:lnTo>
                  <a:lnTo>
                    <a:pt x="29" y="51"/>
                  </a:lnTo>
                  <a:lnTo>
                    <a:pt x="37" y="38"/>
                  </a:lnTo>
                  <a:lnTo>
                    <a:pt x="50" y="29"/>
                  </a:lnTo>
                  <a:lnTo>
                    <a:pt x="65" y="21"/>
                  </a:lnTo>
                  <a:lnTo>
                    <a:pt x="79" y="15"/>
                  </a:lnTo>
                  <a:lnTo>
                    <a:pt x="98" y="15"/>
                  </a:lnTo>
                  <a:lnTo>
                    <a:pt x="98" y="0"/>
                  </a:lnTo>
                  <a:close/>
                </a:path>
              </a:pathLst>
            </a:custGeom>
            <a:solidFill>
              <a:srgbClr val="FFFFFF"/>
            </a:solidFill>
            <a:ln>
              <a:noFill/>
            </a:ln>
            <a:effectLst/>
            <a:extLs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640" name="Rectangle 30">
              <a:extLst>
                <a:ext uri="{FF2B5EF4-FFF2-40B4-BE49-F238E27FC236}">
                  <a16:creationId xmlns:a16="http://schemas.microsoft.com/office/drawing/2014/main" id="{E38473BB-2C0E-FA6E-4709-FA5F6912A198}"/>
                </a:ext>
              </a:extLst>
            </p:cNvPr>
            <p:cNvSpPr>
              <a:spLocks noChangeArrowheads="1"/>
            </p:cNvSpPr>
            <p:nvPr/>
          </p:nvSpPr>
          <p:spPr bwMode="auto">
            <a:xfrm>
              <a:off x="3441" y="3191"/>
              <a:ext cx="387" cy="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aphicFrame>
          <p:nvGraphicFramePr>
            <p:cNvPr id="26641" name="Object 31">
              <a:extLst>
                <a:ext uri="{FF2B5EF4-FFF2-40B4-BE49-F238E27FC236}">
                  <a16:creationId xmlns:a16="http://schemas.microsoft.com/office/drawing/2014/main" id="{C535AEDF-DB82-F94A-C263-5E1AFFADC420}"/>
                </a:ext>
              </a:extLst>
            </p:cNvPr>
            <p:cNvGraphicFramePr>
              <a:graphicFrameLocks noChangeAspect="1"/>
            </p:cNvGraphicFramePr>
            <p:nvPr/>
          </p:nvGraphicFramePr>
          <p:xfrm>
            <a:off x="3695" y="2777"/>
            <a:ext cx="1099" cy="848"/>
          </p:xfrm>
          <a:graphic>
            <a:graphicData uri="http://schemas.openxmlformats.org/presentationml/2006/ole">
              <mc:AlternateContent xmlns:mc="http://schemas.openxmlformats.org/markup-compatibility/2006">
                <mc:Choice xmlns:v="urn:schemas-microsoft-com:vml" Requires="v">
                  <p:oleObj r:id="rId5" imgW="858741" imgH="1131373" progId="">
                    <p:embed/>
                  </p:oleObj>
                </mc:Choice>
                <mc:Fallback>
                  <p:oleObj r:id="rId5" imgW="858741" imgH="1131373" progId="">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5" y="2777"/>
                          <a:ext cx="1099" cy="848"/>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6642" name="Line 32">
              <a:extLst>
                <a:ext uri="{FF2B5EF4-FFF2-40B4-BE49-F238E27FC236}">
                  <a16:creationId xmlns:a16="http://schemas.microsoft.com/office/drawing/2014/main" id="{D0DC6B0A-3D38-B1E0-6B28-5CEC0DD65FB5}"/>
                </a:ext>
              </a:extLst>
            </p:cNvPr>
            <p:cNvSpPr>
              <a:spLocks noChangeShapeType="1"/>
            </p:cNvSpPr>
            <p:nvPr/>
          </p:nvSpPr>
          <p:spPr bwMode="auto">
            <a:xfrm>
              <a:off x="1918" y="3177"/>
              <a:ext cx="0" cy="6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43" name="Line 33">
              <a:extLst>
                <a:ext uri="{FF2B5EF4-FFF2-40B4-BE49-F238E27FC236}">
                  <a16:creationId xmlns:a16="http://schemas.microsoft.com/office/drawing/2014/main" id="{66D2ACBA-481E-30E5-C09D-788B2C18F2ED}"/>
                </a:ext>
              </a:extLst>
            </p:cNvPr>
            <p:cNvSpPr>
              <a:spLocks noChangeShapeType="1"/>
            </p:cNvSpPr>
            <p:nvPr/>
          </p:nvSpPr>
          <p:spPr bwMode="auto">
            <a:xfrm>
              <a:off x="1918" y="3843"/>
              <a:ext cx="279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644" name="Line 34">
              <a:extLst>
                <a:ext uri="{FF2B5EF4-FFF2-40B4-BE49-F238E27FC236}">
                  <a16:creationId xmlns:a16="http://schemas.microsoft.com/office/drawing/2014/main" id="{0BAFFC70-50D6-A8B8-0D19-65ED0057933C}"/>
                </a:ext>
              </a:extLst>
            </p:cNvPr>
            <p:cNvSpPr>
              <a:spLocks noChangeShapeType="1"/>
            </p:cNvSpPr>
            <p:nvPr/>
          </p:nvSpPr>
          <p:spPr bwMode="auto">
            <a:xfrm>
              <a:off x="4711" y="3177"/>
              <a:ext cx="0" cy="6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26629" name="Text Box 35">
            <a:extLst>
              <a:ext uri="{FF2B5EF4-FFF2-40B4-BE49-F238E27FC236}">
                <a16:creationId xmlns:a16="http://schemas.microsoft.com/office/drawing/2014/main" id="{A3361E8F-A03E-F0A5-FD6B-14E2D54FB5B7}"/>
              </a:ext>
            </a:extLst>
          </p:cNvPr>
          <p:cNvSpPr txBox="1">
            <a:spLocks noChangeArrowheads="1"/>
          </p:cNvSpPr>
          <p:nvPr/>
        </p:nvSpPr>
        <p:spPr bwMode="auto">
          <a:xfrm>
            <a:off x="611188" y="-50800"/>
            <a:ext cx="522605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Layers in Human Communication</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 Box 1">
            <a:extLst>
              <a:ext uri="{FF2B5EF4-FFF2-40B4-BE49-F238E27FC236}">
                <a16:creationId xmlns:a16="http://schemas.microsoft.com/office/drawing/2014/main" id="{1DB20EE5-6914-067D-E401-C682EA52820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8675" name="Text Box 2">
            <a:extLst>
              <a:ext uri="{FF2B5EF4-FFF2-40B4-BE49-F238E27FC236}">
                <a16:creationId xmlns:a16="http://schemas.microsoft.com/office/drawing/2014/main" id="{A4FF4A97-8F90-8439-A599-C9AEEFD1F0E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BEF3C51-94CE-4A16-B366-8519CE4D6D78}" type="slidenum">
              <a:rPr lang="en-US" altLang="en-US" sz="1400">
                <a:solidFill>
                  <a:srgbClr val="000000"/>
                </a:solidFill>
              </a:rPr>
              <a:pPr algn="r" eaLnBrk="1" hangingPunct="1">
                <a:buClrTx/>
                <a:buSzPct val="60000"/>
                <a:buFontTx/>
                <a:buNone/>
              </a:pPr>
              <a:t>13</a:t>
            </a:fld>
            <a:endParaRPr lang="en-US" altLang="en-US" sz="1400">
              <a:solidFill>
                <a:srgbClr val="000000"/>
              </a:solidFill>
            </a:endParaRPr>
          </a:p>
        </p:txBody>
      </p:sp>
      <p:grpSp>
        <p:nvGrpSpPr>
          <p:cNvPr id="28676" name="Group 3">
            <a:extLst>
              <a:ext uri="{FF2B5EF4-FFF2-40B4-BE49-F238E27FC236}">
                <a16:creationId xmlns:a16="http://schemas.microsoft.com/office/drawing/2014/main" id="{3F3FC050-CA61-B983-A24F-B608923CA446}"/>
              </a:ext>
            </a:extLst>
          </p:cNvPr>
          <p:cNvGrpSpPr>
            <a:grpSpLocks/>
          </p:cNvGrpSpPr>
          <p:nvPr/>
        </p:nvGrpSpPr>
        <p:grpSpPr bwMode="auto">
          <a:xfrm>
            <a:off x="609600" y="1371600"/>
            <a:ext cx="7923213" cy="4570413"/>
            <a:chOff x="384" y="864"/>
            <a:chExt cx="4991" cy="2879"/>
          </a:xfrm>
        </p:grpSpPr>
        <p:sp>
          <p:nvSpPr>
            <p:cNvPr id="28678" name="Rectangle 4">
              <a:extLst>
                <a:ext uri="{FF2B5EF4-FFF2-40B4-BE49-F238E27FC236}">
                  <a16:creationId xmlns:a16="http://schemas.microsoft.com/office/drawing/2014/main" id="{55A8C75D-30F5-DC67-4E5E-07CB937127E9}"/>
                </a:ext>
              </a:extLst>
            </p:cNvPr>
            <p:cNvSpPr>
              <a:spLocks noChangeArrowheads="1"/>
            </p:cNvSpPr>
            <p:nvPr/>
          </p:nvSpPr>
          <p:spPr bwMode="auto">
            <a:xfrm>
              <a:off x="384" y="864"/>
              <a:ext cx="4991" cy="287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8679" name="AutoShape 5">
              <a:extLst>
                <a:ext uri="{FF2B5EF4-FFF2-40B4-BE49-F238E27FC236}">
                  <a16:creationId xmlns:a16="http://schemas.microsoft.com/office/drawing/2014/main" id="{A995371F-36B9-832F-8C6A-1B99FDE3639A}"/>
                </a:ext>
              </a:extLst>
            </p:cNvPr>
            <p:cNvSpPr>
              <a:spLocks noChangeArrowheads="1"/>
            </p:cNvSpPr>
            <p:nvPr/>
          </p:nvSpPr>
          <p:spPr bwMode="auto">
            <a:xfrm>
              <a:off x="1226" y="1109"/>
              <a:ext cx="415" cy="42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53 h 21600"/>
                <a:gd name="T44" fmla="*/ 16760 w 21600"/>
                <a:gd name="T45" fmla="*/ 1113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sp>
          <p:nvSpPr>
            <p:cNvPr id="28680" name="AutoShape 6">
              <a:extLst>
                <a:ext uri="{FF2B5EF4-FFF2-40B4-BE49-F238E27FC236}">
                  <a16:creationId xmlns:a16="http://schemas.microsoft.com/office/drawing/2014/main" id="{553EC72B-B863-F03C-D8E5-197A6F5D38F8}"/>
                </a:ext>
              </a:extLst>
            </p:cNvPr>
            <p:cNvSpPr>
              <a:spLocks noChangeArrowheads="1"/>
            </p:cNvSpPr>
            <p:nvPr/>
          </p:nvSpPr>
          <p:spPr bwMode="auto">
            <a:xfrm>
              <a:off x="3498" y="1125"/>
              <a:ext cx="415" cy="4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47 h 21600"/>
                <a:gd name="T44" fmla="*/ 16760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a:t>
              </a:r>
            </a:p>
          </p:txBody>
        </p:sp>
        <p:sp>
          <p:nvSpPr>
            <p:cNvPr id="28681" name="AutoShape 7">
              <a:extLst>
                <a:ext uri="{FF2B5EF4-FFF2-40B4-BE49-F238E27FC236}">
                  <a16:creationId xmlns:a16="http://schemas.microsoft.com/office/drawing/2014/main" id="{B1FBB3FB-6134-4558-E7D0-E01A18997712}"/>
                </a:ext>
              </a:extLst>
            </p:cNvPr>
            <p:cNvSpPr>
              <a:spLocks noChangeArrowheads="1"/>
            </p:cNvSpPr>
            <p:nvPr/>
          </p:nvSpPr>
          <p:spPr bwMode="auto">
            <a:xfrm>
              <a:off x="625" y="1680"/>
              <a:ext cx="415" cy="42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53 h 21600"/>
                <a:gd name="T44" fmla="*/ 16760 w 21600"/>
                <a:gd name="T45" fmla="*/ 1113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28682" name="AutoShape 8">
              <a:extLst>
                <a:ext uri="{FF2B5EF4-FFF2-40B4-BE49-F238E27FC236}">
                  <a16:creationId xmlns:a16="http://schemas.microsoft.com/office/drawing/2014/main" id="{C0A2162B-A74F-0C39-E95B-743C8D400BB4}"/>
                </a:ext>
              </a:extLst>
            </p:cNvPr>
            <p:cNvSpPr>
              <a:spLocks noChangeArrowheads="1"/>
            </p:cNvSpPr>
            <p:nvPr/>
          </p:nvSpPr>
          <p:spPr bwMode="auto">
            <a:xfrm>
              <a:off x="1608" y="2150"/>
              <a:ext cx="415" cy="4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47 h 21600"/>
                <a:gd name="T44" fmla="*/ 16760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F</a:t>
              </a:r>
            </a:p>
          </p:txBody>
        </p:sp>
        <p:sp>
          <p:nvSpPr>
            <p:cNvPr id="28683" name="AutoShape 9">
              <a:extLst>
                <a:ext uri="{FF2B5EF4-FFF2-40B4-BE49-F238E27FC236}">
                  <a16:creationId xmlns:a16="http://schemas.microsoft.com/office/drawing/2014/main" id="{68CF1B90-7E05-CE1C-1B06-D909CA479C07}"/>
                </a:ext>
              </a:extLst>
            </p:cNvPr>
            <p:cNvSpPr>
              <a:spLocks noChangeArrowheads="1"/>
            </p:cNvSpPr>
            <p:nvPr/>
          </p:nvSpPr>
          <p:spPr bwMode="auto">
            <a:xfrm>
              <a:off x="3603" y="1931"/>
              <a:ext cx="415" cy="4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47 h 21600"/>
                <a:gd name="T44" fmla="*/ 16760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G</a:t>
              </a:r>
            </a:p>
          </p:txBody>
        </p:sp>
        <p:sp>
          <p:nvSpPr>
            <p:cNvPr id="28684" name="AutoShape 10">
              <a:extLst>
                <a:ext uri="{FF2B5EF4-FFF2-40B4-BE49-F238E27FC236}">
                  <a16:creationId xmlns:a16="http://schemas.microsoft.com/office/drawing/2014/main" id="{94CFC8F8-2C47-5E4F-4FA5-49A20CB5EEDC}"/>
                </a:ext>
              </a:extLst>
            </p:cNvPr>
            <p:cNvSpPr>
              <a:spLocks noChangeArrowheads="1"/>
            </p:cNvSpPr>
            <p:nvPr/>
          </p:nvSpPr>
          <p:spPr bwMode="auto">
            <a:xfrm>
              <a:off x="4710" y="1755"/>
              <a:ext cx="415" cy="4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47 h 21600"/>
                <a:gd name="T44" fmla="*/ 16760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
              </a:r>
            </a:p>
          </p:txBody>
        </p:sp>
        <p:sp>
          <p:nvSpPr>
            <p:cNvPr id="28685" name="AutoShape 11">
              <a:extLst>
                <a:ext uri="{FF2B5EF4-FFF2-40B4-BE49-F238E27FC236}">
                  <a16:creationId xmlns:a16="http://schemas.microsoft.com/office/drawing/2014/main" id="{DF2AEACD-E26F-45A8-C5A2-4A0F701BBBED}"/>
                </a:ext>
              </a:extLst>
            </p:cNvPr>
            <p:cNvSpPr>
              <a:spLocks noChangeArrowheads="1"/>
            </p:cNvSpPr>
            <p:nvPr/>
          </p:nvSpPr>
          <p:spPr bwMode="auto">
            <a:xfrm>
              <a:off x="2257" y="3087"/>
              <a:ext cx="415" cy="4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5 w 21600"/>
                <a:gd name="T43" fmla="*/ 2547 h 21600"/>
                <a:gd name="T44" fmla="*/ 16760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a:t>
              </a:r>
            </a:p>
          </p:txBody>
        </p:sp>
        <p:sp>
          <p:nvSpPr>
            <p:cNvPr id="28686" name="Line 12">
              <a:extLst>
                <a:ext uri="{FF2B5EF4-FFF2-40B4-BE49-F238E27FC236}">
                  <a16:creationId xmlns:a16="http://schemas.microsoft.com/office/drawing/2014/main" id="{22700FFB-3775-10E6-6C66-1063D20409CC}"/>
                </a:ext>
              </a:extLst>
            </p:cNvPr>
            <p:cNvSpPr>
              <a:spLocks noChangeShapeType="1"/>
            </p:cNvSpPr>
            <p:nvPr/>
          </p:nvSpPr>
          <p:spPr bwMode="auto">
            <a:xfrm>
              <a:off x="1615" y="1253"/>
              <a:ext cx="1918"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87" name="Line 13">
              <a:extLst>
                <a:ext uri="{FF2B5EF4-FFF2-40B4-BE49-F238E27FC236}">
                  <a16:creationId xmlns:a16="http://schemas.microsoft.com/office/drawing/2014/main" id="{C54D1D23-B8D2-C31E-F3CA-FAA50A8B6C7A}"/>
                </a:ext>
              </a:extLst>
            </p:cNvPr>
            <p:cNvSpPr>
              <a:spLocks noChangeShapeType="1"/>
            </p:cNvSpPr>
            <p:nvPr/>
          </p:nvSpPr>
          <p:spPr bwMode="auto">
            <a:xfrm flipH="1">
              <a:off x="994" y="1530"/>
              <a:ext cx="449" cy="39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88" name="Line 14">
              <a:extLst>
                <a:ext uri="{FF2B5EF4-FFF2-40B4-BE49-F238E27FC236}">
                  <a16:creationId xmlns:a16="http://schemas.microsoft.com/office/drawing/2014/main" id="{66291CB3-79CC-69F8-3D32-52D302642032}"/>
                </a:ext>
              </a:extLst>
            </p:cNvPr>
            <p:cNvSpPr>
              <a:spLocks noChangeShapeType="1"/>
            </p:cNvSpPr>
            <p:nvPr/>
          </p:nvSpPr>
          <p:spPr bwMode="auto">
            <a:xfrm>
              <a:off x="1004" y="1925"/>
              <a:ext cx="629" cy="38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89" name="Line 15">
              <a:extLst>
                <a:ext uri="{FF2B5EF4-FFF2-40B4-BE49-F238E27FC236}">
                  <a16:creationId xmlns:a16="http://schemas.microsoft.com/office/drawing/2014/main" id="{EC4946C4-16F6-1BA9-FCD5-04D6C40B6E99}"/>
                </a:ext>
              </a:extLst>
            </p:cNvPr>
            <p:cNvSpPr>
              <a:spLocks noChangeShapeType="1"/>
            </p:cNvSpPr>
            <p:nvPr/>
          </p:nvSpPr>
          <p:spPr bwMode="auto">
            <a:xfrm>
              <a:off x="861" y="2093"/>
              <a:ext cx="1460" cy="128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0" name="Line 16">
              <a:extLst>
                <a:ext uri="{FF2B5EF4-FFF2-40B4-BE49-F238E27FC236}">
                  <a16:creationId xmlns:a16="http://schemas.microsoft.com/office/drawing/2014/main" id="{19E94870-5C29-1442-67CB-8A729598D0E5}"/>
                </a:ext>
              </a:extLst>
            </p:cNvPr>
            <p:cNvSpPr>
              <a:spLocks noChangeShapeType="1"/>
            </p:cNvSpPr>
            <p:nvPr/>
          </p:nvSpPr>
          <p:spPr bwMode="auto">
            <a:xfrm flipH="1">
              <a:off x="2588" y="2361"/>
              <a:ext cx="1156" cy="7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1" name="Line 17">
              <a:extLst>
                <a:ext uri="{FF2B5EF4-FFF2-40B4-BE49-F238E27FC236}">
                  <a16:creationId xmlns:a16="http://schemas.microsoft.com/office/drawing/2014/main" id="{D578AA2F-39B0-B184-8528-70E5FA7BF3CF}"/>
                </a:ext>
              </a:extLst>
            </p:cNvPr>
            <p:cNvSpPr>
              <a:spLocks noChangeShapeType="1"/>
            </p:cNvSpPr>
            <p:nvPr/>
          </p:nvSpPr>
          <p:spPr bwMode="auto">
            <a:xfrm flipH="1">
              <a:off x="2626" y="2177"/>
              <a:ext cx="2340" cy="113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2" name="Line 18">
              <a:extLst>
                <a:ext uri="{FF2B5EF4-FFF2-40B4-BE49-F238E27FC236}">
                  <a16:creationId xmlns:a16="http://schemas.microsoft.com/office/drawing/2014/main" id="{95EB6A94-02D7-3146-C8DC-E7BE286CE3F0}"/>
                </a:ext>
              </a:extLst>
            </p:cNvPr>
            <p:cNvSpPr>
              <a:spLocks noChangeShapeType="1"/>
            </p:cNvSpPr>
            <p:nvPr/>
          </p:nvSpPr>
          <p:spPr bwMode="auto">
            <a:xfrm>
              <a:off x="1997" y="2294"/>
              <a:ext cx="158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3" name="Line 19">
              <a:extLst>
                <a:ext uri="{FF2B5EF4-FFF2-40B4-BE49-F238E27FC236}">
                  <a16:creationId xmlns:a16="http://schemas.microsoft.com/office/drawing/2014/main" id="{55A95AA9-BE75-5B8F-AF70-4143320D916A}"/>
                </a:ext>
              </a:extLst>
            </p:cNvPr>
            <p:cNvSpPr>
              <a:spLocks noChangeShapeType="1"/>
            </p:cNvSpPr>
            <p:nvPr/>
          </p:nvSpPr>
          <p:spPr bwMode="auto">
            <a:xfrm>
              <a:off x="3877" y="1253"/>
              <a:ext cx="858" cy="7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4" name="Line 20">
              <a:extLst>
                <a:ext uri="{FF2B5EF4-FFF2-40B4-BE49-F238E27FC236}">
                  <a16:creationId xmlns:a16="http://schemas.microsoft.com/office/drawing/2014/main" id="{AC08AB91-BABD-C522-7964-2D33C947B886}"/>
                </a:ext>
              </a:extLst>
            </p:cNvPr>
            <p:cNvSpPr>
              <a:spLocks noChangeShapeType="1"/>
            </p:cNvSpPr>
            <p:nvPr/>
          </p:nvSpPr>
          <p:spPr bwMode="auto">
            <a:xfrm>
              <a:off x="3992" y="2084"/>
              <a:ext cx="70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695" name="Line 21">
              <a:extLst>
                <a:ext uri="{FF2B5EF4-FFF2-40B4-BE49-F238E27FC236}">
                  <a16:creationId xmlns:a16="http://schemas.microsoft.com/office/drawing/2014/main" id="{5A37E5DB-B8E0-4FF4-D348-54B5AD4E21EB}"/>
                </a:ext>
              </a:extLst>
            </p:cNvPr>
            <p:cNvSpPr>
              <a:spLocks noChangeShapeType="1"/>
            </p:cNvSpPr>
            <p:nvPr/>
          </p:nvSpPr>
          <p:spPr bwMode="auto">
            <a:xfrm>
              <a:off x="1902" y="2579"/>
              <a:ext cx="400" cy="52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28677" name="Text Box 22">
            <a:extLst>
              <a:ext uri="{FF2B5EF4-FFF2-40B4-BE49-F238E27FC236}">
                <a16:creationId xmlns:a16="http://schemas.microsoft.com/office/drawing/2014/main" id="{5931B3CE-DB13-B8DD-05CD-8C3F6A2BFF92}"/>
              </a:ext>
            </a:extLst>
          </p:cNvPr>
          <p:cNvSpPr txBox="1">
            <a:spLocks noChangeArrowheads="1"/>
          </p:cNvSpPr>
          <p:nvPr/>
        </p:nvSpPr>
        <p:spPr bwMode="auto">
          <a:xfrm>
            <a:off x="611188" y="406400"/>
            <a:ext cx="4548187"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A Typical Computer Network</a:t>
            </a:r>
            <a:r>
              <a:rPr lang="en-US" altLang="en-US" sz="2400">
                <a:solidFill>
                  <a:srgbClr val="000000"/>
                </a:solidFill>
                <a:latin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1">
            <a:extLst>
              <a:ext uri="{FF2B5EF4-FFF2-40B4-BE49-F238E27FC236}">
                <a16:creationId xmlns:a16="http://schemas.microsoft.com/office/drawing/2014/main" id="{1F41CC6F-FFE5-F9B6-9FCA-784800B4303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0723" name="Text Box 2">
            <a:extLst>
              <a:ext uri="{FF2B5EF4-FFF2-40B4-BE49-F238E27FC236}">
                <a16:creationId xmlns:a16="http://schemas.microsoft.com/office/drawing/2014/main" id="{C401672B-EACA-B409-EC39-DA854ACD8F1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D8D61A4-D9E8-414A-B832-9120BF8447B2}" type="slidenum">
              <a:rPr lang="en-US" altLang="en-US" sz="1400">
                <a:solidFill>
                  <a:srgbClr val="000000"/>
                </a:solidFill>
              </a:rPr>
              <a:pPr algn="r" eaLnBrk="1" hangingPunct="1">
                <a:buClrTx/>
                <a:buSzPct val="60000"/>
                <a:buFontTx/>
                <a:buNone/>
              </a:pPr>
              <a:t>14</a:t>
            </a:fld>
            <a:endParaRPr lang="en-US" altLang="en-US" sz="1400">
              <a:solidFill>
                <a:srgbClr val="000000"/>
              </a:solidFill>
            </a:endParaRPr>
          </a:p>
        </p:txBody>
      </p:sp>
      <p:sp>
        <p:nvSpPr>
          <p:cNvPr id="30724" name="Rectangle 3">
            <a:extLst>
              <a:ext uri="{FF2B5EF4-FFF2-40B4-BE49-F238E27FC236}">
                <a16:creationId xmlns:a16="http://schemas.microsoft.com/office/drawing/2014/main" id="{D0F7B115-EF51-F256-5D7C-9FF67F76C941}"/>
              </a:ext>
            </a:extLst>
          </p:cNvPr>
          <p:cNvSpPr>
            <a:spLocks noChangeArrowheads="1"/>
          </p:cNvSpPr>
          <p:nvPr/>
        </p:nvSpPr>
        <p:spPr bwMode="auto">
          <a:xfrm>
            <a:off x="2514600" y="990600"/>
            <a:ext cx="1454150" cy="398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sz="1000">
              <a:solidFill>
                <a:srgbClr val="000000"/>
              </a:solidFill>
              <a:latin typeface="Times New Roman" panose="02020603050405020304" pitchFamily="18" charset="0"/>
              <a:cs typeface="Times New Roman" panose="02020603050405020304" pitchFamily="18" charset="0"/>
            </a:endParaRPr>
          </a:p>
          <a:p>
            <a:pPr>
              <a:buClrTx/>
              <a:buSzPct val="60000"/>
              <a:buFontTx/>
              <a:buNone/>
            </a:pPr>
            <a:endParaRPr lang="en-US" altLang="en-US" sz="1000">
              <a:solidFill>
                <a:srgbClr val="000000"/>
              </a:solidFill>
              <a:latin typeface="Times New Roman" panose="02020603050405020304" pitchFamily="18" charset="0"/>
              <a:cs typeface="Times New Roman" panose="02020603050405020304" pitchFamily="18" charset="0"/>
            </a:endParaRPr>
          </a:p>
        </p:txBody>
      </p:sp>
      <p:grpSp>
        <p:nvGrpSpPr>
          <p:cNvPr id="30725" name="Group 4">
            <a:extLst>
              <a:ext uri="{FF2B5EF4-FFF2-40B4-BE49-F238E27FC236}">
                <a16:creationId xmlns:a16="http://schemas.microsoft.com/office/drawing/2014/main" id="{AB5327AC-6E3F-6B34-B3D8-342E394B2B14}"/>
              </a:ext>
            </a:extLst>
          </p:cNvPr>
          <p:cNvGrpSpPr>
            <a:grpSpLocks/>
          </p:cNvGrpSpPr>
          <p:nvPr/>
        </p:nvGrpSpPr>
        <p:grpSpPr bwMode="auto">
          <a:xfrm>
            <a:off x="838200" y="1066800"/>
            <a:ext cx="6704013" cy="5103813"/>
            <a:chOff x="528" y="672"/>
            <a:chExt cx="4223" cy="3215"/>
          </a:xfrm>
        </p:grpSpPr>
        <p:grpSp>
          <p:nvGrpSpPr>
            <p:cNvPr id="30732" name="Group 5">
              <a:extLst>
                <a:ext uri="{FF2B5EF4-FFF2-40B4-BE49-F238E27FC236}">
                  <a16:creationId xmlns:a16="http://schemas.microsoft.com/office/drawing/2014/main" id="{C566DC8B-F0AD-9D13-8472-FC343D6F6ECE}"/>
                </a:ext>
              </a:extLst>
            </p:cNvPr>
            <p:cNvGrpSpPr>
              <a:grpSpLocks/>
            </p:cNvGrpSpPr>
            <p:nvPr/>
          </p:nvGrpSpPr>
          <p:grpSpPr bwMode="auto">
            <a:xfrm>
              <a:off x="534" y="675"/>
              <a:ext cx="4210" cy="3209"/>
              <a:chOff x="534" y="675"/>
              <a:chExt cx="4210" cy="3209"/>
            </a:xfrm>
          </p:grpSpPr>
          <p:grpSp>
            <p:nvGrpSpPr>
              <p:cNvPr id="30734" name="Group 6">
                <a:extLst>
                  <a:ext uri="{FF2B5EF4-FFF2-40B4-BE49-F238E27FC236}">
                    <a16:creationId xmlns:a16="http://schemas.microsoft.com/office/drawing/2014/main" id="{859BCD8F-9973-1686-954A-2E88F8B0496E}"/>
                  </a:ext>
                </a:extLst>
              </p:cNvPr>
              <p:cNvGrpSpPr>
                <a:grpSpLocks/>
              </p:cNvGrpSpPr>
              <p:nvPr/>
            </p:nvGrpSpPr>
            <p:grpSpPr bwMode="auto">
              <a:xfrm>
                <a:off x="534" y="675"/>
                <a:ext cx="1967" cy="400"/>
                <a:chOff x="534" y="675"/>
                <a:chExt cx="1967" cy="400"/>
              </a:xfrm>
            </p:grpSpPr>
            <p:sp>
              <p:nvSpPr>
                <p:cNvPr id="30780" name="Rectangle 7">
                  <a:extLst>
                    <a:ext uri="{FF2B5EF4-FFF2-40B4-BE49-F238E27FC236}">
                      <a16:creationId xmlns:a16="http://schemas.microsoft.com/office/drawing/2014/main" id="{972F0C04-C108-7DE0-23EC-4AF0251DE82A}"/>
                    </a:ext>
                  </a:extLst>
                </p:cNvPr>
                <p:cNvSpPr>
                  <a:spLocks noChangeArrowheads="1"/>
                </p:cNvSpPr>
                <p:nvPr/>
              </p:nvSpPr>
              <p:spPr bwMode="auto">
                <a:xfrm>
                  <a:off x="618" y="675"/>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sz="1600" b="1">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b="1">
                      <a:solidFill>
                        <a:srgbClr val="FFCF01"/>
                      </a:solidFill>
                      <a:latin typeface="Times New Roman" panose="02020603050405020304" pitchFamily="18" charset="0"/>
                      <a:cs typeface="Times New Roman" panose="02020603050405020304" pitchFamily="18" charset="0"/>
                    </a:rPr>
                    <a:t>Layer Number</a:t>
                  </a:r>
                </a:p>
                <a:p>
                  <a:pPr algn="ctr">
                    <a:buClrTx/>
                    <a:buSzPct val="60000"/>
                    <a:buFontTx/>
                    <a:buNone/>
                  </a:pPr>
                  <a:endParaRPr lang="en-US" altLang="en-US" b="1">
                    <a:solidFill>
                      <a:srgbClr val="FFCF01"/>
                    </a:solidFill>
                    <a:latin typeface="Times New Roman" panose="02020603050405020304" pitchFamily="18" charset="0"/>
                    <a:cs typeface="Times New Roman" panose="02020603050405020304" pitchFamily="18" charset="0"/>
                  </a:endParaRPr>
                </a:p>
              </p:txBody>
            </p:sp>
            <p:sp>
              <p:nvSpPr>
                <p:cNvPr id="30781" name="Rectangle 8">
                  <a:extLst>
                    <a:ext uri="{FF2B5EF4-FFF2-40B4-BE49-F238E27FC236}">
                      <a16:creationId xmlns:a16="http://schemas.microsoft.com/office/drawing/2014/main" id="{F53667CD-268C-0BDB-BA59-34153D409A8E}"/>
                    </a:ext>
                  </a:extLst>
                </p:cNvPr>
                <p:cNvSpPr>
                  <a:spLocks noChangeArrowheads="1"/>
                </p:cNvSpPr>
                <p:nvPr/>
              </p:nvSpPr>
              <p:spPr bwMode="auto">
                <a:xfrm>
                  <a:off x="534" y="675"/>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35" name="Group 9">
                <a:extLst>
                  <a:ext uri="{FF2B5EF4-FFF2-40B4-BE49-F238E27FC236}">
                    <a16:creationId xmlns:a16="http://schemas.microsoft.com/office/drawing/2014/main" id="{64F6D78D-85BD-6A35-CF58-6D42EB73B695}"/>
                  </a:ext>
                </a:extLst>
              </p:cNvPr>
              <p:cNvGrpSpPr>
                <a:grpSpLocks/>
              </p:cNvGrpSpPr>
              <p:nvPr/>
            </p:nvGrpSpPr>
            <p:grpSpPr bwMode="auto">
              <a:xfrm>
                <a:off x="2502" y="675"/>
                <a:ext cx="2242" cy="400"/>
                <a:chOff x="2502" y="675"/>
                <a:chExt cx="2242" cy="400"/>
              </a:xfrm>
            </p:grpSpPr>
            <p:sp>
              <p:nvSpPr>
                <p:cNvPr id="30778" name="Rectangle 10">
                  <a:extLst>
                    <a:ext uri="{FF2B5EF4-FFF2-40B4-BE49-F238E27FC236}">
                      <a16:creationId xmlns:a16="http://schemas.microsoft.com/office/drawing/2014/main" id="{2CD438F3-8631-74DD-548B-2B8F59A48C0E}"/>
                    </a:ext>
                  </a:extLst>
                </p:cNvPr>
                <p:cNvSpPr>
                  <a:spLocks noChangeArrowheads="1"/>
                </p:cNvSpPr>
                <p:nvPr/>
              </p:nvSpPr>
              <p:spPr bwMode="auto">
                <a:xfrm>
                  <a:off x="2586" y="675"/>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sz="1600" b="1">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b="1">
                      <a:solidFill>
                        <a:srgbClr val="FFCF01"/>
                      </a:solidFill>
                      <a:latin typeface="Times New Roman" panose="02020603050405020304" pitchFamily="18" charset="0"/>
                      <a:cs typeface="Times New Roman" panose="02020603050405020304" pitchFamily="18" charset="0"/>
                    </a:rPr>
                    <a:t>Layer Name</a:t>
                  </a:r>
                </a:p>
                <a:p>
                  <a:pPr algn="ctr">
                    <a:buClrTx/>
                    <a:buSzPct val="60000"/>
                    <a:buFontTx/>
                    <a:buNone/>
                  </a:pPr>
                  <a:endParaRPr lang="en-US" altLang="en-US" b="1">
                    <a:solidFill>
                      <a:srgbClr val="FFCF01"/>
                    </a:solidFill>
                    <a:latin typeface="Times New Roman" panose="02020603050405020304" pitchFamily="18" charset="0"/>
                    <a:cs typeface="Times New Roman" panose="02020603050405020304" pitchFamily="18" charset="0"/>
                  </a:endParaRPr>
                </a:p>
              </p:txBody>
            </p:sp>
            <p:sp>
              <p:nvSpPr>
                <p:cNvPr id="30779" name="Rectangle 11">
                  <a:extLst>
                    <a:ext uri="{FF2B5EF4-FFF2-40B4-BE49-F238E27FC236}">
                      <a16:creationId xmlns:a16="http://schemas.microsoft.com/office/drawing/2014/main" id="{CD1E1321-5315-08C1-390A-CCE75EC9EDCB}"/>
                    </a:ext>
                  </a:extLst>
                </p:cNvPr>
                <p:cNvSpPr>
                  <a:spLocks noChangeArrowheads="1"/>
                </p:cNvSpPr>
                <p:nvPr/>
              </p:nvSpPr>
              <p:spPr bwMode="auto">
                <a:xfrm>
                  <a:off x="2502" y="675"/>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36" name="Group 12">
                <a:extLst>
                  <a:ext uri="{FF2B5EF4-FFF2-40B4-BE49-F238E27FC236}">
                    <a16:creationId xmlns:a16="http://schemas.microsoft.com/office/drawing/2014/main" id="{CE163A96-EF0F-1BD2-1705-950A9FC99E68}"/>
                  </a:ext>
                </a:extLst>
              </p:cNvPr>
              <p:cNvGrpSpPr>
                <a:grpSpLocks/>
              </p:cNvGrpSpPr>
              <p:nvPr/>
            </p:nvGrpSpPr>
            <p:grpSpPr bwMode="auto">
              <a:xfrm>
                <a:off x="534" y="1076"/>
                <a:ext cx="1967" cy="400"/>
                <a:chOff x="534" y="1076"/>
                <a:chExt cx="1967" cy="400"/>
              </a:xfrm>
            </p:grpSpPr>
            <p:sp>
              <p:nvSpPr>
                <p:cNvPr id="30776" name="Rectangle 13">
                  <a:extLst>
                    <a:ext uri="{FF2B5EF4-FFF2-40B4-BE49-F238E27FC236}">
                      <a16:creationId xmlns:a16="http://schemas.microsoft.com/office/drawing/2014/main" id="{E0673258-76F8-C3ED-9867-7D613CF48D2A}"/>
                    </a:ext>
                  </a:extLst>
                </p:cNvPr>
                <p:cNvSpPr>
                  <a:spLocks noChangeArrowheads="1"/>
                </p:cNvSpPr>
                <p:nvPr/>
              </p:nvSpPr>
              <p:spPr bwMode="auto">
                <a:xfrm>
                  <a:off x="618" y="1076"/>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77" name="Rectangle 14">
                  <a:extLst>
                    <a:ext uri="{FF2B5EF4-FFF2-40B4-BE49-F238E27FC236}">
                      <a16:creationId xmlns:a16="http://schemas.microsoft.com/office/drawing/2014/main" id="{3C653250-45EF-DD22-5E8A-3280A1179E40}"/>
                    </a:ext>
                  </a:extLst>
                </p:cNvPr>
                <p:cNvSpPr>
                  <a:spLocks noChangeArrowheads="1"/>
                </p:cNvSpPr>
                <p:nvPr/>
              </p:nvSpPr>
              <p:spPr bwMode="auto">
                <a:xfrm>
                  <a:off x="534" y="1076"/>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37" name="Group 15">
                <a:extLst>
                  <a:ext uri="{FF2B5EF4-FFF2-40B4-BE49-F238E27FC236}">
                    <a16:creationId xmlns:a16="http://schemas.microsoft.com/office/drawing/2014/main" id="{7487937E-4017-9E9A-AD6C-CCBAD73F4F03}"/>
                  </a:ext>
                </a:extLst>
              </p:cNvPr>
              <p:cNvGrpSpPr>
                <a:grpSpLocks/>
              </p:cNvGrpSpPr>
              <p:nvPr/>
            </p:nvGrpSpPr>
            <p:grpSpPr bwMode="auto">
              <a:xfrm>
                <a:off x="2502" y="1076"/>
                <a:ext cx="2242" cy="400"/>
                <a:chOff x="2502" y="1076"/>
                <a:chExt cx="2242" cy="400"/>
              </a:xfrm>
            </p:grpSpPr>
            <p:sp>
              <p:nvSpPr>
                <p:cNvPr id="30774" name="Rectangle 16">
                  <a:extLst>
                    <a:ext uri="{FF2B5EF4-FFF2-40B4-BE49-F238E27FC236}">
                      <a16:creationId xmlns:a16="http://schemas.microsoft.com/office/drawing/2014/main" id="{A2EE2C81-4F68-23A1-0CE2-107C1A426CBF}"/>
                    </a:ext>
                  </a:extLst>
                </p:cNvPr>
                <p:cNvSpPr>
                  <a:spLocks noChangeArrowheads="1"/>
                </p:cNvSpPr>
                <p:nvPr/>
              </p:nvSpPr>
              <p:spPr bwMode="auto">
                <a:xfrm>
                  <a:off x="2586" y="1076"/>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Physical</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75" name="Rectangle 17">
                  <a:extLst>
                    <a:ext uri="{FF2B5EF4-FFF2-40B4-BE49-F238E27FC236}">
                      <a16:creationId xmlns:a16="http://schemas.microsoft.com/office/drawing/2014/main" id="{C08FD788-5E33-E785-F172-930D6660EEB3}"/>
                    </a:ext>
                  </a:extLst>
                </p:cNvPr>
                <p:cNvSpPr>
                  <a:spLocks noChangeArrowheads="1"/>
                </p:cNvSpPr>
                <p:nvPr/>
              </p:nvSpPr>
              <p:spPr bwMode="auto">
                <a:xfrm>
                  <a:off x="2502" y="1076"/>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38" name="Group 18">
                <a:extLst>
                  <a:ext uri="{FF2B5EF4-FFF2-40B4-BE49-F238E27FC236}">
                    <a16:creationId xmlns:a16="http://schemas.microsoft.com/office/drawing/2014/main" id="{84FACCA8-D3A5-1C79-0B3A-D62F62463325}"/>
                  </a:ext>
                </a:extLst>
              </p:cNvPr>
              <p:cNvGrpSpPr>
                <a:grpSpLocks/>
              </p:cNvGrpSpPr>
              <p:nvPr/>
            </p:nvGrpSpPr>
            <p:grpSpPr bwMode="auto">
              <a:xfrm>
                <a:off x="534" y="1477"/>
                <a:ext cx="1967" cy="400"/>
                <a:chOff x="534" y="1477"/>
                <a:chExt cx="1967" cy="400"/>
              </a:xfrm>
            </p:grpSpPr>
            <p:sp>
              <p:nvSpPr>
                <p:cNvPr id="30772" name="Rectangle 19">
                  <a:extLst>
                    <a:ext uri="{FF2B5EF4-FFF2-40B4-BE49-F238E27FC236}">
                      <a16:creationId xmlns:a16="http://schemas.microsoft.com/office/drawing/2014/main" id="{A618B642-BDC8-329B-5E9F-8E71F635AF97}"/>
                    </a:ext>
                  </a:extLst>
                </p:cNvPr>
                <p:cNvSpPr>
                  <a:spLocks noChangeArrowheads="1"/>
                </p:cNvSpPr>
                <p:nvPr/>
              </p:nvSpPr>
              <p:spPr bwMode="auto">
                <a:xfrm>
                  <a:off x="618" y="1477"/>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2</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73" name="Rectangle 20">
                  <a:extLst>
                    <a:ext uri="{FF2B5EF4-FFF2-40B4-BE49-F238E27FC236}">
                      <a16:creationId xmlns:a16="http://schemas.microsoft.com/office/drawing/2014/main" id="{8BD6AF53-E934-090C-2C75-F5102DA4556C}"/>
                    </a:ext>
                  </a:extLst>
                </p:cNvPr>
                <p:cNvSpPr>
                  <a:spLocks noChangeArrowheads="1"/>
                </p:cNvSpPr>
                <p:nvPr/>
              </p:nvSpPr>
              <p:spPr bwMode="auto">
                <a:xfrm>
                  <a:off x="534" y="1477"/>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39" name="Group 21">
                <a:extLst>
                  <a:ext uri="{FF2B5EF4-FFF2-40B4-BE49-F238E27FC236}">
                    <a16:creationId xmlns:a16="http://schemas.microsoft.com/office/drawing/2014/main" id="{0DFBA035-C112-F5E3-6881-B1D9B3758D04}"/>
                  </a:ext>
                </a:extLst>
              </p:cNvPr>
              <p:cNvGrpSpPr>
                <a:grpSpLocks/>
              </p:cNvGrpSpPr>
              <p:nvPr/>
            </p:nvGrpSpPr>
            <p:grpSpPr bwMode="auto">
              <a:xfrm>
                <a:off x="2502" y="1477"/>
                <a:ext cx="2242" cy="400"/>
                <a:chOff x="2502" y="1477"/>
                <a:chExt cx="2242" cy="400"/>
              </a:xfrm>
            </p:grpSpPr>
            <p:sp>
              <p:nvSpPr>
                <p:cNvPr id="30770" name="Rectangle 22">
                  <a:extLst>
                    <a:ext uri="{FF2B5EF4-FFF2-40B4-BE49-F238E27FC236}">
                      <a16:creationId xmlns:a16="http://schemas.microsoft.com/office/drawing/2014/main" id="{35C99A3F-90EF-383C-1DE9-48E35D632A2A}"/>
                    </a:ext>
                  </a:extLst>
                </p:cNvPr>
                <p:cNvSpPr>
                  <a:spLocks noChangeArrowheads="1"/>
                </p:cNvSpPr>
                <p:nvPr/>
              </p:nvSpPr>
              <p:spPr bwMode="auto">
                <a:xfrm>
                  <a:off x="2586" y="1477"/>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Data Link</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71" name="Rectangle 23">
                  <a:extLst>
                    <a:ext uri="{FF2B5EF4-FFF2-40B4-BE49-F238E27FC236}">
                      <a16:creationId xmlns:a16="http://schemas.microsoft.com/office/drawing/2014/main" id="{8014E5EE-AA53-F2FB-A50C-F45EBA7CCA5C}"/>
                    </a:ext>
                  </a:extLst>
                </p:cNvPr>
                <p:cNvSpPr>
                  <a:spLocks noChangeArrowheads="1"/>
                </p:cNvSpPr>
                <p:nvPr/>
              </p:nvSpPr>
              <p:spPr bwMode="auto">
                <a:xfrm>
                  <a:off x="2502" y="1477"/>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0" name="Group 24">
                <a:extLst>
                  <a:ext uri="{FF2B5EF4-FFF2-40B4-BE49-F238E27FC236}">
                    <a16:creationId xmlns:a16="http://schemas.microsoft.com/office/drawing/2014/main" id="{91CE235B-0BFE-A7A9-B6A7-D2700BE6149F}"/>
                  </a:ext>
                </a:extLst>
              </p:cNvPr>
              <p:cNvGrpSpPr>
                <a:grpSpLocks/>
              </p:cNvGrpSpPr>
              <p:nvPr/>
            </p:nvGrpSpPr>
            <p:grpSpPr bwMode="auto">
              <a:xfrm>
                <a:off x="534" y="1878"/>
                <a:ext cx="1967" cy="400"/>
                <a:chOff x="534" y="1878"/>
                <a:chExt cx="1967" cy="400"/>
              </a:xfrm>
            </p:grpSpPr>
            <p:sp>
              <p:nvSpPr>
                <p:cNvPr id="30768" name="Rectangle 25">
                  <a:extLst>
                    <a:ext uri="{FF2B5EF4-FFF2-40B4-BE49-F238E27FC236}">
                      <a16:creationId xmlns:a16="http://schemas.microsoft.com/office/drawing/2014/main" id="{F3266B3D-AF36-25E7-8551-A845FDD386DE}"/>
                    </a:ext>
                  </a:extLst>
                </p:cNvPr>
                <p:cNvSpPr>
                  <a:spLocks noChangeArrowheads="1"/>
                </p:cNvSpPr>
                <p:nvPr/>
              </p:nvSpPr>
              <p:spPr bwMode="auto">
                <a:xfrm>
                  <a:off x="618" y="1878"/>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3</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69" name="Rectangle 26">
                  <a:extLst>
                    <a:ext uri="{FF2B5EF4-FFF2-40B4-BE49-F238E27FC236}">
                      <a16:creationId xmlns:a16="http://schemas.microsoft.com/office/drawing/2014/main" id="{D098CA78-7A26-FFFA-4185-47B352FCCC14}"/>
                    </a:ext>
                  </a:extLst>
                </p:cNvPr>
                <p:cNvSpPr>
                  <a:spLocks noChangeArrowheads="1"/>
                </p:cNvSpPr>
                <p:nvPr/>
              </p:nvSpPr>
              <p:spPr bwMode="auto">
                <a:xfrm>
                  <a:off x="534" y="1878"/>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1" name="Group 27">
                <a:extLst>
                  <a:ext uri="{FF2B5EF4-FFF2-40B4-BE49-F238E27FC236}">
                    <a16:creationId xmlns:a16="http://schemas.microsoft.com/office/drawing/2014/main" id="{47F0579D-C060-586B-E17B-ED433AC2B49D}"/>
                  </a:ext>
                </a:extLst>
              </p:cNvPr>
              <p:cNvGrpSpPr>
                <a:grpSpLocks/>
              </p:cNvGrpSpPr>
              <p:nvPr/>
            </p:nvGrpSpPr>
            <p:grpSpPr bwMode="auto">
              <a:xfrm>
                <a:off x="2502" y="1878"/>
                <a:ext cx="2242" cy="400"/>
                <a:chOff x="2502" y="1878"/>
                <a:chExt cx="2242" cy="400"/>
              </a:xfrm>
            </p:grpSpPr>
            <p:sp>
              <p:nvSpPr>
                <p:cNvPr id="30766" name="Rectangle 28">
                  <a:extLst>
                    <a:ext uri="{FF2B5EF4-FFF2-40B4-BE49-F238E27FC236}">
                      <a16:creationId xmlns:a16="http://schemas.microsoft.com/office/drawing/2014/main" id="{BE0D8AE4-F770-F4FD-262F-67491ED1D2ED}"/>
                    </a:ext>
                  </a:extLst>
                </p:cNvPr>
                <p:cNvSpPr>
                  <a:spLocks noChangeArrowheads="1"/>
                </p:cNvSpPr>
                <p:nvPr/>
              </p:nvSpPr>
              <p:spPr bwMode="auto">
                <a:xfrm>
                  <a:off x="2586" y="1878"/>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Network</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67" name="Rectangle 29">
                  <a:extLst>
                    <a:ext uri="{FF2B5EF4-FFF2-40B4-BE49-F238E27FC236}">
                      <a16:creationId xmlns:a16="http://schemas.microsoft.com/office/drawing/2014/main" id="{82D8291F-46D2-969E-31F0-26B48C68B836}"/>
                    </a:ext>
                  </a:extLst>
                </p:cNvPr>
                <p:cNvSpPr>
                  <a:spLocks noChangeArrowheads="1"/>
                </p:cNvSpPr>
                <p:nvPr/>
              </p:nvSpPr>
              <p:spPr bwMode="auto">
                <a:xfrm>
                  <a:off x="2502" y="1878"/>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2" name="Group 30">
                <a:extLst>
                  <a:ext uri="{FF2B5EF4-FFF2-40B4-BE49-F238E27FC236}">
                    <a16:creationId xmlns:a16="http://schemas.microsoft.com/office/drawing/2014/main" id="{E64D7AEB-966A-45A7-5FC0-D0D606F5BBC8}"/>
                  </a:ext>
                </a:extLst>
              </p:cNvPr>
              <p:cNvGrpSpPr>
                <a:grpSpLocks/>
              </p:cNvGrpSpPr>
              <p:nvPr/>
            </p:nvGrpSpPr>
            <p:grpSpPr bwMode="auto">
              <a:xfrm>
                <a:off x="534" y="2280"/>
                <a:ext cx="1967" cy="400"/>
                <a:chOff x="534" y="2280"/>
                <a:chExt cx="1967" cy="400"/>
              </a:xfrm>
            </p:grpSpPr>
            <p:sp>
              <p:nvSpPr>
                <p:cNvPr id="30764" name="Rectangle 31">
                  <a:extLst>
                    <a:ext uri="{FF2B5EF4-FFF2-40B4-BE49-F238E27FC236}">
                      <a16:creationId xmlns:a16="http://schemas.microsoft.com/office/drawing/2014/main" id="{2E698418-A1A5-CDEF-07B1-862C5066674A}"/>
                    </a:ext>
                  </a:extLst>
                </p:cNvPr>
                <p:cNvSpPr>
                  <a:spLocks noChangeArrowheads="1"/>
                </p:cNvSpPr>
                <p:nvPr/>
              </p:nvSpPr>
              <p:spPr bwMode="auto">
                <a:xfrm>
                  <a:off x="618" y="2280"/>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4</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65" name="Rectangle 32">
                  <a:extLst>
                    <a:ext uri="{FF2B5EF4-FFF2-40B4-BE49-F238E27FC236}">
                      <a16:creationId xmlns:a16="http://schemas.microsoft.com/office/drawing/2014/main" id="{6D2DF769-636C-6441-1CC5-364425F6A7DB}"/>
                    </a:ext>
                  </a:extLst>
                </p:cNvPr>
                <p:cNvSpPr>
                  <a:spLocks noChangeArrowheads="1"/>
                </p:cNvSpPr>
                <p:nvPr/>
              </p:nvSpPr>
              <p:spPr bwMode="auto">
                <a:xfrm>
                  <a:off x="534" y="2280"/>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3" name="Group 33">
                <a:extLst>
                  <a:ext uri="{FF2B5EF4-FFF2-40B4-BE49-F238E27FC236}">
                    <a16:creationId xmlns:a16="http://schemas.microsoft.com/office/drawing/2014/main" id="{74DB8316-F2B2-9B63-4822-FC17CB595586}"/>
                  </a:ext>
                </a:extLst>
              </p:cNvPr>
              <p:cNvGrpSpPr>
                <a:grpSpLocks/>
              </p:cNvGrpSpPr>
              <p:nvPr/>
            </p:nvGrpSpPr>
            <p:grpSpPr bwMode="auto">
              <a:xfrm>
                <a:off x="2502" y="2280"/>
                <a:ext cx="2242" cy="400"/>
                <a:chOff x="2502" y="2280"/>
                <a:chExt cx="2242" cy="400"/>
              </a:xfrm>
            </p:grpSpPr>
            <p:sp>
              <p:nvSpPr>
                <p:cNvPr id="30762" name="Rectangle 34">
                  <a:extLst>
                    <a:ext uri="{FF2B5EF4-FFF2-40B4-BE49-F238E27FC236}">
                      <a16:creationId xmlns:a16="http://schemas.microsoft.com/office/drawing/2014/main" id="{C1DEE28F-CA4A-7114-749C-09A2A219DD40}"/>
                    </a:ext>
                  </a:extLst>
                </p:cNvPr>
                <p:cNvSpPr>
                  <a:spLocks noChangeArrowheads="1"/>
                </p:cNvSpPr>
                <p:nvPr/>
              </p:nvSpPr>
              <p:spPr bwMode="auto">
                <a:xfrm>
                  <a:off x="2586" y="2280"/>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Transport</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63" name="Rectangle 35">
                  <a:extLst>
                    <a:ext uri="{FF2B5EF4-FFF2-40B4-BE49-F238E27FC236}">
                      <a16:creationId xmlns:a16="http://schemas.microsoft.com/office/drawing/2014/main" id="{74C63470-E815-D47F-8FCB-5F12ECEBC6C3}"/>
                    </a:ext>
                  </a:extLst>
                </p:cNvPr>
                <p:cNvSpPr>
                  <a:spLocks noChangeArrowheads="1"/>
                </p:cNvSpPr>
                <p:nvPr/>
              </p:nvSpPr>
              <p:spPr bwMode="auto">
                <a:xfrm>
                  <a:off x="2502" y="2280"/>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4" name="Group 36">
                <a:extLst>
                  <a:ext uri="{FF2B5EF4-FFF2-40B4-BE49-F238E27FC236}">
                    <a16:creationId xmlns:a16="http://schemas.microsoft.com/office/drawing/2014/main" id="{B3463586-0C6E-8404-FF61-2C954474C014}"/>
                  </a:ext>
                </a:extLst>
              </p:cNvPr>
              <p:cNvGrpSpPr>
                <a:grpSpLocks/>
              </p:cNvGrpSpPr>
              <p:nvPr/>
            </p:nvGrpSpPr>
            <p:grpSpPr bwMode="auto">
              <a:xfrm>
                <a:off x="534" y="2681"/>
                <a:ext cx="1967" cy="400"/>
                <a:chOff x="534" y="2681"/>
                <a:chExt cx="1967" cy="400"/>
              </a:xfrm>
            </p:grpSpPr>
            <p:sp>
              <p:nvSpPr>
                <p:cNvPr id="30760" name="Rectangle 37">
                  <a:extLst>
                    <a:ext uri="{FF2B5EF4-FFF2-40B4-BE49-F238E27FC236}">
                      <a16:creationId xmlns:a16="http://schemas.microsoft.com/office/drawing/2014/main" id="{AC4D27C9-9467-762F-40EB-6F6BAAD07D29}"/>
                    </a:ext>
                  </a:extLst>
                </p:cNvPr>
                <p:cNvSpPr>
                  <a:spLocks noChangeArrowheads="1"/>
                </p:cNvSpPr>
                <p:nvPr/>
              </p:nvSpPr>
              <p:spPr bwMode="auto">
                <a:xfrm>
                  <a:off x="618" y="2681"/>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5</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61" name="Rectangle 38">
                  <a:extLst>
                    <a:ext uri="{FF2B5EF4-FFF2-40B4-BE49-F238E27FC236}">
                      <a16:creationId xmlns:a16="http://schemas.microsoft.com/office/drawing/2014/main" id="{9A5A0933-E091-44E0-50E3-8421AB14F965}"/>
                    </a:ext>
                  </a:extLst>
                </p:cNvPr>
                <p:cNvSpPr>
                  <a:spLocks noChangeArrowheads="1"/>
                </p:cNvSpPr>
                <p:nvPr/>
              </p:nvSpPr>
              <p:spPr bwMode="auto">
                <a:xfrm>
                  <a:off x="534" y="2681"/>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5" name="Group 39">
                <a:extLst>
                  <a:ext uri="{FF2B5EF4-FFF2-40B4-BE49-F238E27FC236}">
                    <a16:creationId xmlns:a16="http://schemas.microsoft.com/office/drawing/2014/main" id="{EF10B0B1-A886-3686-B046-D9B436B400DE}"/>
                  </a:ext>
                </a:extLst>
              </p:cNvPr>
              <p:cNvGrpSpPr>
                <a:grpSpLocks/>
              </p:cNvGrpSpPr>
              <p:nvPr/>
            </p:nvGrpSpPr>
            <p:grpSpPr bwMode="auto">
              <a:xfrm>
                <a:off x="2502" y="2681"/>
                <a:ext cx="2242" cy="400"/>
                <a:chOff x="2502" y="2681"/>
                <a:chExt cx="2242" cy="400"/>
              </a:xfrm>
            </p:grpSpPr>
            <p:sp>
              <p:nvSpPr>
                <p:cNvPr id="30758" name="Rectangle 40">
                  <a:extLst>
                    <a:ext uri="{FF2B5EF4-FFF2-40B4-BE49-F238E27FC236}">
                      <a16:creationId xmlns:a16="http://schemas.microsoft.com/office/drawing/2014/main" id="{8F8A8D6C-12B0-0B86-F4FE-D90EE0949AE5}"/>
                    </a:ext>
                  </a:extLst>
                </p:cNvPr>
                <p:cNvSpPr>
                  <a:spLocks noChangeArrowheads="1"/>
                </p:cNvSpPr>
                <p:nvPr/>
              </p:nvSpPr>
              <p:spPr bwMode="auto">
                <a:xfrm>
                  <a:off x="2586" y="2681"/>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Session</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59" name="Rectangle 41">
                  <a:extLst>
                    <a:ext uri="{FF2B5EF4-FFF2-40B4-BE49-F238E27FC236}">
                      <a16:creationId xmlns:a16="http://schemas.microsoft.com/office/drawing/2014/main" id="{AD2427CC-DF6F-24BB-52AE-0C66C6FD5409}"/>
                    </a:ext>
                  </a:extLst>
                </p:cNvPr>
                <p:cNvSpPr>
                  <a:spLocks noChangeArrowheads="1"/>
                </p:cNvSpPr>
                <p:nvPr/>
              </p:nvSpPr>
              <p:spPr bwMode="auto">
                <a:xfrm>
                  <a:off x="2502" y="2681"/>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6" name="Group 42">
                <a:extLst>
                  <a:ext uri="{FF2B5EF4-FFF2-40B4-BE49-F238E27FC236}">
                    <a16:creationId xmlns:a16="http://schemas.microsoft.com/office/drawing/2014/main" id="{DDFF1B14-F5E7-4FCA-438B-11BB28B3A384}"/>
                  </a:ext>
                </a:extLst>
              </p:cNvPr>
              <p:cNvGrpSpPr>
                <a:grpSpLocks/>
              </p:cNvGrpSpPr>
              <p:nvPr/>
            </p:nvGrpSpPr>
            <p:grpSpPr bwMode="auto">
              <a:xfrm>
                <a:off x="534" y="3082"/>
                <a:ext cx="1967" cy="400"/>
                <a:chOff x="534" y="3082"/>
                <a:chExt cx="1967" cy="400"/>
              </a:xfrm>
            </p:grpSpPr>
            <p:sp>
              <p:nvSpPr>
                <p:cNvPr id="30756" name="Rectangle 43">
                  <a:extLst>
                    <a:ext uri="{FF2B5EF4-FFF2-40B4-BE49-F238E27FC236}">
                      <a16:creationId xmlns:a16="http://schemas.microsoft.com/office/drawing/2014/main" id="{670BB010-24E5-922C-161A-B9F5CB38EE1C}"/>
                    </a:ext>
                  </a:extLst>
                </p:cNvPr>
                <p:cNvSpPr>
                  <a:spLocks noChangeArrowheads="1"/>
                </p:cNvSpPr>
                <p:nvPr/>
              </p:nvSpPr>
              <p:spPr bwMode="auto">
                <a:xfrm>
                  <a:off x="618" y="3082"/>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6</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57" name="Rectangle 44">
                  <a:extLst>
                    <a:ext uri="{FF2B5EF4-FFF2-40B4-BE49-F238E27FC236}">
                      <a16:creationId xmlns:a16="http://schemas.microsoft.com/office/drawing/2014/main" id="{608CC866-8379-6E6F-64FB-707578EE7E14}"/>
                    </a:ext>
                  </a:extLst>
                </p:cNvPr>
                <p:cNvSpPr>
                  <a:spLocks noChangeArrowheads="1"/>
                </p:cNvSpPr>
                <p:nvPr/>
              </p:nvSpPr>
              <p:spPr bwMode="auto">
                <a:xfrm>
                  <a:off x="534" y="3082"/>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7" name="Group 45">
                <a:extLst>
                  <a:ext uri="{FF2B5EF4-FFF2-40B4-BE49-F238E27FC236}">
                    <a16:creationId xmlns:a16="http://schemas.microsoft.com/office/drawing/2014/main" id="{82207790-529D-06C1-A608-DF700C2CB1DB}"/>
                  </a:ext>
                </a:extLst>
              </p:cNvPr>
              <p:cNvGrpSpPr>
                <a:grpSpLocks/>
              </p:cNvGrpSpPr>
              <p:nvPr/>
            </p:nvGrpSpPr>
            <p:grpSpPr bwMode="auto">
              <a:xfrm>
                <a:off x="2502" y="3082"/>
                <a:ext cx="2242" cy="400"/>
                <a:chOff x="2502" y="3082"/>
                <a:chExt cx="2242" cy="400"/>
              </a:xfrm>
            </p:grpSpPr>
            <p:sp>
              <p:nvSpPr>
                <p:cNvPr id="30754" name="Rectangle 46">
                  <a:extLst>
                    <a:ext uri="{FF2B5EF4-FFF2-40B4-BE49-F238E27FC236}">
                      <a16:creationId xmlns:a16="http://schemas.microsoft.com/office/drawing/2014/main" id="{532E7078-DAB2-72FA-F984-9F93B97AD02D}"/>
                    </a:ext>
                  </a:extLst>
                </p:cNvPr>
                <p:cNvSpPr>
                  <a:spLocks noChangeArrowheads="1"/>
                </p:cNvSpPr>
                <p:nvPr/>
              </p:nvSpPr>
              <p:spPr bwMode="auto">
                <a:xfrm>
                  <a:off x="2586" y="3082"/>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Presentation</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55" name="Rectangle 47">
                  <a:extLst>
                    <a:ext uri="{FF2B5EF4-FFF2-40B4-BE49-F238E27FC236}">
                      <a16:creationId xmlns:a16="http://schemas.microsoft.com/office/drawing/2014/main" id="{BD2203E6-6398-21AC-BF0A-D1DAE9F88E20}"/>
                    </a:ext>
                  </a:extLst>
                </p:cNvPr>
                <p:cNvSpPr>
                  <a:spLocks noChangeArrowheads="1"/>
                </p:cNvSpPr>
                <p:nvPr/>
              </p:nvSpPr>
              <p:spPr bwMode="auto">
                <a:xfrm>
                  <a:off x="2502" y="3082"/>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8" name="Group 48">
                <a:extLst>
                  <a:ext uri="{FF2B5EF4-FFF2-40B4-BE49-F238E27FC236}">
                    <a16:creationId xmlns:a16="http://schemas.microsoft.com/office/drawing/2014/main" id="{470BE28D-EEAC-65F1-2EC7-B6E6AE9E2926}"/>
                  </a:ext>
                </a:extLst>
              </p:cNvPr>
              <p:cNvGrpSpPr>
                <a:grpSpLocks/>
              </p:cNvGrpSpPr>
              <p:nvPr/>
            </p:nvGrpSpPr>
            <p:grpSpPr bwMode="auto">
              <a:xfrm>
                <a:off x="534" y="3483"/>
                <a:ext cx="1967" cy="400"/>
                <a:chOff x="534" y="3483"/>
                <a:chExt cx="1967" cy="400"/>
              </a:xfrm>
            </p:grpSpPr>
            <p:sp>
              <p:nvSpPr>
                <p:cNvPr id="30752" name="Rectangle 49">
                  <a:extLst>
                    <a:ext uri="{FF2B5EF4-FFF2-40B4-BE49-F238E27FC236}">
                      <a16:creationId xmlns:a16="http://schemas.microsoft.com/office/drawing/2014/main" id="{1C9BF834-3328-1E28-37CF-57E3696CAF3C}"/>
                    </a:ext>
                  </a:extLst>
                </p:cNvPr>
                <p:cNvSpPr>
                  <a:spLocks noChangeArrowheads="1"/>
                </p:cNvSpPr>
                <p:nvPr/>
              </p:nvSpPr>
              <p:spPr bwMode="auto">
                <a:xfrm>
                  <a:off x="618" y="3483"/>
                  <a:ext cx="1798"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53" name="Rectangle 50">
                  <a:extLst>
                    <a:ext uri="{FF2B5EF4-FFF2-40B4-BE49-F238E27FC236}">
                      <a16:creationId xmlns:a16="http://schemas.microsoft.com/office/drawing/2014/main" id="{281A4068-FC11-4E94-9475-E319E6F81680}"/>
                    </a:ext>
                  </a:extLst>
                </p:cNvPr>
                <p:cNvSpPr>
                  <a:spLocks noChangeArrowheads="1"/>
                </p:cNvSpPr>
                <p:nvPr/>
              </p:nvSpPr>
              <p:spPr bwMode="auto">
                <a:xfrm>
                  <a:off x="534" y="3483"/>
                  <a:ext cx="1967"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nvGrpSpPr>
              <p:cNvPr id="30749" name="Group 51">
                <a:extLst>
                  <a:ext uri="{FF2B5EF4-FFF2-40B4-BE49-F238E27FC236}">
                    <a16:creationId xmlns:a16="http://schemas.microsoft.com/office/drawing/2014/main" id="{76629BF4-B0B8-2AEF-2794-A3249D2F18C2}"/>
                  </a:ext>
                </a:extLst>
              </p:cNvPr>
              <p:cNvGrpSpPr>
                <a:grpSpLocks/>
              </p:cNvGrpSpPr>
              <p:nvPr/>
            </p:nvGrpSpPr>
            <p:grpSpPr bwMode="auto">
              <a:xfrm>
                <a:off x="2502" y="3483"/>
                <a:ext cx="2242" cy="400"/>
                <a:chOff x="2502" y="3483"/>
                <a:chExt cx="2242" cy="400"/>
              </a:xfrm>
            </p:grpSpPr>
            <p:sp>
              <p:nvSpPr>
                <p:cNvPr id="30750" name="Rectangle 52">
                  <a:extLst>
                    <a:ext uri="{FF2B5EF4-FFF2-40B4-BE49-F238E27FC236}">
                      <a16:creationId xmlns:a16="http://schemas.microsoft.com/office/drawing/2014/main" id="{32E8F5DA-EE49-1E12-DD3D-E9AC719CC20F}"/>
                    </a:ext>
                  </a:extLst>
                </p:cNvPr>
                <p:cNvSpPr>
                  <a:spLocks noChangeArrowheads="1"/>
                </p:cNvSpPr>
                <p:nvPr/>
              </p:nvSpPr>
              <p:spPr bwMode="auto">
                <a:xfrm>
                  <a:off x="2586" y="3483"/>
                  <a:ext cx="2073" cy="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a:p>
                  <a:pPr algn="ctr" eaLnBrk="1" hangingPunct="1">
                    <a:buClrTx/>
                    <a:buSzPct val="60000"/>
                    <a:buFontTx/>
                    <a:buNone/>
                  </a:pPr>
                  <a:r>
                    <a:rPr lang="en-US" altLang="en-US">
                      <a:solidFill>
                        <a:srgbClr val="000000"/>
                      </a:solidFill>
                      <a:latin typeface="Times New Roman" panose="02020603050405020304" pitchFamily="18" charset="0"/>
                      <a:cs typeface="Times New Roman" panose="02020603050405020304" pitchFamily="18" charset="0"/>
                    </a:rPr>
                    <a:t>Application</a:t>
                  </a:r>
                </a:p>
                <a:p>
                  <a:pPr algn="ctr">
                    <a:buClrTx/>
                    <a:buSzPct val="60000"/>
                    <a:buFontTx/>
                    <a:buNone/>
                  </a:pPr>
                  <a:endParaRPr lang="en-US" altLang="en-US">
                    <a:solidFill>
                      <a:srgbClr val="000000"/>
                    </a:solidFill>
                    <a:latin typeface="Times New Roman" panose="02020603050405020304" pitchFamily="18" charset="0"/>
                    <a:cs typeface="Times New Roman" panose="02020603050405020304" pitchFamily="18" charset="0"/>
                  </a:endParaRPr>
                </a:p>
              </p:txBody>
            </p:sp>
            <p:sp>
              <p:nvSpPr>
                <p:cNvPr id="30751" name="Rectangle 53">
                  <a:extLst>
                    <a:ext uri="{FF2B5EF4-FFF2-40B4-BE49-F238E27FC236}">
                      <a16:creationId xmlns:a16="http://schemas.microsoft.com/office/drawing/2014/main" id="{D9F30F24-20F7-C417-2CCF-6DCE57AC9F0B}"/>
                    </a:ext>
                  </a:extLst>
                </p:cNvPr>
                <p:cNvSpPr>
                  <a:spLocks noChangeArrowheads="1"/>
                </p:cNvSpPr>
                <p:nvPr/>
              </p:nvSpPr>
              <p:spPr bwMode="auto">
                <a:xfrm>
                  <a:off x="2502" y="3483"/>
                  <a:ext cx="2242" cy="400"/>
                </a:xfrm>
                <a:prstGeom prst="rect">
                  <a:avLst/>
                </a:prstGeom>
                <a:noFill/>
                <a:ln w="9525"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grpSp>
        <p:sp>
          <p:nvSpPr>
            <p:cNvPr id="30733" name="Rectangle 54">
              <a:extLst>
                <a:ext uri="{FF2B5EF4-FFF2-40B4-BE49-F238E27FC236}">
                  <a16:creationId xmlns:a16="http://schemas.microsoft.com/office/drawing/2014/main" id="{A9284F77-9A93-C52B-0306-3D77E2E84258}"/>
                </a:ext>
              </a:extLst>
            </p:cNvPr>
            <p:cNvSpPr>
              <a:spLocks noChangeArrowheads="1"/>
            </p:cNvSpPr>
            <p:nvPr/>
          </p:nvSpPr>
          <p:spPr bwMode="auto">
            <a:xfrm>
              <a:off x="528" y="672"/>
              <a:ext cx="4223" cy="3215"/>
            </a:xfrm>
            <a:prstGeom prst="rect">
              <a:avLst/>
            </a:prstGeom>
            <a:noFill/>
            <a:ln w="11160" cap="sq">
              <a:solidFill>
                <a:srgbClr val="A0A0A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30726" name="Rectangle 55">
            <a:extLst>
              <a:ext uri="{FF2B5EF4-FFF2-40B4-BE49-F238E27FC236}">
                <a16:creationId xmlns:a16="http://schemas.microsoft.com/office/drawing/2014/main" id="{CAE81643-4A2E-926D-6241-A9CA5CF014A5}"/>
              </a:ext>
            </a:extLst>
          </p:cNvPr>
          <p:cNvSpPr>
            <a:spLocks noChangeArrowheads="1"/>
          </p:cNvSpPr>
          <p:nvPr/>
        </p:nvSpPr>
        <p:spPr bwMode="auto">
          <a:xfrm>
            <a:off x="2667000" y="3429000"/>
            <a:ext cx="1219200"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1400">
                <a:solidFill>
                  <a:srgbClr val="000000"/>
                </a:solidFill>
                <a:latin typeface="Times New Roman" panose="02020603050405020304" pitchFamily="18" charset="0"/>
              </a:rPr>
              <a:t> </a:t>
            </a:r>
          </a:p>
        </p:txBody>
      </p:sp>
      <p:sp>
        <p:nvSpPr>
          <p:cNvPr id="30727" name="Text Box 56">
            <a:extLst>
              <a:ext uri="{FF2B5EF4-FFF2-40B4-BE49-F238E27FC236}">
                <a16:creationId xmlns:a16="http://schemas.microsoft.com/office/drawing/2014/main" id="{AB1DC71D-16EF-5591-C65C-3608DB7F9CAA}"/>
              </a:ext>
            </a:extLst>
          </p:cNvPr>
          <p:cNvSpPr txBox="1">
            <a:spLocks noChangeArrowheads="1"/>
          </p:cNvSpPr>
          <p:nvPr/>
        </p:nvSpPr>
        <p:spPr bwMode="auto">
          <a:xfrm>
            <a:off x="1143000" y="457200"/>
            <a:ext cx="26670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OSI Layers</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
        <p:nvSpPr>
          <p:cNvPr id="30728" name="Text Box 57">
            <a:extLst>
              <a:ext uri="{FF2B5EF4-FFF2-40B4-BE49-F238E27FC236}">
                <a16:creationId xmlns:a16="http://schemas.microsoft.com/office/drawing/2014/main" id="{E2ECD233-404F-127E-F975-3BDCD9EFD771}"/>
              </a:ext>
            </a:extLst>
          </p:cNvPr>
          <p:cNvSpPr txBox="1">
            <a:spLocks noChangeArrowheads="1"/>
          </p:cNvSpPr>
          <p:nvPr/>
        </p:nvSpPr>
        <p:spPr bwMode="auto">
          <a:xfrm>
            <a:off x="2133600" y="1905000"/>
            <a:ext cx="17526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latin typeface="Times New Roman" panose="02020603050405020304" pitchFamily="18" charset="0"/>
              </a:rPr>
              <a:t>  1 (Lowest)</a:t>
            </a:r>
          </a:p>
        </p:txBody>
      </p:sp>
      <p:sp>
        <p:nvSpPr>
          <p:cNvPr id="30729" name="Line 58">
            <a:extLst>
              <a:ext uri="{FF2B5EF4-FFF2-40B4-BE49-F238E27FC236}">
                <a16:creationId xmlns:a16="http://schemas.microsoft.com/office/drawing/2014/main" id="{3F7062D0-B5BA-9ACA-FC28-958C1FB89F8C}"/>
              </a:ext>
            </a:extLst>
          </p:cNvPr>
          <p:cNvSpPr>
            <a:spLocks noChangeShapeType="1"/>
          </p:cNvSpPr>
          <p:nvPr/>
        </p:nvSpPr>
        <p:spPr bwMode="auto">
          <a:xfrm>
            <a:off x="228600" y="2057400"/>
            <a:ext cx="6858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30" name="Text Box 59">
            <a:extLst>
              <a:ext uri="{FF2B5EF4-FFF2-40B4-BE49-F238E27FC236}">
                <a16:creationId xmlns:a16="http://schemas.microsoft.com/office/drawing/2014/main" id="{A8340FA5-B81D-8346-9534-4D74806E0E70}"/>
              </a:ext>
            </a:extLst>
          </p:cNvPr>
          <p:cNvSpPr txBox="1">
            <a:spLocks noChangeArrowheads="1"/>
          </p:cNvSpPr>
          <p:nvPr/>
        </p:nvSpPr>
        <p:spPr bwMode="auto">
          <a:xfrm>
            <a:off x="2057400" y="5715000"/>
            <a:ext cx="19812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latin typeface="Times New Roman" panose="02020603050405020304" pitchFamily="18" charset="0"/>
              </a:rPr>
              <a:t>    7 (Highest)</a:t>
            </a:r>
          </a:p>
        </p:txBody>
      </p:sp>
      <p:sp>
        <p:nvSpPr>
          <p:cNvPr id="30731" name="Line 60">
            <a:extLst>
              <a:ext uri="{FF2B5EF4-FFF2-40B4-BE49-F238E27FC236}">
                <a16:creationId xmlns:a16="http://schemas.microsoft.com/office/drawing/2014/main" id="{73093AF6-31F5-3A6C-B1D6-ED22FEECD1F4}"/>
              </a:ext>
            </a:extLst>
          </p:cNvPr>
          <p:cNvSpPr>
            <a:spLocks noChangeShapeType="1"/>
          </p:cNvSpPr>
          <p:nvPr/>
        </p:nvSpPr>
        <p:spPr bwMode="auto">
          <a:xfrm>
            <a:off x="304800" y="5867400"/>
            <a:ext cx="5334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1">
            <a:extLst>
              <a:ext uri="{FF2B5EF4-FFF2-40B4-BE49-F238E27FC236}">
                <a16:creationId xmlns:a16="http://schemas.microsoft.com/office/drawing/2014/main" id="{2A55FAD8-7BF1-DFA9-9AA2-347309FC228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2771" name="Text Box 2">
            <a:extLst>
              <a:ext uri="{FF2B5EF4-FFF2-40B4-BE49-F238E27FC236}">
                <a16:creationId xmlns:a16="http://schemas.microsoft.com/office/drawing/2014/main" id="{25125F94-855B-0F36-2C72-A36E0842683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F247584-EC76-4653-A1F7-714C78632F4A}" type="slidenum">
              <a:rPr lang="en-US" altLang="en-US" sz="1400">
                <a:solidFill>
                  <a:srgbClr val="000000"/>
                </a:solidFill>
              </a:rPr>
              <a:pPr algn="r" eaLnBrk="1" hangingPunct="1">
                <a:buClrTx/>
                <a:buSzPct val="60000"/>
                <a:buFontTx/>
                <a:buNone/>
              </a:pPr>
              <a:t>15</a:t>
            </a:fld>
            <a:endParaRPr lang="en-US" altLang="en-US" sz="1400">
              <a:solidFill>
                <a:srgbClr val="000000"/>
              </a:solidFill>
            </a:endParaRPr>
          </a:p>
        </p:txBody>
      </p:sp>
      <p:grpSp>
        <p:nvGrpSpPr>
          <p:cNvPr id="32772" name="Group 3">
            <a:extLst>
              <a:ext uri="{FF2B5EF4-FFF2-40B4-BE49-F238E27FC236}">
                <a16:creationId xmlns:a16="http://schemas.microsoft.com/office/drawing/2014/main" id="{FD823B3F-80DA-E4B8-C01F-29FC3884797F}"/>
              </a:ext>
            </a:extLst>
          </p:cNvPr>
          <p:cNvGrpSpPr>
            <a:grpSpLocks/>
          </p:cNvGrpSpPr>
          <p:nvPr/>
        </p:nvGrpSpPr>
        <p:grpSpPr bwMode="auto">
          <a:xfrm>
            <a:off x="838200" y="1676400"/>
            <a:ext cx="7389813" cy="4265613"/>
            <a:chOff x="528" y="1056"/>
            <a:chExt cx="4655" cy="2687"/>
          </a:xfrm>
        </p:grpSpPr>
        <p:sp>
          <p:nvSpPr>
            <p:cNvPr id="32774" name="Rectangle 4">
              <a:extLst>
                <a:ext uri="{FF2B5EF4-FFF2-40B4-BE49-F238E27FC236}">
                  <a16:creationId xmlns:a16="http://schemas.microsoft.com/office/drawing/2014/main" id="{9BF33E44-FBCF-19BE-F90E-A25A1246F1D7}"/>
                </a:ext>
              </a:extLst>
            </p:cNvPr>
            <p:cNvSpPr>
              <a:spLocks noChangeArrowheads="1"/>
            </p:cNvSpPr>
            <p:nvPr/>
          </p:nvSpPr>
          <p:spPr bwMode="auto">
            <a:xfrm>
              <a:off x="528" y="1056"/>
              <a:ext cx="4655" cy="2687"/>
            </a:xfrm>
            <a:prstGeom prst="rect">
              <a:avLst/>
            </a:prstGeom>
            <a:solidFill>
              <a:srgbClr val="00FF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2775" name="Text Box 5">
              <a:extLst>
                <a:ext uri="{FF2B5EF4-FFF2-40B4-BE49-F238E27FC236}">
                  <a16:creationId xmlns:a16="http://schemas.microsoft.com/office/drawing/2014/main" id="{2EA5A569-4187-D716-3B15-51A4F340A687}"/>
                </a:ext>
              </a:extLst>
            </p:cNvPr>
            <p:cNvSpPr txBox="1">
              <a:spLocks noChangeArrowheads="1"/>
            </p:cNvSpPr>
            <p:nvPr/>
          </p:nvSpPr>
          <p:spPr bwMode="auto">
            <a:xfrm>
              <a:off x="1170" y="1295"/>
              <a:ext cx="3531" cy="255"/>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Application Layer</a:t>
              </a:r>
            </a:p>
          </p:txBody>
        </p:sp>
        <p:sp>
          <p:nvSpPr>
            <p:cNvPr id="32776" name="Text Box 6">
              <a:extLst>
                <a:ext uri="{FF2B5EF4-FFF2-40B4-BE49-F238E27FC236}">
                  <a16:creationId xmlns:a16="http://schemas.microsoft.com/office/drawing/2014/main" id="{DE06F256-25FC-9F2C-8F5B-FA1DB7C2A2F1}"/>
                </a:ext>
              </a:extLst>
            </p:cNvPr>
            <p:cNvSpPr txBox="1">
              <a:spLocks noChangeArrowheads="1"/>
            </p:cNvSpPr>
            <p:nvPr/>
          </p:nvSpPr>
          <p:spPr bwMode="auto">
            <a:xfrm>
              <a:off x="1170" y="1637"/>
              <a:ext cx="3531" cy="255"/>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Presentation Layer</a:t>
              </a:r>
            </a:p>
          </p:txBody>
        </p:sp>
        <p:sp>
          <p:nvSpPr>
            <p:cNvPr id="32777" name="Text Box 7">
              <a:extLst>
                <a:ext uri="{FF2B5EF4-FFF2-40B4-BE49-F238E27FC236}">
                  <a16:creationId xmlns:a16="http://schemas.microsoft.com/office/drawing/2014/main" id="{FA1D4DBA-9829-BED3-44A9-D4CF1538B0ED}"/>
                </a:ext>
              </a:extLst>
            </p:cNvPr>
            <p:cNvSpPr txBox="1">
              <a:spLocks noChangeArrowheads="1"/>
            </p:cNvSpPr>
            <p:nvPr/>
          </p:nvSpPr>
          <p:spPr bwMode="auto">
            <a:xfrm>
              <a:off x="1170" y="1979"/>
              <a:ext cx="3531" cy="255"/>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Session Layer</a:t>
              </a:r>
            </a:p>
          </p:txBody>
        </p:sp>
        <p:sp>
          <p:nvSpPr>
            <p:cNvPr id="32778" name="Text Box 8">
              <a:extLst>
                <a:ext uri="{FF2B5EF4-FFF2-40B4-BE49-F238E27FC236}">
                  <a16:creationId xmlns:a16="http://schemas.microsoft.com/office/drawing/2014/main" id="{4B92506E-4680-231F-FAB9-C3378D032F29}"/>
                </a:ext>
              </a:extLst>
            </p:cNvPr>
            <p:cNvSpPr txBox="1">
              <a:spLocks noChangeArrowheads="1"/>
            </p:cNvSpPr>
            <p:nvPr/>
          </p:nvSpPr>
          <p:spPr bwMode="auto">
            <a:xfrm>
              <a:off x="1170" y="2320"/>
              <a:ext cx="3531" cy="256"/>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Transport Layer</a:t>
              </a:r>
            </a:p>
          </p:txBody>
        </p:sp>
        <p:sp>
          <p:nvSpPr>
            <p:cNvPr id="32779" name="Text Box 9">
              <a:extLst>
                <a:ext uri="{FF2B5EF4-FFF2-40B4-BE49-F238E27FC236}">
                  <a16:creationId xmlns:a16="http://schemas.microsoft.com/office/drawing/2014/main" id="{AE6BFC62-20FD-EB4D-EF33-9E1E1B4C2CF5}"/>
                </a:ext>
              </a:extLst>
            </p:cNvPr>
            <p:cNvSpPr txBox="1">
              <a:spLocks noChangeArrowheads="1"/>
            </p:cNvSpPr>
            <p:nvPr/>
          </p:nvSpPr>
          <p:spPr bwMode="auto">
            <a:xfrm>
              <a:off x="1170" y="2648"/>
              <a:ext cx="3531" cy="256"/>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Network Layer</a:t>
              </a:r>
            </a:p>
          </p:txBody>
        </p:sp>
        <p:sp>
          <p:nvSpPr>
            <p:cNvPr id="32780" name="Text Box 10">
              <a:extLst>
                <a:ext uri="{FF2B5EF4-FFF2-40B4-BE49-F238E27FC236}">
                  <a16:creationId xmlns:a16="http://schemas.microsoft.com/office/drawing/2014/main" id="{BEB4F087-E948-5015-9C77-55699E579E10}"/>
                </a:ext>
              </a:extLst>
            </p:cNvPr>
            <p:cNvSpPr txBox="1">
              <a:spLocks noChangeArrowheads="1"/>
            </p:cNvSpPr>
            <p:nvPr/>
          </p:nvSpPr>
          <p:spPr bwMode="auto">
            <a:xfrm>
              <a:off x="1170" y="2990"/>
              <a:ext cx="3531" cy="256"/>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Data Link Layer</a:t>
              </a:r>
            </a:p>
          </p:txBody>
        </p:sp>
        <p:sp>
          <p:nvSpPr>
            <p:cNvPr id="32781" name="Text Box 11">
              <a:extLst>
                <a:ext uri="{FF2B5EF4-FFF2-40B4-BE49-F238E27FC236}">
                  <a16:creationId xmlns:a16="http://schemas.microsoft.com/office/drawing/2014/main" id="{3ADA5436-F2A1-751A-F675-6FBA8ADDD09B}"/>
                </a:ext>
              </a:extLst>
            </p:cNvPr>
            <p:cNvSpPr txBox="1">
              <a:spLocks noChangeArrowheads="1"/>
            </p:cNvSpPr>
            <p:nvPr/>
          </p:nvSpPr>
          <p:spPr bwMode="auto">
            <a:xfrm>
              <a:off x="1170" y="3332"/>
              <a:ext cx="3531" cy="255"/>
            </a:xfrm>
            <a:prstGeom prst="rect">
              <a:avLst/>
            </a:prstGeom>
            <a:gradFill rotWithShape="0">
              <a:gsLst>
                <a:gs pos="0">
                  <a:srgbClr val="CCFFFF"/>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Physical Layer</a:t>
              </a:r>
            </a:p>
          </p:txBody>
        </p:sp>
      </p:grpSp>
      <p:sp>
        <p:nvSpPr>
          <p:cNvPr id="32773" name="Text Box 12">
            <a:extLst>
              <a:ext uri="{FF2B5EF4-FFF2-40B4-BE49-F238E27FC236}">
                <a16:creationId xmlns:a16="http://schemas.microsoft.com/office/drawing/2014/main" id="{2EB20AC7-BCF6-9F41-8749-15A5CB8791A1}"/>
              </a:ext>
            </a:extLst>
          </p:cNvPr>
          <p:cNvSpPr txBox="1">
            <a:spLocks noChangeArrowheads="1"/>
          </p:cNvSpPr>
          <p:nvPr/>
        </p:nvSpPr>
        <p:spPr bwMode="auto">
          <a:xfrm>
            <a:off x="839788" y="635000"/>
            <a:ext cx="5580062"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OSI Layers Arranged in a Hierarchy</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 Box 1">
            <a:extLst>
              <a:ext uri="{FF2B5EF4-FFF2-40B4-BE49-F238E27FC236}">
                <a16:creationId xmlns:a16="http://schemas.microsoft.com/office/drawing/2014/main" id="{43769020-8CB0-FC10-6B0B-77C1A7F49E8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819" name="Text Box 2">
            <a:extLst>
              <a:ext uri="{FF2B5EF4-FFF2-40B4-BE49-F238E27FC236}">
                <a16:creationId xmlns:a16="http://schemas.microsoft.com/office/drawing/2014/main" id="{E8065CAA-3A97-720F-A582-7291FE29B84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CEE9E77-B990-4615-8196-639833F2D998}" type="slidenum">
              <a:rPr lang="en-US" altLang="en-US" sz="1400">
                <a:solidFill>
                  <a:srgbClr val="000000"/>
                </a:solidFill>
              </a:rPr>
              <a:pPr algn="r" eaLnBrk="1" hangingPunct="1">
                <a:buClrTx/>
                <a:buSzPct val="60000"/>
                <a:buFontTx/>
                <a:buNone/>
              </a:pPr>
              <a:t>16</a:t>
            </a:fld>
            <a:endParaRPr lang="en-US" altLang="en-US" sz="1400">
              <a:solidFill>
                <a:srgbClr val="000000"/>
              </a:solidFill>
            </a:endParaRPr>
          </a:p>
        </p:txBody>
      </p:sp>
      <p:grpSp>
        <p:nvGrpSpPr>
          <p:cNvPr id="34820" name="Group 3">
            <a:extLst>
              <a:ext uri="{FF2B5EF4-FFF2-40B4-BE49-F238E27FC236}">
                <a16:creationId xmlns:a16="http://schemas.microsoft.com/office/drawing/2014/main" id="{A8F1C612-6517-D057-AC92-373825BCE426}"/>
              </a:ext>
            </a:extLst>
          </p:cNvPr>
          <p:cNvGrpSpPr>
            <a:grpSpLocks/>
          </p:cNvGrpSpPr>
          <p:nvPr/>
        </p:nvGrpSpPr>
        <p:grpSpPr bwMode="auto">
          <a:xfrm>
            <a:off x="609600" y="990600"/>
            <a:ext cx="7847013" cy="5332413"/>
            <a:chOff x="384" y="624"/>
            <a:chExt cx="4943" cy="3359"/>
          </a:xfrm>
        </p:grpSpPr>
        <p:sp>
          <p:nvSpPr>
            <p:cNvPr id="34823" name="Rectangle 4">
              <a:extLst>
                <a:ext uri="{FF2B5EF4-FFF2-40B4-BE49-F238E27FC236}">
                  <a16:creationId xmlns:a16="http://schemas.microsoft.com/office/drawing/2014/main" id="{600F889A-5507-A8F5-51D7-F331FF1B6A7A}"/>
                </a:ext>
              </a:extLst>
            </p:cNvPr>
            <p:cNvSpPr>
              <a:spLocks noChangeArrowheads="1"/>
            </p:cNvSpPr>
            <p:nvPr/>
          </p:nvSpPr>
          <p:spPr bwMode="auto">
            <a:xfrm>
              <a:off x="384" y="624"/>
              <a:ext cx="4943" cy="335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4824" name="Freeform 5">
              <a:extLst>
                <a:ext uri="{FF2B5EF4-FFF2-40B4-BE49-F238E27FC236}">
                  <a16:creationId xmlns:a16="http://schemas.microsoft.com/office/drawing/2014/main" id="{DD8F7C24-B299-85F2-E3FF-74958A18FC0B}"/>
                </a:ext>
              </a:extLst>
            </p:cNvPr>
            <p:cNvSpPr>
              <a:spLocks noChangeArrowheads="1"/>
            </p:cNvSpPr>
            <p:nvPr/>
          </p:nvSpPr>
          <p:spPr bwMode="auto">
            <a:xfrm>
              <a:off x="659" y="749"/>
              <a:ext cx="444" cy="35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34 h 21600"/>
                <a:gd name="T44" fmla="*/ 16735 w 21600"/>
                <a:gd name="T45" fmla="*/ 1110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4825" name="Freeform 6">
              <a:extLst>
                <a:ext uri="{FF2B5EF4-FFF2-40B4-BE49-F238E27FC236}">
                  <a16:creationId xmlns:a16="http://schemas.microsoft.com/office/drawing/2014/main" id="{6202A5A9-A81F-1141-B537-7A52C72954D3}"/>
                </a:ext>
              </a:extLst>
            </p:cNvPr>
            <p:cNvSpPr>
              <a:spLocks noChangeArrowheads="1"/>
            </p:cNvSpPr>
            <p:nvPr/>
          </p:nvSpPr>
          <p:spPr bwMode="auto">
            <a:xfrm>
              <a:off x="3114" y="742"/>
              <a:ext cx="443" cy="35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5 w 21600"/>
                <a:gd name="T43" fmla="*/ 2534 h 21600"/>
                <a:gd name="T44" fmla="*/ 16724 w 21600"/>
                <a:gd name="T45" fmla="*/ 1110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4826" name="Text Box 7">
              <a:extLst>
                <a:ext uri="{FF2B5EF4-FFF2-40B4-BE49-F238E27FC236}">
                  <a16:creationId xmlns:a16="http://schemas.microsoft.com/office/drawing/2014/main" id="{734D1066-E4B1-55CF-ABB7-E821C43708AD}"/>
                </a:ext>
              </a:extLst>
            </p:cNvPr>
            <p:cNvSpPr txBox="1">
              <a:spLocks noChangeArrowheads="1"/>
            </p:cNvSpPr>
            <p:nvPr/>
          </p:nvSpPr>
          <p:spPr bwMode="auto">
            <a:xfrm>
              <a:off x="671" y="1322"/>
              <a:ext cx="464"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L7 data</a:t>
              </a:r>
            </a:p>
          </p:txBody>
        </p:sp>
        <p:grpSp>
          <p:nvGrpSpPr>
            <p:cNvPr id="34827" name="Group 8">
              <a:extLst>
                <a:ext uri="{FF2B5EF4-FFF2-40B4-BE49-F238E27FC236}">
                  <a16:creationId xmlns:a16="http://schemas.microsoft.com/office/drawing/2014/main" id="{2247CE1E-9573-824B-19DC-19DCA2B14EC2}"/>
                </a:ext>
              </a:extLst>
            </p:cNvPr>
            <p:cNvGrpSpPr>
              <a:grpSpLocks/>
            </p:cNvGrpSpPr>
            <p:nvPr/>
          </p:nvGrpSpPr>
          <p:grpSpPr bwMode="auto">
            <a:xfrm>
              <a:off x="674" y="1603"/>
              <a:ext cx="751" cy="141"/>
              <a:chOff x="674" y="1603"/>
              <a:chExt cx="751" cy="141"/>
            </a:xfrm>
          </p:grpSpPr>
          <p:sp>
            <p:nvSpPr>
              <p:cNvPr id="34890" name="Text Box 9">
                <a:extLst>
                  <a:ext uri="{FF2B5EF4-FFF2-40B4-BE49-F238E27FC236}">
                    <a16:creationId xmlns:a16="http://schemas.microsoft.com/office/drawing/2014/main" id="{0B6F0BF6-751F-2E20-F531-293E3D21260C}"/>
                  </a:ext>
                </a:extLst>
              </p:cNvPr>
              <p:cNvSpPr txBox="1">
                <a:spLocks noChangeArrowheads="1"/>
              </p:cNvSpPr>
              <p:nvPr/>
            </p:nvSpPr>
            <p:spPr bwMode="auto">
              <a:xfrm>
                <a:off x="674" y="1603"/>
                <a:ext cx="464"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L7 data</a:t>
                </a:r>
              </a:p>
            </p:txBody>
          </p:sp>
          <p:sp>
            <p:nvSpPr>
              <p:cNvPr id="34891" name="Text Box 10">
                <a:extLst>
                  <a:ext uri="{FF2B5EF4-FFF2-40B4-BE49-F238E27FC236}">
                    <a16:creationId xmlns:a16="http://schemas.microsoft.com/office/drawing/2014/main" id="{A0F5F77B-AE6C-8CB9-48B2-5D39088E879F}"/>
                  </a:ext>
                </a:extLst>
              </p:cNvPr>
              <p:cNvSpPr txBox="1">
                <a:spLocks noChangeArrowheads="1"/>
              </p:cNvSpPr>
              <p:nvPr/>
            </p:nvSpPr>
            <p:spPr bwMode="auto">
              <a:xfrm>
                <a:off x="1137" y="1607"/>
                <a:ext cx="288" cy="137"/>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H6</a:t>
                </a:r>
              </a:p>
            </p:txBody>
          </p:sp>
        </p:grpSp>
        <p:grpSp>
          <p:nvGrpSpPr>
            <p:cNvPr id="34828" name="Group 11">
              <a:extLst>
                <a:ext uri="{FF2B5EF4-FFF2-40B4-BE49-F238E27FC236}">
                  <a16:creationId xmlns:a16="http://schemas.microsoft.com/office/drawing/2014/main" id="{BF8C0FBF-C602-37FC-65D9-FC90592590AD}"/>
                </a:ext>
              </a:extLst>
            </p:cNvPr>
            <p:cNvGrpSpPr>
              <a:grpSpLocks/>
            </p:cNvGrpSpPr>
            <p:nvPr/>
          </p:nvGrpSpPr>
          <p:grpSpPr bwMode="auto">
            <a:xfrm>
              <a:off x="668" y="1870"/>
              <a:ext cx="1046" cy="134"/>
              <a:chOff x="668" y="1870"/>
              <a:chExt cx="1046" cy="134"/>
            </a:xfrm>
          </p:grpSpPr>
          <p:sp>
            <p:nvSpPr>
              <p:cNvPr id="34888" name="Text Box 12">
                <a:extLst>
                  <a:ext uri="{FF2B5EF4-FFF2-40B4-BE49-F238E27FC236}">
                    <a16:creationId xmlns:a16="http://schemas.microsoft.com/office/drawing/2014/main" id="{366C7025-956C-94DB-BA94-BD6EDCCAA2C5}"/>
                  </a:ext>
                </a:extLst>
              </p:cNvPr>
              <p:cNvSpPr txBox="1">
                <a:spLocks noChangeArrowheads="1"/>
              </p:cNvSpPr>
              <p:nvPr/>
            </p:nvSpPr>
            <p:spPr bwMode="auto">
              <a:xfrm>
                <a:off x="668" y="1870"/>
                <a:ext cx="758" cy="13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L6 data</a:t>
                </a:r>
              </a:p>
            </p:txBody>
          </p:sp>
          <p:sp>
            <p:nvSpPr>
              <p:cNvPr id="34889" name="Text Box 13">
                <a:extLst>
                  <a:ext uri="{FF2B5EF4-FFF2-40B4-BE49-F238E27FC236}">
                    <a16:creationId xmlns:a16="http://schemas.microsoft.com/office/drawing/2014/main" id="{2AA81BD0-3337-D501-AA9C-5C7EC5041077}"/>
                  </a:ext>
                </a:extLst>
              </p:cNvPr>
              <p:cNvSpPr txBox="1">
                <a:spLocks noChangeArrowheads="1"/>
              </p:cNvSpPr>
              <p:nvPr/>
            </p:nvSpPr>
            <p:spPr bwMode="auto">
              <a:xfrm>
                <a:off x="1426" y="1874"/>
                <a:ext cx="288" cy="13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H5</a:t>
                </a:r>
              </a:p>
            </p:txBody>
          </p:sp>
        </p:grpSp>
        <p:grpSp>
          <p:nvGrpSpPr>
            <p:cNvPr id="34829" name="Group 14">
              <a:extLst>
                <a:ext uri="{FF2B5EF4-FFF2-40B4-BE49-F238E27FC236}">
                  <a16:creationId xmlns:a16="http://schemas.microsoft.com/office/drawing/2014/main" id="{95F1BEDF-C001-E00C-BE7A-594398731263}"/>
                </a:ext>
              </a:extLst>
            </p:cNvPr>
            <p:cNvGrpSpPr>
              <a:grpSpLocks/>
            </p:cNvGrpSpPr>
            <p:nvPr/>
          </p:nvGrpSpPr>
          <p:grpSpPr bwMode="auto">
            <a:xfrm>
              <a:off x="677" y="2127"/>
              <a:ext cx="1338" cy="138"/>
              <a:chOff x="677" y="2127"/>
              <a:chExt cx="1338" cy="138"/>
            </a:xfrm>
          </p:grpSpPr>
          <p:sp>
            <p:nvSpPr>
              <p:cNvPr id="34886" name="Text Box 15">
                <a:extLst>
                  <a:ext uri="{FF2B5EF4-FFF2-40B4-BE49-F238E27FC236}">
                    <a16:creationId xmlns:a16="http://schemas.microsoft.com/office/drawing/2014/main" id="{BBC9AC5C-1789-5033-2062-EBEC9059AFB3}"/>
                  </a:ext>
                </a:extLst>
              </p:cNvPr>
              <p:cNvSpPr txBox="1">
                <a:spLocks noChangeArrowheads="1"/>
              </p:cNvSpPr>
              <p:nvPr/>
            </p:nvSpPr>
            <p:spPr bwMode="auto">
              <a:xfrm>
                <a:off x="677" y="2127"/>
                <a:ext cx="1051"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L5 data</a:t>
                </a:r>
              </a:p>
            </p:txBody>
          </p:sp>
          <p:sp>
            <p:nvSpPr>
              <p:cNvPr id="34887" name="Text Box 16">
                <a:extLst>
                  <a:ext uri="{FF2B5EF4-FFF2-40B4-BE49-F238E27FC236}">
                    <a16:creationId xmlns:a16="http://schemas.microsoft.com/office/drawing/2014/main" id="{A7EB7949-8592-D7AB-6336-F2E4849A2C3D}"/>
                  </a:ext>
                </a:extLst>
              </p:cNvPr>
              <p:cNvSpPr txBox="1">
                <a:spLocks noChangeArrowheads="1"/>
              </p:cNvSpPr>
              <p:nvPr/>
            </p:nvSpPr>
            <p:spPr bwMode="auto">
              <a:xfrm>
                <a:off x="1726" y="2131"/>
                <a:ext cx="288" cy="131"/>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H4</a:t>
                </a:r>
              </a:p>
            </p:txBody>
          </p:sp>
        </p:grpSp>
        <p:grpSp>
          <p:nvGrpSpPr>
            <p:cNvPr id="34830" name="Group 17">
              <a:extLst>
                <a:ext uri="{FF2B5EF4-FFF2-40B4-BE49-F238E27FC236}">
                  <a16:creationId xmlns:a16="http://schemas.microsoft.com/office/drawing/2014/main" id="{6A6A40A9-0F14-07A4-D92C-BAC6FC7DF97F}"/>
                </a:ext>
              </a:extLst>
            </p:cNvPr>
            <p:cNvGrpSpPr>
              <a:grpSpLocks/>
            </p:cNvGrpSpPr>
            <p:nvPr/>
          </p:nvGrpSpPr>
          <p:grpSpPr bwMode="auto">
            <a:xfrm>
              <a:off x="677" y="2399"/>
              <a:ext cx="1658" cy="135"/>
              <a:chOff x="677" y="2399"/>
              <a:chExt cx="1658" cy="135"/>
            </a:xfrm>
          </p:grpSpPr>
          <p:sp>
            <p:nvSpPr>
              <p:cNvPr id="34884" name="Text Box 18">
                <a:extLst>
                  <a:ext uri="{FF2B5EF4-FFF2-40B4-BE49-F238E27FC236}">
                    <a16:creationId xmlns:a16="http://schemas.microsoft.com/office/drawing/2014/main" id="{40C3AC00-887D-057A-79D4-92C88E32C5F2}"/>
                  </a:ext>
                </a:extLst>
              </p:cNvPr>
              <p:cNvSpPr txBox="1">
                <a:spLocks noChangeArrowheads="1"/>
              </p:cNvSpPr>
              <p:nvPr/>
            </p:nvSpPr>
            <p:spPr bwMode="auto">
              <a:xfrm>
                <a:off x="677" y="2399"/>
                <a:ext cx="1370" cy="13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L4 data</a:t>
                </a:r>
              </a:p>
            </p:txBody>
          </p:sp>
          <p:sp>
            <p:nvSpPr>
              <p:cNvPr id="34885" name="Text Box 19">
                <a:extLst>
                  <a:ext uri="{FF2B5EF4-FFF2-40B4-BE49-F238E27FC236}">
                    <a16:creationId xmlns:a16="http://schemas.microsoft.com/office/drawing/2014/main" id="{4DF002D9-F8BA-2E20-3A9D-24CC53E6AD5A}"/>
                  </a:ext>
                </a:extLst>
              </p:cNvPr>
              <p:cNvSpPr txBox="1">
                <a:spLocks noChangeArrowheads="1"/>
              </p:cNvSpPr>
              <p:nvPr/>
            </p:nvSpPr>
            <p:spPr bwMode="auto">
              <a:xfrm>
                <a:off x="2047" y="2403"/>
                <a:ext cx="288" cy="131"/>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H3</a:t>
                </a:r>
              </a:p>
            </p:txBody>
          </p:sp>
        </p:grpSp>
        <p:grpSp>
          <p:nvGrpSpPr>
            <p:cNvPr id="34831" name="Group 20">
              <a:extLst>
                <a:ext uri="{FF2B5EF4-FFF2-40B4-BE49-F238E27FC236}">
                  <a16:creationId xmlns:a16="http://schemas.microsoft.com/office/drawing/2014/main" id="{C1A5328F-27C1-E5AA-F78D-C098BC38BDA8}"/>
                </a:ext>
              </a:extLst>
            </p:cNvPr>
            <p:cNvGrpSpPr>
              <a:grpSpLocks/>
            </p:cNvGrpSpPr>
            <p:nvPr/>
          </p:nvGrpSpPr>
          <p:grpSpPr bwMode="auto">
            <a:xfrm>
              <a:off x="682" y="2639"/>
              <a:ext cx="1943" cy="140"/>
              <a:chOff x="682" y="2639"/>
              <a:chExt cx="1943" cy="140"/>
            </a:xfrm>
          </p:grpSpPr>
          <p:sp>
            <p:nvSpPr>
              <p:cNvPr id="34882" name="Text Box 21">
                <a:extLst>
                  <a:ext uri="{FF2B5EF4-FFF2-40B4-BE49-F238E27FC236}">
                    <a16:creationId xmlns:a16="http://schemas.microsoft.com/office/drawing/2014/main" id="{87987E8C-3488-391B-E289-A35B77BFFD7D}"/>
                  </a:ext>
                </a:extLst>
              </p:cNvPr>
              <p:cNvSpPr txBox="1">
                <a:spLocks noChangeArrowheads="1"/>
              </p:cNvSpPr>
              <p:nvPr/>
            </p:nvSpPr>
            <p:spPr bwMode="auto">
              <a:xfrm>
                <a:off x="682" y="2641"/>
                <a:ext cx="1655"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L3 data</a:t>
                </a:r>
              </a:p>
            </p:txBody>
          </p:sp>
          <p:sp>
            <p:nvSpPr>
              <p:cNvPr id="34883" name="Text Box 22">
                <a:extLst>
                  <a:ext uri="{FF2B5EF4-FFF2-40B4-BE49-F238E27FC236}">
                    <a16:creationId xmlns:a16="http://schemas.microsoft.com/office/drawing/2014/main" id="{9A324C36-7AAC-9763-DE1B-B102E707CE73}"/>
                  </a:ext>
                </a:extLst>
              </p:cNvPr>
              <p:cNvSpPr txBox="1">
                <a:spLocks noChangeArrowheads="1"/>
              </p:cNvSpPr>
              <p:nvPr/>
            </p:nvSpPr>
            <p:spPr bwMode="auto">
              <a:xfrm>
                <a:off x="2336" y="2639"/>
                <a:ext cx="289" cy="137"/>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H2</a:t>
                </a:r>
              </a:p>
            </p:txBody>
          </p:sp>
        </p:grpSp>
        <p:sp>
          <p:nvSpPr>
            <p:cNvPr id="34832" name="Text Box 23">
              <a:extLst>
                <a:ext uri="{FF2B5EF4-FFF2-40B4-BE49-F238E27FC236}">
                  <a16:creationId xmlns:a16="http://schemas.microsoft.com/office/drawing/2014/main" id="{7EB8D256-7190-8E03-4FD4-76D98C250A48}"/>
                </a:ext>
              </a:extLst>
            </p:cNvPr>
            <p:cNvSpPr txBox="1">
              <a:spLocks noChangeArrowheads="1"/>
            </p:cNvSpPr>
            <p:nvPr/>
          </p:nvSpPr>
          <p:spPr bwMode="auto">
            <a:xfrm>
              <a:off x="685" y="2886"/>
              <a:ext cx="1938"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01010101010001010101001011100000110101</a:t>
              </a:r>
            </a:p>
          </p:txBody>
        </p:sp>
        <p:sp>
          <p:nvSpPr>
            <p:cNvPr id="34833" name="AutoShape 24">
              <a:extLst>
                <a:ext uri="{FF2B5EF4-FFF2-40B4-BE49-F238E27FC236}">
                  <a16:creationId xmlns:a16="http://schemas.microsoft.com/office/drawing/2014/main" id="{0C2AF0E8-1299-784F-80E6-BE248106D204}"/>
                </a:ext>
              </a:extLst>
            </p:cNvPr>
            <p:cNvSpPr>
              <a:spLocks noChangeArrowheads="1"/>
            </p:cNvSpPr>
            <p:nvPr/>
          </p:nvSpPr>
          <p:spPr bwMode="auto">
            <a:xfrm>
              <a:off x="1266" y="3091"/>
              <a:ext cx="568" cy="451"/>
            </a:xfrm>
            <a:prstGeom prst="curvedRightArrow">
              <a:avLst>
                <a:gd name="adj1" fmla="val 20000"/>
                <a:gd name="adj2" fmla="val 40000"/>
                <a:gd name="adj3" fmla="val 41981"/>
              </a:avLst>
            </a:prstGeom>
            <a:gradFill rotWithShape="0">
              <a:gsLst>
                <a:gs pos="0">
                  <a:srgbClr val="FF5050"/>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4834" name="Text Box 25">
              <a:extLst>
                <a:ext uri="{FF2B5EF4-FFF2-40B4-BE49-F238E27FC236}">
                  <a16:creationId xmlns:a16="http://schemas.microsoft.com/office/drawing/2014/main" id="{616D4B1C-EA0D-13D1-5051-A89367AA9426}"/>
                </a:ext>
              </a:extLst>
            </p:cNvPr>
            <p:cNvSpPr txBox="1">
              <a:spLocks noChangeArrowheads="1"/>
            </p:cNvSpPr>
            <p:nvPr/>
          </p:nvSpPr>
          <p:spPr bwMode="auto">
            <a:xfrm>
              <a:off x="3115" y="1324"/>
              <a:ext cx="464"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L7 data</a:t>
              </a:r>
            </a:p>
          </p:txBody>
        </p:sp>
        <p:grpSp>
          <p:nvGrpSpPr>
            <p:cNvPr id="34835" name="Group 26">
              <a:extLst>
                <a:ext uri="{FF2B5EF4-FFF2-40B4-BE49-F238E27FC236}">
                  <a16:creationId xmlns:a16="http://schemas.microsoft.com/office/drawing/2014/main" id="{410DEC80-DA67-2BFA-A1A3-FF2A4C6D5C8E}"/>
                </a:ext>
              </a:extLst>
            </p:cNvPr>
            <p:cNvGrpSpPr>
              <a:grpSpLocks/>
            </p:cNvGrpSpPr>
            <p:nvPr/>
          </p:nvGrpSpPr>
          <p:grpSpPr bwMode="auto">
            <a:xfrm>
              <a:off x="3118" y="1603"/>
              <a:ext cx="751" cy="140"/>
              <a:chOff x="3118" y="1603"/>
              <a:chExt cx="751" cy="140"/>
            </a:xfrm>
          </p:grpSpPr>
          <p:sp>
            <p:nvSpPr>
              <p:cNvPr id="34880" name="Text Box 27">
                <a:extLst>
                  <a:ext uri="{FF2B5EF4-FFF2-40B4-BE49-F238E27FC236}">
                    <a16:creationId xmlns:a16="http://schemas.microsoft.com/office/drawing/2014/main" id="{520AB83A-4732-4782-BBE9-BB7859A226C4}"/>
                  </a:ext>
                </a:extLst>
              </p:cNvPr>
              <p:cNvSpPr txBox="1">
                <a:spLocks noChangeArrowheads="1"/>
              </p:cNvSpPr>
              <p:nvPr/>
            </p:nvSpPr>
            <p:spPr bwMode="auto">
              <a:xfrm>
                <a:off x="3118" y="1606"/>
                <a:ext cx="464"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L7 data</a:t>
                </a:r>
              </a:p>
            </p:txBody>
          </p:sp>
          <p:sp>
            <p:nvSpPr>
              <p:cNvPr id="34881" name="Text Box 28">
                <a:extLst>
                  <a:ext uri="{FF2B5EF4-FFF2-40B4-BE49-F238E27FC236}">
                    <a16:creationId xmlns:a16="http://schemas.microsoft.com/office/drawing/2014/main" id="{4980AF9F-BF20-AC1A-442F-CEAF207C82E8}"/>
                  </a:ext>
                </a:extLst>
              </p:cNvPr>
              <p:cNvSpPr txBox="1">
                <a:spLocks noChangeArrowheads="1"/>
              </p:cNvSpPr>
              <p:nvPr/>
            </p:nvSpPr>
            <p:spPr bwMode="auto">
              <a:xfrm>
                <a:off x="3581" y="1603"/>
                <a:ext cx="288" cy="137"/>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H6</a:t>
                </a:r>
              </a:p>
            </p:txBody>
          </p:sp>
        </p:grpSp>
        <p:grpSp>
          <p:nvGrpSpPr>
            <p:cNvPr id="34836" name="Group 29">
              <a:extLst>
                <a:ext uri="{FF2B5EF4-FFF2-40B4-BE49-F238E27FC236}">
                  <a16:creationId xmlns:a16="http://schemas.microsoft.com/office/drawing/2014/main" id="{005CC377-E9EC-C5C3-C81E-B88E7E10DFC3}"/>
                </a:ext>
              </a:extLst>
            </p:cNvPr>
            <p:cNvGrpSpPr>
              <a:grpSpLocks/>
            </p:cNvGrpSpPr>
            <p:nvPr/>
          </p:nvGrpSpPr>
          <p:grpSpPr bwMode="auto">
            <a:xfrm>
              <a:off x="3111" y="1870"/>
              <a:ext cx="1046" cy="134"/>
              <a:chOff x="3111" y="1870"/>
              <a:chExt cx="1046" cy="134"/>
            </a:xfrm>
          </p:grpSpPr>
          <p:sp>
            <p:nvSpPr>
              <p:cNvPr id="34878" name="Text Box 30">
                <a:extLst>
                  <a:ext uri="{FF2B5EF4-FFF2-40B4-BE49-F238E27FC236}">
                    <a16:creationId xmlns:a16="http://schemas.microsoft.com/office/drawing/2014/main" id="{8EF4BA5D-8EA3-68C3-1C2C-30141EB1D3D8}"/>
                  </a:ext>
                </a:extLst>
              </p:cNvPr>
              <p:cNvSpPr txBox="1">
                <a:spLocks noChangeArrowheads="1"/>
              </p:cNvSpPr>
              <p:nvPr/>
            </p:nvSpPr>
            <p:spPr bwMode="auto">
              <a:xfrm>
                <a:off x="3111" y="1872"/>
                <a:ext cx="758" cy="13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L6 data</a:t>
                </a:r>
              </a:p>
            </p:txBody>
          </p:sp>
          <p:sp>
            <p:nvSpPr>
              <p:cNvPr id="34879" name="Text Box 31">
                <a:extLst>
                  <a:ext uri="{FF2B5EF4-FFF2-40B4-BE49-F238E27FC236}">
                    <a16:creationId xmlns:a16="http://schemas.microsoft.com/office/drawing/2014/main" id="{6A7D23D4-1CFB-5583-2BE1-1244260C463E}"/>
                  </a:ext>
                </a:extLst>
              </p:cNvPr>
              <p:cNvSpPr txBox="1">
                <a:spLocks noChangeArrowheads="1"/>
              </p:cNvSpPr>
              <p:nvPr/>
            </p:nvSpPr>
            <p:spPr bwMode="auto">
              <a:xfrm>
                <a:off x="3869" y="1870"/>
                <a:ext cx="288" cy="131"/>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H5</a:t>
                </a:r>
              </a:p>
            </p:txBody>
          </p:sp>
        </p:grpSp>
        <p:grpSp>
          <p:nvGrpSpPr>
            <p:cNvPr id="34837" name="Group 32">
              <a:extLst>
                <a:ext uri="{FF2B5EF4-FFF2-40B4-BE49-F238E27FC236}">
                  <a16:creationId xmlns:a16="http://schemas.microsoft.com/office/drawing/2014/main" id="{354CE71D-1595-C34B-5B35-E3A32A5CD633}"/>
                </a:ext>
              </a:extLst>
            </p:cNvPr>
            <p:cNvGrpSpPr>
              <a:grpSpLocks/>
            </p:cNvGrpSpPr>
            <p:nvPr/>
          </p:nvGrpSpPr>
          <p:grpSpPr bwMode="auto">
            <a:xfrm>
              <a:off x="3121" y="2127"/>
              <a:ext cx="1350" cy="144"/>
              <a:chOff x="3121" y="2127"/>
              <a:chExt cx="1350" cy="144"/>
            </a:xfrm>
          </p:grpSpPr>
          <p:sp>
            <p:nvSpPr>
              <p:cNvPr id="34876" name="Text Box 33">
                <a:extLst>
                  <a:ext uri="{FF2B5EF4-FFF2-40B4-BE49-F238E27FC236}">
                    <a16:creationId xmlns:a16="http://schemas.microsoft.com/office/drawing/2014/main" id="{990F7DBD-552C-5562-537F-814D249EF2C4}"/>
                  </a:ext>
                </a:extLst>
              </p:cNvPr>
              <p:cNvSpPr txBox="1">
                <a:spLocks noChangeArrowheads="1"/>
              </p:cNvSpPr>
              <p:nvPr/>
            </p:nvSpPr>
            <p:spPr bwMode="auto">
              <a:xfrm>
                <a:off x="3121" y="2129"/>
                <a:ext cx="1061" cy="13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L5 data</a:t>
                </a:r>
              </a:p>
            </p:txBody>
          </p:sp>
          <p:sp>
            <p:nvSpPr>
              <p:cNvPr id="34877" name="Text Box 34">
                <a:extLst>
                  <a:ext uri="{FF2B5EF4-FFF2-40B4-BE49-F238E27FC236}">
                    <a16:creationId xmlns:a16="http://schemas.microsoft.com/office/drawing/2014/main" id="{D8D661CE-EB6F-EF62-8161-F3CD60B2641D}"/>
                  </a:ext>
                </a:extLst>
              </p:cNvPr>
              <p:cNvSpPr txBox="1">
                <a:spLocks noChangeArrowheads="1"/>
              </p:cNvSpPr>
              <p:nvPr/>
            </p:nvSpPr>
            <p:spPr bwMode="auto">
              <a:xfrm>
                <a:off x="4180" y="2127"/>
                <a:ext cx="291" cy="144"/>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H4</a:t>
                </a:r>
              </a:p>
            </p:txBody>
          </p:sp>
        </p:grpSp>
        <p:grpSp>
          <p:nvGrpSpPr>
            <p:cNvPr id="34838" name="Group 35">
              <a:extLst>
                <a:ext uri="{FF2B5EF4-FFF2-40B4-BE49-F238E27FC236}">
                  <a16:creationId xmlns:a16="http://schemas.microsoft.com/office/drawing/2014/main" id="{2129931D-4CAA-E7FC-860B-8E1384DFFF2D}"/>
                </a:ext>
              </a:extLst>
            </p:cNvPr>
            <p:cNvGrpSpPr>
              <a:grpSpLocks/>
            </p:cNvGrpSpPr>
            <p:nvPr/>
          </p:nvGrpSpPr>
          <p:grpSpPr bwMode="auto">
            <a:xfrm>
              <a:off x="3115" y="2394"/>
              <a:ext cx="1658" cy="134"/>
              <a:chOff x="3115" y="2394"/>
              <a:chExt cx="1658" cy="134"/>
            </a:xfrm>
          </p:grpSpPr>
          <p:sp>
            <p:nvSpPr>
              <p:cNvPr id="34874" name="Text Box 36">
                <a:extLst>
                  <a:ext uri="{FF2B5EF4-FFF2-40B4-BE49-F238E27FC236}">
                    <a16:creationId xmlns:a16="http://schemas.microsoft.com/office/drawing/2014/main" id="{BA39D1C8-A10D-48D0-4B5E-0FBED6A11C66}"/>
                  </a:ext>
                </a:extLst>
              </p:cNvPr>
              <p:cNvSpPr txBox="1">
                <a:spLocks noChangeArrowheads="1"/>
              </p:cNvSpPr>
              <p:nvPr/>
            </p:nvSpPr>
            <p:spPr bwMode="auto">
              <a:xfrm>
                <a:off x="3115" y="2396"/>
                <a:ext cx="1370" cy="13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L4 data</a:t>
                </a:r>
              </a:p>
            </p:txBody>
          </p:sp>
          <p:sp>
            <p:nvSpPr>
              <p:cNvPr id="34875" name="Text Box 37">
                <a:extLst>
                  <a:ext uri="{FF2B5EF4-FFF2-40B4-BE49-F238E27FC236}">
                    <a16:creationId xmlns:a16="http://schemas.microsoft.com/office/drawing/2014/main" id="{2CF7FB9F-1EB4-9D17-BF56-55EB826442C9}"/>
                  </a:ext>
                </a:extLst>
              </p:cNvPr>
              <p:cNvSpPr txBox="1">
                <a:spLocks noChangeArrowheads="1"/>
              </p:cNvSpPr>
              <p:nvPr/>
            </p:nvSpPr>
            <p:spPr bwMode="auto">
              <a:xfrm>
                <a:off x="4484" y="2394"/>
                <a:ext cx="288" cy="131"/>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H3</a:t>
                </a:r>
              </a:p>
            </p:txBody>
          </p:sp>
        </p:grpSp>
        <p:grpSp>
          <p:nvGrpSpPr>
            <p:cNvPr id="34839" name="Group 38">
              <a:extLst>
                <a:ext uri="{FF2B5EF4-FFF2-40B4-BE49-F238E27FC236}">
                  <a16:creationId xmlns:a16="http://schemas.microsoft.com/office/drawing/2014/main" id="{DD87B9FD-2015-3CD9-ED1E-0B8531A46F5A}"/>
                </a:ext>
              </a:extLst>
            </p:cNvPr>
            <p:cNvGrpSpPr>
              <a:grpSpLocks/>
            </p:cNvGrpSpPr>
            <p:nvPr/>
          </p:nvGrpSpPr>
          <p:grpSpPr bwMode="auto">
            <a:xfrm>
              <a:off x="3120" y="2643"/>
              <a:ext cx="1948" cy="141"/>
              <a:chOff x="3120" y="2643"/>
              <a:chExt cx="1948" cy="141"/>
            </a:xfrm>
          </p:grpSpPr>
          <p:sp>
            <p:nvSpPr>
              <p:cNvPr id="34872" name="Text Box 39">
                <a:extLst>
                  <a:ext uri="{FF2B5EF4-FFF2-40B4-BE49-F238E27FC236}">
                    <a16:creationId xmlns:a16="http://schemas.microsoft.com/office/drawing/2014/main" id="{AA8C1BAA-7213-A231-3B81-8443548AE43C}"/>
                  </a:ext>
                </a:extLst>
              </p:cNvPr>
              <p:cNvSpPr txBox="1">
                <a:spLocks noChangeArrowheads="1"/>
              </p:cNvSpPr>
              <p:nvPr/>
            </p:nvSpPr>
            <p:spPr bwMode="auto">
              <a:xfrm>
                <a:off x="3120" y="2643"/>
                <a:ext cx="1659"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L3 data</a:t>
                </a:r>
              </a:p>
            </p:txBody>
          </p:sp>
          <p:sp>
            <p:nvSpPr>
              <p:cNvPr id="34873" name="Text Box 40">
                <a:extLst>
                  <a:ext uri="{FF2B5EF4-FFF2-40B4-BE49-F238E27FC236}">
                    <a16:creationId xmlns:a16="http://schemas.microsoft.com/office/drawing/2014/main" id="{2832B700-0A51-5BDA-6E6B-A3DFCB123EA7}"/>
                  </a:ext>
                </a:extLst>
              </p:cNvPr>
              <p:cNvSpPr txBox="1">
                <a:spLocks noChangeArrowheads="1"/>
              </p:cNvSpPr>
              <p:nvPr/>
            </p:nvSpPr>
            <p:spPr bwMode="auto">
              <a:xfrm>
                <a:off x="4779" y="2647"/>
                <a:ext cx="289" cy="137"/>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latin typeface="Times New Roman" panose="02020603050405020304" pitchFamily="18" charset="0"/>
                  </a:rPr>
                  <a:t>H2</a:t>
                </a:r>
              </a:p>
            </p:txBody>
          </p:sp>
        </p:grpSp>
        <p:sp>
          <p:nvSpPr>
            <p:cNvPr id="34840" name="Text Box 41">
              <a:extLst>
                <a:ext uri="{FF2B5EF4-FFF2-40B4-BE49-F238E27FC236}">
                  <a16:creationId xmlns:a16="http://schemas.microsoft.com/office/drawing/2014/main" id="{CCAB7000-E2FA-E35F-B404-BCA08869109B}"/>
                </a:ext>
              </a:extLst>
            </p:cNvPr>
            <p:cNvSpPr txBox="1">
              <a:spLocks noChangeArrowheads="1"/>
            </p:cNvSpPr>
            <p:nvPr/>
          </p:nvSpPr>
          <p:spPr bwMode="auto">
            <a:xfrm>
              <a:off x="3128" y="2889"/>
              <a:ext cx="1945" cy="1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01010101010001010101001011100000110101</a:t>
              </a:r>
            </a:p>
          </p:txBody>
        </p:sp>
        <p:sp>
          <p:nvSpPr>
            <p:cNvPr id="34841" name="AutoShape 42">
              <a:extLst>
                <a:ext uri="{FF2B5EF4-FFF2-40B4-BE49-F238E27FC236}">
                  <a16:creationId xmlns:a16="http://schemas.microsoft.com/office/drawing/2014/main" id="{7A27C317-658C-E0E8-9C0B-2DCE1D4CE973}"/>
                </a:ext>
              </a:extLst>
            </p:cNvPr>
            <p:cNvSpPr>
              <a:spLocks noChangeArrowheads="1"/>
            </p:cNvSpPr>
            <p:nvPr/>
          </p:nvSpPr>
          <p:spPr bwMode="auto">
            <a:xfrm rot="-5280000">
              <a:off x="3524" y="2910"/>
              <a:ext cx="481" cy="736"/>
            </a:xfrm>
            <a:prstGeom prst="curvedUpArrow">
              <a:avLst>
                <a:gd name="adj1" fmla="val 20000"/>
                <a:gd name="adj2" fmla="val 40000"/>
                <a:gd name="adj3" fmla="val 51005"/>
              </a:avLst>
            </a:prstGeom>
            <a:gradFill rotWithShape="0">
              <a:gsLst>
                <a:gs pos="0">
                  <a:srgbClr val="FF5050"/>
                </a:gs>
                <a:gs pos="100000">
                  <a:srgbClr val="FFFFFF"/>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4842" name="Text Box 43">
              <a:extLst>
                <a:ext uri="{FF2B5EF4-FFF2-40B4-BE49-F238E27FC236}">
                  <a16:creationId xmlns:a16="http://schemas.microsoft.com/office/drawing/2014/main" id="{90EBE77F-A6DF-1FD3-1A5D-4234AA74E643}"/>
                </a:ext>
              </a:extLst>
            </p:cNvPr>
            <p:cNvSpPr txBox="1">
              <a:spLocks noChangeArrowheads="1"/>
            </p:cNvSpPr>
            <p:nvPr/>
          </p:nvSpPr>
          <p:spPr bwMode="auto">
            <a:xfrm>
              <a:off x="2091" y="3637"/>
              <a:ext cx="1796" cy="2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Transmission Medium</a:t>
              </a:r>
            </a:p>
          </p:txBody>
        </p:sp>
        <p:grpSp>
          <p:nvGrpSpPr>
            <p:cNvPr id="34843" name="Group 44">
              <a:extLst>
                <a:ext uri="{FF2B5EF4-FFF2-40B4-BE49-F238E27FC236}">
                  <a16:creationId xmlns:a16="http://schemas.microsoft.com/office/drawing/2014/main" id="{F4F92587-7456-E6D3-5EFD-E187434EFEAD}"/>
                </a:ext>
              </a:extLst>
            </p:cNvPr>
            <p:cNvGrpSpPr>
              <a:grpSpLocks/>
            </p:cNvGrpSpPr>
            <p:nvPr/>
          </p:nvGrpSpPr>
          <p:grpSpPr bwMode="auto">
            <a:xfrm>
              <a:off x="2091" y="3394"/>
              <a:ext cx="1112" cy="173"/>
              <a:chOff x="2091" y="3394"/>
              <a:chExt cx="1112" cy="173"/>
            </a:xfrm>
          </p:grpSpPr>
          <p:sp>
            <p:nvSpPr>
              <p:cNvPr id="34869" name="Line 45">
                <a:extLst>
                  <a:ext uri="{FF2B5EF4-FFF2-40B4-BE49-F238E27FC236}">
                    <a16:creationId xmlns:a16="http://schemas.microsoft.com/office/drawing/2014/main" id="{07D889A0-C077-9BC1-2096-5622C4DCF228}"/>
                  </a:ext>
                </a:extLst>
              </p:cNvPr>
              <p:cNvSpPr>
                <a:spLocks noChangeShapeType="1"/>
              </p:cNvSpPr>
              <p:nvPr/>
            </p:nvSpPr>
            <p:spPr bwMode="auto">
              <a:xfrm>
                <a:off x="2091" y="3394"/>
                <a:ext cx="110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70" name="Line 46">
                <a:extLst>
                  <a:ext uri="{FF2B5EF4-FFF2-40B4-BE49-F238E27FC236}">
                    <a16:creationId xmlns:a16="http://schemas.microsoft.com/office/drawing/2014/main" id="{D01BF4DD-37E2-7B6B-243D-7A4F1094D671}"/>
                  </a:ext>
                </a:extLst>
              </p:cNvPr>
              <p:cNvSpPr>
                <a:spLocks noChangeShapeType="1"/>
              </p:cNvSpPr>
              <p:nvPr/>
            </p:nvSpPr>
            <p:spPr bwMode="auto">
              <a:xfrm>
                <a:off x="2099" y="3568"/>
                <a:ext cx="110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71" name="Freeform 47">
                <a:extLst>
                  <a:ext uri="{FF2B5EF4-FFF2-40B4-BE49-F238E27FC236}">
                    <a16:creationId xmlns:a16="http://schemas.microsoft.com/office/drawing/2014/main" id="{6A72CA03-E7FB-8533-E26D-419070EA96FB}"/>
                  </a:ext>
                </a:extLst>
              </p:cNvPr>
              <p:cNvSpPr>
                <a:spLocks noChangeArrowheads="1"/>
              </p:cNvSpPr>
              <p:nvPr/>
            </p:nvSpPr>
            <p:spPr bwMode="auto">
              <a:xfrm>
                <a:off x="2137" y="3398"/>
                <a:ext cx="1042" cy="163"/>
              </a:xfrm>
              <a:custGeom>
                <a:avLst/>
                <a:gdLst>
                  <a:gd name="T0" fmla="*/ 0 w 2025"/>
                  <a:gd name="T1" fmla="*/ 163 h 395"/>
                  <a:gd name="T2" fmla="*/ 31 w 2025"/>
                  <a:gd name="T3" fmla="*/ 8 h 395"/>
                  <a:gd name="T4" fmla="*/ 123 w 2025"/>
                  <a:gd name="T5" fmla="*/ 120 h 395"/>
                  <a:gd name="T6" fmla="*/ 201 w 2025"/>
                  <a:gd name="T7" fmla="*/ 39 h 395"/>
                  <a:gd name="T8" fmla="*/ 239 w 2025"/>
                  <a:gd name="T9" fmla="*/ 14 h 395"/>
                  <a:gd name="T10" fmla="*/ 316 w 2025"/>
                  <a:gd name="T11" fmla="*/ 126 h 395"/>
                  <a:gd name="T12" fmla="*/ 401 w 2025"/>
                  <a:gd name="T13" fmla="*/ 27 h 395"/>
                  <a:gd name="T14" fmla="*/ 486 w 2025"/>
                  <a:gd name="T15" fmla="*/ 52 h 395"/>
                  <a:gd name="T16" fmla="*/ 579 w 2025"/>
                  <a:gd name="T17" fmla="*/ 27 h 395"/>
                  <a:gd name="T18" fmla="*/ 656 w 2025"/>
                  <a:gd name="T19" fmla="*/ 120 h 395"/>
                  <a:gd name="T20" fmla="*/ 787 w 2025"/>
                  <a:gd name="T21" fmla="*/ 27 h 395"/>
                  <a:gd name="T22" fmla="*/ 895 w 2025"/>
                  <a:gd name="T23" fmla="*/ 120 h 395"/>
                  <a:gd name="T24" fmla="*/ 1042 w 2025"/>
                  <a:gd name="T25" fmla="*/ 132 h 3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25"/>
                  <a:gd name="T40" fmla="*/ 0 h 395"/>
                  <a:gd name="T41" fmla="*/ 2025 w 2025"/>
                  <a:gd name="T42" fmla="*/ 395 h 3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25" h="395">
                    <a:moveTo>
                      <a:pt x="0" y="395"/>
                    </a:moveTo>
                    <a:cubicBezTo>
                      <a:pt x="10" y="216"/>
                      <a:pt x="20" y="37"/>
                      <a:pt x="60" y="20"/>
                    </a:cubicBezTo>
                    <a:cubicBezTo>
                      <a:pt x="100" y="3"/>
                      <a:pt x="185" y="277"/>
                      <a:pt x="240" y="290"/>
                    </a:cubicBezTo>
                    <a:cubicBezTo>
                      <a:pt x="295" y="303"/>
                      <a:pt x="353" y="137"/>
                      <a:pt x="390" y="95"/>
                    </a:cubicBezTo>
                    <a:cubicBezTo>
                      <a:pt x="427" y="53"/>
                      <a:pt x="428" y="0"/>
                      <a:pt x="465" y="35"/>
                    </a:cubicBezTo>
                    <a:cubicBezTo>
                      <a:pt x="502" y="70"/>
                      <a:pt x="563" y="300"/>
                      <a:pt x="615" y="305"/>
                    </a:cubicBezTo>
                    <a:cubicBezTo>
                      <a:pt x="667" y="310"/>
                      <a:pt x="725" y="95"/>
                      <a:pt x="780" y="65"/>
                    </a:cubicBezTo>
                    <a:cubicBezTo>
                      <a:pt x="835" y="35"/>
                      <a:pt x="888" y="125"/>
                      <a:pt x="945" y="125"/>
                    </a:cubicBezTo>
                    <a:cubicBezTo>
                      <a:pt x="1002" y="125"/>
                      <a:pt x="1070" y="38"/>
                      <a:pt x="1125" y="65"/>
                    </a:cubicBezTo>
                    <a:cubicBezTo>
                      <a:pt x="1180" y="92"/>
                      <a:pt x="1208" y="290"/>
                      <a:pt x="1275" y="290"/>
                    </a:cubicBezTo>
                    <a:cubicBezTo>
                      <a:pt x="1342" y="290"/>
                      <a:pt x="1453" y="65"/>
                      <a:pt x="1530" y="65"/>
                    </a:cubicBezTo>
                    <a:cubicBezTo>
                      <a:pt x="1607" y="65"/>
                      <a:pt x="1658" y="248"/>
                      <a:pt x="1740" y="290"/>
                    </a:cubicBezTo>
                    <a:cubicBezTo>
                      <a:pt x="1822" y="332"/>
                      <a:pt x="1980" y="315"/>
                      <a:pt x="2025" y="320"/>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grpSp>
        <p:sp>
          <p:nvSpPr>
            <p:cNvPr id="34844" name="AutoShape 48">
              <a:extLst>
                <a:ext uri="{FF2B5EF4-FFF2-40B4-BE49-F238E27FC236}">
                  <a16:creationId xmlns:a16="http://schemas.microsoft.com/office/drawing/2014/main" id="{4BC17D42-5D84-CEB1-E070-93B65CAFA439}"/>
                </a:ext>
              </a:extLst>
            </p:cNvPr>
            <p:cNvSpPr>
              <a:spLocks noChangeArrowheads="1"/>
            </p:cNvSpPr>
            <p:nvPr/>
          </p:nvSpPr>
          <p:spPr bwMode="auto">
            <a:xfrm>
              <a:off x="3235" y="1094"/>
              <a:ext cx="188" cy="223"/>
            </a:xfrm>
            <a:prstGeom prst="upArrow">
              <a:avLst>
                <a:gd name="adj1" fmla="val 50000"/>
                <a:gd name="adj2" fmla="val 29654"/>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4845" name="Line 49">
              <a:extLst>
                <a:ext uri="{FF2B5EF4-FFF2-40B4-BE49-F238E27FC236}">
                  <a16:creationId xmlns:a16="http://schemas.microsoft.com/office/drawing/2014/main" id="{E0FE3036-EFAB-8ED6-1DD8-6A35EF944B2D}"/>
                </a:ext>
              </a:extLst>
            </p:cNvPr>
            <p:cNvSpPr>
              <a:spLocks noChangeShapeType="1"/>
            </p:cNvSpPr>
            <p:nvPr/>
          </p:nvSpPr>
          <p:spPr bwMode="auto">
            <a:xfrm>
              <a:off x="671" y="1477"/>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46" name="Line 50">
              <a:extLst>
                <a:ext uri="{FF2B5EF4-FFF2-40B4-BE49-F238E27FC236}">
                  <a16:creationId xmlns:a16="http://schemas.microsoft.com/office/drawing/2014/main" id="{952B1442-6023-67D4-636A-E710F86B87B3}"/>
                </a:ext>
              </a:extLst>
            </p:cNvPr>
            <p:cNvSpPr>
              <a:spLocks noChangeShapeType="1"/>
            </p:cNvSpPr>
            <p:nvPr/>
          </p:nvSpPr>
          <p:spPr bwMode="auto">
            <a:xfrm>
              <a:off x="671" y="1751"/>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47" name="Line 51">
              <a:extLst>
                <a:ext uri="{FF2B5EF4-FFF2-40B4-BE49-F238E27FC236}">
                  <a16:creationId xmlns:a16="http://schemas.microsoft.com/office/drawing/2014/main" id="{BD2B944E-586F-4771-9E97-3BA5143A8512}"/>
                </a:ext>
              </a:extLst>
            </p:cNvPr>
            <p:cNvSpPr>
              <a:spLocks noChangeShapeType="1"/>
            </p:cNvSpPr>
            <p:nvPr/>
          </p:nvSpPr>
          <p:spPr bwMode="auto">
            <a:xfrm>
              <a:off x="678" y="2021"/>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48" name="Line 52">
              <a:extLst>
                <a:ext uri="{FF2B5EF4-FFF2-40B4-BE49-F238E27FC236}">
                  <a16:creationId xmlns:a16="http://schemas.microsoft.com/office/drawing/2014/main" id="{DA294B7A-F9C5-DED8-3CD9-C9670407250C}"/>
                </a:ext>
              </a:extLst>
            </p:cNvPr>
            <p:cNvSpPr>
              <a:spLocks noChangeShapeType="1"/>
            </p:cNvSpPr>
            <p:nvPr/>
          </p:nvSpPr>
          <p:spPr bwMode="auto">
            <a:xfrm>
              <a:off x="684" y="2285"/>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49" name="Line 53">
              <a:extLst>
                <a:ext uri="{FF2B5EF4-FFF2-40B4-BE49-F238E27FC236}">
                  <a16:creationId xmlns:a16="http://schemas.microsoft.com/office/drawing/2014/main" id="{80840990-C864-AB90-47FE-662A9A90EA69}"/>
                </a:ext>
              </a:extLst>
            </p:cNvPr>
            <p:cNvSpPr>
              <a:spLocks noChangeShapeType="1"/>
            </p:cNvSpPr>
            <p:nvPr/>
          </p:nvSpPr>
          <p:spPr bwMode="auto">
            <a:xfrm>
              <a:off x="678" y="2529"/>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0" name="Line 54">
              <a:extLst>
                <a:ext uri="{FF2B5EF4-FFF2-40B4-BE49-F238E27FC236}">
                  <a16:creationId xmlns:a16="http://schemas.microsoft.com/office/drawing/2014/main" id="{482244B4-1163-A751-B953-6254CF9DDF99}"/>
                </a:ext>
              </a:extLst>
            </p:cNvPr>
            <p:cNvSpPr>
              <a:spLocks noChangeShapeType="1"/>
            </p:cNvSpPr>
            <p:nvPr/>
          </p:nvSpPr>
          <p:spPr bwMode="auto">
            <a:xfrm>
              <a:off x="684" y="2784"/>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1" name="Line 55">
              <a:extLst>
                <a:ext uri="{FF2B5EF4-FFF2-40B4-BE49-F238E27FC236}">
                  <a16:creationId xmlns:a16="http://schemas.microsoft.com/office/drawing/2014/main" id="{8F64E8C4-FB96-9997-D53A-B939F15CA8FF}"/>
                </a:ext>
              </a:extLst>
            </p:cNvPr>
            <p:cNvSpPr>
              <a:spLocks noChangeShapeType="1"/>
            </p:cNvSpPr>
            <p:nvPr/>
          </p:nvSpPr>
          <p:spPr bwMode="auto">
            <a:xfrm>
              <a:off x="1135" y="1472"/>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2" name="Line 56">
              <a:extLst>
                <a:ext uri="{FF2B5EF4-FFF2-40B4-BE49-F238E27FC236}">
                  <a16:creationId xmlns:a16="http://schemas.microsoft.com/office/drawing/2014/main" id="{24459D4C-EC21-E897-0EFB-0488B36CCFE5}"/>
                </a:ext>
              </a:extLst>
            </p:cNvPr>
            <p:cNvSpPr>
              <a:spLocks noChangeShapeType="1"/>
            </p:cNvSpPr>
            <p:nvPr/>
          </p:nvSpPr>
          <p:spPr bwMode="auto">
            <a:xfrm>
              <a:off x="1425" y="1761"/>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3" name="Line 57">
              <a:extLst>
                <a:ext uri="{FF2B5EF4-FFF2-40B4-BE49-F238E27FC236}">
                  <a16:creationId xmlns:a16="http://schemas.microsoft.com/office/drawing/2014/main" id="{5BEC7B71-49CE-0043-0DF5-410762FC8A20}"/>
                </a:ext>
              </a:extLst>
            </p:cNvPr>
            <p:cNvSpPr>
              <a:spLocks noChangeShapeType="1"/>
            </p:cNvSpPr>
            <p:nvPr/>
          </p:nvSpPr>
          <p:spPr bwMode="auto">
            <a:xfrm>
              <a:off x="1722" y="2011"/>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4" name="Line 58">
              <a:extLst>
                <a:ext uri="{FF2B5EF4-FFF2-40B4-BE49-F238E27FC236}">
                  <a16:creationId xmlns:a16="http://schemas.microsoft.com/office/drawing/2014/main" id="{61074429-9B1A-FF1A-1AD6-87A5F06D8F7F}"/>
                </a:ext>
              </a:extLst>
            </p:cNvPr>
            <p:cNvSpPr>
              <a:spLocks noChangeShapeType="1"/>
            </p:cNvSpPr>
            <p:nvPr/>
          </p:nvSpPr>
          <p:spPr bwMode="auto">
            <a:xfrm>
              <a:off x="2025" y="2280"/>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5" name="Line 59">
              <a:extLst>
                <a:ext uri="{FF2B5EF4-FFF2-40B4-BE49-F238E27FC236}">
                  <a16:creationId xmlns:a16="http://schemas.microsoft.com/office/drawing/2014/main" id="{8641AF3C-235C-9E73-BD5B-DAA2E8D60F66}"/>
                </a:ext>
              </a:extLst>
            </p:cNvPr>
            <p:cNvSpPr>
              <a:spLocks noChangeShapeType="1"/>
            </p:cNvSpPr>
            <p:nvPr/>
          </p:nvSpPr>
          <p:spPr bwMode="auto">
            <a:xfrm>
              <a:off x="2334" y="2529"/>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6" name="Line 60">
              <a:extLst>
                <a:ext uri="{FF2B5EF4-FFF2-40B4-BE49-F238E27FC236}">
                  <a16:creationId xmlns:a16="http://schemas.microsoft.com/office/drawing/2014/main" id="{8810642E-F3D4-813F-1C3D-B473ABB935C5}"/>
                </a:ext>
              </a:extLst>
            </p:cNvPr>
            <p:cNvSpPr>
              <a:spLocks noChangeShapeType="1"/>
            </p:cNvSpPr>
            <p:nvPr/>
          </p:nvSpPr>
          <p:spPr bwMode="auto">
            <a:xfrm>
              <a:off x="2624" y="2794"/>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7" name="Line 61">
              <a:extLst>
                <a:ext uri="{FF2B5EF4-FFF2-40B4-BE49-F238E27FC236}">
                  <a16:creationId xmlns:a16="http://schemas.microsoft.com/office/drawing/2014/main" id="{9379364D-0BDC-413D-C7D9-932209319E46}"/>
                </a:ext>
              </a:extLst>
            </p:cNvPr>
            <p:cNvSpPr>
              <a:spLocks noChangeShapeType="1"/>
            </p:cNvSpPr>
            <p:nvPr/>
          </p:nvSpPr>
          <p:spPr bwMode="auto">
            <a:xfrm>
              <a:off x="3125" y="1482"/>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8" name="Line 62">
              <a:extLst>
                <a:ext uri="{FF2B5EF4-FFF2-40B4-BE49-F238E27FC236}">
                  <a16:creationId xmlns:a16="http://schemas.microsoft.com/office/drawing/2014/main" id="{3EDF1745-65EC-B0EE-B0FD-B3FB0554FFE2}"/>
                </a:ext>
              </a:extLst>
            </p:cNvPr>
            <p:cNvSpPr>
              <a:spLocks noChangeShapeType="1"/>
            </p:cNvSpPr>
            <p:nvPr/>
          </p:nvSpPr>
          <p:spPr bwMode="auto">
            <a:xfrm>
              <a:off x="3582" y="1477"/>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59" name="Line 63">
              <a:extLst>
                <a:ext uri="{FF2B5EF4-FFF2-40B4-BE49-F238E27FC236}">
                  <a16:creationId xmlns:a16="http://schemas.microsoft.com/office/drawing/2014/main" id="{3BDD3ADE-A4C0-A6E9-1B94-25816E7C1B72}"/>
                </a:ext>
              </a:extLst>
            </p:cNvPr>
            <p:cNvSpPr>
              <a:spLocks noChangeShapeType="1"/>
            </p:cNvSpPr>
            <p:nvPr/>
          </p:nvSpPr>
          <p:spPr bwMode="auto">
            <a:xfrm>
              <a:off x="3125" y="1771"/>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0" name="Line 64">
              <a:extLst>
                <a:ext uri="{FF2B5EF4-FFF2-40B4-BE49-F238E27FC236}">
                  <a16:creationId xmlns:a16="http://schemas.microsoft.com/office/drawing/2014/main" id="{2C530E21-939C-C863-F060-73841BF2C7D7}"/>
                </a:ext>
              </a:extLst>
            </p:cNvPr>
            <p:cNvSpPr>
              <a:spLocks noChangeShapeType="1"/>
            </p:cNvSpPr>
            <p:nvPr/>
          </p:nvSpPr>
          <p:spPr bwMode="auto">
            <a:xfrm>
              <a:off x="3112" y="2021"/>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1" name="Line 65">
              <a:extLst>
                <a:ext uri="{FF2B5EF4-FFF2-40B4-BE49-F238E27FC236}">
                  <a16:creationId xmlns:a16="http://schemas.microsoft.com/office/drawing/2014/main" id="{1E1FCF85-101F-EB86-4B4E-2C8498794160}"/>
                </a:ext>
              </a:extLst>
            </p:cNvPr>
            <p:cNvSpPr>
              <a:spLocks noChangeShapeType="1"/>
            </p:cNvSpPr>
            <p:nvPr/>
          </p:nvSpPr>
          <p:spPr bwMode="auto">
            <a:xfrm>
              <a:off x="3119" y="2285"/>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2" name="Line 66">
              <a:extLst>
                <a:ext uri="{FF2B5EF4-FFF2-40B4-BE49-F238E27FC236}">
                  <a16:creationId xmlns:a16="http://schemas.microsoft.com/office/drawing/2014/main" id="{8B307E90-365C-02E2-6D1B-365C77BA51A0}"/>
                </a:ext>
              </a:extLst>
            </p:cNvPr>
            <p:cNvSpPr>
              <a:spLocks noChangeShapeType="1"/>
            </p:cNvSpPr>
            <p:nvPr/>
          </p:nvSpPr>
          <p:spPr bwMode="auto">
            <a:xfrm>
              <a:off x="3119" y="2544"/>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3" name="Line 67">
              <a:extLst>
                <a:ext uri="{FF2B5EF4-FFF2-40B4-BE49-F238E27FC236}">
                  <a16:creationId xmlns:a16="http://schemas.microsoft.com/office/drawing/2014/main" id="{AFDD14FA-8E56-8E29-87D1-C7D4F3B66657}"/>
                </a:ext>
              </a:extLst>
            </p:cNvPr>
            <p:cNvSpPr>
              <a:spLocks noChangeShapeType="1"/>
            </p:cNvSpPr>
            <p:nvPr/>
          </p:nvSpPr>
          <p:spPr bwMode="auto">
            <a:xfrm>
              <a:off x="3866" y="1756"/>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4" name="Line 68">
              <a:extLst>
                <a:ext uri="{FF2B5EF4-FFF2-40B4-BE49-F238E27FC236}">
                  <a16:creationId xmlns:a16="http://schemas.microsoft.com/office/drawing/2014/main" id="{90E66ECF-910A-BCFD-54C1-5AB85D6E31D2}"/>
                </a:ext>
              </a:extLst>
            </p:cNvPr>
            <p:cNvSpPr>
              <a:spLocks noChangeShapeType="1"/>
            </p:cNvSpPr>
            <p:nvPr/>
          </p:nvSpPr>
          <p:spPr bwMode="auto">
            <a:xfrm>
              <a:off x="4163" y="2021"/>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5" name="Line 69">
              <a:extLst>
                <a:ext uri="{FF2B5EF4-FFF2-40B4-BE49-F238E27FC236}">
                  <a16:creationId xmlns:a16="http://schemas.microsoft.com/office/drawing/2014/main" id="{5FF6BEF9-AFEE-79DF-E619-67F43C6FEE14}"/>
                </a:ext>
              </a:extLst>
            </p:cNvPr>
            <p:cNvSpPr>
              <a:spLocks noChangeShapeType="1"/>
            </p:cNvSpPr>
            <p:nvPr/>
          </p:nvSpPr>
          <p:spPr bwMode="auto">
            <a:xfrm>
              <a:off x="4478" y="2280"/>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6" name="Line 70">
              <a:extLst>
                <a:ext uri="{FF2B5EF4-FFF2-40B4-BE49-F238E27FC236}">
                  <a16:creationId xmlns:a16="http://schemas.microsoft.com/office/drawing/2014/main" id="{B0A4801A-7FF7-404B-B985-7E3E298797F7}"/>
                </a:ext>
              </a:extLst>
            </p:cNvPr>
            <p:cNvSpPr>
              <a:spLocks noChangeShapeType="1"/>
            </p:cNvSpPr>
            <p:nvPr/>
          </p:nvSpPr>
          <p:spPr bwMode="auto">
            <a:xfrm>
              <a:off x="4775" y="2534"/>
              <a:ext cx="0" cy="10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7" name="Line 71">
              <a:extLst>
                <a:ext uri="{FF2B5EF4-FFF2-40B4-BE49-F238E27FC236}">
                  <a16:creationId xmlns:a16="http://schemas.microsoft.com/office/drawing/2014/main" id="{95F03412-2C31-AFA5-54C9-CB173107FBBB}"/>
                </a:ext>
              </a:extLst>
            </p:cNvPr>
            <p:cNvSpPr>
              <a:spLocks noChangeShapeType="1"/>
            </p:cNvSpPr>
            <p:nvPr/>
          </p:nvSpPr>
          <p:spPr bwMode="auto">
            <a:xfrm>
              <a:off x="5072" y="2794"/>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868" name="Line 72">
              <a:extLst>
                <a:ext uri="{FF2B5EF4-FFF2-40B4-BE49-F238E27FC236}">
                  <a16:creationId xmlns:a16="http://schemas.microsoft.com/office/drawing/2014/main" id="{70B0C920-083A-A2A2-8269-69716EE17045}"/>
                </a:ext>
              </a:extLst>
            </p:cNvPr>
            <p:cNvSpPr>
              <a:spLocks noChangeShapeType="1"/>
            </p:cNvSpPr>
            <p:nvPr/>
          </p:nvSpPr>
          <p:spPr bwMode="auto">
            <a:xfrm>
              <a:off x="3125" y="2794"/>
              <a:ext cx="0" cy="1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4821" name="Text Box 73">
            <a:extLst>
              <a:ext uri="{FF2B5EF4-FFF2-40B4-BE49-F238E27FC236}">
                <a16:creationId xmlns:a16="http://schemas.microsoft.com/office/drawing/2014/main" id="{C9C16BB9-4E89-74AF-9E61-4D97D9E4F51A}"/>
              </a:ext>
            </a:extLst>
          </p:cNvPr>
          <p:cNvSpPr txBox="1">
            <a:spLocks noChangeArrowheads="1"/>
          </p:cNvSpPr>
          <p:nvPr/>
        </p:nvSpPr>
        <p:spPr bwMode="auto">
          <a:xfrm>
            <a:off x="533400" y="304800"/>
            <a:ext cx="5349875"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Data Exchange Using OSI Layers</a:t>
            </a:r>
            <a:r>
              <a:rPr lang="en-US" altLang="en-US" sz="2800">
                <a:solidFill>
                  <a:srgbClr val="000000"/>
                </a:solidFill>
                <a:latin typeface="Times New Roman" panose="02020603050405020304" pitchFamily="18" charset="0"/>
                <a:cs typeface="Times New Roman" panose="02020603050405020304" pitchFamily="18" charset="0"/>
              </a:rPr>
              <a:t> </a:t>
            </a:r>
          </a:p>
          <a:p>
            <a:pPr eaLnBrk="1" hangingPunct="1">
              <a:buClrTx/>
              <a:buSzPct val="60000"/>
              <a:buFontTx/>
              <a:buNone/>
            </a:pPr>
            <a:endParaRPr lang="en-US" altLang="en-US" sz="2800">
              <a:solidFill>
                <a:srgbClr val="000000"/>
              </a:solidFill>
              <a:latin typeface="Times New Roman" panose="02020603050405020304" pitchFamily="18" charset="0"/>
              <a:cs typeface="Times New Roman" panose="02020603050405020304" pitchFamily="18" charset="0"/>
            </a:endParaRPr>
          </a:p>
        </p:txBody>
      </p:sp>
      <p:sp>
        <p:nvSpPr>
          <p:cNvPr id="34822" name="AutoShape 74">
            <a:extLst>
              <a:ext uri="{FF2B5EF4-FFF2-40B4-BE49-F238E27FC236}">
                <a16:creationId xmlns:a16="http://schemas.microsoft.com/office/drawing/2014/main" id="{D043FDBE-3077-E8E4-CA12-5788FDCC5511}"/>
              </a:ext>
            </a:extLst>
          </p:cNvPr>
          <p:cNvSpPr>
            <a:spLocks noChangeArrowheads="1"/>
          </p:cNvSpPr>
          <p:nvPr/>
        </p:nvSpPr>
        <p:spPr bwMode="auto">
          <a:xfrm rot="10800000">
            <a:off x="1219200" y="1754188"/>
            <a:ext cx="300038" cy="355600"/>
          </a:xfrm>
          <a:prstGeom prst="upArrow">
            <a:avLst>
              <a:gd name="adj1" fmla="val 50000"/>
              <a:gd name="adj2" fmla="val 29630"/>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ext Box 1">
            <a:extLst>
              <a:ext uri="{FF2B5EF4-FFF2-40B4-BE49-F238E27FC236}">
                <a16:creationId xmlns:a16="http://schemas.microsoft.com/office/drawing/2014/main" id="{D201CBD2-6045-044F-7300-79AE739AD8A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867" name="Text Box 2">
            <a:extLst>
              <a:ext uri="{FF2B5EF4-FFF2-40B4-BE49-F238E27FC236}">
                <a16:creationId xmlns:a16="http://schemas.microsoft.com/office/drawing/2014/main" id="{A77C46CC-5071-664E-82D0-A05760599E8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677EA5D-1840-47AA-9FB6-21BA995DE049}" type="slidenum">
              <a:rPr lang="en-US" altLang="en-US" sz="1400">
                <a:solidFill>
                  <a:srgbClr val="000000"/>
                </a:solidFill>
              </a:rPr>
              <a:pPr algn="r" eaLnBrk="1" hangingPunct="1">
                <a:buClrTx/>
                <a:buSzPct val="60000"/>
                <a:buFontTx/>
                <a:buNone/>
              </a:pPr>
              <a:t>17</a:t>
            </a:fld>
            <a:endParaRPr lang="en-US" altLang="en-US" sz="1400">
              <a:solidFill>
                <a:srgbClr val="000000"/>
              </a:solidFill>
            </a:endParaRPr>
          </a:p>
        </p:txBody>
      </p:sp>
      <p:grpSp>
        <p:nvGrpSpPr>
          <p:cNvPr id="36868" name="Group 3">
            <a:extLst>
              <a:ext uri="{FF2B5EF4-FFF2-40B4-BE49-F238E27FC236}">
                <a16:creationId xmlns:a16="http://schemas.microsoft.com/office/drawing/2014/main" id="{70AE3B95-8C96-EA51-19AA-1A7ACDFF4E51}"/>
              </a:ext>
            </a:extLst>
          </p:cNvPr>
          <p:cNvGrpSpPr>
            <a:grpSpLocks/>
          </p:cNvGrpSpPr>
          <p:nvPr/>
        </p:nvGrpSpPr>
        <p:grpSpPr bwMode="auto">
          <a:xfrm>
            <a:off x="609600" y="1143000"/>
            <a:ext cx="8075613" cy="5027613"/>
            <a:chOff x="384" y="720"/>
            <a:chExt cx="5087" cy="3167"/>
          </a:xfrm>
        </p:grpSpPr>
        <p:sp>
          <p:nvSpPr>
            <p:cNvPr id="36870" name="Rectangle 4">
              <a:extLst>
                <a:ext uri="{FF2B5EF4-FFF2-40B4-BE49-F238E27FC236}">
                  <a16:creationId xmlns:a16="http://schemas.microsoft.com/office/drawing/2014/main" id="{B06CBDA2-9BA5-CF32-6388-01B702531AA2}"/>
                </a:ext>
              </a:extLst>
            </p:cNvPr>
            <p:cNvSpPr>
              <a:spLocks noChangeArrowheads="1"/>
            </p:cNvSpPr>
            <p:nvPr/>
          </p:nvSpPr>
          <p:spPr bwMode="auto">
            <a:xfrm>
              <a:off x="384" y="720"/>
              <a:ext cx="5087" cy="3167"/>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71" name="Text Box 5">
              <a:extLst>
                <a:ext uri="{FF2B5EF4-FFF2-40B4-BE49-F238E27FC236}">
                  <a16:creationId xmlns:a16="http://schemas.microsoft.com/office/drawing/2014/main" id="{1831A971-6A0A-F8A7-D17A-BC917C19989F}"/>
                </a:ext>
              </a:extLst>
            </p:cNvPr>
            <p:cNvSpPr txBox="1">
              <a:spLocks noChangeArrowheads="1"/>
            </p:cNvSpPr>
            <p:nvPr/>
          </p:nvSpPr>
          <p:spPr bwMode="auto">
            <a:xfrm>
              <a:off x="629" y="2169"/>
              <a:ext cx="1785" cy="52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Physical</a:t>
              </a:r>
            </a:p>
            <a:p>
              <a:pPr>
                <a:buClrTx/>
                <a:buSzPct val="60000"/>
                <a:buFontTx/>
                <a:buNone/>
              </a:pPr>
              <a:r>
                <a:rPr lang="en-US" altLang="en-US" sz="1200" b="1">
                  <a:solidFill>
                    <a:srgbClr val="000000"/>
                  </a:solidFill>
                  <a:latin typeface="Times New Roman" panose="02020603050405020304" pitchFamily="18" charset="0"/>
                </a:rPr>
                <a:t>Layer</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36872" name="Text Box 6">
              <a:extLst>
                <a:ext uri="{FF2B5EF4-FFF2-40B4-BE49-F238E27FC236}">
                  <a16:creationId xmlns:a16="http://schemas.microsoft.com/office/drawing/2014/main" id="{266E6DDA-C0C7-D7B5-5426-A4501B6628BB}"/>
                </a:ext>
              </a:extLst>
            </p:cNvPr>
            <p:cNvSpPr txBox="1">
              <a:spLocks noChangeArrowheads="1"/>
            </p:cNvSpPr>
            <p:nvPr/>
          </p:nvSpPr>
          <p:spPr bwMode="auto">
            <a:xfrm>
              <a:off x="1185" y="2292"/>
              <a:ext cx="877" cy="2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a:solidFill>
                    <a:srgbClr val="000000"/>
                  </a:solidFill>
                  <a:latin typeface="Times New Roman" panose="02020603050405020304" pitchFamily="18" charset="0"/>
                </a:rPr>
                <a:t>00110010110</a:t>
              </a:r>
            </a:p>
          </p:txBody>
        </p:sp>
        <p:sp>
          <p:nvSpPr>
            <p:cNvPr id="36873" name="Text Box 7">
              <a:extLst>
                <a:ext uri="{FF2B5EF4-FFF2-40B4-BE49-F238E27FC236}">
                  <a16:creationId xmlns:a16="http://schemas.microsoft.com/office/drawing/2014/main" id="{F3ECE477-3885-3555-DE55-2F61F47253EA}"/>
                </a:ext>
              </a:extLst>
            </p:cNvPr>
            <p:cNvSpPr txBox="1">
              <a:spLocks noChangeArrowheads="1"/>
            </p:cNvSpPr>
            <p:nvPr/>
          </p:nvSpPr>
          <p:spPr bwMode="auto">
            <a:xfrm>
              <a:off x="1023" y="1045"/>
              <a:ext cx="1407" cy="253"/>
            </a:xfrm>
            <a:prstGeom prst="rect">
              <a:avLst/>
            </a:prstGeom>
            <a:solidFill>
              <a:srgbClr val="CC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From Data Link Layer</a:t>
              </a:r>
            </a:p>
          </p:txBody>
        </p:sp>
        <p:sp>
          <p:nvSpPr>
            <p:cNvPr id="36874" name="Text Box 8">
              <a:extLst>
                <a:ext uri="{FF2B5EF4-FFF2-40B4-BE49-F238E27FC236}">
                  <a16:creationId xmlns:a16="http://schemas.microsoft.com/office/drawing/2014/main" id="{90FC6FBD-A725-60D9-7098-4E895020C47E}"/>
                </a:ext>
              </a:extLst>
            </p:cNvPr>
            <p:cNvSpPr txBox="1">
              <a:spLocks noChangeArrowheads="1"/>
            </p:cNvSpPr>
            <p:nvPr/>
          </p:nvSpPr>
          <p:spPr bwMode="auto">
            <a:xfrm>
              <a:off x="1187" y="1596"/>
              <a:ext cx="877" cy="22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r>
                <a:rPr lang="en-US" altLang="en-US" sz="1200" b="1" i="1">
                  <a:solidFill>
                    <a:srgbClr val="000000"/>
                  </a:solidFill>
                  <a:latin typeface="Times New Roman" panose="02020603050405020304" pitchFamily="18" charset="0"/>
                </a:rPr>
                <a:t>L3 data</a:t>
              </a:r>
              <a:r>
                <a:rPr lang="en-US" altLang="en-US" sz="1000" b="1" i="1">
                  <a:solidFill>
                    <a:srgbClr val="000000"/>
                  </a:solidFill>
                  <a:latin typeface="Times New Roman" panose="02020603050405020304" pitchFamily="18" charset="0"/>
                </a:rPr>
                <a:t>              </a:t>
              </a:r>
              <a:r>
                <a:rPr lang="en-US" altLang="en-US" sz="1200" b="1" i="1">
                  <a:solidFill>
                    <a:srgbClr val="000000"/>
                  </a:solidFill>
                  <a:latin typeface="Times New Roman" panose="02020603050405020304" pitchFamily="18" charset="0"/>
                </a:rPr>
                <a:t>H2</a:t>
              </a:r>
            </a:p>
          </p:txBody>
        </p:sp>
        <p:sp>
          <p:nvSpPr>
            <p:cNvPr id="36875" name="Text Box 9">
              <a:extLst>
                <a:ext uri="{FF2B5EF4-FFF2-40B4-BE49-F238E27FC236}">
                  <a16:creationId xmlns:a16="http://schemas.microsoft.com/office/drawing/2014/main" id="{B0ECF9A4-ACB8-328C-D8E9-0AEF53EB752E}"/>
                </a:ext>
              </a:extLst>
            </p:cNvPr>
            <p:cNvSpPr txBox="1">
              <a:spLocks noChangeArrowheads="1"/>
            </p:cNvSpPr>
            <p:nvPr/>
          </p:nvSpPr>
          <p:spPr bwMode="auto">
            <a:xfrm>
              <a:off x="3271" y="2165"/>
              <a:ext cx="1785" cy="544"/>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Physical</a:t>
              </a:r>
            </a:p>
            <a:p>
              <a:pPr>
                <a:buClrTx/>
                <a:buSzPct val="60000"/>
                <a:buFontTx/>
                <a:buNone/>
              </a:pPr>
              <a:r>
                <a:rPr lang="en-US" altLang="en-US" sz="1200" b="1">
                  <a:solidFill>
                    <a:srgbClr val="000000"/>
                  </a:solidFill>
                  <a:latin typeface="Times New Roman" panose="02020603050405020304" pitchFamily="18" charset="0"/>
                </a:rPr>
                <a:t>Layer</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36876" name="Text Box 10">
              <a:extLst>
                <a:ext uri="{FF2B5EF4-FFF2-40B4-BE49-F238E27FC236}">
                  <a16:creationId xmlns:a16="http://schemas.microsoft.com/office/drawing/2014/main" id="{260DEEC7-B7F5-D57B-D40D-F4D137A5B1D5}"/>
                </a:ext>
              </a:extLst>
            </p:cNvPr>
            <p:cNvSpPr txBox="1">
              <a:spLocks noChangeArrowheads="1"/>
            </p:cNvSpPr>
            <p:nvPr/>
          </p:nvSpPr>
          <p:spPr bwMode="auto">
            <a:xfrm>
              <a:off x="3848" y="2288"/>
              <a:ext cx="871" cy="22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a:solidFill>
                    <a:srgbClr val="000000"/>
                  </a:solidFill>
                  <a:latin typeface="Times New Roman" panose="02020603050405020304" pitchFamily="18" charset="0"/>
                </a:rPr>
                <a:t>00110010110</a:t>
              </a:r>
            </a:p>
          </p:txBody>
        </p:sp>
        <p:sp>
          <p:nvSpPr>
            <p:cNvPr id="36877" name="Text Box 11">
              <a:extLst>
                <a:ext uri="{FF2B5EF4-FFF2-40B4-BE49-F238E27FC236}">
                  <a16:creationId xmlns:a16="http://schemas.microsoft.com/office/drawing/2014/main" id="{322AF74F-DE8F-FE31-600C-C5A89F689F9F}"/>
                </a:ext>
              </a:extLst>
            </p:cNvPr>
            <p:cNvSpPr txBox="1">
              <a:spLocks noChangeArrowheads="1"/>
            </p:cNvSpPr>
            <p:nvPr/>
          </p:nvSpPr>
          <p:spPr bwMode="auto">
            <a:xfrm>
              <a:off x="3665" y="1045"/>
              <a:ext cx="1345" cy="253"/>
            </a:xfrm>
            <a:prstGeom prst="rect">
              <a:avLst/>
            </a:prstGeom>
            <a:solidFill>
              <a:srgbClr val="CC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To Data Link Layer</a:t>
              </a:r>
            </a:p>
          </p:txBody>
        </p:sp>
        <p:sp>
          <p:nvSpPr>
            <p:cNvPr id="36878" name="Text Box 12">
              <a:extLst>
                <a:ext uri="{FF2B5EF4-FFF2-40B4-BE49-F238E27FC236}">
                  <a16:creationId xmlns:a16="http://schemas.microsoft.com/office/drawing/2014/main" id="{13EE105D-10DE-57B7-4F41-BA64F1FC8A3B}"/>
                </a:ext>
              </a:extLst>
            </p:cNvPr>
            <p:cNvSpPr txBox="1">
              <a:spLocks noChangeArrowheads="1"/>
            </p:cNvSpPr>
            <p:nvPr/>
          </p:nvSpPr>
          <p:spPr bwMode="auto">
            <a:xfrm>
              <a:off x="3846" y="1596"/>
              <a:ext cx="877" cy="22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L3 data         H2</a:t>
              </a:r>
            </a:p>
          </p:txBody>
        </p:sp>
        <p:sp>
          <p:nvSpPr>
            <p:cNvPr id="36879" name="AutoShape 13">
              <a:extLst>
                <a:ext uri="{FF2B5EF4-FFF2-40B4-BE49-F238E27FC236}">
                  <a16:creationId xmlns:a16="http://schemas.microsoft.com/office/drawing/2014/main" id="{6CC3E758-2BA1-D030-54EA-124AE38AF3D6}"/>
                </a:ext>
              </a:extLst>
            </p:cNvPr>
            <p:cNvSpPr>
              <a:spLocks noChangeArrowheads="1"/>
            </p:cNvSpPr>
            <p:nvPr/>
          </p:nvSpPr>
          <p:spPr bwMode="auto">
            <a:xfrm>
              <a:off x="1531" y="1322"/>
              <a:ext cx="131" cy="274"/>
            </a:xfrm>
            <a:prstGeom prst="downArrow">
              <a:avLst>
                <a:gd name="adj1" fmla="val 50000"/>
                <a:gd name="adj2" fmla="val 52290"/>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80" name="AutoShape 14">
              <a:extLst>
                <a:ext uri="{FF2B5EF4-FFF2-40B4-BE49-F238E27FC236}">
                  <a16:creationId xmlns:a16="http://schemas.microsoft.com/office/drawing/2014/main" id="{E97F25B8-6405-0E83-8175-611CAA56C3BB}"/>
                </a:ext>
              </a:extLst>
            </p:cNvPr>
            <p:cNvSpPr>
              <a:spLocks noChangeArrowheads="1"/>
            </p:cNvSpPr>
            <p:nvPr/>
          </p:nvSpPr>
          <p:spPr bwMode="auto">
            <a:xfrm>
              <a:off x="1533" y="1815"/>
              <a:ext cx="137" cy="330"/>
            </a:xfrm>
            <a:prstGeom prst="downArrow">
              <a:avLst>
                <a:gd name="adj1" fmla="val 50000"/>
                <a:gd name="adj2" fmla="val 60219"/>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81" name="AutoShape 15">
              <a:extLst>
                <a:ext uri="{FF2B5EF4-FFF2-40B4-BE49-F238E27FC236}">
                  <a16:creationId xmlns:a16="http://schemas.microsoft.com/office/drawing/2014/main" id="{6FE702E0-B7D9-9BBD-13BF-FF7942EE700E}"/>
                </a:ext>
              </a:extLst>
            </p:cNvPr>
            <p:cNvSpPr>
              <a:spLocks noChangeArrowheads="1"/>
            </p:cNvSpPr>
            <p:nvPr/>
          </p:nvSpPr>
          <p:spPr bwMode="auto">
            <a:xfrm flipH="1" flipV="1">
              <a:off x="4212" y="1318"/>
              <a:ext cx="132" cy="275"/>
            </a:xfrm>
            <a:prstGeom prst="downArrow">
              <a:avLst>
                <a:gd name="adj1" fmla="val 50000"/>
                <a:gd name="adj2" fmla="val 52083"/>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82" name="AutoShape 16">
              <a:extLst>
                <a:ext uri="{FF2B5EF4-FFF2-40B4-BE49-F238E27FC236}">
                  <a16:creationId xmlns:a16="http://schemas.microsoft.com/office/drawing/2014/main" id="{506420A9-0FAA-2C16-8924-EA69BE7EC44D}"/>
                </a:ext>
              </a:extLst>
            </p:cNvPr>
            <p:cNvSpPr>
              <a:spLocks noChangeArrowheads="1"/>
            </p:cNvSpPr>
            <p:nvPr/>
          </p:nvSpPr>
          <p:spPr bwMode="auto">
            <a:xfrm flipH="1" flipV="1">
              <a:off x="4209" y="1828"/>
              <a:ext cx="120" cy="332"/>
            </a:xfrm>
            <a:prstGeom prst="downArrow">
              <a:avLst>
                <a:gd name="adj1" fmla="val 50000"/>
                <a:gd name="adj2" fmla="val 69167"/>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83" name="AutoShape 17">
              <a:extLst>
                <a:ext uri="{FF2B5EF4-FFF2-40B4-BE49-F238E27FC236}">
                  <a16:creationId xmlns:a16="http://schemas.microsoft.com/office/drawing/2014/main" id="{EEB0D8E5-1896-82F9-3BB4-A3EC09F9B58A}"/>
                </a:ext>
              </a:extLst>
            </p:cNvPr>
            <p:cNvSpPr>
              <a:spLocks noChangeArrowheads="1"/>
            </p:cNvSpPr>
            <p:nvPr/>
          </p:nvSpPr>
          <p:spPr bwMode="auto">
            <a:xfrm rot="5400000">
              <a:off x="2812" y="2563"/>
              <a:ext cx="247" cy="1513"/>
            </a:xfrm>
            <a:prstGeom prst="can">
              <a:avLst>
                <a:gd name="adj" fmla="val 35420"/>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6884" name="Freeform 20">
              <a:extLst>
                <a:ext uri="{FF2B5EF4-FFF2-40B4-BE49-F238E27FC236}">
                  <a16:creationId xmlns:a16="http://schemas.microsoft.com/office/drawing/2014/main" id="{F00C5577-3857-2DBE-AEEA-90ACFDE72B2C}"/>
                </a:ext>
              </a:extLst>
            </p:cNvPr>
            <p:cNvSpPr>
              <a:spLocks noChangeArrowheads="1"/>
            </p:cNvSpPr>
            <p:nvPr/>
          </p:nvSpPr>
          <p:spPr bwMode="auto">
            <a:xfrm>
              <a:off x="2208" y="3216"/>
              <a:ext cx="1341" cy="195"/>
            </a:xfrm>
            <a:custGeom>
              <a:avLst/>
              <a:gdLst>
                <a:gd name="T0" fmla="*/ 0 w 2163"/>
                <a:gd name="T1" fmla="*/ 1 h 305"/>
                <a:gd name="T2" fmla="*/ 1 w 2163"/>
                <a:gd name="T3" fmla="*/ 1 h 305"/>
                <a:gd name="T4" fmla="*/ 1 w 2163"/>
                <a:gd name="T5" fmla="*/ 1 h 305"/>
                <a:gd name="T6" fmla="*/ 1 w 2163"/>
                <a:gd name="T7" fmla="*/ 1 h 305"/>
                <a:gd name="T8" fmla="*/ 1 w 2163"/>
                <a:gd name="T9" fmla="*/ 1 h 305"/>
                <a:gd name="T10" fmla="*/ 1 w 2163"/>
                <a:gd name="T11" fmla="*/ 1 h 305"/>
                <a:gd name="T12" fmla="*/ 1 w 2163"/>
                <a:gd name="T13" fmla="*/ 1 h 305"/>
                <a:gd name="T14" fmla="*/ 1 w 2163"/>
                <a:gd name="T15" fmla="*/ 1 h 305"/>
                <a:gd name="T16" fmla="*/ 1 w 2163"/>
                <a:gd name="T17" fmla="*/ 1 h 305"/>
                <a:gd name="T18" fmla="*/ 1 w 2163"/>
                <a:gd name="T19" fmla="*/ 1 h 305"/>
                <a:gd name="T20" fmla="*/ 1 w 2163"/>
                <a:gd name="T21" fmla="*/ 1 h 3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63"/>
                <a:gd name="T34" fmla="*/ 0 h 305"/>
                <a:gd name="T35" fmla="*/ 2163 w 2163"/>
                <a:gd name="T36" fmla="*/ 305 h 3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63" h="305">
                  <a:moveTo>
                    <a:pt x="0" y="305"/>
                  </a:moveTo>
                  <a:cubicBezTo>
                    <a:pt x="43" y="169"/>
                    <a:pt x="86" y="33"/>
                    <a:pt x="144" y="17"/>
                  </a:cubicBezTo>
                  <a:cubicBezTo>
                    <a:pt x="202" y="1"/>
                    <a:pt x="276" y="212"/>
                    <a:pt x="348" y="212"/>
                  </a:cubicBezTo>
                  <a:cubicBezTo>
                    <a:pt x="420" y="212"/>
                    <a:pt x="499" y="12"/>
                    <a:pt x="576" y="17"/>
                  </a:cubicBezTo>
                  <a:cubicBezTo>
                    <a:pt x="653" y="22"/>
                    <a:pt x="736" y="239"/>
                    <a:pt x="813" y="242"/>
                  </a:cubicBezTo>
                  <a:cubicBezTo>
                    <a:pt x="890" y="245"/>
                    <a:pt x="958" y="35"/>
                    <a:pt x="1038" y="32"/>
                  </a:cubicBezTo>
                  <a:cubicBezTo>
                    <a:pt x="1118" y="29"/>
                    <a:pt x="1213" y="227"/>
                    <a:pt x="1293" y="227"/>
                  </a:cubicBezTo>
                  <a:cubicBezTo>
                    <a:pt x="1373" y="227"/>
                    <a:pt x="1441" y="34"/>
                    <a:pt x="1518" y="32"/>
                  </a:cubicBezTo>
                  <a:cubicBezTo>
                    <a:pt x="1595" y="30"/>
                    <a:pt x="1681" y="217"/>
                    <a:pt x="1758" y="212"/>
                  </a:cubicBezTo>
                  <a:cubicBezTo>
                    <a:pt x="1835" y="207"/>
                    <a:pt x="1916" y="4"/>
                    <a:pt x="1983" y="2"/>
                  </a:cubicBezTo>
                  <a:cubicBezTo>
                    <a:pt x="2050" y="0"/>
                    <a:pt x="2133" y="165"/>
                    <a:pt x="2163" y="197"/>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6885" name="Line 21">
              <a:extLst>
                <a:ext uri="{FF2B5EF4-FFF2-40B4-BE49-F238E27FC236}">
                  <a16:creationId xmlns:a16="http://schemas.microsoft.com/office/drawing/2014/main" id="{95900B19-3A33-EA8D-D795-6EA1C2F40FCE}"/>
                </a:ext>
              </a:extLst>
            </p:cNvPr>
            <p:cNvSpPr>
              <a:spLocks noChangeShapeType="1"/>
            </p:cNvSpPr>
            <p:nvPr/>
          </p:nvSpPr>
          <p:spPr bwMode="auto">
            <a:xfrm>
              <a:off x="1187" y="1796"/>
              <a:ext cx="0" cy="495"/>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6886" name="Line 22">
              <a:extLst>
                <a:ext uri="{FF2B5EF4-FFF2-40B4-BE49-F238E27FC236}">
                  <a16:creationId xmlns:a16="http://schemas.microsoft.com/office/drawing/2014/main" id="{3228888B-25C7-C73C-7D9B-8633637FD2B9}"/>
                </a:ext>
              </a:extLst>
            </p:cNvPr>
            <p:cNvSpPr>
              <a:spLocks noChangeShapeType="1"/>
            </p:cNvSpPr>
            <p:nvPr/>
          </p:nvSpPr>
          <p:spPr bwMode="auto">
            <a:xfrm>
              <a:off x="2060" y="1823"/>
              <a:ext cx="0" cy="495"/>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6887" name="Line 23">
              <a:extLst>
                <a:ext uri="{FF2B5EF4-FFF2-40B4-BE49-F238E27FC236}">
                  <a16:creationId xmlns:a16="http://schemas.microsoft.com/office/drawing/2014/main" id="{B0206C04-6826-D9AC-5CD6-465494EF164B}"/>
                </a:ext>
              </a:extLst>
            </p:cNvPr>
            <p:cNvSpPr>
              <a:spLocks noChangeShapeType="1"/>
            </p:cNvSpPr>
            <p:nvPr/>
          </p:nvSpPr>
          <p:spPr bwMode="auto">
            <a:xfrm>
              <a:off x="3850" y="1821"/>
              <a:ext cx="0" cy="495"/>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6888" name="Line 24">
              <a:extLst>
                <a:ext uri="{FF2B5EF4-FFF2-40B4-BE49-F238E27FC236}">
                  <a16:creationId xmlns:a16="http://schemas.microsoft.com/office/drawing/2014/main" id="{1E605586-2F0A-23F6-F399-F6E40B46B628}"/>
                </a:ext>
              </a:extLst>
            </p:cNvPr>
            <p:cNvSpPr>
              <a:spLocks noChangeShapeType="1"/>
            </p:cNvSpPr>
            <p:nvPr/>
          </p:nvSpPr>
          <p:spPr bwMode="auto">
            <a:xfrm>
              <a:off x="4718" y="1828"/>
              <a:ext cx="0" cy="496"/>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6889" name="Text Box 25">
              <a:extLst>
                <a:ext uri="{FF2B5EF4-FFF2-40B4-BE49-F238E27FC236}">
                  <a16:creationId xmlns:a16="http://schemas.microsoft.com/office/drawing/2014/main" id="{33907520-3225-0120-61B8-C4C523D5670B}"/>
                </a:ext>
              </a:extLst>
            </p:cNvPr>
            <p:cNvSpPr txBox="1">
              <a:spLocks noChangeArrowheads="1"/>
            </p:cNvSpPr>
            <p:nvPr/>
          </p:nvSpPr>
          <p:spPr bwMode="auto">
            <a:xfrm>
              <a:off x="2359" y="3478"/>
              <a:ext cx="1060" cy="232"/>
            </a:xfrm>
            <a:prstGeom prst="rect">
              <a:avLst/>
            </a:prstGeom>
            <a:solidFill>
              <a:srgbClr val="CC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Medium</a:t>
              </a:r>
            </a:p>
          </p:txBody>
        </p:sp>
        <p:sp>
          <p:nvSpPr>
            <p:cNvPr id="36890" name="Line 26">
              <a:extLst>
                <a:ext uri="{FF2B5EF4-FFF2-40B4-BE49-F238E27FC236}">
                  <a16:creationId xmlns:a16="http://schemas.microsoft.com/office/drawing/2014/main" id="{1EDCE900-EC7E-B314-A9D2-E9E12E1EBE2D}"/>
                </a:ext>
              </a:extLst>
            </p:cNvPr>
            <p:cNvSpPr>
              <a:spLocks noChangeShapeType="1"/>
            </p:cNvSpPr>
            <p:nvPr/>
          </p:nvSpPr>
          <p:spPr bwMode="auto">
            <a:xfrm>
              <a:off x="1728" y="1584"/>
              <a:ext cx="0" cy="22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6891" name="Line 27">
              <a:extLst>
                <a:ext uri="{FF2B5EF4-FFF2-40B4-BE49-F238E27FC236}">
                  <a16:creationId xmlns:a16="http://schemas.microsoft.com/office/drawing/2014/main" id="{14CCE2CC-5AE1-F26B-2118-D8B7A65D3809}"/>
                </a:ext>
              </a:extLst>
            </p:cNvPr>
            <p:cNvSpPr>
              <a:spLocks noChangeShapeType="1"/>
            </p:cNvSpPr>
            <p:nvPr/>
          </p:nvSpPr>
          <p:spPr bwMode="auto">
            <a:xfrm>
              <a:off x="4368" y="1584"/>
              <a:ext cx="0" cy="22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6869" name="Text Box 28">
            <a:extLst>
              <a:ext uri="{FF2B5EF4-FFF2-40B4-BE49-F238E27FC236}">
                <a16:creationId xmlns:a16="http://schemas.microsoft.com/office/drawing/2014/main" id="{6AB433D3-9746-2BE1-99AE-A5E128796DFC}"/>
              </a:ext>
            </a:extLst>
          </p:cNvPr>
          <p:cNvSpPr txBox="1">
            <a:spLocks noChangeArrowheads="1"/>
          </p:cNvSpPr>
          <p:nvPr/>
        </p:nvSpPr>
        <p:spPr bwMode="auto">
          <a:xfrm>
            <a:off x="533400" y="254000"/>
            <a:ext cx="6553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Physical Layer Between Adjacent Nodes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ext Box 1">
            <a:extLst>
              <a:ext uri="{FF2B5EF4-FFF2-40B4-BE49-F238E27FC236}">
                <a16:creationId xmlns:a16="http://schemas.microsoft.com/office/drawing/2014/main" id="{61C0B363-F4C6-3307-5CCC-A2C9337E651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915" name="Text Box 2">
            <a:extLst>
              <a:ext uri="{FF2B5EF4-FFF2-40B4-BE49-F238E27FC236}">
                <a16:creationId xmlns:a16="http://schemas.microsoft.com/office/drawing/2014/main" id="{266A65C4-D33D-1C79-2DCF-A3C9BED10DF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D742346-54F8-4724-9945-58865449118D}" type="slidenum">
              <a:rPr lang="en-US" altLang="en-US" sz="1400">
                <a:solidFill>
                  <a:srgbClr val="000000"/>
                </a:solidFill>
              </a:rPr>
              <a:pPr algn="r" eaLnBrk="1" hangingPunct="1">
                <a:buClrTx/>
                <a:buSzPct val="60000"/>
                <a:buFontTx/>
                <a:buNone/>
              </a:pPr>
              <a:t>18</a:t>
            </a:fld>
            <a:endParaRPr lang="en-US" altLang="en-US" sz="1400">
              <a:solidFill>
                <a:srgbClr val="000000"/>
              </a:solidFill>
            </a:endParaRPr>
          </a:p>
        </p:txBody>
      </p:sp>
      <p:sp>
        <p:nvSpPr>
          <p:cNvPr id="38916" name="Text Box 3">
            <a:extLst>
              <a:ext uri="{FF2B5EF4-FFF2-40B4-BE49-F238E27FC236}">
                <a16:creationId xmlns:a16="http://schemas.microsoft.com/office/drawing/2014/main" id="{0FA651C0-D568-111A-B80D-9266375C94D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Physical Layer Functions</a:t>
            </a:r>
          </a:p>
        </p:txBody>
      </p:sp>
      <p:sp>
        <p:nvSpPr>
          <p:cNvPr id="38917" name="Text Box 4">
            <a:extLst>
              <a:ext uri="{FF2B5EF4-FFF2-40B4-BE49-F238E27FC236}">
                <a16:creationId xmlns:a16="http://schemas.microsoft.com/office/drawing/2014/main" id="{44B7DFDF-45E0-072E-F40D-A6DBDEC8C65C}"/>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Coordination of functions required to carry a bit stream over a physical medium (Analog/digital, Serial/parallel)</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Deals with mechanical and electrical specifications of the interface and transmission medium</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Encoding: Representation of bits into electrical or optical</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Data rate: Defines number of bits to be sent in a second (i.e. transmission rate)</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Synchronization: Synchronization of the clocks of the sender and the receiver (Synchronous/Asynchronous)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Line configuration: Connection of devices to media (point-to-point or multi-point)</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Physical topology: Mesh, star, ring, …</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Transmission mode: Simplex, half-duplex, full-duplex</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ext Box 1">
            <a:extLst>
              <a:ext uri="{FF2B5EF4-FFF2-40B4-BE49-F238E27FC236}">
                <a16:creationId xmlns:a16="http://schemas.microsoft.com/office/drawing/2014/main" id="{5DCA9572-CF26-943F-DA56-2B79C8BD161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0963" name="Text Box 2">
            <a:extLst>
              <a:ext uri="{FF2B5EF4-FFF2-40B4-BE49-F238E27FC236}">
                <a16:creationId xmlns:a16="http://schemas.microsoft.com/office/drawing/2014/main" id="{3B71E848-A557-CD39-55B0-99B0559FADB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5349342-40E7-4255-8DA7-856FD83CBC55}" type="slidenum">
              <a:rPr lang="en-US" altLang="en-US" sz="1400">
                <a:solidFill>
                  <a:srgbClr val="000000"/>
                </a:solidFill>
              </a:rPr>
              <a:pPr algn="r" eaLnBrk="1" hangingPunct="1">
                <a:buClrTx/>
                <a:buSzPct val="60000"/>
                <a:buFontTx/>
                <a:buNone/>
              </a:pPr>
              <a:t>19</a:t>
            </a:fld>
            <a:endParaRPr lang="en-US" altLang="en-US" sz="1400">
              <a:solidFill>
                <a:srgbClr val="000000"/>
              </a:solidFill>
            </a:endParaRPr>
          </a:p>
        </p:txBody>
      </p:sp>
      <p:sp>
        <p:nvSpPr>
          <p:cNvPr id="40964" name="Rectangle 3">
            <a:extLst>
              <a:ext uri="{FF2B5EF4-FFF2-40B4-BE49-F238E27FC236}">
                <a16:creationId xmlns:a16="http://schemas.microsoft.com/office/drawing/2014/main" id="{D1BDA96C-281C-11A7-4933-37E9D4151804}"/>
              </a:ext>
            </a:extLst>
          </p:cNvPr>
          <p:cNvSpPr>
            <a:spLocks noChangeArrowheads="1"/>
          </p:cNvSpPr>
          <p:nvPr/>
        </p:nvSpPr>
        <p:spPr bwMode="auto">
          <a:xfrm>
            <a:off x="457200" y="1143000"/>
            <a:ext cx="8229600" cy="5334000"/>
          </a:xfrm>
          <a:prstGeom prst="rect">
            <a:avLst/>
          </a:prstGeom>
          <a:solidFill>
            <a:srgbClr val="E1FFE1"/>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65" name="Text Box 4">
            <a:extLst>
              <a:ext uri="{FF2B5EF4-FFF2-40B4-BE49-F238E27FC236}">
                <a16:creationId xmlns:a16="http://schemas.microsoft.com/office/drawing/2014/main" id="{8CE5D661-59BA-E294-E73A-123312CF3A59}"/>
              </a:ext>
            </a:extLst>
          </p:cNvPr>
          <p:cNvSpPr txBox="1">
            <a:spLocks noChangeArrowheads="1"/>
          </p:cNvSpPr>
          <p:nvPr/>
        </p:nvSpPr>
        <p:spPr bwMode="auto">
          <a:xfrm>
            <a:off x="860425" y="3330575"/>
            <a:ext cx="3343275" cy="91916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Data</a:t>
            </a:r>
          </a:p>
          <a:p>
            <a:pPr>
              <a:buClrTx/>
              <a:buSzPct val="60000"/>
              <a:buFontTx/>
              <a:buNone/>
            </a:pPr>
            <a:r>
              <a:rPr lang="en-US" altLang="en-US" sz="1200" b="1">
                <a:solidFill>
                  <a:srgbClr val="000000"/>
                </a:solidFill>
                <a:latin typeface="Times New Roman" panose="02020603050405020304" pitchFamily="18" charset="0"/>
              </a:rPr>
              <a:t>Frame                                                         Link</a:t>
            </a:r>
          </a:p>
          <a:p>
            <a:pPr>
              <a:buClrTx/>
              <a:buSzPct val="60000"/>
              <a:buFontTx/>
              <a:buNone/>
            </a:pPr>
            <a:r>
              <a:rPr lang="en-US" altLang="en-US" sz="1200" b="1">
                <a:solidFill>
                  <a:srgbClr val="000000"/>
                </a:solidFill>
                <a:latin typeface="Times New Roman" panose="02020603050405020304" pitchFamily="18" charset="0"/>
              </a:rPr>
              <a:t>                                                                    Layer</a:t>
            </a:r>
          </a:p>
        </p:txBody>
      </p:sp>
      <p:sp>
        <p:nvSpPr>
          <p:cNvPr id="40966" name="Text Box 5">
            <a:extLst>
              <a:ext uri="{FF2B5EF4-FFF2-40B4-BE49-F238E27FC236}">
                <a16:creationId xmlns:a16="http://schemas.microsoft.com/office/drawing/2014/main" id="{4672E083-F460-2225-A2B6-6983AD43BA90}"/>
              </a:ext>
            </a:extLst>
          </p:cNvPr>
          <p:cNvSpPr txBox="1">
            <a:spLocks noChangeArrowheads="1"/>
          </p:cNvSpPr>
          <p:nvPr/>
        </p:nvSpPr>
        <p:spPr bwMode="auto">
          <a:xfrm>
            <a:off x="1711325" y="3581400"/>
            <a:ext cx="1717675" cy="334963"/>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a:solidFill>
                  <a:srgbClr val="000000"/>
                </a:solidFill>
                <a:latin typeface="Times New Roman" panose="02020603050405020304" pitchFamily="18" charset="0"/>
              </a:rPr>
              <a:t>                              </a:t>
            </a:r>
            <a:r>
              <a:rPr lang="en-US" altLang="en-US" sz="1200" b="1">
                <a:solidFill>
                  <a:srgbClr val="000000"/>
                </a:solidFill>
                <a:latin typeface="Times New Roman" panose="02020603050405020304" pitchFamily="18" charset="0"/>
              </a:rPr>
              <a:t>H2</a:t>
            </a:r>
          </a:p>
        </p:txBody>
      </p:sp>
      <p:sp>
        <p:nvSpPr>
          <p:cNvPr id="40967" name="Text Box 6">
            <a:extLst>
              <a:ext uri="{FF2B5EF4-FFF2-40B4-BE49-F238E27FC236}">
                <a16:creationId xmlns:a16="http://schemas.microsoft.com/office/drawing/2014/main" id="{893053DD-6C0D-20E9-5703-9506FC99759D}"/>
              </a:ext>
            </a:extLst>
          </p:cNvPr>
          <p:cNvSpPr txBox="1">
            <a:spLocks noChangeArrowheads="1"/>
          </p:cNvSpPr>
          <p:nvPr/>
        </p:nvSpPr>
        <p:spPr bwMode="auto">
          <a:xfrm>
            <a:off x="1524000" y="1981200"/>
            <a:ext cx="2174875" cy="433388"/>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From Network Layer</a:t>
            </a:r>
          </a:p>
        </p:txBody>
      </p:sp>
      <p:sp>
        <p:nvSpPr>
          <p:cNvPr id="40968" name="Text Box 7">
            <a:extLst>
              <a:ext uri="{FF2B5EF4-FFF2-40B4-BE49-F238E27FC236}">
                <a16:creationId xmlns:a16="http://schemas.microsoft.com/office/drawing/2014/main" id="{A07C78DB-0577-A341-3CE3-038AAF7A5239}"/>
              </a:ext>
            </a:extLst>
          </p:cNvPr>
          <p:cNvSpPr txBox="1">
            <a:spLocks noChangeArrowheads="1"/>
          </p:cNvSpPr>
          <p:nvPr/>
        </p:nvSpPr>
        <p:spPr bwMode="auto">
          <a:xfrm>
            <a:off x="1714500" y="2362200"/>
            <a:ext cx="1193800" cy="427038"/>
          </a:xfrm>
          <a:prstGeom prst="rect">
            <a:avLst/>
          </a:prstGeom>
          <a:solidFill>
            <a:srgbClr val="C0C0C0"/>
          </a:solidFill>
          <a:ln w="9360" cap="sq">
            <a:solidFill>
              <a:srgbClr val="C0C0C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L3 data</a:t>
            </a:r>
          </a:p>
        </p:txBody>
      </p:sp>
      <p:sp>
        <p:nvSpPr>
          <p:cNvPr id="40969" name="Text Box 8">
            <a:extLst>
              <a:ext uri="{FF2B5EF4-FFF2-40B4-BE49-F238E27FC236}">
                <a16:creationId xmlns:a16="http://schemas.microsoft.com/office/drawing/2014/main" id="{A6B8D442-910E-FD35-5E7B-76503D7B12BB}"/>
              </a:ext>
            </a:extLst>
          </p:cNvPr>
          <p:cNvSpPr txBox="1">
            <a:spLocks noChangeArrowheads="1"/>
          </p:cNvSpPr>
          <p:nvPr/>
        </p:nvSpPr>
        <p:spPr bwMode="auto">
          <a:xfrm>
            <a:off x="5133975" y="3324225"/>
            <a:ext cx="3225800" cy="92551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Data</a:t>
            </a:r>
          </a:p>
          <a:p>
            <a:pPr>
              <a:buClrTx/>
              <a:buSzPct val="60000"/>
              <a:buFontTx/>
              <a:buNone/>
            </a:pPr>
            <a:r>
              <a:rPr lang="en-US" altLang="en-US" sz="1200" b="1">
                <a:solidFill>
                  <a:srgbClr val="000000"/>
                </a:solidFill>
                <a:latin typeface="Times New Roman" panose="02020603050405020304" pitchFamily="18" charset="0"/>
              </a:rPr>
              <a:t>Frame                                                      Link</a:t>
            </a:r>
          </a:p>
          <a:p>
            <a:pPr>
              <a:buClrTx/>
              <a:buSzPct val="60000"/>
              <a:buFontTx/>
              <a:buNone/>
            </a:pPr>
            <a:r>
              <a:rPr lang="en-US" altLang="en-US" sz="1200" b="1">
                <a:solidFill>
                  <a:srgbClr val="000000"/>
                </a:solidFill>
                <a:latin typeface="Times New Roman" panose="02020603050405020304" pitchFamily="18" charset="0"/>
              </a:rPr>
              <a:t>                                                                  Layer</a:t>
            </a:r>
          </a:p>
        </p:txBody>
      </p:sp>
      <p:sp>
        <p:nvSpPr>
          <p:cNvPr id="40970" name="Text Box 9">
            <a:extLst>
              <a:ext uri="{FF2B5EF4-FFF2-40B4-BE49-F238E27FC236}">
                <a16:creationId xmlns:a16="http://schemas.microsoft.com/office/drawing/2014/main" id="{AC837A3C-C014-AEEA-4F62-7ADE90CB0604}"/>
              </a:ext>
            </a:extLst>
          </p:cNvPr>
          <p:cNvSpPr txBox="1">
            <a:spLocks noChangeArrowheads="1"/>
          </p:cNvSpPr>
          <p:nvPr/>
        </p:nvSpPr>
        <p:spPr bwMode="auto">
          <a:xfrm>
            <a:off x="6034088" y="3533775"/>
            <a:ext cx="1565275" cy="376238"/>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H2</a:t>
            </a:r>
          </a:p>
        </p:txBody>
      </p:sp>
      <p:sp>
        <p:nvSpPr>
          <p:cNvPr id="40971" name="Text Box 10">
            <a:extLst>
              <a:ext uri="{FF2B5EF4-FFF2-40B4-BE49-F238E27FC236}">
                <a16:creationId xmlns:a16="http://schemas.microsoft.com/office/drawing/2014/main" id="{DD4BC9B3-388D-2A38-536D-A8B7ADE3F0EF}"/>
              </a:ext>
            </a:extLst>
          </p:cNvPr>
          <p:cNvSpPr txBox="1">
            <a:spLocks noChangeArrowheads="1"/>
          </p:cNvSpPr>
          <p:nvPr/>
        </p:nvSpPr>
        <p:spPr bwMode="auto">
          <a:xfrm>
            <a:off x="5943600" y="1981200"/>
            <a:ext cx="2176463" cy="430213"/>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To Network Layer</a:t>
            </a:r>
          </a:p>
        </p:txBody>
      </p:sp>
      <p:sp>
        <p:nvSpPr>
          <p:cNvPr id="40972" name="Text Box 11">
            <a:extLst>
              <a:ext uri="{FF2B5EF4-FFF2-40B4-BE49-F238E27FC236}">
                <a16:creationId xmlns:a16="http://schemas.microsoft.com/office/drawing/2014/main" id="{A0AB2929-FF30-E325-0E7E-73B0636FA41C}"/>
              </a:ext>
            </a:extLst>
          </p:cNvPr>
          <p:cNvSpPr txBox="1">
            <a:spLocks noChangeArrowheads="1"/>
          </p:cNvSpPr>
          <p:nvPr/>
        </p:nvSpPr>
        <p:spPr bwMode="auto">
          <a:xfrm>
            <a:off x="6045200" y="2355850"/>
            <a:ext cx="1063625" cy="403225"/>
          </a:xfrm>
          <a:prstGeom prst="rect">
            <a:avLst/>
          </a:prstGeom>
          <a:solidFill>
            <a:srgbClr val="C0C0C0"/>
          </a:solidFill>
          <a:ln w="9360" cap="sq">
            <a:solidFill>
              <a:srgbClr val="C0C0C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L3 data</a:t>
            </a:r>
          </a:p>
        </p:txBody>
      </p:sp>
      <p:sp>
        <p:nvSpPr>
          <p:cNvPr id="40973" name="AutoShape 12">
            <a:extLst>
              <a:ext uri="{FF2B5EF4-FFF2-40B4-BE49-F238E27FC236}">
                <a16:creationId xmlns:a16="http://schemas.microsoft.com/office/drawing/2014/main" id="{939CBF58-3F36-6F32-9B53-C2308A7CD056}"/>
              </a:ext>
            </a:extLst>
          </p:cNvPr>
          <p:cNvSpPr>
            <a:spLocks noChangeArrowheads="1"/>
          </p:cNvSpPr>
          <p:nvPr/>
        </p:nvSpPr>
        <p:spPr bwMode="auto">
          <a:xfrm>
            <a:off x="2322513" y="2768600"/>
            <a:ext cx="234950" cy="777875"/>
          </a:xfrm>
          <a:prstGeom prst="downArrow">
            <a:avLst>
              <a:gd name="adj1" fmla="val 50000"/>
              <a:gd name="adj2" fmla="val 82770"/>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74" name="AutoShape 13">
            <a:extLst>
              <a:ext uri="{FF2B5EF4-FFF2-40B4-BE49-F238E27FC236}">
                <a16:creationId xmlns:a16="http://schemas.microsoft.com/office/drawing/2014/main" id="{F89A77D6-7FCB-B6AD-8654-32B100235BA7}"/>
              </a:ext>
            </a:extLst>
          </p:cNvPr>
          <p:cNvSpPr>
            <a:spLocks noChangeArrowheads="1"/>
          </p:cNvSpPr>
          <p:nvPr/>
        </p:nvSpPr>
        <p:spPr bwMode="auto">
          <a:xfrm flipH="1" flipV="1">
            <a:off x="6648450" y="2751138"/>
            <a:ext cx="204788" cy="762000"/>
          </a:xfrm>
          <a:prstGeom prst="downArrow">
            <a:avLst>
              <a:gd name="adj1" fmla="val 50000"/>
              <a:gd name="adj2" fmla="val 93023"/>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75" name="Line 14">
            <a:extLst>
              <a:ext uri="{FF2B5EF4-FFF2-40B4-BE49-F238E27FC236}">
                <a16:creationId xmlns:a16="http://schemas.microsoft.com/office/drawing/2014/main" id="{9EBC0FB8-ABBE-2320-7944-9A311760A7F1}"/>
              </a:ext>
            </a:extLst>
          </p:cNvPr>
          <p:cNvSpPr>
            <a:spLocks noChangeShapeType="1"/>
          </p:cNvSpPr>
          <p:nvPr/>
        </p:nvSpPr>
        <p:spPr bwMode="auto">
          <a:xfrm flipV="1">
            <a:off x="2901950" y="2808288"/>
            <a:ext cx="1588" cy="727075"/>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76" name="Line 15">
            <a:extLst>
              <a:ext uri="{FF2B5EF4-FFF2-40B4-BE49-F238E27FC236}">
                <a16:creationId xmlns:a16="http://schemas.microsoft.com/office/drawing/2014/main" id="{2F405BA1-94A4-6C7D-1C62-47B884FA4A21}"/>
              </a:ext>
            </a:extLst>
          </p:cNvPr>
          <p:cNvSpPr>
            <a:spLocks noChangeShapeType="1"/>
          </p:cNvSpPr>
          <p:nvPr/>
        </p:nvSpPr>
        <p:spPr bwMode="auto">
          <a:xfrm flipH="1">
            <a:off x="6040438" y="2774950"/>
            <a:ext cx="6350" cy="80168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77" name="Line 16">
            <a:extLst>
              <a:ext uri="{FF2B5EF4-FFF2-40B4-BE49-F238E27FC236}">
                <a16:creationId xmlns:a16="http://schemas.microsoft.com/office/drawing/2014/main" id="{90EBCE3C-5870-1B1B-A6CB-3E815567BCAB}"/>
              </a:ext>
            </a:extLst>
          </p:cNvPr>
          <p:cNvSpPr>
            <a:spLocks noChangeShapeType="1"/>
          </p:cNvSpPr>
          <p:nvPr/>
        </p:nvSpPr>
        <p:spPr bwMode="auto">
          <a:xfrm flipV="1">
            <a:off x="1722438" y="2790825"/>
            <a:ext cx="1587" cy="7159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78" name="Line 17">
            <a:extLst>
              <a:ext uri="{FF2B5EF4-FFF2-40B4-BE49-F238E27FC236}">
                <a16:creationId xmlns:a16="http://schemas.microsoft.com/office/drawing/2014/main" id="{A31787FE-3073-94F5-1DA8-E09CF7088CF3}"/>
              </a:ext>
            </a:extLst>
          </p:cNvPr>
          <p:cNvSpPr>
            <a:spLocks noChangeShapeType="1"/>
          </p:cNvSpPr>
          <p:nvPr/>
        </p:nvSpPr>
        <p:spPr bwMode="auto">
          <a:xfrm flipV="1">
            <a:off x="7089775" y="2730500"/>
            <a:ext cx="1588" cy="796925"/>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79" name="Text Box 18">
            <a:extLst>
              <a:ext uri="{FF2B5EF4-FFF2-40B4-BE49-F238E27FC236}">
                <a16:creationId xmlns:a16="http://schemas.microsoft.com/office/drawing/2014/main" id="{CB9BAA36-AA3D-8BB7-7670-E7C9686CB650}"/>
              </a:ext>
            </a:extLst>
          </p:cNvPr>
          <p:cNvSpPr txBox="1">
            <a:spLocks noChangeArrowheads="1"/>
          </p:cNvSpPr>
          <p:nvPr/>
        </p:nvSpPr>
        <p:spPr bwMode="auto">
          <a:xfrm>
            <a:off x="1722438" y="4953000"/>
            <a:ext cx="1706562" cy="381000"/>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a:solidFill>
                  <a:srgbClr val="000000"/>
                </a:solidFill>
                <a:latin typeface="Times New Roman" panose="02020603050405020304" pitchFamily="18" charset="0"/>
              </a:rPr>
              <a:t>00110010110</a:t>
            </a:r>
          </a:p>
        </p:txBody>
      </p:sp>
      <p:sp>
        <p:nvSpPr>
          <p:cNvPr id="40980" name="Text Box 19">
            <a:extLst>
              <a:ext uri="{FF2B5EF4-FFF2-40B4-BE49-F238E27FC236}">
                <a16:creationId xmlns:a16="http://schemas.microsoft.com/office/drawing/2014/main" id="{3A7092CA-8BDC-5916-1B4B-E6E24D365FCE}"/>
              </a:ext>
            </a:extLst>
          </p:cNvPr>
          <p:cNvSpPr txBox="1">
            <a:spLocks noChangeArrowheads="1"/>
          </p:cNvSpPr>
          <p:nvPr/>
        </p:nvSpPr>
        <p:spPr bwMode="auto">
          <a:xfrm>
            <a:off x="6030913" y="4970463"/>
            <a:ext cx="1597025" cy="333375"/>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a:solidFill>
                  <a:srgbClr val="000000"/>
                </a:solidFill>
                <a:latin typeface="Times New Roman" panose="02020603050405020304" pitchFamily="18" charset="0"/>
              </a:rPr>
              <a:t>00110010110</a:t>
            </a:r>
          </a:p>
        </p:txBody>
      </p:sp>
      <p:sp>
        <p:nvSpPr>
          <p:cNvPr id="40981" name="AutoShape 20">
            <a:extLst>
              <a:ext uri="{FF2B5EF4-FFF2-40B4-BE49-F238E27FC236}">
                <a16:creationId xmlns:a16="http://schemas.microsoft.com/office/drawing/2014/main" id="{0E1984F5-C407-C83D-5365-2FF5CFC084AE}"/>
              </a:ext>
            </a:extLst>
          </p:cNvPr>
          <p:cNvSpPr>
            <a:spLocks noChangeArrowheads="1"/>
          </p:cNvSpPr>
          <p:nvPr/>
        </p:nvSpPr>
        <p:spPr bwMode="auto">
          <a:xfrm>
            <a:off x="2311400" y="3913188"/>
            <a:ext cx="198438" cy="1028700"/>
          </a:xfrm>
          <a:prstGeom prst="downArrow">
            <a:avLst>
              <a:gd name="adj1" fmla="val 50000"/>
              <a:gd name="adj2" fmla="val 129600"/>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82" name="AutoShape 21">
            <a:extLst>
              <a:ext uri="{FF2B5EF4-FFF2-40B4-BE49-F238E27FC236}">
                <a16:creationId xmlns:a16="http://schemas.microsoft.com/office/drawing/2014/main" id="{FC603AB3-65C1-D7A7-827F-DAA5189AE675}"/>
              </a:ext>
            </a:extLst>
          </p:cNvPr>
          <p:cNvSpPr>
            <a:spLocks noChangeArrowheads="1"/>
          </p:cNvSpPr>
          <p:nvPr/>
        </p:nvSpPr>
        <p:spPr bwMode="auto">
          <a:xfrm flipV="1">
            <a:off x="6677025" y="3916363"/>
            <a:ext cx="198438" cy="1028700"/>
          </a:xfrm>
          <a:prstGeom prst="downArrow">
            <a:avLst>
              <a:gd name="adj1" fmla="val 50000"/>
              <a:gd name="adj2" fmla="val 129600"/>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0983" name="Text Box 22">
            <a:extLst>
              <a:ext uri="{FF2B5EF4-FFF2-40B4-BE49-F238E27FC236}">
                <a16:creationId xmlns:a16="http://schemas.microsoft.com/office/drawing/2014/main" id="{3333535D-2D34-8A03-179A-977B63F52CEB}"/>
              </a:ext>
            </a:extLst>
          </p:cNvPr>
          <p:cNvSpPr txBox="1">
            <a:spLocks noChangeArrowheads="1"/>
          </p:cNvSpPr>
          <p:nvPr/>
        </p:nvSpPr>
        <p:spPr bwMode="auto">
          <a:xfrm>
            <a:off x="1495425" y="5516563"/>
            <a:ext cx="2174875" cy="433387"/>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    To Physical Layer</a:t>
            </a:r>
          </a:p>
        </p:txBody>
      </p:sp>
      <p:sp>
        <p:nvSpPr>
          <p:cNvPr id="40984" name="Text Box 23">
            <a:extLst>
              <a:ext uri="{FF2B5EF4-FFF2-40B4-BE49-F238E27FC236}">
                <a16:creationId xmlns:a16="http://schemas.microsoft.com/office/drawing/2014/main" id="{4BD24049-CC30-36C9-7330-F4DEFCFDBBED}"/>
              </a:ext>
            </a:extLst>
          </p:cNvPr>
          <p:cNvSpPr txBox="1">
            <a:spLocks noChangeArrowheads="1"/>
          </p:cNvSpPr>
          <p:nvPr/>
        </p:nvSpPr>
        <p:spPr bwMode="auto">
          <a:xfrm>
            <a:off x="5753100" y="5529263"/>
            <a:ext cx="2176463" cy="431800"/>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     From Physical Layer</a:t>
            </a:r>
          </a:p>
        </p:txBody>
      </p:sp>
      <p:sp>
        <p:nvSpPr>
          <p:cNvPr id="40985" name="Line 24">
            <a:extLst>
              <a:ext uri="{FF2B5EF4-FFF2-40B4-BE49-F238E27FC236}">
                <a16:creationId xmlns:a16="http://schemas.microsoft.com/office/drawing/2014/main" id="{958BE251-4F35-6FD0-6BC1-7BB38E090C78}"/>
              </a:ext>
            </a:extLst>
          </p:cNvPr>
          <p:cNvSpPr>
            <a:spLocks noChangeShapeType="1"/>
          </p:cNvSpPr>
          <p:nvPr/>
        </p:nvSpPr>
        <p:spPr bwMode="auto">
          <a:xfrm>
            <a:off x="1714500" y="3929063"/>
            <a:ext cx="1588" cy="998537"/>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86" name="Line 25">
            <a:extLst>
              <a:ext uri="{FF2B5EF4-FFF2-40B4-BE49-F238E27FC236}">
                <a16:creationId xmlns:a16="http://schemas.microsoft.com/office/drawing/2014/main" id="{B4D626C3-A487-04E2-0631-BEE0100167A4}"/>
              </a:ext>
            </a:extLst>
          </p:cNvPr>
          <p:cNvSpPr>
            <a:spLocks noChangeShapeType="1"/>
          </p:cNvSpPr>
          <p:nvPr/>
        </p:nvSpPr>
        <p:spPr bwMode="auto">
          <a:xfrm>
            <a:off x="3429000" y="3886200"/>
            <a:ext cx="1588" cy="998538"/>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87" name="Line 26">
            <a:extLst>
              <a:ext uri="{FF2B5EF4-FFF2-40B4-BE49-F238E27FC236}">
                <a16:creationId xmlns:a16="http://schemas.microsoft.com/office/drawing/2014/main" id="{6EABB11A-1FD3-469C-C751-9922BD51FC46}"/>
              </a:ext>
            </a:extLst>
          </p:cNvPr>
          <p:cNvSpPr>
            <a:spLocks noChangeShapeType="1"/>
          </p:cNvSpPr>
          <p:nvPr/>
        </p:nvSpPr>
        <p:spPr bwMode="auto">
          <a:xfrm>
            <a:off x="6040438" y="3916363"/>
            <a:ext cx="1587" cy="998537"/>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88" name="Line 27">
            <a:extLst>
              <a:ext uri="{FF2B5EF4-FFF2-40B4-BE49-F238E27FC236}">
                <a16:creationId xmlns:a16="http://schemas.microsoft.com/office/drawing/2014/main" id="{64A21233-15BF-0D7B-9AB8-ECA7F7A884D4}"/>
              </a:ext>
            </a:extLst>
          </p:cNvPr>
          <p:cNvSpPr>
            <a:spLocks noChangeShapeType="1"/>
          </p:cNvSpPr>
          <p:nvPr/>
        </p:nvSpPr>
        <p:spPr bwMode="auto">
          <a:xfrm>
            <a:off x="7627938" y="3937000"/>
            <a:ext cx="1587" cy="996950"/>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89" name="Line 28">
            <a:extLst>
              <a:ext uri="{FF2B5EF4-FFF2-40B4-BE49-F238E27FC236}">
                <a16:creationId xmlns:a16="http://schemas.microsoft.com/office/drawing/2014/main" id="{BB4D037D-B225-A75B-A37C-691A76ED0676}"/>
              </a:ext>
            </a:extLst>
          </p:cNvPr>
          <p:cNvSpPr>
            <a:spLocks noChangeShapeType="1"/>
          </p:cNvSpPr>
          <p:nvPr/>
        </p:nvSpPr>
        <p:spPr bwMode="auto">
          <a:xfrm>
            <a:off x="2906713" y="3552825"/>
            <a:ext cx="1587" cy="3937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90" name="Line 29">
            <a:extLst>
              <a:ext uri="{FF2B5EF4-FFF2-40B4-BE49-F238E27FC236}">
                <a16:creationId xmlns:a16="http://schemas.microsoft.com/office/drawing/2014/main" id="{7BA36E29-4D1C-A4A7-7C60-5C73B2FAA785}"/>
              </a:ext>
            </a:extLst>
          </p:cNvPr>
          <p:cNvSpPr>
            <a:spLocks noChangeShapeType="1"/>
          </p:cNvSpPr>
          <p:nvPr/>
        </p:nvSpPr>
        <p:spPr bwMode="auto">
          <a:xfrm>
            <a:off x="7085013" y="3552825"/>
            <a:ext cx="1587" cy="3540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0991" name="Text Box 30">
            <a:extLst>
              <a:ext uri="{FF2B5EF4-FFF2-40B4-BE49-F238E27FC236}">
                <a16:creationId xmlns:a16="http://schemas.microsoft.com/office/drawing/2014/main" id="{51E3DACE-2B81-3845-268E-E005D3FE0501}"/>
              </a:ext>
            </a:extLst>
          </p:cNvPr>
          <p:cNvSpPr txBox="1">
            <a:spLocks noChangeArrowheads="1"/>
          </p:cNvSpPr>
          <p:nvPr/>
        </p:nvSpPr>
        <p:spPr bwMode="auto">
          <a:xfrm>
            <a:off x="688975" y="381000"/>
            <a:ext cx="6402388"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Data Link Layer Between Adjacent Nodes</a:t>
            </a:r>
            <a:r>
              <a:rPr lang="en-US" altLang="en-US" sz="2400">
                <a:solidFill>
                  <a:srgbClr val="000000"/>
                </a:solidFill>
                <a:latin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1">
            <a:extLst>
              <a:ext uri="{FF2B5EF4-FFF2-40B4-BE49-F238E27FC236}">
                <a16:creationId xmlns:a16="http://schemas.microsoft.com/office/drawing/2014/main" id="{ACDDDC45-4F0B-2B0A-53EC-DFECBD8A21A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011" name="Text Box 2">
            <a:extLst>
              <a:ext uri="{FF2B5EF4-FFF2-40B4-BE49-F238E27FC236}">
                <a16:creationId xmlns:a16="http://schemas.microsoft.com/office/drawing/2014/main" id="{0C62FB0D-B2B2-1BC9-577A-C88F644B706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04B8011-F558-47D1-9AE3-071CE5E86AC1}" type="slidenum">
              <a:rPr lang="en-US" altLang="en-US" sz="1400">
                <a:solidFill>
                  <a:srgbClr val="000000"/>
                </a:solidFill>
              </a:rPr>
              <a:pPr algn="r" eaLnBrk="1" hangingPunct="1">
                <a:buClrTx/>
                <a:buSzPct val="60000"/>
                <a:buFontTx/>
                <a:buNone/>
              </a:pPr>
              <a:t>20</a:t>
            </a:fld>
            <a:endParaRPr lang="en-US" altLang="en-US" sz="1400">
              <a:solidFill>
                <a:srgbClr val="000000"/>
              </a:solidFill>
            </a:endParaRPr>
          </a:p>
        </p:txBody>
      </p:sp>
      <p:sp>
        <p:nvSpPr>
          <p:cNvPr id="43012" name="Text Box 3">
            <a:extLst>
              <a:ext uri="{FF2B5EF4-FFF2-40B4-BE49-F238E27FC236}">
                <a16:creationId xmlns:a16="http://schemas.microsoft.com/office/drawing/2014/main" id="{B83E4389-7AF8-C492-CECF-FDB64FEE0B8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Data Link Layer Functions</a:t>
            </a:r>
          </a:p>
        </p:txBody>
      </p:sp>
      <p:sp>
        <p:nvSpPr>
          <p:cNvPr id="43013" name="Text Box 4">
            <a:extLst>
              <a:ext uri="{FF2B5EF4-FFF2-40B4-BE49-F238E27FC236}">
                <a16:creationId xmlns:a16="http://schemas.microsoft.com/office/drawing/2014/main" id="{61ACCA9D-B899-6BDE-4E36-4551FB7272C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Responsible for delivery of packets between two hosts connected to the same physical network</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Cannot work across networks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Converts the raw physical layer transmission into a reliable link</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Framing: Dividing bits into frames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Physical addressing: Adding sender’s and receiver’s physical addresses to the frame header</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Flow control: Decide how much data to send at one go</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Error control: Add trailer to the frame to take care of damaged, lost, or duplicate frames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Access control: Handle simultaneous transmissions from two or more devices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1">
            <a:extLst>
              <a:ext uri="{FF2B5EF4-FFF2-40B4-BE49-F238E27FC236}">
                <a16:creationId xmlns:a16="http://schemas.microsoft.com/office/drawing/2014/main" id="{C929C540-5248-B911-0374-F118F790AF4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5059" name="Text Box 2">
            <a:extLst>
              <a:ext uri="{FF2B5EF4-FFF2-40B4-BE49-F238E27FC236}">
                <a16:creationId xmlns:a16="http://schemas.microsoft.com/office/drawing/2014/main" id="{960D4D0A-B8B6-928C-2E01-54CF312B42B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CE5128-5762-4692-A35E-B2B54500DD1E}" type="slidenum">
              <a:rPr lang="en-US" altLang="en-US" sz="1400">
                <a:solidFill>
                  <a:srgbClr val="000000"/>
                </a:solidFill>
              </a:rPr>
              <a:pPr algn="r" eaLnBrk="1" hangingPunct="1">
                <a:buClrTx/>
                <a:buSzPct val="60000"/>
                <a:buFontTx/>
                <a:buNone/>
              </a:pPr>
              <a:t>21</a:t>
            </a:fld>
            <a:endParaRPr lang="en-US" altLang="en-US" sz="1400">
              <a:solidFill>
                <a:srgbClr val="000000"/>
              </a:solidFill>
            </a:endParaRPr>
          </a:p>
        </p:txBody>
      </p:sp>
      <p:sp>
        <p:nvSpPr>
          <p:cNvPr id="45060" name="Text Box 3">
            <a:extLst>
              <a:ext uri="{FF2B5EF4-FFF2-40B4-BE49-F238E27FC236}">
                <a16:creationId xmlns:a16="http://schemas.microsoft.com/office/drawing/2014/main" id="{AEFE718F-9ADC-3083-D3C8-DF2CBE95532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Hop-to-hop Delivery</a:t>
            </a:r>
          </a:p>
        </p:txBody>
      </p:sp>
      <p:sp>
        <p:nvSpPr>
          <p:cNvPr id="45061" name="Text Box 4">
            <a:extLst>
              <a:ext uri="{FF2B5EF4-FFF2-40B4-BE49-F238E27FC236}">
                <a16:creationId xmlns:a16="http://schemas.microsoft.com/office/drawing/2014/main" id="{F114386D-8EC5-68F7-1625-B5219607354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Suppose host A wants to send a packet to host G</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Communication happens at data link layer one </a:t>
            </a:r>
            <a:r>
              <a:rPr lang="en-US" altLang="en-US" sz="2400" i="1">
                <a:solidFill>
                  <a:srgbClr val="000000"/>
                </a:solidFill>
              </a:rPr>
              <a:t>hop </a:t>
            </a:r>
            <a:r>
              <a:rPr lang="en-US" altLang="en-US" sz="2400">
                <a:solidFill>
                  <a:srgbClr val="000000"/>
                </a:solidFill>
              </a:rPr>
              <a:t>at a time</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A to SA (Data link layer at A sends a frame to data link layer at SA, etc)</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SA to SF</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SF to SG</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SG to G</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Headers in each of these frames differs</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A to SA: Sender’s address is A, destination address is SA</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SA to SF: Sender’s address is SA, destination address is SF</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etc</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 Box 1">
            <a:extLst>
              <a:ext uri="{FF2B5EF4-FFF2-40B4-BE49-F238E27FC236}">
                <a16:creationId xmlns:a16="http://schemas.microsoft.com/office/drawing/2014/main" id="{6E0EB6B7-56BA-0EEF-7D04-2FF3EBE2372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107" name="Text Box 2">
            <a:extLst>
              <a:ext uri="{FF2B5EF4-FFF2-40B4-BE49-F238E27FC236}">
                <a16:creationId xmlns:a16="http://schemas.microsoft.com/office/drawing/2014/main" id="{489A0ADB-1EE5-2E59-B9B4-FA39AED4FE7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D435E48-8A33-45FD-89A5-AA8D5792BC8D}" type="slidenum">
              <a:rPr lang="en-US" altLang="en-US" sz="1400">
                <a:solidFill>
                  <a:srgbClr val="000000"/>
                </a:solidFill>
              </a:rPr>
              <a:pPr algn="r" eaLnBrk="1" hangingPunct="1">
                <a:buClrTx/>
                <a:buSzPct val="60000"/>
                <a:buFontTx/>
                <a:buNone/>
              </a:pPr>
              <a:t>22</a:t>
            </a:fld>
            <a:endParaRPr lang="en-US" altLang="en-US" sz="1400">
              <a:solidFill>
                <a:srgbClr val="000000"/>
              </a:solidFill>
            </a:endParaRPr>
          </a:p>
        </p:txBody>
      </p:sp>
      <p:grpSp>
        <p:nvGrpSpPr>
          <p:cNvPr id="47108" name="Group 3">
            <a:extLst>
              <a:ext uri="{FF2B5EF4-FFF2-40B4-BE49-F238E27FC236}">
                <a16:creationId xmlns:a16="http://schemas.microsoft.com/office/drawing/2014/main" id="{8E569B59-643E-048C-7DFD-8CFCEC64BB6B}"/>
              </a:ext>
            </a:extLst>
          </p:cNvPr>
          <p:cNvGrpSpPr>
            <a:grpSpLocks/>
          </p:cNvGrpSpPr>
          <p:nvPr/>
        </p:nvGrpSpPr>
        <p:grpSpPr bwMode="auto">
          <a:xfrm>
            <a:off x="685800" y="1371600"/>
            <a:ext cx="7770813" cy="3198813"/>
            <a:chOff x="432" y="864"/>
            <a:chExt cx="4895" cy="2015"/>
          </a:xfrm>
        </p:grpSpPr>
        <p:sp>
          <p:nvSpPr>
            <p:cNvPr id="47110" name="Rectangle 4">
              <a:extLst>
                <a:ext uri="{FF2B5EF4-FFF2-40B4-BE49-F238E27FC236}">
                  <a16:creationId xmlns:a16="http://schemas.microsoft.com/office/drawing/2014/main" id="{0CF7628B-ECAC-F66D-AB13-892F8525EA46}"/>
                </a:ext>
              </a:extLst>
            </p:cNvPr>
            <p:cNvSpPr>
              <a:spLocks noChangeArrowheads="1"/>
            </p:cNvSpPr>
            <p:nvPr/>
          </p:nvSpPr>
          <p:spPr bwMode="auto">
            <a:xfrm>
              <a:off x="432" y="864"/>
              <a:ext cx="4895" cy="2015"/>
            </a:xfrm>
            <a:prstGeom prst="rect">
              <a:avLst/>
            </a:prstGeom>
            <a:solidFill>
              <a:srgbClr val="E1FFE1"/>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111" name="Text Box 5">
              <a:extLst>
                <a:ext uri="{FF2B5EF4-FFF2-40B4-BE49-F238E27FC236}">
                  <a16:creationId xmlns:a16="http://schemas.microsoft.com/office/drawing/2014/main" id="{787D9272-E141-3CDE-AD8D-7FA797D375C1}"/>
                </a:ext>
              </a:extLst>
            </p:cNvPr>
            <p:cNvSpPr txBox="1">
              <a:spLocks noChangeArrowheads="1"/>
            </p:cNvSpPr>
            <p:nvPr/>
          </p:nvSpPr>
          <p:spPr bwMode="auto">
            <a:xfrm>
              <a:off x="728" y="1430"/>
              <a:ext cx="1220" cy="53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Data Link Layer</a:t>
              </a:r>
            </a:p>
          </p:txBody>
        </p:sp>
        <p:sp>
          <p:nvSpPr>
            <p:cNvPr id="47112" name="Text Box 6">
              <a:extLst>
                <a:ext uri="{FF2B5EF4-FFF2-40B4-BE49-F238E27FC236}">
                  <a16:creationId xmlns:a16="http://schemas.microsoft.com/office/drawing/2014/main" id="{A18D73D2-47D1-DEC6-087C-58CDE91C1F36}"/>
                </a:ext>
              </a:extLst>
            </p:cNvPr>
            <p:cNvSpPr txBox="1">
              <a:spLocks noChangeArrowheads="1"/>
            </p:cNvSpPr>
            <p:nvPr/>
          </p:nvSpPr>
          <p:spPr bwMode="auto">
            <a:xfrm>
              <a:off x="3421" y="1169"/>
              <a:ext cx="1793" cy="530"/>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Logical Link Control (LLC)</a:t>
              </a:r>
            </a:p>
          </p:txBody>
        </p:sp>
        <p:sp>
          <p:nvSpPr>
            <p:cNvPr id="47113" name="Text Box 7">
              <a:extLst>
                <a:ext uri="{FF2B5EF4-FFF2-40B4-BE49-F238E27FC236}">
                  <a16:creationId xmlns:a16="http://schemas.microsoft.com/office/drawing/2014/main" id="{ACFEFC4D-4A32-CB32-5433-455379873589}"/>
                </a:ext>
              </a:extLst>
            </p:cNvPr>
            <p:cNvSpPr txBox="1">
              <a:spLocks noChangeArrowheads="1"/>
            </p:cNvSpPr>
            <p:nvPr/>
          </p:nvSpPr>
          <p:spPr bwMode="auto">
            <a:xfrm>
              <a:off x="3421" y="1685"/>
              <a:ext cx="1787" cy="530"/>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Media Access Control (MAC)</a:t>
              </a:r>
            </a:p>
          </p:txBody>
        </p:sp>
        <p:sp>
          <p:nvSpPr>
            <p:cNvPr id="47114" name="Line 8">
              <a:extLst>
                <a:ext uri="{FF2B5EF4-FFF2-40B4-BE49-F238E27FC236}">
                  <a16:creationId xmlns:a16="http://schemas.microsoft.com/office/drawing/2014/main" id="{87CA0AC4-FFC0-F8CB-213A-BC158A7C3165}"/>
                </a:ext>
              </a:extLst>
            </p:cNvPr>
            <p:cNvSpPr>
              <a:spLocks noChangeShapeType="1"/>
            </p:cNvSpPr>
            <p:nvPr/>
          </p:nvSpPr>
          <p:spPr bwMode="auto">
            <a:xfrm>
              <a:off x="1949" y="1962"/>
              <a:ext cx="1484" cy="249"/>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7115" name="Line 9">
              <a:extLst>
                <a:ext uri="{FF2B5EF4-FFF2-40B4-BE49-F238E27FC236}">
                  <a16:creationId xmlns:a16="http://schemas.microsoft.com/office/drawing/2014/main" id="{3FCD128B-B4B8-6D51-F04E-7DDF4821A564}"/>
                </a:ext>
              </a:extLst>
            </p:cNvPr>
            <p:cNvSpPr>
              <a:spLocks noChangeShapeType="1"/>
            </p:cNvSpPr>
            <p:nvPr/>
          </p:nvSpPr>
          <p:spPr bwMode="auto">
            <a:xfrm flipV="1">
              <a:off x="1949" y="1161"/>
              <a:ext cx="1475" cy="269"/>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47109" name="Text Box 10">
            <a:extLst>
              <a:ext uri="{FF2B5EF4-FFF2-40B4-BE49-F238E27FC236}">
                <a16:creationId xmlns:a16="http://schemas.microsoft.com/office/drawing/2014/main" id="{96F0DE58-D64B-E21B-7629-E012AA8E5594}"/>
              </a:ext>
            </a:extLst>
          </p:cNvPr>
          <p:cNvSpPr txBox="1">
            <a:spLocks noChangeArrowheads="1"/>
          </p:cNvSpPr>
          <p:nvPr/>
        </p:nvSpPr>
        <p:spPr bwMode="auto">
          <a:xfrm>
            <a:off x="763588" y="533400"/>
            <a:ext cx="3475037" cy="46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400" b="1" i="1">
                <a:solidFill>
                  <a:srgbClr val="000000"/>
                </a:solidFill>
                <a:latin typeface="Times New Roman" panose="02020603050405020304" pitchFamily="18" charset="0"/>
                <a:cs typeface="Times New Roman" panose="02020603050405020304" pitchFamily="18" charset="0"/>
              </a:rPr>
              <a:t>Data Link Layer in LANs</a:t>
            </a:r>
            <a:r>
              <a:rPr lang="en-US" altLang="en-US" sz="2400">
                <a:solidFill>
                  <a:srgbClr val="000000"/>
                </a:solidFill>
                <a:latin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Text Box 1">
            <a:extLst>
              <a:ext uri="{FF2B5EF4-FFF2-40B4-BE49-F238E27FC236}">
                <a16:creationId xmlns:a16="http://schemas.microsoft.com/office/drawing/2014/main" id="{37E39BDA-0000-4881-4AA9-690BAD9B9BE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9155" name="Text Box 2">
            <a:extLst>
              <a:ext uri="{FF2B5EF4-FFF2-40B4-BE49-F238E27FC236}">
                <a16:creationId xmlns:a16="http://schemas.microsoft.com/office/drawing/2014/main" id="{4DA3ADBF-7DF9-8F11-CC4E-FD9E38FEF06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AA58582-50AD-47C6-9CEE-74BBB7EBDCCE}" type="slidenum">
              <a:rPr lang="en-US" altLang="en-US" sz="1400">
                <a:solidFill>
                  <a:srgbClr val="000000"/>
                </a:solidFill>
              </a:rPr>
              <a:pPr algn="r" eaLnBrk="1" hangingPunct="1">
                <a:buClrTx/>
                <a:buSzPct val="60000"/>
                <a:buFontTx/>
                <a:buNone/>
              </a:pPr>
              <a:t>23</a:t>
            </a:fld>
            <a:endParaRPr lang="en-US" altLang="en-US" sz="1400">
              <a:solidFill>
                <a:srgbClr val="000000"/>
              </a:solidFill>
            </a:endParaRPr>
          </a:p>
        </p:txBody>
      </p:sp>
      <p:grpSp>
        <p:nvGrpSpPr>
          <p:cNvPr id="49156" name="Group 3">
            <a:extLst>
              <a:ext uri="{FF2B5EF4-FFF2-40B4-BE49-F238E27FC236}">
                <a16:creationId xmlns:a16="http://schemas.microsoft.com/office/drawing/2014/main" id="{E0BFEFB5-4AAD-D037-F643-359B8B930FF5}"/>
              </a:ext>
            </a:extLst>
          </p:cNvPr>
          <p:cNvGrpSpPr>
            <a:grpSpLocks/>
          </p:cNvGrpSpPr>
          <p:nvPr/>
        </p:nvGrpSpPr>
        <p:grpSpPr bwMode="auto">
          <a:xfrm>
            <a:off x="457200" y="1066800"/>
            <a:ext cx="8304213" cy="5408613"/>
            <a:chOff x="288" y="672"/>
            <a:chExt cx="5231" cy="3407"/>
          </a:xfrm>
        </p:grpSpPr>
        <p:sp>
          <p:nvSpPr>
            <p:cNvPr id="49158" name="Rectangle 4">
              <a:extLst>
                <a:ext uri="{FF2B5EF4-FFF2-40B4-BE49-F238E27FC236}">
                  <a16:creationId xmlns:a16="http://schemas.microsoft.com/office/drawing/2014/main" id="{36D67DB0-691D-EDC8-F381-DE25D826BEA6}"/>
                </a:ext>
              </a:extLst>
            </p:cNvPr>
            <p:cNvSpPr>
              <a:spLocks noChangeArrowheads="1"/>
            </p:cNvSpPr>
            <p:nvPr/>
          </p:nvSpPr>
          <p:spPr bwMode="auto">
            <a:xfrm>
              <a:off x="288" y="672"/>
              <a:ext cx="5231" cy="3407"/>
            </a:xfrm>
            <a:prstGeom prst="rect">
              <a:avLst/>
            </a:prstGeom>
            <a:solidFill>
              <a:srgbClr val="E1FFE1"/>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9159" name="Text Box 5">
              <a:extLst>
                <a:ext uri="{FF2B5EF4-FFF2-40B4-BE49-F238E27FC236}">
                  <a16:creationId xmlns:a16="http://schemas.microsoft.com/office/drawing/2014/main" id="{03ABBA03-D441-1399-BC0A-8A92B76D0DE3}"/>
                </a:ext>
              </a:extLst>
            </p:cNvPr>
            <p:cNvSpPr txBox="1">
              <a:spLocks noChangeArrowheads="1"/>
            </p:cNvSpPr>
            <p:nvPr/>
          </p:nvSpPr>
          <p:spPr bwMode="auto">
            <a:xfrm>
              <a:off x="585" y="2167"/>
              <a:ext cx="2363" cy="58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Network</a:t>
              </a:r>
            </a:p>
            <a:p>
              <a:pPr>
                <a:buClrTx/>
                <a:buSzPct val="60000"/>
                <a:buFontTx/>
                <a:buNone/>
              </a:pPr>
              <a:r>
                <a:rPr lang="en-US" altLang="en-US" sz="1200" b="1">
                  <a:solidFill>
                    <a:srgbClr val="000000"/>
                  </a:solidFill>
                  <a:latin typeface="Times New Roman" panose="02020603050405020304" pitchFamily="18" charset="0"/>
                </a:rPr>
                <a:t>Frame                                                               Layer</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49160" name="Text Box 6">
              <a:extLst>
                <a:ext uri="{FF2B5EF4-FFF2-40B4-BE49-F238E27FC236}">
                  <a16:creationId xmlns:a16="http://schemas.microsoft.com/office/drawing/2014/main" id="{9E75FCBA-A110-08D2-D3A0-EC49310E85B2}"/>
                </a:ext>
              </a:extLst>
            </p:cNvPr>
            <p:cNvSpPr txBox="1">
              <a:spLocks noChangeArrowheads="1"/>
            </p:cNvSpPr>
            <p:nvPr/>
          </p:nvSpPr>
          <p:spPr bwMode="auto">
            <a:xfrm>
              <a:off x="1112" y="2301"/>
              <a:ext cx="1041" cy="239"/>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a:solidFill>
                    <a:srgbClr val="000000"/>
                  </a:solidFill>
                  <a:latin typeface="Times New Roman" panose="02020603050405020304" pitchFamily="18" charset="0"/>
                </a:rPr>
                <a:t>                                </a:t>
              </a:r>
              <a:r>
                <a:rPr lang="en-US" altLang="en-US" sz="1200" b="1">
                  <a:solidFill>
                    <a:srgbClr val="000000"/>
                  </a:solidFill>
                  <a:latin typeface="Times New Roman" panose="02020603050405020304" pitchFamily="18" charset="0"/>
                </a:rPr>
                <a:t>H3</a:t>
              </a:r>
            </a:p>
          </p:txBody>
        </p:sp>
        <p:sp>
          <p:nvSpPr>
            <p:cNvPr id="49161" name="Text Box 7">
              <a:extLst>
                <a:ext uri="{FF2B5EF4-FFF2-40B4-BE49-F238E27FC236}">
                  <a16:creationId xmlns:a16="http://schemas.microsoft.com/office/drawing/2014/main" id="{A8C2F0D6-4801-0E0E-A3C2-0892FA260036}"/>
                </a:ext>
              </a:extLst>
            </p:cNvPr>
            <p:cNvSpPr txBox="1">
              <a:spLocks noChangeArrowheads="1"/>
            </p:cNvSpPr>
            <p:nvPr/>
          </p:nvSpPr>
          <p:spPr bwMode="auto">
            <a:xfrm>
              <a:off x="1056" y="1200"/>
              <a:ext cx="1508" cy="274"/>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From Transport Layer</a:t>
              </a:r>
            </a:p>
          </p:txBody>
        </p:sp>
        <p:sp>
          <p:nvSpPr>
            <p:cNvPr id="49162" name="Text Box 8">
              <a:extLst>
                <a:ext uri="{FF2B5EF4-FFF2-40B4-BE49-F238E27FC236}">
                  <a16:creationId xmlns:a16="http://schemas.microsoft.com/office/drawing/2014/main" id="{B99DC158-88E3-E179-7D44-241DDF06D4C0}"/>
                </a:ext>
              </a:extLst>
            </p:cNvPr>
            <p:cNvSpPr txBox="1">
              <a:spLocks noChangeArrowheads="1"/>
            </p:cNvSpPr>
            <p:nvPr/>
          </p:nvSpPr>
          <p:spPr bwMode="auto">
            <a:xfrm>
              <a:off x="1114" y="1549"/>
              <a:ext cx="736" cy="271"/>
            </a:xfrm>
            <a:prstGeom prst="rect">
              <a:avLst/>
            </a:prstGeom>
            <a:solidFill>
              <a:srgbClr val="C0C0C0"/>
            </a:solidFill>
            <a:ln w="9360" cap="sq">
              <a:solidFill>
                <a:srgbClr val="C0C0C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49163" name="Text Box 9">
              <a:extLst>
                <a:ext uri="{FF2B5EF4-FFF2-40B4-BE49-F238E27FC236}">
                  <a16:creationId xmlns:a16="http://schemas.microsoft.com/office/drawing/2014/main" id="{2FE3B668-BEC2-6B38-F4C2-A6C5B454AEE7}"/>
                </a:ext>
              </a:extLst>
            </p:cNvPr>
            <p:cNvSpPr txBox="1">
              <a:spLocks noChangeArrowheads="1"/>
            </p:cNvSpPr>
            <p:nvPr/>
          </p:nvSpPr>
          <p:spPr bwMode="auto">
            <a:xfrm>
              <a:off x="3064" y="2163"/>
              <a:ext cx="2283" cy="59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Network                                                       			Layer</a:t>
              </a:r>
            </a:p>
            <a:p>
              <a:pPr>
                <a:buClrTx/>
                <a:buSzPct val="60000"/>
                <a:buFontTx/>
                <a:buNone/>
              </a:pPr>
              <a:r>
                <a:rPr lang="en-US" altLang="en-US" sz="1200" b="1">
                  <a:solidFill>
                    <a:srgbClr val="000000"/>
                  </a:solidFill>
                  <a:latin typeface="Times New Roman" panose="02020603050405020304" pitchFamily="18" charset="0"/>
                </a:rPr>
                <a:t>                    </a:t>
              </a:r>
            </a:p>
            <a:p>
              <a:pPr>
                <a:buClrTx/>
                <a:buSzPct val="60000"/>
                <a:buFontTx/>
                <a:buNone/>
              </a:pPr>
              <a:r>
                <a:rPr lang="en-US" altLang="en-US" sz="1200" b="1">
                  <a:solidFill>
                    <a:srgbClr val="000000"/>
                  </a:solidFill>
                  <a:latin typeface="Times New Roman" panose="02020603050405020304" pitchFamily="18" charset="0"/>
                </a:rPr>
                <a:t>    </a:t>
              </a:r>
            </a:p>
          </p:txBody>
        </p:sp>
        <p:sp>
          <p:nvSpPr>
            <p:cNvPr id="49164" name="Text Box 10">
              <a:extLst>
                <a:ext uri="{FF2B5EF4-FFF2-40B4-BE49-F238E27FC236}">
                  <a16:creationId xmlns:a16="http://schemas.microsoft.com/office/drawing/2014/main" id="{A19D05F6-13EF-19C6-CF81-394584185280}"/>
                </a:ext>
              </a:extLst>
            </p:cNvPr>
            <p:cNvSpPr txBox="1">
              <a:spLocks noChangeArrowheads="1"/>
            </p:cNvSpPr>
            <p:nvPr/>
          </p:nvSpPr>
          <p:spPr bwMode="auto">
            <a:xfrm>
              <a:off x="3784" y="2297"/>
              <a:ext cx="966" cy="239"/>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H3</a:t>
              </a:r>
            </a:p>
          </p:txBody>
        </p:sp>
        <p:sp>
          <p:nvSpPr>
            <p:cNvPr id="49165" name="Text Box 11">
              <a:extLst>
                <a:ext uri="{FF2B5EF4-FFF2-40B4-BE49-F238E27FC236}">
                  <a16:creationId xmlns:a16="http://schemas.microsoft.com/office/drawing/2014/main" id="{2D245DCF-1A91-264B-F2C9-0139A6D9B279}"/>
                </a:ext>
              </a:extLst>
            </p:cNvPr>
            <p:cNvSpPr txBox="1">
              <a:spLocks noChangeArrowheads="1"/>
            </p:cNvSpPr>
            <p:nvPr/>
          </p:nvSpPr>
          <p:spPr bwMode="auto">
            <a:xfrm>
              <a:off x="3648" y="1200"/>
              <a:ext cx="1344" cy="274"/>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   To Transport Layer</a:t>
              </a:r>
            </a:p>
          </p:txBody>
        </p:sp>
        <p:sp>
          <p:nvSpPr>
            <p:cNvPr id="49166" name="Text Box 12">
              <a:extLst>
                <a:ext uri="{FF2B5EF4-FFF2-40B4-BE49-F238E27FC236}">
                  <a16:creationId xmlns:a16="http://schemas.microsoft.com/office/drawing/2014/main" id="{7E88D3AA-B593-84C4-9B8D-4C565CE23F73}"/>
                </a:ext>
              </a:extLst>
            </p:cNvPr>
            <p:cNvSpPr txBox="1">
              <a:spLocks noChangeArrowheads="1"/>
            </p:cNvSpPr>
            <p:nvPr/>
          </p:nvSpPr>
          <p:spPr bwMode="auto">
            <a:xfrm>
              <a:off x="3791" y="1545"/>
              <a:ext cx="656" cy="256"/>
            </a:xfrm>
            <a:prstGeom prst="rect">
              <a:avLst/>
            </a:prstGeom>
            <a:solidFill>
              <a:srgbClr val="C0C0C0"/>
            </a:solidFill>
            <a:ln w="9360" cap="sq">
              <a:solidFill>
                <a:srgbClr val="C0C0C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49167" name="AutoShape 13">
              <a:extLst>
                <a:ext uri="{FF2B5EF4-FFF2-40B4-BE49-F238E27FC236}">
                  <a16:creationId xmlns:a16="http://schemas.microsoft.com/office/drawing/2014/main" id="{884B7387-A0EB-0A78-9B03-4A4183149648}"/>
                </a:ext>
              </a:extLst>
            </p:cNvPr>
            <p:cNvSpPr>
              <a:spLocks noChangeArrowheads="1"/>
            </p:cNvSpPr>
            <p:nvPr/>
          </p:nvSpPr>
          <p:spPr bwMode="auto">
            <a:xfrm>
              <a:off x="1490" y="1808"/>
              <a:ext cx="144" cy="496"/>
            </a:xfrm>
            <a:prstGeom prst="downArrow">
              <a:avLst>
                <a:gd name="adj1" fmla="val 50000"/>
                <a:gd name="adj2" fmla="val 86111"/>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9168" name="AutoShape 14">
              <a:extLst>
                <a:ext uri="{FF2B5EF4-FFF2-40B4-BE49-F238E27FC236}">
                  <a16:creationId xmlns:a16="http://schemas.microsoft.com/office/drawing/2014/main" id="{956FD242-B4C6-7663-2A0E-E85B341FAA90}"/>
                </a:ext>
              </a:extLst>
            </p:cNvPr>
            <p:cNvSpPr>
              <a:spLocks noChangeArrowheads="1"/>
            </p:cNvSpPr>
            <p:nvPr/>
          </p:nvSpPr>
          <p:spPr bwMode="auto">
            <a:xfrm flipH="1" flipV="1">
              <a:off x="4164" y="1798"/>
              <a:ext cx="126" cy="485"/>
            </a:xfrm>
            <a:prstGeom prst="downArrow">
              <a:avLst>
                <a:gd name="adj1" fmla="val 50000"/>
                <a:gd name="adj2" fmla="val 96230"/>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9169" name="Line 15">
              <a:extLst>
                <a:ext uri="{FF2B5EF4-FFF2-40B4-BE49-F238E27FC236}">
                  <a16:creationId xmlns:a16="http://schemas.microsoft.com/office/drawing/2014/main" id="{08A6EBC0-3732-AAAF-0179-53578ABBFDFD}"/>
                </a:ext>
              </a:extLst>
            </p:cNvPr>
            <p:cNvSpPr>
              <a:spLocks noChangeShapeType="1"/>
            </p:cNvSpPr>
            <p:nvPr/>
          </p:nvSpPr>
          <p:spPr bwMode="auto">
            <a:xfrm flipV="1">
              <a:off x="1847" y="1834"/>
              <a:ext cx="1" cy="4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70" name="Line 16">
              <a:extLst>
                <a:ext uri="{FF2B5EF4-FFF2-40B4-BE49-F238E27FC236}">
                  <a16:creationId xmlns:a16="http://schemas.microsoft.com/office/drawing/2014/main" id="{AD037409-6F87-292D-9A90-A3F2932C15E3}"/>
                </a:ext>
              </a:extLst>
            </p:cNvPr>
            <p:cNvSpPr>
              <a:spLocks noChangeShapeType="1"/>
            </p:cNvSpPr>
            <p:nvPr/>
          </p:nvSpPr>
          <p:spPr bwMode="auto">
            <a:xfrm flipH="1">
              <a:off x="3788" y="1812"/>
              <a:ext cx="3" cy="511"/>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71" name="Line 17">
              <a:extLst>
                <a:ext uri="{FF2B5EF4-FFF2-40B4-BE49-F238E27FC236}">
                  <a16:creationId xmlns:a16="http://schemas.microsoft.com/office/drawing/2014/main" id="{8FAA8ED7-64FA-A392-DDFA-11A2EC4A9874}"/>
                </a:ext>
              </a:extLst>
            </p:cNvPr>
            <p:cNvSpPr>
              <a:spLocks noChangeShapeType="1"/>
            </p:cNvSpPr>
            <p:nvPr/>
          </p:nvSpPr>
          <p:spPr bwMode="auto">
            <a:xfrm flipV="1">
              <a:off x="1117" y="1822"/>
              <a:ext cx="0" cy="456"/>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72" name="Line 18">
              <a:extLst>
                <a:ext uri="{FF2B5EF4-FFF2-40B4-BE49-F238E27FC236}">
                  <a16:creationId xmlns:a16="http://schemas.microsoft.com/office/drawing/2014/main" id="{1A940C84-6F30-D15F-F828-C088C8B41C3A}"/>
                </a:ext>
              </a:extLst>
            </p:cNvPr>
            <p:cNvSpPr>
              <a:spLocks noChangeShapeType="1"/>
            </p:cNvSpPr>
            <p:nvPr/>
          </p:nvSpPr>
          <p:spPr bwMode="auto">
            <a:xfrm flipV="1">
              <a:off x="4437" y="1784"/>
              <a:ext cx="0" cy="50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73" name="Text Box 19">
              <a:extLst>
                <a:ext uri="{FF2B5EF4-FFF2-40B4-BE49-F238E27FC236}">
                  <a16:creationId xmlns:a16="http://schemas.microsoft.com/office/drawing/2014/main" id="{A5292B68-7218-6812-851C-DA0B891A1558}"/>
                </a:ext>
              </a:extLst>
            </p:cNvPr>
            <p:cNvSpPr txBox="1">
              <a:spLocks noChangeArrowheads="1"/>
            </p:cNvSpPr>
            <p:nvPr/>
          </p:nvSpPr>
          <p:spPr bwMode="auto">
            <a:xfrm>
              <a:off x="1117" y="3204"/>
              <a:ext cx="1039" cy="23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L3 data</a:t>
              </a:r>
            </a:p>
          </p:txBody>
        </p:sp>
        <p:sp>
          <p:nvSpPr>
            <p:cNvPr id="49174" name="Text Box 20">
              <a:extLst>
                <a:ext uri="{FF2B5EF4-FFF2-40B4-BE49-F238E27FC236}">
                  <a16:creationId xmlns:a16="http://schemas.microsoft.com/office/drawing/2014/main" id="{D1254ADB-D408-F224-AFAA-25741D22DFCE}"/>
                </a:ext>
              </a:extLst>
            </p:cNvPr>
            <p:cNvSpPr txBox="1">
              <a:spLocks noChangeArrowheads="1"/>
            </p:cNvSpPr>
            <p:nvPr/>
          </p:nvSpPr>
          <p:spPr bwMode="auto">
            <a:xfrm>
              <a:off x="3782" y="3187"/>
              <a:ext cx="959" cy="23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L3 data</a:t>
              </a:r>
            </a:p>
          </p:txBody>
        </p:sp>
        <p:sp>
          <p:nvSpPr>
            <p:cNvPr id="49175" name="AutoShape 21">
              <a:extLst>
                <a:ext uri="{FF2B5EF4-FFF2-40B4-BE49-F238E27FC236}">
                  <a16:creationId xmlns:a16="http://schemas.microsoft.com/office/drawing/2014/main" id="{65D17D48-707E-6EB5-5370-6DFD9FEEEB44}"/>
                </a:ext>
              </a:extLst>
            </p:cNvPr>
            <p:cNvSpPr>
              <a:spLocks noChangeArrowheads="1"/>
            </p:cNvSpPr>
            <p:nvPr/>
          </p:nvSpPr>
          <p:spPr bwMode="auto">
            <a:xfrm>
              <a:off x="1482" y="2539"/>
              <a:ext cx="122" cy="656"/>
            </a:xfrm>
            <a:prstGeom prst="downArrow">
              <a:avLst>
                <a:gd name="adj1" fmla="val 50000"/>
                <a:gd name="adj2" fmla="val 134426"/>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9176" name="AutoShape 22">
              <a:extLst>
                <a:ext uri="{FF2B5EF4-FFF2-40B4-BE49-F238E27FC236}">
                  <a16:creationId xmlns:a16="http://schemas.microsoft.com/office/drawing/2014/main" id="{170C57DC-3151-9F35-3DA1-1226A7FDAA41}"/>
                </a:ext>
              </a:extLst>
            </p:cNvPr>
            <p:cNvSpPr>
              <a:spLocks noChangeArrowheads="1"/>
            </p:cNvSpPr>
            <p:nvPr/>
          </p:nvSpPr>
          <p:spPr bwMode="auto">
            <a:xfrm flipV="1">
              <a:off x="4182" y="2541"/>
              <a:ext cx="122" cy="656"/>
            </a:xfrm>
            <a:prstGeom prst="downArrow">
              <a:avLst>
                <a:gd name="adj1" fmla="val 50000"/>
                <a:gd name="adj2" fmla="val 134426"/>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9177" name="Text Box 23">
              <a:extLst>
                <a:ext uri="{FF2B5EF4-FFF2-40B4-BE49-F238E27FC236}">
                  <a16:creationId xmlns:a16="http://schemas.microsoft.com/office/drawing/2014/main" id="{2946FEA4-40B0-1D42-E446-535983D8FD23}"/>
                </a:ext>
              </a:extLst>
            </p:cNvPr>
            <p:cNvSpPr txBox="1">
              <a:spLocks noChangeArrowheads="1"/>
            </p:cNvSpPr>
            <p:nvPr/>
          </p:nvSpPr>
          <p:spPr bwMode="auto">
            <a:xfrm>
              <a:off x="978" y="3564"/>
              <a:ext cx="1344" cy="275"/>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To Data Link Layer</a:t>
              </a:r>
            </a:p>
          </p:txBody>
        </p:sp>
        <p:sp>
          <p:nvSpPr>
            <p:cNvPr id="49178" name="Text Box 24">
              <a:extLst>
                <a:ext uri="{FF2B5EF4-FFF2-40B4-BE49-F238E27FC236}">
                  <a16:creationId xmlns:a16="http://schemas.microsoft.com/office/drawing/2014/main" id="{8E4A9E28-D69A-0A41-7481-C632E7527DAD}"/>
                </a:ext>
              </a:extLst>
            </p:cNvPr>
            <p:cNvSpPr txBox="1">
              <a:spLocks noChangeArrowheads="1"/>
            </p:cNvSpPr>
            <p:nvPr/>
          </p:nvSpPr>
          <p:spPr bwMode="auto">
            <a:xfrm>
              <a:off x="3553" y="3587"/>
              <a:ext cx="1344" cy="275"/>
            </a:xfrm>
            <a:prstGeom prst="rect">
              <a:avLst/>
            </a:prstGeom>
            <a:solidFill>
              <a:srgbClr val="E1FFE1"/>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From Data Link Layer</a:t>
              </a:r>
            </a:p>
          </p:txBody>
        </p:sp>
        <p:sp>
          <p:nvSpPr>
            <p:cNvPr id="49179" name="Line 25">
              <a:extLst>
                <a:ext uri="{FF2B5EF4-FFF2-40B4-BE49-F238E27FC236}">
                  <a16:creationId xmlns:a16="http://schemas.microsoft.com/office/drawing/2014/main" id="{6104ADF1-5755-DACE-A5DE-DB1B9CF0DDF8}"/>
                </a:ext>
              </a:extLst>
            </p:cNvPr>
            <p:cNvSpPr>
              <a:spLocks noChangeShapeType="1"/>
            </p:cNvSpPr>
            <p:nvPr/>
          </p:nvSpPr>
          <p:spPr bwMode="auto">
            <a:xfrm>
              <a:off x="1114" y="2550"/>
              <a:ext cx="0" cy="636"/>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0" name="Line 26">
              <a:extLst>
                <a:ext uri="{FF2B5EF4-FFF2-40B4-BE49-F238E27FC236}">
                  <a16:creationId xmlns:a16="http://schemas.microsoft.com/office/drawing/2014/main" id="{11F1AAB2-55EC-D9E9-E6F7-40E3D1ECCD3B}"/>
                </a:ext>
              </a:extLst>
            </p:cNvPr>
            <p:cNvSpPr>
              <a:spLocks noChangeShapeType="1"/>
            </p:cNvSpPr>
            <p:nvPr/>
          </p:nvSpPr>
          <p:spPr bwMode="auto">
            <a:xfrm>
              <a:off x="2157" y="2563"/>
              <a:ext cx="0" cy="636"/>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1" name="Line 27">
              <a:extLst>
                <a:ext uri="{FF2B5EF4-FFF2-40B4-BE49-F238E27FC236}">
                  <a16:creationId xmlns:a16="http://schemas.microsoft.com/office/drawing/2014/main" id="{BA563BDD-1059-105B-6769-5FDDAFB7F59A}"/>
                </a:ext>
              </a:extLst>
            </p:cNvPr>
            <p:cNvSpPr>
              <a:spLocks noChangeShapeType="1"/>
            </p:cNvSpPr>
            <p:nvPr/>
          </p:nvSpPr>
          <p:spPr bwMode="auto">
            <a:xfrm>
              <a:off x="3787" y="2541"/>
              <a:ext cx="0" cy="637"/>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2" name="Line 28">
              <a:extLst>
                <a:ext uri="{FF2B5EF4-FFF2-40B4-BE49-F238E27FC236}">
                  <a16:creationId xmlns:a16="http://schemas.microsoft.com/office/drawing/2014/main" id="{C5035E1F-F77E-29F4-36C6-FB41CC9067EF}"/>
                </a:ext>
              </a:extLst>
            </p:cNvPr>
            <p:cNvSpPr>
              <a:spLocks noChangeShapeType="1"/>
            </p:cNvSpPr>
            <p:nvPr/>
          </p:nvSpPr>
          <p:spPr bwMode="auto">
            <a:xfrm>
              <a:off x="4738" y="2565"/>
              <a:ext cx="0" cy="636"/>
            </a:xfrm>
            <a:prstGeom prst="line">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3" name="Line 29">
              <a:extLst>
                <a:ext uri="{FF2B5EF4-FFF2-40B4-BE49-F238E27FC236}">
                  <a16:creationId xmlns:a16="http://schemas.microsoft.com/office/drawing/2014/main" id="{3ED27AF7-A4CF-F5AA-19C1-642245D03EB9}"/>
                </a:ext>
              </a:extLst>
            </p:cNvPr>
            <p:cNvSpPr>
              <a:spLocks noChangeShapeType="1"/>
            </p:cNvSpPr>
            <p:nvPr/>
          </p:nvSpPr>
          <p:spPr bwMode="auto">
            <a:xfrm>
              <a:off x="1850" y="2309"/>
              <a:ext cx="0" cy="25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4" name="Line 30">
              <a:extLst>
                <a:ext uri="{FF2B5EF4-FFF2-40B4-BE49-F238E27FC236}">
                  <a16:creationId xmlns:a16="http://schemas.microsoft.com/office/drawing/2014/main" id="{3E0B028A-27F3-6B06-2EE7-089E9312EC40}"/>
                </a:ext>
              </a:extLst>
            </p:cNvPr>
            <p:cNvSpPr>
              <a:spLocks noChangeShapeType="1"/>
            </p:cNvSpPr>
            <p:nvPr/>
          </p:nvSpPr>
          <p:spPr bwMode="auto">
            <a:xfrm>
              <a:off x="4433" y="2309"/>
              <a:ext cx="0" cy="22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9185" name="Text Box 31">
              <a:extLst>
                <a:ext uri="{FF2B5EF4-FFF2-40B4-BE49-F238E27FC236}">
                  <a16:creationId xmlns:a16="http://schemas.microsoft.com/office/drawing/2014/main" id="{C44FB1CF-C40F-3759-5C7B-2A4ED33DD118}"/>
                </a:ext>
              </a:extLst>
            </p:cNvPr>
            <p:cNvSpPr txBox="1">
              <a:spLocks noChangeArrowheads="1"/>
            </p:cNvSpPr>
            <p:nvPr/>
          </p:nvSpPr>
          <p:spPr bwMode="auto">
            <a:xfrm>
              <a:off x="3131" y="2346"/>
              <a:ext cx="549" cy="258"/>
            </a:xfrm>
            <a:prstGeom prst="rect">
              <a:avLst/>
            </a:prstGeom>
            <a:solidFill>
              <a:srgbClr val="33CC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Frame</a:t>
              </a:r>
            </a:p>
          </p:txBody>
        </p:sp>
      </p:grpSp>
      <p:sp>
        <p:nvSpPr>
          <p:cNvPr id="49157" name="Text Box 32">
            <a:extLst>
              <a:ext uri="{FF2B5EF4-FFF2-40B4-BE49-F238E27FC236}">
                <a16:creationId xmlns:a16="http://schemas.microsoft.com/office/drawing/2014/main" id="{AA3BB938-8050-63E8-D40F-DE626459DB1E}"/>
              </a:ext>
            </a:extLst>
          </p:cNvPr>
          <p:cNvSpPr txBox="1">
            <a:spLocks noChangeArrowheads="1"/>
          </p:cNvSpPr>
          <p:nvPr/>
        </p:nvSpPr>
        <p:spPr bwMode="auto">
          <a:xfrm>
            <a:off x="534988" y="330200"/>
            <a:ext cx="607695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Network Layer Between Adjacent Nodes</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Text Box 1">
            <a:extLst>
              <a:ext uri="{FF2B5EF4-FFF2-40B4-BE49-F238E27FC236}">
                <a16:creationId xmlns:a16="http://schemas.microsoft.com/office/drawing/2014/main" id="{D25162EE-61BE-AB73-4421-E6FA625AFBB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1203" name="Text Box 2">
            <a:extLst>
              <a:ext uri="{FF2B5EF4-FFF2-40B4-BE49-F238E27FC236}">
                <a16:creationId xmlns:a16="http://schemas.microsoft.com/office/drawing/2014/main" id="{5B61D6A5-F54E-E499-DE02-C05EB799042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24E9183-70F0-4A29-A87A-3A777D9271F1}" type="slidenum">
              <a:rPr lang="en-US" altLang="en-US" sz="1400">
                <a:solidFill>
                  <a:srgbClr val="000000"/>
                </a:solidFill>
              </a:rPr>
              <a:pPr algn="r" eaLnBrk="1" hangingPunct="1">
                <a:buClrTx/>
                <a:buSzPct val="60000"/>
                <a:buFontTx/>
                <a:buNone/>
              </a:pPr>
              <a:t>24</a:t>
            </a:fld>
            <a:endParaRPr lang="en-US" altLang="en-US" sz="1400">
              <a:solidFill>
                <a:srgbClr val="000000"/>
              </a:solidFill>
            </a:endParaRPr>
          </a:p>
        </p:txBody>
      </p:sp>
      <p:grpSp>
        <p:nvGrpSpPr>
          <p:cNvPr id="51204" name="Group 3">
            <a:extLst>
              <a:ext uri="{FF2B5EF4-FFF2-40B4-BE49-F238E27FC236}">
                <a16:creationId xmlns:a16="http://schemas.microsoft.com/office/drawing/2014/main" id="{0A7F2E9D-68F0-3C1D-E382-96FA2E82845F}"/>
              </a:ext>
            </a:extLst>
          </p:cNvPr>
          <p:cNvGrpSpPr>
            <a:grpSpLocks/>
          </p:cNvGrpSpPr>
          <p:nvPr/>
        </p:nvGrpSpPr>
        <p:grpSpPr bwMode="auto">
          <a:xfrm>
            <a:off x="685800" y="1219200"/>
            <a:ext cx="7770813" cy="5043488"/>
            <a:chOff x="432" y="768"/>
            <a:chExt cx="4895" cy="3177"/>
          </a:xfrm>
        </p:grpSpPr>
        <p:sp>
          <p:nvSpPr>
            <p:cNvPr id="51207" name="Rectangle 4">
              <a:extLst>
                <a:ext uri="{FF2B5EF4-FFF2-40B4-BE49-F238E27FC236}">
                  <a16:creationId xmlns:a16="http://schemas.microsoft.com/office/drawing/2014/main" id="{2F154295-CEC6-3F30-FFD1-3E645DF33E02}"/>
                </a:ext>
              </a:extLst>
            </p:cNvPr>
            <p:cNvSpPr>
              <a:spLocks noChangeArrowheads="1"/>
            </p:cNvSpPr>
            <p:nvPr/>
          </p:nvSpPr>
          <p:spPr bwMode="auto">
            <a:xfrm>
              <a:off x="432" y="768"/>
              <a:ext cx="4895" cy="3177"/>
            </a:xfrm>
            <a:prstGeom prst="rect">
              <a:avLst/>
            </a:prstGeom>
            <a:solidFill>
              <a:srgbClr val="8383AD"/>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1208" name="Freeform 5">
              <a:extLst>
                <a:ext uri="{FF2B5EF4-FFF2-40B4-BE49-F238E27FC236}">
                  <a16:creationId xmlns:a16="http://schemas.microsoft.com/office/drawing/2014/main" id="{E6A8B5DA-92EC-BA06-DCD4-BAA939855CA4}"/>
                </a:ext>
              </a:extLst>
            </p:cNvPr>
            <p:cNvSpPr>
              <a:spLocks noChangeArrowheads="1"/>
            </p:cNvSpPr>
            <p:nvPr/>
          </p:nvSpPr>
          <p:spPr bwMode="auto">
            <a:xfrm>
              <a:off x="1323" y="1195"/>
              <a:ext cx="3087" cy="2180"/>
            </a:xfrm>
            <a:custGeom>
              <a:avLst/>
              <a:gdLst>
                <a:gd name="T0" fmla="*/ 1 w 5420"/>
                <a:gd name="T1" fmla="*/ 0 h 4997"/>
                <a:gd name="T2" fmla="*/ 1 w 5420"/>
                <a:gd name="T3" fmla="*/ 0 h 4997"/>
                <a:gd name="T4" fmla="*/ 1 w 5420"/>
                <a:gd name="T5" fmla="*/ 0 h 4997"/>
                <a:gd name="T6" fmla="*/ 1 w 5420"/>
                <a:gd name="T7" fmla="*/ 0 h 4997"/>
                <a:gd name="T8" fmla="*/ 1 w 5420"/>
                <a:gd name="T9" fmla="*/ 0 h 4997"/>
                <a:gd name="T10" fmla="*/ 1 w 5420"/>
                <a:gd name="T11" fmla="*/ 0 h 4997"/>
                <a:gd name="T12" fmla="*/ 1 w 5420"/>
                <a:gd name="T13" fmla="*/ 0 h 4997"/>
                <a:gd name="T14" fmla="*/ 1 w 5420"/>
                <a:gd name="T15" fmla="*/ 0 h 4997"/>
                <a:gd name="T16" fmla="*/ 1 w 5420"/>
                <a:gd name="T17" fmla="*/ 0 h 49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20"/>
                <a:gd name="T28" fmla="*/ 0 h 4997"/>
                <a:gd name="T29" fmla="*/ 5420 w 5420"/>
                <a:gd name="T30" fmla="*/ 4997 h 49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20" h="4997">
                  <a:moveTo>
                    <a:pt x="77" y="987"/>
                  </a:moveTo>
                  <a:cubicBezTo>
                    <a:pt x="0" y="1259"/>
                    <a:pt x="117" y="1335"/>
                    <a:pt x="287" y="1932"/>
                  </a:cubicBezTo>
                  <a:cubicBezTo>
                    <a:pt x="457" y="2529"/>
                    <a:pt x="527" y="4147"/>
                    <a:pt x="1097" y="4572"/>
                  </a:cubicBezTo>
                  <a:cubicBezTo>
                    <a:pt x="1667" y="4997"/>
                    <a:pt x="3027" y="4689"/>
                    <a:pt x="3707" y="4482"/>
                  </a:cubicBezTo>
                  <a:cubicBezTo>
                    <a:pt x="4387" y="4275"/>
                    <a:pt x="4934" y="3892"/>
                    <a:pt x="5177" y="3327"/>
                  </a:cubicBezTo>
                  <a:cubicBezTo>
                    <a:pt x="5420" y="2762"/>
                    <a:pt x="5314" y="1624"/>
                    <a:pt x="5162" y="1092"/>
                  </a:cubicBezTo>
                  <a:cubicBezTo>
                    <a:pt x="5010" y="560"/>
                    <a:pt x="4997" y="264"/>
                    <a:pt x="4262" y="132"/>
                  </a:cubicBezTo>
                  <a:cubicBezTo>
                    <a:pt x="3527" y="0"/>
                    <a:pt x="1454" y="160"/>
                    <a:pt x="752" y="297"/>
                  </a:cubicBezTo>
                  <a:cubicBezTo>
                    <a:pt x="50" y="434"/>
                    <a:pt x="154" y="715"/>
                    <a:pt x="77" y="987"/>
                  </a:cubicBezTo>
                  <a:close/>
                </a:path>
              </a:pathLst>
            </a:custGeom>
            <a:solidFill>
              <a:srgbClr val="8383AD"/>
            </a:solidFill>
            <a:ln w="9360" cap="sq">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1209" name="AutoShape 6">
              <a:extLst>
                <a:ext uri="{FF2B5EF4-FFF2-40B4-BE49-F238E27FC236}">
                  <a16:creationId xmlns:a16="http://schemas.microsoft.com/office/drawing/2014/main" id="{6421BF2C-7B33-8E94-8077-FCD981114522}"/>
                </a:ext>
              </a:extLst>
            </p:cNvPr>
            <p:cNvSpPr>
              <a:spLocks noChangeArrowheads="1"/>
            </p:cNvSpPr>
            <p:nvPr/>
          </p:nvSpPr>
          <p:spPr bwMode="auto">
            <a:xfrm>
              <a:off x="1336" y="953"/>
              <a:ext cx="386" cy="28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4 w 21600"/>
                <a:gd name="T43" fmla="*/ 2519 h 21600"/>
                <a:gd name="T44" fmla="*/ 16732 w 21600"/>
                <a:gd name="T45" fmla="*/ 1114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sp>
          <p:nvSpPr>
            <p:cNvPr id="51210" name="Text Box 7">
              <a:extLst>
                <a:ext uri="{FF2B5EF4-FFF2-40B4-BE49-F238E27FC236}">
                  <a16:creationId xmlns:a16="http://schemas.microsoft.com/office/drawing/2014/main" id="{743F1D92-287D-5D66-43F8-2C2E27691F3F}"/>
                </a:ext>
              </a:extLst>
            </p:cNvPr>
            <p:cNvSpPr txBox="1">
              <a:spLocks noChangeArrowheads="1"/>
            </p:cNvSpPr>
            <p:nvPr/>
          </p:nvSpPr>
          <p:spPr bwMode="auto">
            <a:xfrm>
              <a:off x="1914" y="1373"/>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B</a:t>
              </a:r>
            </a:p>
          </p:txBody>
        </p:sp>
        <p:sp>
          <p:nvSpPr>
            <p:cNvPr id="51211" name="AutoShape 8">
              <a:extLst>
                <a:ext uri="{FF2B5EF4-FFF2-40B4-BE49-F238E27FC236}">
                  <a16:creationId xmlns:a16="http://schemas.microsoft.com/office/drawing/2014/main" id="{57FD9A9C-85EF-43F1-7BF9-8DDA751F3F51}"/>
                </a:ext>
              </a:extLst>
            </p:cNvPr>
            <p:cNvSpPr>
              <a:spLocks noChangeArrowheads="1"/>
            </p:cNvSpPr>
            <p:nvPr/>
          </p:nvSpPr>
          <p:spPr bwMode="auto">
            <a:xfrm>
              <a:off x="981" y="1725"/>
              <a:ext cx="385" cy="28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8 h 21600"/>
                <a:gd name="T44" fmla="*/ 16719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51212" name="Text Box 9">
              <a:extLst>
                <a:ext uri="{FF2B5EF4-FFF2-40B4-BE49-F238E27FC236}">
                  <a16:creationId xmlns:a16="http://schemas.microsoft.com/office/drawing/2014/main" id="{A23582D8-93DF-8FC2-2705-C1C42F8F7F96}"/>
                </a:ext>
              </a:extLst>
            </p:cNvPr>
            <p:cNvSpPr txBox="1">
              <a:spLocks noChangeArrowheads="1"/>
            </p:cNvSpPr>
            <p:nvPr/>
          </p:nvSpPr>
          <p:spPr bwMode="auto">
            <a:xfrm>
              <a:off x="1844" y="1732"/>
              <a:ext cx="355"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A</a:t>
              </a:r>
            </a:p>
          </p:txBody>
        </p:sp>
        <p:sp>
          <p:nvSpPr>
            <p:cNvPr id="51213" name="Text Box 10">
              <a:extLst>
                <a:ext uri="{FF2B5EF4-FFF2-40B4-BE49-F238E27FC236}">
                  <a16:creationId xmlns:a16="http://schemas.microsoft.com/office/drawing/2014/main" id="{13B1F165-EF0F-6309-E3A5-2ACF1E6F28E8}"/>
                </a:ext>
              </a:extLst>
            </p:cNvPr>
            <p:cNvSpPr txBox="1">
              <a:spLocks noChangeArrowheads="1"/>
            </p:cNvSpPr>
            <p:nvPr/>
          </p:nvSpPr>
          <p:spPr bwMode="auto">
            <a:xfrm>
              <a:off x="2252" y="2224"/>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F</a:t>
              </a:r>
            </a:p>
          </p:txBody>
        </p:sp>
        <p:sp>
          <p:nvSpPr>
            <p:cNvPr id="51214" name="AutoShape 11">
              <a:extLst>
                <a:ext uri="{FF2B5EF4-FFF2-40B4-BE49-F238E27FC236}">
                  <a16:creationId xmlns:a16="http://schemas.microsoft.com/office/drawing/2014/main" id="{7505AADE-8ABB-5DBB-AEBA-C0CB0B4941A2}"/>
                </a:ext>
              </a:extLst>
            </p:cNvPr>
            <p:cNvSpPr>
              <a:spLocks noChangeArrowheads="1"/>
            </p:cNvSpPr>
            <p:nvPr/>
          </p:nvSpPr>
          <p:spPr bwMode="auto">
            <a:xfrm>
              <a:off x="3832" y="953"/>
              <a:ext cx="385" cy="28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19 h 21600"/>
                <a:gd name="T44" fmla="*/ 16719 w 21600"/>
                <a:gd name="T45" fmla="*/ 1114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a:t>
              </a:r>
            </a:p>
          </p:txBody>
        </p:sp>
        <p:sp>
          <p:nvSpPr>
            <p:cNvPr id="51215" name="Text Box 12">
              <a:extLst>
                <a:ext uri="{FF2B5EF4-FFF2-40B4-BE49-F238E27FC236}">
                  <a16:creationId xmlns:a16="http://schemas.microsoft.com/office/drawing/2014/main" id="{DA322EF5-8DCC-A3FB-582F-1F2B27D01759}"/>
                </a:ext>
              </a:extLst>
            </p:cNvPr>
            <p:cNvSpPr txBox="1">
              <a:spLocks noChangeArrowheads="1"/>
            </p:cNvSpPr>
            <p:nvPr/>
          </p:nvSpPr>
          <p:spPr bwMode="auto">
            <a:xfrm>
              <a:off x="3413" y="1373"/>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C</a:t>
              </a:r>
            </a:p>
          </p:txBody>
        </p:sp>
        <p:sp>
          <p:nvSpPr>
            <p:cNvPr id="51216" name="AutoShape 13">
              <a:extLst>
                <a:ext uri="{FF2B5EF4-FFF2-40B4-BE49-F238E27FC236}">
                  <a16:creationId xmlns:a16="http://schemas.microsoft.com/office/drawing/2014/main" id="{50090465-B87C-ED22-AFAF-960ECFA83E51}"/>
                </a:ext>
              </a:extLst>
            </p:cNvPr>
            <p:cNvSpPr>
              <a:spLocks noChangeArrowheads="1"/>
            </p:cNvSpPr>
            <p:nvPr/>
          </p:nvSpPr>
          <p:spPr bwMode="auto">
            <a:xfrm>
              <a:off x="4395" y="1705"/>
              <a:ext cx="385" cy="28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8 h 21600"/>
                <a:gd name="T44" fmla="*/ 16719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
              </a:r>
            </a:p>
          </p:txBody>
        </p:sp>
        <p:sp>
          <p:nvSpPr>
            <p:cNvPr id="51217" name="Text Box 14">
              <a:extLst>
                <a:ext uri="{FF2B5EF4-FFF2-40B4-BE49-F238E27FC236}">
                  <a16:creationId xmlns:a16="http://schemas.microsoft.com/office/drawing/2014/main" id="{38EACB27-32B1-36A4-3A2E-5D195FB215E7}"/>
                </a:ext>
              </a:extLst>
            </p:cNvPr>
            <p:cNvSpPr txBox="1">
              <a:spLocks noChangeArrowheads="1"/>
            </p:cNvSpPr>
            <p:nvPr/>
          </p:nvSpPr>
          <p:spPr bwMode="auto">
            <a:xfrm>
              <a:off x="3682" y="1712"/>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D</a:t>
              </a:r>
            </a:p>
          </p:txBody>
        </p:sp>
        <p:sp>
          <p:nvSpPr>
            <p:cNvPr id="51218" name="AutoShape 15">
              <a:extLst>
                <a:ext uri="{FF2B5EF4-FFF2-40B4-BE49-F238E27FC236}">
                  <a16:creationId xmlns:a16="http://schemas.microsoft.com/office/drawing/2014/main" id="{18B99EC6-C109-6BE4-06E4-B37BB2E7BC86}"/>
                </a:ext>
              </a:extLst>
            </p:cNvPr>
            <p:cNvSpPr>
              <a:spLocks noChangeArrowheads="1"/>
            </p:cNvSpPr>
            <p:nvPr/>
          </p:nvSpPr>
          <p:spPr bwMode="auto">
            <a:xfrm>
              <a:off x="1570" y="3267"/>
              <a:ext cx="386" cy="28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4 w 21600"/>
                <a:gd name="T43" fmla="*/ 2528 h 21600"/>
                <a:gd name="T44" fmla="*/ 16732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F</a:t>
              </a:r>
            </a:p>
          </p:txBody>
        </p:sp>
        <p:sp>
          <p:nvSpPr>
            <p:cNvPr id="51219" name="Text Box 16">
              <a:extLst>
                <a:ext uri="{FF2B5EF4-FFF2-40B4-BE49-F238E27FC236}">
                  <a16:creationId xmlns:a16="http://schemas.microsoft.com/office/drawing/2014/main" id="{C29919D4-CEAE-E7AA-A3D3-4C83BB400210}"/>
                </a:ext>
              </a:extLst>
            </p:cNvPr>
            <p:cNvSpPr txBox="1">
              <a:spLocks noChangeArrowheads="1"/>
            </p:cNvSpPr>
            <p:nvPr/>
          </p:nvSpPr>
          <p:spPr bwMode="auto">
            <a:xfrm>
              <a:off x="2928" y="2583"/>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E</a:t>
              </a:r>
            </a:p>
          </p:txBody>
        </p:sp>
        <p:sp>
          <p:nvSpPr>
            <p:cNvPr id="51220" name="AutoShape 17">
              <a:extLst>
                <a:ext uri="{FF2B5EF4-FFF2-40B4-BE49-F238E27FC236}">
                  <a16:creationId xmlns:a16="http://schemas.microsoft.com/office/drawing/2014/main" id="{92163A11-41EE-E32A-3555-08D5B6A2FE81}"/>
                </a:ext>
              </a:extLst>
            </p:cNvPr>
            <p:cNvSpPr>
              <a:spLocks noChangeArrowheads="1"/>
            </p:cNvSpPr>
            <p:nvPr/>
          </p:nvSpPr>
          <p:spPr bwMode="auto">
            <a:xfrm>
              <a:off x="3182" y="3287"/>
              <a:ext cx="385" cy="28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8 h 21600"/>
                <a:gd name="T44" fmla="*/ 16719 w 21600"/>
                <a:gd name="T45" fmla="*/ 1110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a:t>
              </a:r>
            </a:p>
          </p:txBody>
        </p:sp>
        <p:sp>
          <p:nvSpPr>
            <p:cNvPr id="51221" name="AutoShape 18">
              <a:extLst>
                <a:ext uri="{FF2B5EF4-FFF2-40B4-BE49-F238E27FC236}">
                  <a16:creationId xmlns:a16="http://schemas.microsoft.com/office/drawing/2014/main" id="{FFDEB930-B581-27C2-07EB-7655D6871216}"/>
                </a:ext>
              </a:extLst>
            </p:cNvPr>
            <p:cNvSpPr>
              <a:spLocks noChangeArrowheads="1"/>
            </p:cNvSpPr>
            <p:nvPr/>
          </p:nvSpPr>
          <p:spPr bwMode="auto">
            <a:xfrm>
              <a:off x="4360" y="2655"/>
              <a:ext cx="386" cy="28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4 w 21600"/>
                <a:gd name="T43" fmla="*/ 2519 h 21600"/>
                <a:gd name="T44" fmla="*/ 16732 w 21600"/>
                <a:gd name="T45" fmla="*/ 1114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G</a:t>
              </a:r>
            </a:p>
          </p:txBody>
        </p:sp>
        <p:sp>
          <p:nvSpPr>
            <p:cNvPr id="51222" name="Text Box 19">
              <a:extLst>
                <a:ext uri="{FF2B5EF4-FFF2-40B4-BE49-F238E27FC236}">
                  <a16:creationId xmlns:a16="http://schemas.microsoft.com/office/drawing/2014/main" id="{4459D426-9B92-81CD-4FB3-929D9EE15A94}"/>
                </a:ext>
              </a:extLst>
            </p:cNvPr>
            <p:cNvSpPr txBox="1">
              <a:spLocks noChangeArrowheads="1"/>
            </p:cNvSpPr>
            <p:nvPr/>
          </p:nvSpPr>
          <p:spPr bwMode="auto">
            <a:xfrm>
              <a:off x="3439" y="2224"/>
              <a:ext cx="354" cy="18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a:t>
              </a:r>
              <a:r>
                <a:rPr lang="en-US" altLang="en-US" sz="1200" b="1" baseline="-25000">
                  <a:solidFill>
                    <a:srgbClr val="000000"/>
                  </a:solidFill>
                  <a:latin typeface="Times New Roman" panose="02020603050405020304" pitchFamily="18" charset="0"/>
                </a:rPr>
                <a:t>G</a:t>
              </a:r>
            </a:p>
          </p:txBody>
        </p:sp>
        <p:sp>
          <p:nvSpPr>
            <p:cNvPr id="51223" name="Line 20">
              <a:extLst>
                <a:ext uri="{FF2B5EF4-FFF2-40B4-BE49-F238E27FC236}">
                  <a16:creationId xmlns:a16="http://schemas.microsoft.com/office/drawing/2014/main" id="{0E4F6F3B-E19A-0258-959A-FF7070F7DE5E}"/>
                </a:ext>
              </a:extLst>
            </p:cNvPr>
            <p:cNvSpPr>
              <a:spLocks noChangeShapeType="1"/>
            </p:cNvSpPr>
            <p:nvPr/>
          </p:nvSpPr>
          <p:spPr bwMode="auto">
            <a:xfrm>
              <a:off x="1654" y="1227"/>
              <a:ext cx="267" cy="20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4" name="Line 21">
              <a:extLst>
                <a:ext uri="{FF2B5EF4-FFF2-40B4-BE49-F238E27FC236}">
                  <a16:creationId xmlns:a16="http://schemas.microsoft.com/office/drawing/2014/main" id="{4E953DDD-9D32-8259-A72D-598997A68A9E}"/>
                </a:ext>
              </a:extLst>
            </p:cNvPr>
            <p:cNvSpPr>
              <a:spLocks noChangeShapeType="1"/>
            </p:cNvSpPr>
            <p:nvPr/>
          </p:nvSpPr>
          <p:spPr bwMode="auto">
            <a:xfrm>
              <a:off x="2269" y="1479"/>
              <a:ext cx="114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5" name="Line 22">
              <a:extLst>
                <a:ext uri="{FF2B5EF4-FFF2-40B4-BE49-F238E27FC236}">
                  <a16:creationId xmlns:a16="http://schemas.microsoft.com/office/drawing/2014/main" id="{D6BEB2BF-D482-36FD-400C-D6FA2A3746CC}"/>
                </a:ext>
              </a:extLst>
            </p:cNvPr>
            <p:cNvSpPr>
              <a:spLocks noChangeShapeType="1"/>
            </p:cNvSpPr>
            <p:nvPr/>
          </p:nvSpPr>
          <p:spPr bwMode="auto">
            <a:xfrm flipH="1">
              <a:off x="3767" y="1233"/>
              <a:ext cx="313"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6" name="Line 23">
              <a:extLst>
                <a:ext uri="{FF2B5EF4-FFF2-40B4-BE49-F238E27FC236}">
                  <a16:creationId xmlns:a16="http://schemas.microsoft.com/office/drawing/2014/main" id="{F88ED6DF-D3C8-0388-647D-37A1D39B83D7}"/>
                </a:ext>
              </a:extLst>
            </p:cNvPr>
            <p:cNvSpPr>
              <a:spLocks noChangeShapeType="1"/>
            </p:cNvSpPr>
            <p:nvPr/>
          </p:nvSpPr>
          <p:spPr bwMode="auto">
            <a:xfrm>
              <a:off x="3630" y="1553"/>
              <a:ext cx="207" cy="15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7" name="Line 24">
              <a:extLst>
                <a:ext uri="{FF2B5EF4-FFF2-40B4-BE49-F238E27FC236}">
                  <a16:creationId xmlns:a16="http://schemas.microsoft.com/office/drawing/2014/main" id="{F763DA53-72F5-80E8-4F9E-04FFF017B705}"/>
                </a:ext>
              </a:extLst>
            </p:cNvPr>
            <p:cNvSpPr>
              <a:spLocks noChangeShapeType="1"/>
            </p:cNvSpPr>
            <p:nvPr/>
          </p:nvSpPr>
          <p:spPr bwMode="auto">
            <a:xfrm>
              <a:off x="4037" y="1818"/>
              <a:ext cx="40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8" name="Line 25">
              <a:extLst>
                <a:ext uri="{FF2B5EF4-FFF2-40B4-BE49-F238E27FC236}">
                  <a16:creationId xmlns:a16="http://schemas.microsoft.com/office/drawing/2014/main" id="{CDA425E5-6779-0908-1326-7B8FA0CF53D0}"/>
                </a:ext>
              </a:extLst>
            </p:cNvPr>
            <p:cNvSpPr>
              <a:spLocks noChangeShapeType="1"/>
            </p:cNvSpPr>
            <p:nvPr/>
          </p:nvSpPr>
          <p:spPr bwMode="auto">
            <a:xfrm flipH="1">
              <a:off x="3603" y="1898"/>
              <a:ext cx="217" cy="31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29" name="Line 26">
              <a:extLst>
                <a:ext uri="{FF2B5EF4-FFF2-40B4-BE49-F238E27FC236}">
                  <a16:creationId xmlns:a16="http://schemas.microsoft.com/office/drawing/2014/main" id="{12EC3302-C0C9-3346-770B-BD44F693CA91}"/>
                </a:ext>
              </a:extLst>
            </p:cNvPr>
            <p:cNvSpPr>
              <a:spLocks noChangeShapeType="1"/>
            </p:cNvSpPr>
            <p:nvPr/>
          </p:nvSpPr>
          <p:spPr bwMode="auto">
            <a:xfrm>
              <a:off x="3803" y="2330"/>
              <a:ext cx="597" cy="45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0" name="Line 27">
              <a:extLst>
                <a:ext uri="{FF2B5EF4-FFF2-40B4-BE49-F238E27FC236}">
                  <a16:creationId xmlns:a16="http://schemas.microsoft.com/office/drawing/2014/main" id="{9D5DD079-BEA6-B57F-A6DD-63E7F6AB111A}"/>
                </a:ext>
              </a:extLst>
            </p:cNvPr>
            <p:cNvSpPr>
              <a:spLocks noChangeShapeType="1"/>
            </p:cNvSpPr>
            <p:nvPr/>
          </p:nvSpPr>
          <p:spPr bwMode="auto">
            <a:xfrm flipH="1">
              <a:off x="3282" y="2410"/>
              <a:ext cx="287" cy="2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1" name="Line 28">
              <a:extLst>
                <a:ext uri="{FF2B5EF4-FFF2-40B4-BE49-F238E27FC236}">
                  <a16:creationId xmlns:a16="http://schemas.microsoft.com/office/drawing/2014/main" id="{739D2C93-7606-11F3-DCBD-2B2638245F03}"/>
                </a:ext>
              </a:extLst>
            </p:cNvPr>
            <p:cNvSpPr>
              <a:spLocks noChangeShapeType="1"/>
            </p:cNvSpPr>
            <p:nvPr/>
          </p:nvSpPr>
          <p:spPr bwMode="auto">
            <a:xfrm>
              <a:off x="3092" y="2769"/>
              <a:ext cx="268" cy="53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2" name="Line 29">
              <a:extLst>
                <a:ext uri="{FF2B5EF4-FFF2-40B4-BE49-F238E27FC236}">
                  <a16:creationId xmlns:a16="http://schemas.microsoft.com/office/drawing/2014/main" id="{2228E2D5-485F-6A7E-CC6C-98DF1ECBCCEB}"/>
                </a:ext>
              </a:extLst>
            </p:cNvPr>
            <p:cNvSpPr>
              <a:spLocks noChangeShapeType="1"/>
            </p:cNvSpPr>
            <p:nvPr/>
          </p:nvSpPr>
          <p:spPr bwMode="auto">
            <a:xfrm>
              <a:off x="2399" y="2410"/>
              <a:ext cx="536" cy="2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3" name="Line 30">
              <a:extLst>
                <a:ext uri="{FF2B5EF4-FFF2-40B4-BE49-F238E27FC236}">
                  <a16:creationId xmlns:a16="http://schemas.microsoft.com/office/drawing/2014/main" id="{817E9204-63B0-262C-C30C-BEB3789B7911}"/>
                </a:ext>
              </a:extLst>
            </p:cNvPr>
            <p:cNvSpPr>
              <a:spLocks noChangeShapeType="1"/>
            </p:cNvSpPr>
            <p:nvPr/>
          </p:nvSpPr>
          <p:spPr bwMode="auto">
            <a:xfrm>
              <a:off x="2191" y="1812"/>
              <a:ext cx="1013" cy="77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4" name="Line 31">
              <a:extLst>
                <a:ext uri="{FF2B5EF4-FFF2-40B4-BE49-F238E27FC236}">
                  <a16:creationId xmlns:a16="http://schemas.microsoft.com/office/drawing/2014/main" id="{35AE78B7-729A-1D01-70E3-EF52E006AE0D}"/>
                </a:ext>
              </a:extLst>
            </p:cNvPr>
            <p:cNvSpPr>
              <a:spLocks noChangeShapeType="1"/>
            </p:cNvSpPr>
            <p:nvPr/>
          </p:nvSpPr>
          <p:spPr bwMode="auto">
            <a:xfrm flipH="1">
              <a:off x="1817" y="2417"/>
              <a:ext cx="591" cy="8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5" name="Line 32">
              <a:extLst>
                <a:ext uri="{FF2B5EF4-FFF2-40B4-BE49-F238E27FC236}">
                  <a16:creationId xmlns:a16="http://schemas.microsoft.com/office/drawing/2014/main" id="{A8A63B75-CD1E-51E9-21CB-FA200145A741}"/>
                </a:ext>
              </a:extLst>
            </p:cNvPr>
            <p:cNvSpPr>
              <a:spLocks noChangeShapeType="1"/>
            </p:cNvSpPr>
            <p:nvPr/>
          </p:nvSpPr>
          <p:spPr bwMode="auto">
            <a:xfrm>
              <a:off x="1342" y="1838"/>
              <a:ext cx="51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6" name="Line 33">
              <a:extLst>
                <a:ext uri="{FF2B5EF4-FFF2-40B4-BE49-F238E27FC236}">
                  <a16:creationId xmlns:a16="http://schemas.microsoft.com/office/drawing/2014/main" id="{1C208327-EC19-1A1D-C9F3-CD72AD56B117}"/>
                </a:ext>
              </a:extLst>
            </p:cNvPr>
            <p:cNvSpPr>
              <a:spLocks noChangeShapeType="1"/>
            </p:cNvSpPr>
            <p:nvPr/>
          </p:nvSpPr>
          <p:spPr bwMode="auto">
            <a:xfrm>
              <a:off x="2035" y="1918"/>
              <a:ext cx="406" cy="31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7" name="Line 34">
              <a:extLst>
                <a:ext uri="{FF2B5EF4-FFF2-40B4-BE49-F238E27FC236}">
                  <a16:creationId xmlns:a16="http://schemas.microsoft.com/office/drawing/2014/main" id="{6324CF46-3AB3-A130-7107-5E64B5E99373}"/>
                </a:ext>
              </a:extLst>
            </p:cNvPr>
            <p:cNvSpPr>
              <a:spLocks noChangeShapeType="1"/>
            </p:cNvSpPr>
            <p:nvPr/>
          </p:nvSpPr>
          <p:spPr bwMode="auto">
            <a:xfrm flipH="1">
              <a:off x="3204" y="1739"/>
              <a:ext cx="478" cy="8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1238" name="Line 35">
              <a:extLst>
                <a:ext uri="{FF2B5EF4-FFF2-40B4-BE49-F238E27FC236}">
                  <a16:creationId xmlns:a16="http://schemas.microsoft.com/office/drawing/2014/main" id="{228F1FC5-CE44-27EF-008D-B39307D3894E}"/>
                </a:ext>
              </a:extLst>
            </p:cNvPr>
            <p:cNvSpPr>
              <a:spLocks noChangeShapeType="1"/>
            </p:cNvSpPr>
            <p:nvPr/>
          </p:nvSpPr>
          <p:spPr bwMode="auto">
            <a:xfrm>
              <a:off x="2052" y="1566"/>
              <a:ext cx="0" cy="1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1205" name="Text Box 36">
            <a:extLst>
              <a:ext uri="{FF2B5EF4-FFF2-40B4-BE49-F238E27FC236}">
                <a16:creationId xmlns:a16="http://schemas.microsoft.com/office/drawing/2014/main" id="{00672B2E-E5E1-50D7-DDDE-8DDF6186C477}"/>
              </a:ext>
            </a:extLst>
          </p:cNvPr>
          <p:cNvSpPr txBox="1">
            <a:spLocks noChangeArrowheads="1"/>
          </p:cNvSpPr>
          <p:nvPr/>
        </p:nvSpPr>
        <p:spPr bwMode="auto">
          <a:xfrm>
            <a:off x="762000" y="406400"/>
            <a:ext cx="704215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Switches in a Network (also called as Routers)</a:t>
            </a:r>
            <a:r>
              <a:rPr lang="en-US" altLang="en-US" sz="2400">
                <a:solidFill>
                  <a:srgbClr val="000000"/>
                </a:solidFill>
                <a:latin typeface="Times New Roman" panose="02020603050405020304" pitchFamily="18" charset="0"/>
              </a:rPr>
              <a:t> </a:t>
            </a:r>
          </a:p>
        </p:txBody>
      </p:sp>
      <p:sp>
        <p:nvSpPr>
          <p:cNvPr id="51206" name="Line 37">
            <a:extLst>
              <a:ext uri="{FF2B5EF4-FFF2-40B4-BE49-F238E27FC236}">
                <a16:creationId xmlns:a16="http://schemas.microsoft.com/office/drawing/2014/main" id="{12A99EBD-4AEF-F773-6C28-36E5334F6CC5}"/>
              </a:ext>
            </a:extLst>
          </p:cNvPr>
          <p:cNvSpPr>
            <a:spLocks noChangeShapeType="1"/>
          </p:cNvSpPr>
          <p:nvPr/>
        </p:nvSpPr>
        <p:spPr bwMode="auto">
          <a:xfrm>
            <a:off x="4114800" y="3657600"/>
            <a:ext cx="1371600"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Text Box 1">
            <a:extLst>
              <a:ext uri="{FF2B5EF4-FFF2-40B4-BE49-F238E27FC236}">
                <a16:creationId xmlns:a16="http://schemas.microsoft.com/office/drawing/2014/main" id="{2427E7ED-7304-0CBC-80BB-786D50ADA7D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3251" name="Text Box 2">
            <a:extLst>
              <a:ext uri="{FF2B5EF4-FFF2-40B4-BE49-F238E27FC236}">
                <a16:creationId xmlns:a16="http://schemas.microsoft.com/office/drawing/2014/main" id="{709F6487-11A0-F12C-E746-0A553ACCA49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A999E68-13DF-4E04-B002-CC064B39B37B}" type="slidenum">
              <a:rPr lang="en-US" altLang="en-US" sz="1400">
                <a:solidFill>
                  <a:srgbClr val="000000"/>
                </a:solidFill>
              </a:rPr>
              <a:pPr algn="r" eaLnBrk="1" hangingPunct="1">
                <a:buClrTx/>
                <a:buSzPct val="60000"/>
                <a:buFontTx/>
                <a:buNone/>
              </a:pPr>
              <a:t>25</a:t>
            </a:fld>
            <a:endParaRPr lang="en-US" altLang="en-US" sz="1400">
              <a:solidFill>
                <a:srgbClr val="000000"/>
              </a:solidFill>
            </a:endParaRPr>
          </a:p>
        </p:txBody>
      </p:sp>
      <p:sp>
        <p:nvSpPr>
          <p:cNvPr id="53252" name="Text Box 3">
            <a:extLst>
              <a:ext uri="{FF2B5EF4-FFF2-40B4-BE49-F238E27FC236}">
                <a16:creationId xmlns:a16="http://schemas.microsoft.com/office/drawing/2014/main" id="{4DB6576C-788F-028C-1209-C7F5F4607DC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Network Layer Functions – 1</a:t>
            </a:r>
          </a:p>
        </p:txBody>
      </p:sp>
      <p:sp>
        <p:nvSpPr>
          <p:cNvPr id="53253" name="Text Box 4">
            <a:extLst>
              <a:ext uri="{FF2B5EF4-FFF2-40B4-BE49-F238E27FC236}">
                <a16:creationId xmlns:a16="http://schemas.microsoft.com/office/drawing/2014/main" id="{045E647E-8228-09F6-CB94-1C95F122907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Responsible for source-to-destination delivery of packets possibly across different networks (links).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Coordinates delivery of packets from the original sender to the final destination.</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In-between, data link layer takes care of hop-by-hop delivery between nodes attached to the same network.</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 Box 1">
            <a:extLst>
              <a:ext uri="{FF2B5EF4-FFF2-40B4-BE49-F238E27FC236}">
                <a16:creationId xmlns:a16="http://schemas.microsoft.com/office/drawing/2014/main" id="{65D1E2FC-429E-E5AD-15AB-BBA95B6B859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5299" name="Text Box 2">
            <a:extLst>
              <a:ext uri="{FF2B5EF4-FFF2-40B4-BE49-F238E27FC236}">
                <a16:creationId xmlns:a16="http://schemas.microsoft.com/office/drawing/2014/main" id="{7D12AB4D-78DD-125A-0486-A71583239D2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384814E-747E-40E2-9DF7-F525D32B5782}" type="slidenum">
              <a:rPr lang="en-US" altLang="en-US" sz="1400">
                <a:solidFill>
                  <a:srgbClr val="000000"/>
                </a:solidFill>
              </a:rPr>
              <a:pPr algn="r" eaLnBrk="1" hangingPunct="1">
                <a:buClrTx/>
                <a:buSzPct val="60000"/>
                <a:buFontTx/>
                <a:buNone/>
              </a:pPr>
              <a:t>26</a:t>
            </a:fld>
            <a:endParaRPr lang="en-US" altLang="en-US" sz="1400">
              <a:solidFill>
                <a:srgbClr val="000000"/>
              </a:solidFill>
            </a:endParaRPr>
          </a:p>
        </p:txBody>
      </p:sp>
      <p:sp>
        <p:nvSpPr>
          <p:cNvPr id="55300" name="Text Box 3">
            <a:extLst>
              <a:ext uri="{FF2B5EF4-FFF2-40B4-BE49-F238E27FC236}">
                <a16:creationId xmlns:a16="http://schemas.microsoft.com/office/drawing/2014/main" id="{43493788-8476-7758-EC72-F29B48DAAB7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Network Layer Functions – 2</a:t>
            </a:r>
          </a:p>
        </p:txBody>
      </p:sp>
      <p:sp>
        <p:nvSpPr>
          <p:cNvPr id="55301" name="Text Box 4">
            <a:extLst>
              <a:ext uri="{FF2B5EF4-FFF2-40B4-BE49-F238E27FC236}">
                <a16:creationId xmlns:a16="http://schemas.microsoft.com/office/drawing/2014/main" id="{27967854-C457-771A-AFC2-9B21F5C6B5E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Logical addressing: Physical addresses are defined by data link layer to take care of addressing inside the same network. If a packet has to travel across a network to another network, physical addressing will not work. Hence, a “universal address” or a “logical address” is required. This is done at the network layer. A header is added for this and other purposes.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Routing: When independent networks are connected to form an internetwork (or internet), i.e. a network of networks, the connecting devices (switches or routers) route the packets to the final destination. Network layer is responsible for this function.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 Box 1">
            <a:extLst>
              <a:ext uri="{FF2B5EF4-FFF2-40B4-BE49-F238E27FC236}">
                <a16:creationId xmlns:a16="http://schemas.microsoft.com/office/drawing/2014/main" id="{D30CE5AF-BB34-6426-10A9-1D7F8073C34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7347" name="Text Box 2">
            <a:extLst>
              <a:ext uri="{FF2B5EF4-FFF2-40B4-BE49-F238E27FC236}">
                <a16:creationId xmlns:a16="http://schemas.microsoft.com/office/drawing/2014/main" id="{A333029D-B456-E325-908C-07F9F66E667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622BE54-982C-4C98-82C7-8F014BBD0AD6}" type="slidenum">
              <a:rPr lang="en-US" altLang="en-US" sz="1400">
                <a:solidFill>
                  <a:srgbClr val="000000"/>
                </a:solidFill>
              </a:rPr>
              <a:pPr algn="r" eaLnBrk="1" hangingPunct="1">
                <a:buClrTx/>
                <a:buSzPct val="60000"/>
                <a:buFontTx/>
                <a:buNone/>
              </a:pPr>
              <a:t>27</a:t>
            </a:fld>
            <a:endParaRPr lang="en-US" altLang="en-US" sz="1400">
              <a:solidFill>
                <a:srgbClr val="000000"/>
              </a:solidFill>
            </a:endParaRPr>
          </a:p>
        </p:txBody>
      </p:sp>
      <p:sp>
        <p:nvSpPr>
          <p:cNvPr id="57348" name="Text Box 3">
            <a:extLst>
              <a:ext uri="{FF2B5EF4-FFF2-40B4-BE49-F238E27FC236}">
                <a16:creationId xmlns:a16="http://schemas.microsoft.com/office/drawing/2014/main" id="{A85E6BE2-3B08-30CE-BF1D-889FAF6E00FC}"/>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Source-to-Destination Delivery</a:t>
            </a:r>
          </a:p>
        </p:txBody>
      </p:sp>
      <p:sp>
        <p:nvSpPr>
          <p:cNvPr id="57349" name="Text Box 4">
            <a:extLst>
              <a:ext uri="{FF2B5EF4-FFF2-40B4-BE49-F238E27FC236}">
                <a16:creationId xmlns:a16="http://schemas.microsoft.com/office/drawing/2014/main" id="{CF09C38F-D98D-8770-5EE7-7611FBBF373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Refer to the same diagram as earlier</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Network layer at A sends the packet to the network layer at SA</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Network layer at SA forwards the packet to the network layer at SF, and so on</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For this, SA uses its </a:t>
            </a:r>
            <a:r>
              <a:rPr lang="en-US" altLang="en-US" sz="2800" b="1">
                <a:solidFill>
                  <a:srgbClr val="000000"/>
                </a:solidFill>
              </a:rPr>
              <a:t>routing table </a:t>
            </a:r>
            <a:r>
              <a:rPr lang="en-US" altLang="en-US" sz="2800">
                <a:solidFill>
                  <a:srgbClr val="000000"/>
                </a:solidFill>
              </a:rPr>
              <a:t>to decide how to proceed to the </a:t>
            </a:r>
            <a:r>
              <a:rPr lang="en-US" altLang="en-US" sz="2800" b="1">
                <a:solidFill>
                  <a:srgbClr val="000000"/>
                </a:solidFill>
              </a:rPr>
              <a:t>next hop</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Will discuss this later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Text Box 1">
            <a:extLst>
              <a:ext uri="{FF2B5EF4-FFF2-40B4-BE49-F238E27FC236}">
                <a16:creationId xmlns:a16="http://schemas.microsoft.com/office/drawing/2014/main" id="{C099954B-CFE6-3C6B-8AE9-DD22F042364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9395" name="Text Box 2">
            <a:extLst>
              <a:ext uri="{FF2B5EF4-FFF2-40B4-BE49-F238E27FC236}">
                <a16:creationId xmlns:a16="http://schemas.microsoft.com/office/drawing/2014/main" id="{D4DB4160-5DED-5CEF-F00F-7BFBED9D22A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51FB004-64B4-44C1-87D0-E8399A41695F}" type="slidenum">
              <a:rPr lang="en-US" altLang="en-US" sz="1400">
                <a:solidFill>
                  <a:srgbClr val="000000"/>
                </a:solidFill>
              </a:rPr>
              <a:pPr algn="r" eaLnBrk="1" hangingPunct="1">
                <a:buClrTx/>
                <a:buSzPct val="60000"/>
                <a:buFontTx/>
                <a:buNone/>
              </a:pPr>
              <a:t>28</a:t>
            </a:fld>
            <a:endParaRPr lang="en-US" altLang="en-US" sz="1400">
              <a:solidFill>
                <a:srgbClr val="000000"/>
              </a:solidFill>
            </a:endParaRPr>
          </a:p>
        </p:txBody>
      </p:sp>
      <p:sp>
        <p:nvSpPr>
          <p:cNvPr id="59396" name="Text Box 3">
            <a:extLst>
              <a:ext uri="{FF2B5EF4-FFF2-40B4-BE49-F238E27FC236}">
                <a16:creationId xmlns:a16="http://schemas.microsoft.com/office/drawing/2014/main" id="{F368B334-C58D-F5E6-A5BF-B02E106683E1}"/>
              </a:ext>
            </a:extLst>
          </p:cNvPr>
          <p:cNvSpPr txBox="1">
            <a:spLocks noChangeArrowheads="1"/>
          </p:cNvSpPr>
          <p:nvPr/>
        </p:nvSpPr>
        <p:spPr bwMode="auto">
          <a:xfrm>
            <a:off x="4876800" y="2667000"/>
            <a:ext cx="3473450" cy="140652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a:t>
            </a: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Transport Layer</a:t>
            </a:r>
          </a:p>
        </p:txBody>
      </p:sp>
      <p:sp>
        <p:nvSpPr>
          <p:cNvPr id="59397" name="Rectangle 4">
            <a:extLst>
              <a:ext uri="{FF2B5EF4-FFF2-40B4-BE49-F238E27FC236}">
                <a16:creationId xmlns:a16="http://schemas.microsoft.com/office/drawing/2014/main" id="{2F195575-5456-909C-26E1-DF4995CC4F7D}"/>
              </a:ext>
            </a:extLst>
          </p:cNvPr>
          <p:cNvSpPr>
            <a:spLocks noChangeArrowheads="1"/>
          </p:cNvSpPr>
          <p:nvPr/>
        </p:nvSpPr>
        <p:spPr bwMode="auto">
          <a:xfrm>
            <a:off x="1066800" y="2743200"/>
            <a:ext cx="3352800" cy="1295400"/>
          </a:xfrm>
          <a:prstGeom prst="rect">
            <a:avLst/>
          </a:prstGeom>
          <a:solidFill>
            <a:srgbClr val="FF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9398" name="Group 5">
            <a:extLst>
              <a:ext uri="{FF2B5EF4-FFF2-40B4-BE49-F238E27FC236}">
                <a16:creationId xmlns:a16="http://schemas.microsoft.com/office/drawing/2014/main" id="{5A71429E-6B7F-2821-265C-0A6C41956F8E}"/>
              </a:ext>
            </a:extLst>
          </p:cNvPr>
          <p:cNvGrpSpPr>
            <a:grpSpLocks/>
          </p:cNvGrpSpPr>
          <p:nvPr/>
        </p:nvGrpSpPr>
        <p:grpSpPr bwMode="auto">
          <a:xfrm>
            <a:off x="533400" y="1219200"/>
            <a:ext cx="8228013" cy="4951413"/>
            <a:chOff x="336" y="768"/>
            <a:chExt cx="5183" cy="3119"/>
          </a:xfrm>
        </p:grpSpPr>
        <p:sp>
          <p:nvSpPr>
            <p:cNvPr id="59404" name="Rectangle 6">
              <a:extLst>
                <a:ext uri="{FF2B5EF4-FFF2-40B4-BE49-F238E27FC236}">
                  <a16:creationId xmlns:a16="http://schemas.microsoft.com/office/drawing/2014/main" id="{CF77FA99-8ACE-D3FC-DBB0-FDA71FAF93DD}"/>
                </a:ext>
              </a:extLst>
            </p:cNvPr>
            <p:cNvSpPr>
              <a:spLocks noChangeArrowheads="1"/>
            </p:cNvSpPr>
            <p:nvPr/>
          </p:nvSpPr>
          <p:spPr bwMode="auto">
            <a:xfrm>
              <a:off x="336" y="768"/>
              <a:ext cx="5183" cy="3119"/>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05" name="Text Box 7">
              <a:extLst>
                <a:ext uri="{FF2B5EF4-FFF2-40B4-BE49-F238E27FC236}">
                  <a16:creationId xmlns:a16="http://schemas.microsoft.com/office/drawing/2014/main" id="{AAE14B8F-E7B9-0846-2C8B-6E7AC6F9FC01}"/>
                </a:ext>
              </a:extLst>
            </p:cNvPr>
            <p:cNvSpPr txBox="1">
              <a:spLocks noChangeArrowheads="1"/>
            </p:cNvSpPr>
            <p:nvPr/>
          </p:nvSpPr>
          <p:spPr bwMode="auto">
            <a:xfrm>
              <a:off x="3030" y="1655"/>
              <a:ext cx="2186" cy="840"/>
            </a:xfrm>
            <a:prstGeom prst="rect">
              <a:avLst/>
            </a:prstGeom>
            <a:solidFill>
              <a:srgbClr val="99CC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a:t>
              </a: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Transport Layer</a:t>
              </a:r>
            </a:p>
          </p:txBody>
        </p:sp>
        <p:sp>
          <p:nvSpPr>
            <p:cNvPr id="59406" name="Text Box 8">
              <a:extLst>
                <a:ext uri="{FF2B5EF4-FFF2-40B4-BE49-F238E27FC236}">
                  <a16:creationId xmlns:a16="http://schemas.microsoft.com/office/drawing/2014/main" id="{9DE40768-29DC-E2CF-A53D-F8C481A71126}"/>
                </a:ext>
              </a:extLst>
            </p:cNvPr>
            <p:cNvSpPr txBox="1">
              <a:spLocks noChangeArrowheads="1"/>
            </p:cNvSpPr>
            <p:nvPr/>
          </p:nvSpPr>
          <p:spPr bwMode="auto">
            <a:xfrm>
              <a:off x="645" y="1663"/>
              <a:ext cx="2187" cy="885"/>
            </a:xfrm>
            <a:prstGeom prst="rect">
              <a:avLst/>
            </a:prstGeom>
            <a:solidFill>
              <a:srgbClr val="99CC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a:t>
              </a: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Transport Layer</a:t>
              </a:r>
            </a:p>
          </p:txBody>
        </p:sp>
        <p:sp>
          <p:nvSpPr>
            <p:cNvPr id="59407" name="Text Box 9">
              <a:extLst>
                <a:ext uri="{FF2B5EF4-FFF2-40B4-BE49-F238E27FC236}">
                  <a16:creationId xmlns:a16="http://schemas.microsoft.com/office/drawing/2014/main" id="{075A305C-AA03-4270-CDAF-5C8975C4ADB8}"/>
                </a:ext>
              </a:extLst>
            </p:cNvPr>
            <p:cNvSpPr txBox="1">
              <a:spLocks noChangeArrowheads="1"/>
            </p:cNvSpPr>
            <p:nvPr/>
          </p:nvSpPr>
          <p:spPr bwMode="auto">
            <a:xfrm>
              <a:off x="1282" y="1265"/>
              <a:ext cx="1169" cy="26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L5 data</a:t>
              </a:r>
            </a:p>
          </p:txBody>
        </p:sp>
        <p:sp>
          <p:nvSpPr>
            <p:cNvPr id="59408" name="Text Box 10">
              <a:extLst>
                <a:ext uri="{FF2B5EF4-FFF2-40B4-BE49-F238E27FC236}">
                  <a16:creationId xmlns:a16="http://schemas.microsoft.com/office/drawing/2014/main" id="{D17E48B7-5D1F-D089-FFCC-62521EE170E2}"/>
                </a:ext>
              </a:extLst>
            </p:cNvPr>
            <p:cNvSpPr txBox="1">
              <a:spLocks noChangeArrowheads="1"/>
            </p:cNvSpPr>
            <p:nvPr/>
          </p:nvSpPr>
          <p:spPr bwMode="auto">
            <a:xfrm>
              <a:off x="1152" y="960"/>
              <a:ext cx="1535" cy="239"/>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From Session Layer</a:t>
              </a:r>
            </a:p>
          </p:txBody>
        </p:sp>
        <p:sp>
          <p:nvSpPr>
            <p:cNvPr id="59409" name="Text Box 11">
              <a:extLst>
                <a:ext uri="{FF2B5EF4-FFF2-40B4-BE49-F238E27FC236}">
                  <a16:creationId xmlns:a16="http://schemas.microsoft.com/office/drawing/2014/main" id="{BC323A49-2699-9191-1278-FE5B486B23C3}"/>
                </a:ext>
              </a:extLst>
            </p:cNvPr>
            <p:cNvSpPr txBox="1">
              <a:spLocks noChangeArrowheads="1"/>
            </p:cNvSpPr>
            <p:nvPr/>
          </p:nvSpPr>
          <p:spPr bwMode="auto">
            <a:xfrm>
              <a:off x="855" y="1977"/>
              <a:ext cx="754" cy="29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H4</a:t>
              </a:r>
            </a:p>
          </p:txBody>
        </p:sp>
        <p:sp>
          <p:nvSpPr>
            <p:cNvPr id="59410" name="Text Box 12">
              <a:extLst>
                <a:ext uri="{FF2B5EF4-FFF2-40B4-BE49-F238E27FC236}">
                  <a16:creationId xmlns:a16="http://schemas.microsoft.com/office/drawing/2014/main" id="{53940A0D-0850-E281-7479-ACA0F71971C0}"/>
                </a:ext>
              </a:extLst>
            </p:cNvPr>
            <p:cNvSpPr txBox="1">
              <a:spLocks noChangeArrowheads="1"/>
            </p:cNvSpPr>
            <p:nvPr/>
          </p:nvSpPr>
          <p:spPr bwMode="auto">
            <a:xfrm>
              <a:off x="1756" y="1985"/>
              <a:ext cx="754" cy="29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H4</a:t>
              </a:r>
            </a:p>
          </p:txBody>
        </p:sp>
        <p:sp>
          <p:nvSpPr>
            <p:cNvPr id="59411" name="Line 13">
              <a:extLst>
                <a:ext uri="{FF2B5EF4-FFF2-40B4-BE49-F238E27FC236}">
                  <a16:creationId xmlns:a16="http://schemas.microsoft.com/office/drawing/2014/main" id="{22F78025-751B-7CBE-CEED-4FA7194EA1FF}"/>
                </a:ext>
              </a:extLst>
            </p:cNvPr>
            <p:cNvSpPr>
              <a:spLocks noChangeShapeType="1"/>
            </p:cNvSpPr>
            <p:nvPr/>
          </p:nvSpPr>
          <p:spPr bwMode="auto">
            <a:xfrm flipH="1">
              <a:off x="874" y="1552"/>
              <a:ext cx="401" cy="416"/>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12" name="Line 14">
              <a:extLst>
                <a:ext uri="{FF2B5EF4-FFF2-40B4-BE49-F238E27FC236}">
                  <a16:creationId xmlns:a16="http://schemas.microsoft.com/office/drawing/2014/main" id="{ADC5FEB4-E80B-A202-B005-75AEC375E6E0}"/>
                </a:ext>
              </a:extLst>
            </p:cNvPr>
            <p:cNvSpPr>
              <a:spLocks noChangeShapeType="1"/>
            </p:cNvSpPr>
            <p:nvPr/>
          </p:nvSpPr>
          <p:spPr bwMode="auto">
            <a:xfrm flipH="1">
              <a:off x="1367" y="1599"/>
              <a:ext cx="473" cy="352"/>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13" name="Line 15">
              <a:extLst>
                <a:ext uri="{FF2B5EF4-FFF2-40B4-BE49-F238E27FC236}">
                  <a16:creationId xmlns:a16="http://schemas.microsoft.com/office/drawing/2014/main" id="{59F1CFF0-827F-EAA2-1D6D-1FF37024A56D}"/>
                </a:ext>
              </a:extLst>
            </p:cNvPr>
            <p:cNvSpPr>
              <a:spLocks noChangeShapeType="1"/>
            </p:cNvSpPr>
            <p:nvPr/>
          </p:nvSpPr>
          <p:spPr bwMode="auto">
            <a:xfrm flipH="1">
              <a:off x="1755" y="1608"/>
              <a:ext cx="92" cy="351"/>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14" name="Line 16">
              <a:extLst>
                <a:ext uri="{FF2B5EF4-FFF2-40B4-BE49-F238E27FC236}">
                  <a16:creationId xmlns:a16="http://schemas.microsoft.com/office/drawing/2014/main" id="{2EAC0699-7C79-CF1B-7A28-340BB6397061}"/>
                </a:ext>
              </a:extLst>
            </p:cNvPr>
            <p:cNvSpPr>
              <a:spLocks noChangeShapeType="1"/>
            </p:cNvSpPr>
            <p:nvPr/>
          </p:nvSpPr>
          <p:spPr bwMode="auto">
            <a:xfrm flipH="1">
              <a:off x="2240" y="1577"/>
              <a:ext cx="205" cy="405"/>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15" name="Text Box 17">
              <a:extLst>
                <a:ext uri="{FF2B5EF4-FFF2-40B4-BE49-F238E27FC236}">
                  <a16:creationId xmlns:a16="http://schemas.microsoft.com/office/drawing/2014/main" id="{764962CC-0E32-E183-2745-92C880EC2944}"/>
                </a:ext>
              </a:extLst>
            </p:cNvPr>
            <p:cNvSpPr txBox="1">
              <a:spLocks noChangeArrowheads="1"/>
            </p:cNvSpPr>
            <p:nvPr/>
          </p:nvSpPr>
          <p:spPr bwMode="auto">
            <a:xfrm>
              <a:off x="1427" y="2643"/>
              <a:ext cx="755" cy="290"/>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59416" name="Text Box 18">
              <a:extLst>
                <a:ext uri="{FF2B5EF4-FFF2-40B4-BE49-F238E27FC236}">
                  <a16:creationId xmlns:a16="http://schemas.microsoft.com/office/drawing/2014/main" id="{3E22EFA4-FE49-2FC4-4E03-2C7C7699348D}"/>
                </a:ext>
              </a:extLst>
            </p:cNvPr>
            <p:cNvSpPr txBox="1">
              <a:spLocks noChangeArrowheads="1"/>
            </p:cNvSpPr>
            <p:nvPr/>
          </p:nvSpPr>
          <p:spPr bwMode="auto">
            <a:xfrm>
              <a:off x="1427" y="3043"/>
              <a:ext cx="755" cy="28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59417" name="Text Box 19">
              <a:extLst>
                <a:ext uri="{FF2B5EF4-FFF2-40B4-BE49-F238E27FC236}">
                  <a16:creationId xmlns:a16="http://schemas.microsoft.com/office/drawing/2014/main" id="{A77A535F-E140-446E-5FFF-120FAFD6F32C}"/>
                </a:ext>
              </a:extLst>
            </p:cNvPr>
            <p:cNvSpPr txBox="1">
              <a:spLocks noChangeArrowheads="1"/>
            </p:cNvSpPr>
            <p:nvPr/>
          </p:nvSpPr>
          <p:spPr bwMode="auto">
            <a:xfrm>
              <a:off x="1216" y="3426"/>
              <a:ext cx="1182" cy="242"/>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To Network Layer</a:t>
              </a:r>
            </a:p>
          </p:txBody>
        </p:sp>
        <p:sp>
          <p:nvSpPr>
            <p:cNvPr id="59418" name="AutoShape 20">
              <a:extLst>
                <a:ext uri="{FF2B5EF4-FFF2-40B4-BE49-F238E27FC236}">
                  <a16:creationId xmlns:a16="http://schemas.microsoft.com/office/drawing/2014/main" id="{B07A19F4-5FB9-0932-27F0-E231AC5EC3D6}"/>
                </a:ext>
              </a:extLst>
            </p:cNvPr>
            <p:cNvSpPr>
              <a:spLocks noChangeArrowheads="1"/>
            </p:cNvSpPr>
            <p:nvPr/>
          </p:nvSpPr>
          <p:spPr bwMode="auto">
            <a:xfrm>
              <a:off x="1256" y="1591"/>
              <a:ext cx="170" cy="243"/>
            </a:xfrm>
            <a:prstGeom prst="downArrow">
              <a:avLst>
                <a:gd name="adj1" fmla="val 50000"/>
                <a:gd name="adj2" fmla="val 35735"/>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19" name="AutoShape 21">
              <a:extLst>
                <a:ext uri="{FF2B5EF4-FFF2-40B4-BE49-F238E27FC236}">
                  <a16:creationId xmlns:a16="http://schemas.microsoft.com/office/drawing/2014/main" id="{19CC9D03-C03B-29CF-2C5E-2D547455A19F}"/>
                </a:ext>
              </a:extLst>
            </p:cNvPr>
            <p:cNvSpPr>
              <a:spLocks noChangeArrowheads="1"/>
            </p:cNvSpPr>
            <p:nvPr/>
          </p:nvSpPr>
          <p:spPr bwMode="auto">
            <a:xfrm>
              <a:off x="1998" y="1599"/>
              <a:ext cx="170" cy="243"/>
            </a:xfrm>
            <a:prstGeom prst="downArrow">
              <a:avLst>
                <a:gd name="adj1" fmla="val 50000"/>
                <a:gd name="adj2" fmla="val 35735"/>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20" name="Text Box 22">
              <a:extLst>
                <a:ext uri="{FF2B5EF4-FFF2-40B4-BE49-F238E27FC236}">
                  <a16:creationId xmlns:a16="http://schemas.microsoft.com/office/drawing/2014/main" id="{85C047EB-1EAF-813F-6646-5D5C2080A27B}"/>
                </a:ext>
              </a:extLst>
            </p:cNvPr>
            <p:cNvSpPr txBox="1">
              <a:spLocks noChangeArrowheads="1"/>
            </p:cNvSpPr>
            <p:nvPr/>
          </p:nvSpPr>
          <p:spPr bwMode="auto">
            <a:xfrm>
              <a:off x="3391" y="1248"/>
              <a:ext cx="1168" cy="266"/>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L5 data</a:t>
              </a:r>
            </a:p>
          </p:txBody>
        </p:sp>
        <p:sp>
          <p:nvSpPr>
            <p:cNvPr id="59421" name="Text Box 23">
              <a:extLst>
                <a:ext uri="{FF2B5EF4-FFF2-40B4-BE49-F238E27FC236}">
                  <a16:creationId xmlns:a16="http://schemas.microsoft.com/office/drawing/2014/main" id="{BC5A16B6-C3C1-6364-2726-0132EF351F4C}"/>
                </a:ext>
              </a:extLst>
            </p:cNvPr>
            <p:cNvSpPr txBox="1">
              <a:spLocks noChangeArrowheads="1"/>
            </p:cNvSpPr>
            <p:nvPr/>
          </p:nvSpPr>
          <p:spPr bwMode="auto">
            <a:xfrm>
              <a:off x="3378" y="917"/>
              <a:ext cx="1181" cy="242"/>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To Session Layer</a:t>
              </a:r>
            </a:p>
          </p:txBody>
        </p:sp>
        <p:sp>
          <p:nvSpPr>
            <p:cNvPr id="59422" name="Text Box 24">
              <a:extLst>
                <a:ext uri="{FF2B5EF4-FFF2-40B4-BE49-F238E27FC236}">
                  <a16:creationId xmlns:a16="http://schemas.microsoft.com/office/drawing/2014/main" id="{4B983EBE-7175-33F6-39B1-8A47361B327C}"/>
                </a:ext>
              </a:extLst>
            </p:cNvPr>
            <p:cNvSpPr txBox="1">
              <a:spLocks noChangeArrowheads="1"/>
            </p:cNvSpPr>
            <p:nvPr/>
          </p:nvSpPr>
          <p:spPr bwMode="auto">
            <a:xfrm>
              <a:off x="3241" y="1970"/>
              <a:ext cx="754" cy="288"/>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H4</a:t>
              </a:r>
            </a:p>
          </p:txBody>
        </p:sp>
        <p:sp>
          <p:nvSpPr>
            <p:cNvPr id="59423" name="Text Box 25">
              <a:extLst>
                <a:ext uri="{FF2B5EF4-FFF2-40B4-BE49-F238E27FC236}">
                  <a16:creationId xmlns:a16="http://schemas.microsoft.com/office/drawing/2014/main" id="{86879370-9BC4-BB31-9652-741724867B01}"/>
                </a:ext>
              </a:extLst>
            </p:cNvPr>
            <p:cNvSpPr txBox="1">
              <a:spLocks noChangeArrowheads="1"/>
            </p:cNvSpPr>
            <p:nvPr/>
          </p:nvSpPr>
          <p:spPr bwMode="auto">
            <a:xfrm>
              <a:off x="4140" y="1977"/>
              <a:ext cx="755" cy="29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H4</a:t>
              </a:r>
            </a:p>
          </p:txBody>
        </p:sp>
        <p:sp>
          <p:nvSpPr>
            <p:cNvPr id="59424" name="Line 26">
              <a:extLst>
                <a:ext uri="{FF2B5EF4-FFF2-40B4-BE49-F238E27FC236}">
                  <a16:creationId xmlns:a16="http://schemas.microsoft.com/office/drawing/2014/main" id="{3E3BA7B4-E30C-4D4C-D845-B46BBE266A99}"/>
                </a:ext>
              </a:extLst>
            </p:cNvPr>
            <p:cNvSpPr>
              <a:spLocks noChangeShapeType="1"/>
            </p:cNvSpPr>
            <p:nvPr/>
          </p:nvSpPr>
          <p:spPr bwMode="auto">
            <a:xfrm flipH="1">
              <a:off x="3240" y="1577"/>
              <a:ext cx="138" cy="382"/>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25" name="Line 27">
              <a:extLst>
                <a:ext uri="{FF2B5EF4-FFF2-40B4-BE49-F238E27FC236}">
                  <a16:creationId xmlns:a16="http://schemas.microsoft.com/office/drawing/2014/main" id="{904B5A71-426E-5DE7-1017-A2AC8DA851CA}"/>
                </a:ext>
              </a:extLst>
            </p:cNvPr>
            <p:cNvSpPr>
              <a:spLocks noChangeShapeType="1"/>
            </p:cNvSpPr>
            <p:nvPr/>
          </p:nvSpPr>
          <p:spPr bwMode="auto">
            <a:xfrm flipH="1">
              <a:off x="3733" y="1537"/>
              <a:ext cx="165" cy="400"/>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26" name="AutoShape 28">
              <a:extLst>
                <a:ext uri="{FF2B5EF4-FFF2-40B4-BE49-F238E27FC236}">
                  <a16:creationId xmlns:a16="http://schemas.microsoft.com/office/drawing/2014/main" id="{DB805FFB-C7EB-FF08-3BE0-C7EF222782E9}"/>
                </a:ext>
              </a:extLst>
            </p:cNvPr>
            <p:cNvSpPr>
              <a:spLocks noChangeArrowheads="1"/>
            </p:cNvSpPr>
            <p:nvPr/>
          </p:nvSpPr>
          <p:spPr bwMode="auto">
            <a:xfrm>
              <a:off x="3443" y="1529"/>
              <a:ext cx="164" cy="226"/>
            </a:xfrm>
            <a:prstGeom prst="upArrow">
              <a:avLst>
                <a:gd name="adj1" fmla="val 50000"/>
                <a:gd name="adj2" fmla="val 34451"/>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27" name="AutoShape 29">
              <a:extLst>
                <a:ext uri="{FF2B5EF4-FFF2-40B4-BE49-F238E27FC236}">
                  <a16:creationId xmlns:a16="http://schemas.microsoft.com/office/drawing/2014/main" id="{EE47B3D6-444B-8F53-8D68-D43E8EDA30F4}"/>
                </a:ext>
              </a:extLst>
            </p:cNvPr>
            <p:cNvSpPr>
              <a:spLocks noChangeArrowheads="1"/>
            </p:cNvSpPr>
            <p:nvPr/>
          </p:nvSpPr>
          <p:spPr bwMode="auto">
            <a:xfrm>
              <a:off x="4318" y="1585"/>
              <a:ext cx="162" cy="226"/>
            </a:xfrm>
            <a:prstGeom prst="upArrow">
              <a:avLst>
                <a:gd name="adj1" fmla="val 50000"/>
                <a:gd name="adj2" fmla="val 34877"/>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28" name="Line 30">
              <a:extLst>
                <a:ext uri="{FF2B5EF4-FFF2-40B4-BE49-F238E27FC236}">
                  <a16:creationId xmlns:a16="http://schemas.microsoft.com/office/drawing/2014/main" id="{EFF7203C-D481-EF58-EEE7-3D71EED34948}"/>
                </a:ext>
              </a:extLst>
            </p:cNvPr>
            <p:cNvSpPr>
              <a:spLocks noChangeShapeType="1"/>
            </p:cNvSpPr>
            <p:nvPr/>
          </p:nvSpPr>
          <p:spPr bwMode="auto">
            <a:xfrm>
              <a:off x="3903" y="1537"/>
              <a:ext cx="229" cy="406"/>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29" name="Line 31">
              <a:extLst>
                <a:ext uri="{FF2B5EF4-FFF2-40B4-BE49-F238E27FC236}">
                  <a16:creationId xmlns:a16="http://schemas.microsoft.com/office/drawing/2014/main" id="{38A63C1F-E4CD-21B9-5A10-7386E70D3CAB}"/>
                </a:ext>
              </a:extLst>
            </p:cNvPr>
            <p:cNvSpPr>
              <a:spLocks noChangeShapeType="1"/>
            </p:cNvSpPr>
            <p:nvPr/>
          </p:nvSpPr>
          <p:spPr bwMode="auto">
            <a:xfrm>
              <a:off x="4555" y="1546"/>
              <a:ext cx="70" cy="391"/>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30" name="Text Box 32">
              <a:extLst>
                <a:ext uri="{FF2B5EF4-FFF2-40B4-BE49-F238E27FC236}">
                  <a16:creationId xmlns:a16="http://schemas.microsoft.com/office/drawing/2014/main" id="{1C2E04BC-3D0B-E34C-7749-A643C5F5ACC0}"/>
                </a:ext>
              </a:extLst>
            </p:cNvPr>
            <p:cNvSpPr txBox="1">
              <a:spLocks noChangeArrowheads="1"/>
            </p:cNvSpPr>
            <p:nvPr/>
          </p:nvSpPr>
          <p:spPr bwMode="auto">
            <a:xfrm>
              <a:off x="3766" y="2643"/>
              <a:ext cx="755" cy="290"/>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59431" name="Text Box 33">
              <a:extLst>
                <a:ext uri="{FF2B5EF4-FFF2-40B4-BE49-F238E27FC236}">
                  <a16:creationId xmlns:a16="http://schemas.microsoft.com/office/drawing/2014/main" id="{5EF9A15D-8A50-39AD-0545-82904B739026}"/>
                </a:ext>
              </a:extLst>
            </p:cNvPr>
            <p:cNvSpPr txBox="1">
              <a:spLocks noChangeArrowheads="1"/>
            </p:cNvSpPr>
            <p:nvPr/>
          </p:nvSpPr>
          <p:spPr bwMode="auto">
            <a:xfrm>
              <a:off x="3766" y="3043"/>
              <a:ext cx="755" cy="28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L4 data</a:t>
              </a:r>
            </a:p>
          </p:txBody>
        </p:sp>
        <p:sp>
          <p:nvSpPr>
            <p:cNvPr id="59432" name="Text Box 34">
              <a:extLst>
                <a:ext uri="{FF2B5EF4-FFF2-40B4-BE49-F238E27FC236}">
                  <a16:creationId xmlns:a16="http://schemas.microsoft.com/office/drawing/2014/main" id="{91F1C17B-CF73-A2C8-B397-1FECE5AACC22}"/>
                </a:ext>
              </a:extLst>
            </p:cNvPr>
            <p:cNvSpPr txBox="1">
              <a:spLocks noChangeArrowheads="1"/>
            </p:cNvSpPr>
            <p:nvPr/>
          </p:nvSpPr>
          <p:spPr bwMode="auto">
            <a:xfrm>
              <a:off x="3556" y="3426"/>
              <a:ext cx="1233" cy="242"/>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From Network Layer</a:t>
              </a:r>
            </a:p>
          </p:txBody>
        </p:sp>
        <p:sp>
          <p:nvSpPr>
            <p:cNvPr id="59433" name="AutoShape 35">
              <a:extLst>
                <a:ext uri="{FF2B5EF4-FFF2-40B4-BE49-F238E27FC236}">
                  <a16:creationId xmlns:a16="http://schemas.microsoft.com/office/drawing/2014/main" id="{618FB8D8-7E3B-F1F1-6CEB-2BA7845BB363}"/>
                </a:ext>
              </a:extLst>
            </p:cNvPr>
            <p:cNvSpPr>
              <a:spLocks noChangeArrowheads="1"/>
            </p:cNvSpPr>
            <p:nvPr/>
          </p:nvSpPr>
          <p:spPr bwMode="auto">
            <a:xfrm rot="9360000">
              <a:off x="3772" y="2290"/>
              <a:ext cx="153" cy="342"/>
            </a:xfrm>
            <a:prstGeom prst="curvedLeftArrow">
              <a:avLst>
                <a:gd name="adj1" fmla="val 44706"/>
                <a:gd name="adj2" fmla="val 89412"/>
                <a:gd name="adj3" fmla="val 3333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34" name="AutoShape 36">
              <a:extLst>
                <a:ext uri="{FF2B5EF4-FFF2-40B4-BE49-F238E27FC236}">
                  <a16:creationId xmlns:a16="http://schemas.microsoft.com/office/drawing/2014/main" id="{0678528B-19AD-D63A-7DC5-6326B31CC830}"/>
                </a:ext>
              </a:extLst>
            </p:cNvPr>
            <p:cNvSpPr>
              <a:spLocks noChangeArrowheads="1"/>
            </p:cNvSpPr>
            <p:nvPr/>
          </p:nvSpPr>
          <p:spPr bwMode="auto">
            <a:xfrm>
              <a:off x="1776" y="2304"/>
              <a:ext cx="164" cy="319"/>
            </a:xfrm>
            <a:prstGeom prst="curvedLeftArrow">
              <a:avLst>
                <a:gd name="adj1" fmla="val 38902"/>
                <a:gd name="adj2" fmla="val 77805"/>
                <a:gd name="adj3" fmla="val 3333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35" name="AutoShape 37">
              <a:extLst>
                <a:ext uri="{FF2B5EF4-FFF2-40B4-BE49-F238E27FC236}">
                  <a16:creationId xmlns:a16="http://schemas.microsoft.com/office/drawing/2014/main" id="{0B17ED80-5FC5-A027-7597-ED34C7292B7F}"/>
                </a:ext>
              </a:extLst>
            </p:cNvPr>
            <p:cNvSpPr>
              <a:spLocks noChangeArrowheads="1"/>
            </p:cNvSpPr>
            <p:nvPr/>
          </p:nvSpPr>
          <p:spPr bwMode="auto">
            <a:xfrm>
              <a:off x="1439" y="2297"/>
              <a:ext cx="184" cy="352"/>
            </a:xfrm>
            <a:prstGeom prst="curvedRightArrow">
              <a:avLst>
                <a:gd name="adj1" fmla="val 38261"/>
                <a:gd name="adj2" fmla="val 76522"/>
                <a:gd name="adj3" fmla="val 3333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9436" name="AutoShape 38">
              <a:extLst>
                <a:ext uri="{FF2B5EF4-FFF2-40B4-BE49-F238E27FC236}">
                  <a16:creationId xmlns:a16="http://schemas.microsoft.com/office/drawing/2014/main" id="{FA55286C-C136-78FA-6546-C9B19DC2E231}"/>
                </a:ext>
              </a:extLst>
            </p:cNvPr>
            <p:cNvSpPr>
              <a:spLocks noChangeArrowheads="1"/>
            </p:cNvSpPr>
            <p:nvPr/>
          </p:nvSpPr>
          <p:spPr bwMode="auto">
            <a:xfrm rot="-9000000">
              <a:off x="4141" y="2305"/>
              <a:ext cx="184" cy="352"/>
            </a:xfrm>
            <a:prstGeom prst="curvedRightArrow">
              <a:avLst>
                <a:gd name="adj1" fmla="val 38261"/>
                <a:gd name="adj2" fmla="val 76522"/>
                <a:gd name="adj3" fmla="val 3333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59399" name="Text Box 39">
            <a:extLst>
              <a:ext uri="{FF2B5EF4-FFF2-40B4-BE49-F238E27FC236}">
                <a16:creationId xmlns:a16="http://schemas.microsoft.com/office/drawing/2014/main" id="{8E8FA228-FABB-BBBF-3F59-2987EEA7B0E2}"/>
              </a:ext>
            </a:extLst>
          </p:cNvPr>
          <p:cNvSpPr txBox="1">
            <a:spLocks noChangeArrowheads="1"/>
          </p:cNvSpPr>
          <p:nvPr/>
        </p:nvSpPr>
        <p:spPr bwMode="auto">
          <a:xfrm>
            <a:off x="593725" y="371475"/>
            <a:ext cx="2581275"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2800" b="1" i="1">
                <a:solidFill>
                  <a:srgbClr val="000000"/>
                </a:solidFill>
                <a:latin typeface="Times New Roman" panose="02020603050405020304" pitchFamily="18" charset="0"/>
              </a:rPr>
              <a:t>Transport Layer</a:t>
            </a:r>
          </a:p>
        </p:txBody>
      </p:sp>
      <p:sp>
        <p:nvSpPr>
          <p:cNvPr id="59400" name="Line 40">
            <a:extLst>
              <a:ext uri="{FF2B5EF4-FFF2-40B4-BE49-F238E27FC236}">
                <a16:creationId xmlns:a16="http://schemas.microsoft.com/office/drawing/2014/main" id="{BC06CBB9-2403-F7F0-307A-36BD744E1458}"/>
              </a:ext>
            </a:extLst>
          </p:cNvPr>
          <p:cNvSpPr>
            <a:spLocks noChangeShapeType="1"/>
          </p:cNvSpPr>
          <p:nvPr/>
        </p:nvSpPr>
        <p:spPr bwMode="auto">
          <a:xfrm>
            <a:off x="2209800" y="3124200"/>
            <a:ext cx="1588" cy="4572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01" name="Line 41">
            <a:extLst>
              <a:ext uri="{FF2B5EF4-FFF2-40B4-BE49-F238E27FC236}">
                <a16:creationId xmlns:a16="http://schemas.microsoft.com/office/drawing/2014/main" id="{649AAB18-CBB5-3CCF-2F7E-EC6727C70985}"/>
              </a:ext>
            </a:extLst>
          </p:cNvPr>
          <p:cNvSpPr>
            <a:spLocks noChangeShapeType="1"/>
          </p:cNvSpPr>
          <p:nvPr/>
        </p:nvSpPr>
        <p:spPr bwMode="auto">
          <a:xfrm>
            <a:off x="3581400" y="3124200"/>
            <a:ext cx="1588" cy="5334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02" name="Line 42">
            <a:extLst>
              <a:ext uri="{FF2B5EF4-FFF2-40B4-BE49-F238E27FC236}">
                <a16:creationId xmlns:a16="http://schemas.microsoft.com/office/drawing/2014/main" id="{38A49C3D-CB77-CD6D-2E39-BCD29BEE6984}"/>
              </a:ext>
            </a:extLst>
          </p:cNvPr>
          <p:cNvSpPr>
            <a:spLocks noChangeShapeType="1"/>
          </p:cNvSpPr>
          <p:nvPr/>
        </p:nvSpPr>
        <p:spPr bwMode="auto">
          <a:xfrm>
            <a:off x="5943600" y="3124200"/>
            <a:ext cx="1588" cy="4572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9403" name="Line 43">
            <a:extLst>
              <a:ext uri="{FF2B5EF4-FFF2-40B4-BE49-F238E27FC236}">
                <a16:creationId xmlns:a16="http://schemas.microsoft.com/office/drawing/2014/main" id="{2156B123-C244-7B41-2A39-6AA25F67242A}"/>
              </a:ext>
            </a:extLst>
          </p:cNvPr>
          <p:cNvSpPr>
            <a:spLocks noChangeShapeType="1"/>
          </p:cNvSpPr>
          <p:nvPr/>
        </p:nvSpPr>
        <p:spPr bwMode="auto">
          <a:xfrm>
            <a:off x="7315200" y="3124200"/>
            <a:ext cx="1588" cy="4572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ext Box 1">
            <a:extLst>
              <a:ext uri="{FF2B5EF4-FFF2-40B4-BE49-F238E27FC236}">
                <a16:creationId xmlns:a16="http://schemas.microsoft.com/office/drawing/2014/main" id="{D600CCC6-87F1-A3C2-05A4-D9CDC4D3E4F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1443" name="Text Box 2">
            <a:extLst>
              <a:ext uri="{FF2B5EF4-FFF2-40B4-BE49-F238E27FC236}">
                <a16:creationId xmlns:a16="http://schemas.microsoft.com/office/drawing/2014/main" id="{07782AB6-F0E7-0186-FA1E-1CAB4BB6C42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D7E0F2D-72F7-4C9B-9B27-24A9B03E5252}" type="slidenum">
              <a:rPr lang="en-US" altLang="en-US" sz="1400">
                <a:solidFill>
                  <a:srgbClr val="000000"/>
                </a:solidFill>
              </a:rPr>
              <a:pPr algn="r" eaLnBrk="1" hangingPunct="1">
                <a:buClrTx/>
                <a:buSzPct val="60000"/>
                <a:buFontTx/>
                <a:buNone/>
              </a:pPr>
              <a:t>29</a:t>
            </a:fld>
            <a:endParaRPr lang="en-US" altLang="en-US" sz="1400">
              <a:solidFill>
                <a:srgbClr val="000000"/>
              </a:solidFill>
            </a:endParaRPr>
          </a:p>
        </p:txBody>
      </p:sp>
      <p:sp>
        <p:nvSpPr>
          <p:cNvPr id="61444" name="Text Box 3">
            <a:extLst>
              <a:ext uri="{FF2B5EF4-FFF2-40B4-BE49-F238E27FC236}">
                <a16:creationId xmlns:a16="http://schemas.microsoft.com/office/drawing/2014/main" id="{FB6B25CF-9141-AE9D-FA45-ABE81DEDEB6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Transport Layer Functions – 1</a:t>
            </a:r>
          </a:p>
        </p:txBody>
      </p:sp>
      <p:sp>
        <p:nvSpPr>
          <p:cNvPr id="61445" name="Text Box 4">
            <a:extLst>
              <a:ext uri="{FF2B5EF4-FFF2-40B4-BE49-F238E27FC236}">
                <a16:creationId xmlns:a16="http://schemas.microsoft.com/office/drawing/2014/main" id="{7EA90E81-A152-5A0D-B893-FB335EDD952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“Process” is an application program running on a host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Network layer delivers packets from source to destination, but has no clue about the relationship between these packets</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It treats each one of them as an independent packet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Transport layer takes care of ensuring that the whole message arrives from the sender to the destination</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Also handles flow control and error control at the source-to-destination level</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Text Box 1">
            <a:extLst>
              <a:ext uri="{FF2B5EF4-FFF2-40B4-BE49-F238E27FC236}">
                <a16:creationId xmlns:a16="http://schemas.microsoft.com/office/drawing/2014/main" id="{CD0B6502-D8D3-A7F2-C33B-54948E5802A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3491" name="Text Box 2">
            <a:extLst>
              <a:ext uri="{FF2B5EF4-FFF2-40B4-BE49-F238E27FC236}">
                <a16:creationId xmlns:a16="http://schemas.microsoft.com/office/drawing/2014/main" id="{B606D95D-E484-27AE-1934-F1E0D583DEE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CACABE5-CCCD-4A7B-862D-CEDA9C1076EB}" type="slidenum">
              <a:rPr lang="en-US" altLang="en-US" sz="1400">
                <a:solidFill>
                  <a:srgbClr val="000000"/>
                </a:solidFill>
              </a:rPr>
              <a:pPr algn="r" eaLnBrk="1" hangingPunct="1">
                <a:buClrTx/>
                <a:buSzPct val="60000"/>
                <a:buFontTx/>
                <a:buNone/>
              </a:pPr>
              <a:t>30</a:t>
            </a:fld>
            <a:endParaRPr lang="en-US" altLang="en-US" sz="1400">
              <a:solidFill>
                <a:srgbClr val="000000"/>
              </a:solidFill>
            </a:endParaRPr>
          </a:p>
        </p:txBody>
      </p:sp>
      <p:sp>
        <p:nvSpPr>
          <p:cNvPr id="63492" name="Text Box 3">
            <a:extLst>
              <a:ext uri="{FF2B5EF4-FFF2-40B4-BE49-F238E27FC236}">
                <a16:creationId xmlns:a16="http://schemas.microsoft.com/office/drawing/2014/main" id="{A508B744-4888-BA46-F5F0-05B184EC936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Transport Layer Functions – 2</a:t>
            </a:r>
          </a:p>
        </p:txBody>
      </p:sp>
      <p:graphicFrame>
        <p:nvGraphicFramePr>
          <p:cNvPr id="33796" name="Group 4">
            <a:extLst>
              <a:ext uri="{FF2B5EF4-FFF2-40B4-BE49-F238E27FC236}">
                <a16:creationId xmlns:a16="http://schemas.microsoft.com/office/drawing/2014/main" id="{AE9AB8ED-A1F0-4E41-B1BD-B69EB6B3993A}"/>
              </a:ext>
            </a:extLst>
          </p:cNvPr>
          <p:cNvGraphicFramePr>
            <a:graphicFrameLocks noGrp="1"/>
          </p:cNvGraphicFramePr>
          <p:nvPr/>
        </p:nvGraphicFramePr>
        <p:xfrm>
          <a:off x="2590800" y="1981200"/>
          <a:ext cx="3695700" cy="1587500"/>
        </p:xfrm>
        <a:graphic>
          <a:graphicData uri="http://schemas.openxmlformats.org/drawingml/2006/table">
            <a:tbl>
              <a:tblPr/>
              <a:tblGrid>
                <a:gridCol w="1295400">
                  <a:extLst>
                    <a:ext uri="{9D8B030D-6E8A-4147-A177-3AD203B41FA5}">
                      <a16:colId xmlns:a16="http://schemas.microsoft.com/office/drawing/2014/main" val="890519254"/>
                    </a:ext>
                  </a:extLst>
                </a:gridCol>
                <a:gridCol w="2400300">
                  <a:extLst>
                    <a:ext uri="{9D8B030D-6E8A-4147-A177-3AD203B41FA5}">
                      <a16:colId xmlns:a16="http://schemas.microsoft.com/office/drawing/2014/main" val="116081883"/>
                    </a:ext>
                  </a:extLst>
                </a:gridCol>
              </a:tblGrid>
              <a:tr h="396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1" u="none" strike="noStrike" cap="none" normalizeH="0" baseline="0">
                          <a:ln>
                            <a:noFill/>
                          </a:ln>
                          <a:solidFill>
                            <a:srgbClr val="FFFFFF"/>
                          </a:solidFill>
                          <a:effectLst/>
                          <a:latin typeface="Times New Roman" panose="02020603050405020304" pitchFamily="18" charset="0"/>
                          <a:ea typeface="Microsoft YaHei" panose="020B0503020204020204" pitchFamily="34" charset="-122"/>
                          <a:cs typeface="Times New Roman" panose="02020603050405020304" pitchFamily="18" charset="0"/>
                        </a:rPr>
                        <a:t>Layer</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12240" cap="flat" cmpd="sng" algn="ctr">
                      <a:solidFill>
                        <a:srgbClr val="000000"/>
                      </a:solidFill>
                      <a:prstDash val="solid"/>
                      <a:round/>
                      <a:headEnd type="none" w="med" len="med"/>
                      <a:tailEnd type="none" w="med" len="med"/>
                    </a:lnB>
                    <a:lnTlToBr>
                      <a:noFill/>
                    </a:lnTlToBr>
                    <a:lnBlToTr>
                      <a:noFill/>
                    </a:lnBlToTr>
                    <a:solidFill>
                      <a:srgbClr val="80000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1" u="none" strike="noStrike" cap="none" normalizeH="0" baseline="0">
                          <a:ln>
                            <a:noFill/>
                          </a:ln>
                          <a:solidFill>
                            <a:srgbClr val="FFFFFF"/>
                          </a:solidFill>
                          <a:effectLst/>
                          <a:latin typeface="Times New Roman" panose="02020603050405020304" pitchFamily="18" charset="0"/>
                          <a:ea typeface="Microsoft YaHei" panose="020B0503020204020204" pitchFamily="34" charset="-122"/>
                          <a:cs typeface="Times New Roman" panose="02020603050405020304" pitchFamily="18" charset="0"/>
                        </a:rPr>
                        <a:t>Responsibility</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12240" cap="flat" cmpd="sng" algn="ctr">
                      <a:solidFill>
                        <a:srgbClr val="000000"/>
                      </a:solidFill>
                      <a:prstDash val="solid"/>
                      <a:round/>
                      <a:headEnd type="none" w="med" len="med"/>
                      <a:tailEnd type="none" w="med" len="med"/>
                    </a:lnB>
                    <a:lnTlToBr>
                      <a:noFill/>
                    </a:lnTlToBr>
                    <a:lnBlToTr>
                      <a:noFill/>
                    </a:lnBlToTr>
                    <a:solidFill>
                      <a:srgbClr val="800000"/>
                    </a:solidFill>
                  </a:tcPr>
                </a:tc>
                <a:extLst>
                  <a:ext uri="{0D108BD9-81ED-4DB2-BD59-A6C34878D82A}">
                    <a16:rowId xmlns:a16="http://schemas.microsoft.com/office/drawing/2014/main" val="2446370899"/>
                  </a:ext>
                </a:extLst>
              </a:tr>
              <a:tr h="396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1"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Data link</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12240" cap="flat" cmpd="sng" algn="ctr">
                      <a:solidFill>
                        <a:srgbClr val="000000"/>
                      </a:solidFill>
                      <a:prstDash val="solid"/>
                      <a:round/>
                      <a:headEnd type="none" w="med" len="med"/>
                      <a:tailEnd type="none" w="med" len="med"/>
                    </a:lnT>
                    <a:lnB w="4320" cap="flat" cmpd="sng" algn="ctr">
                      <a:solidFill>
                        <a:srgbClr val="000000"/>
                      </a:solidFill>
                      <a:prstDash val="solid"/>
                      <a:round/>
                      <a:headEnd type="none" w="med" len="med"/>
                      <a:tailEnd type="none" w="med" len="med"/>
                    </a:lnB>
                    <a:lnTlToBr>
                      <a:noFill/>
                    </a:lnTlToBr>
                    <a:lnBlToTr>
                      <a:noFill/>
                    </a:lnBlToTr>
                    <a:solidFill>
                      <a:srgbClr val="FFFFEF"/>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Hop-to-hop</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12240" cap="flat" cmpd="sng" algn="ctr">
                      <a:solidFill>
                        <a:srgbClr val="000000"/>
                      </a:solidFill>
                      <a:prstDash val="solid"/>
                      <a:round/>
                      <a:headEnd type="none" w="med" len="med"/>
                      <a:tailEnd type="none" w="med" len="med"/>
                    </a:lnT>
                    <a:lnB w="4320" cap="flat" cmpd="sng" algn="ctr">
                      <a:solidFill>
                        <a:srgbClr val="000000"/>
                      </a:solidFill>
                      <a:prstDash val="solid"/>
                      <a:round/>
                      <a:headEnd type="none" w="med" len="med"/>
                      <a:tailEnd type="none" w="med" len="med"/>
                    </a:lnB>
                    <a:lnTlToBr>
                      <a:noFill/>
                    </a:lnTlToBr>
                    <a:lnBlToTr>
                      <a:noFill/>
                    </a:lnBlToTr>
                    <a:solidFill>
                      <a:srgbClr val="FFFFEF"/>
                    </a:solidFill>
                  </a:tcPr>
                </a:tc>
                <a:extLst>
                  <a:ext uri="{0D108BD9-81ED-4DB2-BD59-A6C34878D82A}">
                    <a16:rowId xmlns:a16="http://schemas.microsoft.com/office/drawing/2014/main" val="242211047"/>
                  </a:ext>
                </a:extLst>
              </a:tr>
              <a:tr h="396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1"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Network</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4320" cap="flat" cmpd="sng" algn="ctr">
                      <a:solidFill>
                        <a:srgbClr val="000000"/>
                      </a:solidFill>
                      <a:prstDash val="solid"/>
                      <a:round/>
                      <a:headEnd type="none" w="med" len="med"/>
                      <a:tailEnd type="none" w="med" len="med"/>
                    </a:lnB>
                    <a:lnTlToBr>
                      <a:noFill/>
                    </a:lnTlToBr>
                    <a:lnBlToTr>
                      <a:noFill/>
                    </a:lnBlToTr>
                    <a:solidFill>
                      <a:srgbClr val="FFFFEF"/>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Source-to-destination</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4320" cap="flat" cmpd="sng" algn="ctr">
                      <a:solidFill>
                        <a:srgbClr val="000000"/>
                      </a:solidFill>
                      <a:prstDash val="solid"/>
                      <a:round/>
                      <a:headEnd type="none" w="med" len="med"/>
                      <a:tailEnd type="none" w="med" len="med"/>
                    </a:lnB>
                    <a:lnTlToBr>
                      <a:noFill/>
                    </a:lnTlToBr>
                    <a:lnBlToTr>
                      <a:noFill/>
                    </a:lnBlToTr>
                    <a:solidFill>
                      <a:srgbClr val="FFFFEF"/>
                    </a:solidFill>
                  </a:tcPr>
                </a:tc>
                <a:extLst>
                  <a:ext uri="{0D108BD9-81ED-4DB2-BD59-A6C34878D82A}">
                    <a16:rowId xmlns:a16="http://schemas.microsoft.com/office/drawing/2014/main" val="3600895733"/>
                  </a:ext>
                </a:extLst>
              </a:tr>
              <a:tr h="396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1"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Transport</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12240" cap="flat" cmpd="sng" algn="ctr">
                      <a:solidFill>
                        <a:srgbClr val="000000"/>
                      </a:solidFill>
                      <a:prstDash val="solid"/>
                      <a:round/>
                      <a:headEnd type="none" w="med" len="med"/>
                      <a:tailEnd type="none" w="med" len="med"/>
                    </a:lnB>
                    <a:lnTlToBr>
                      <a:noFill/>
                    </a:lnTlToBr>
                    <a:lnBlToTr>
                      <a:noFill/>
                    </a:lnBlToTr>
                    <a:solidFill>
                      <a:srgbClr val="FFFFEF"/>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Process-to-process</a:t>
                      </a:r>
                    </a:p>
                  </a:txBody>
                  <a:tcPr marL="90000" marR="90000" marT="58420" horzOverflow="overflow">
                    <a:lnL w="4320" cap="flat" cmpd="sng" algn="ctr">
                      <a:solidFill>
                        <a:srgbClr val="000000"/>
                      </a:solidFill>
                      <a:prstDash val="solid"/>
                      <a:round/>
                      <a:headEnd type="none" w="med" len="med"/>
                      <a:tailEnd type="none" w="med" len="med"/>
                    </a:lnL>
                    <a:lnR w="4320" cap="flat" cmpd="sng" algn="ctr">
                      <a:solidFill>
                        <a:srgbClr val="000000"/>
                      </a:solidFill>
                      <a:prstDash val="solid"/>
                      <a:round/>
                      <a:headEnd type="none" w="med" len="med"/>
                      <a:tailEnd type="none" w="med" len="med"/>
                    </a:lnR>
                    <a:lnT w="4320" cap="flat" cmpd="sng" algn="ctr">
                      <a:solidFill>
                        <a:srgbClr val="000000"/>
                      </a:solidFill>
                      <a:prstDash val="solid"/>
                      <a:round/>
                      <a:headEnd type="none" w="med" len="med"/>
                      <a:tailEnd type="none" w="med" len="med"/>
                    </a:lnT>
                    <a:lnB w="12240" cap="flat" cmpd="sng" algn="ctr">
                      <a:solidFill>
                        <a:srgbClr val="000000"/>
                      </a:solidFill>
                      <a:prstDash val="solid"/>
                      <a:round/>
                      <a:headEnd type="none" w="med" len="med"/>
                      <a:tailEnd type="none" w="med" len="med"/>
                    </a:lnB>
                    <a:lnTlToBr>
                      <a:noFill/>
                    </a:lnTlToBr>
                    <a:lnBlToTr>
                      <a:noFill/>
                    </a:lnBlToTr>
                    <a:solidFill>
                      <a:srgbClr val="FFFFEF"/>
                    </a:solidFill>
                  </a:tcPr>
                </a:tc>
                <a:extLst>
                  <a:ext uri="{0D108BD9-81ED-4DB2-BD59-A6C34878D82A}">
                    <a16:rowId xmlns:a16="http://schemas.microsoft.com/office/drawing/2014/main" val="1756347716"/>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1">
            <a:extLst>
              <a:ext uri="{FF2B5EF4-FFF2-40B4-BE49-F238E27FC236}">
                <a16:creationId xmlns:a16="http://schemas.microsoft.com/office/drawing/2014/main" id="{70DFED61-3ABB-0B89-9DB0-B5606AC3364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5539" name="Text Box 2">
            <a:extLst>
              <a:ext uri="{FF2B5EF4-FFF2-40B4-BE49-F238E27FC236}">
                <a16:creationId xmlns:a16="http://schemas.microsoft.com/office/drawing/2014/main" id="{037971D9-526A-D92B-8010-9124DC4B56D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F26E4F1-260C-4904-BD59-2781CC089C3F}" type="slidenum">
              <a:rPr lang="en-US" altLang="en-US" sz="1400">
                <a:solidFill>
                  <a:srgbClr val="000000"/>
                </a:solidFill>
              </a:rPr>
              <a:pPr algn="r" eaLnBrk="1" hangingPunct="1">
                <a:buClrTx/>
                <a:buSzPct val="60000"/>
                <a:buFontTx/>
                <a:buNone/>
              </a:pPr>
              <a:t>31</a:t>
            </a:fld>
            <a:endParaRPr lang="en-US" altLang="en-US" sz="1400">
              <a:solidFill>
                <a:srgbClr val="000000"/>
              </a:solidFill>
            </a:endParaRPr>
          </a:p>
        </p:txBody>
      </p:sp>
      <p:sp>
        <p:nvSpPr>
          <p:cNvPr id="65540" name="Text Box 3">
            <a:extLst>
              <a:ext uri="{FF2B5EF4-FFF2-40B4-BE49-F238E27FC236}">
                <a16:creationId xmlns:a16="http://schemas.microsoft.com/office/drawing/2014/main" id="{A8E0E4A5-39C7-B71E-06F1-A1F59CDB0AA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Transport Layer Functions – 3</a:t>
            </a:r>
          </a:p>
        </p:txBody>
      </p:sp>
      <p:sp>
        <p:nvSpPr>
          <p:cNvPr id="65541" name="Text Box 4">
            <a:extLst>
              <a:ext uri="{FF2B5EF4-FFF2-40B4-BE49-F238E27FC236}">
                <a16:creationId xmlns:a16="http://schemas.microsoft.com/office/drawing/2014/main" id="{580AF3A5-BE88-CD0C-CBE9-56ABB95430E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Port addressing: Ensure the right application gets packets on a computer running several applications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Segmentation and reassembly: Divide a message into segments, each bearing a segment number</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Destination uses these to reassemble messages and to track loss, duplication, or sequencing problems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Connection control: Connection-oriented or connection-less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Flow control: End-to-end, not hop-to-hop</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Error control: Process-to-process, not hop-to-hop</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Usually uses acknowledgments and retransmissions for this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ext Box 1">
            <a:extLst>
              <a:ext uri="{FF2B5EF4-FFF2-40B4-BE49-F238E27FC236}">
                <a16:creationId xmlns:a16="http://schemas.microsoft.com/office/drawing/2014/main" id="{42D3233A-6B75-8A51-8BB2-4743F89CB5D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7587" name="Text Box 2">
            <a:extLst>
              <a:ext uri="{FF2B5EF4-FFF2-40B4-BE49-F238E27FC236}">
                <a16:creationId xmlns:a16="http://schemas.microsoft.com/office/drawing/2014/main" id="{F8E98FF4-2BF6-2C15-0FDA-47296ACBE45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FCC7DCF-B2C7-476C-9E19-5BF2E6B6CD8F}" type="slidenum">
              <a:rPr lang="en-US" altLang="en-US" sz="1400">
                <a:solidFill>
                  <a:srgbClr val="000000"/>
                </a:solidFill>
              </a:rPr>
              <a:pPr algn="r" eaLnBrk="1" hangingPunct="1">
                <a:buClrTx/>
                <a:buSzPct val="60000"/>
                <a:buFontTx/>
                <a:buNone/>
              </a:pPr>
              <a:t>32</a:t>
            </a:fld>
            <a:endParaRPr lang="en-US" altLang="en-US" sz="1400">
              <a:solidFill>
                <a:srgbClr val="000000"/>
              </a:solidFill>
            </a:endParaRPr>
          </a:p>
        </p:txBody>
      </p:sp>
      <p:sp>
        <p:nvSpPr>
          <p:cNvPr id="67588" name="Text Box 3">
            <a:extLst>
              <a:ext uri="{FF2B5EF4-FFF2-40B4-BE49-F238E27FC236}">
                <a16:creationId xmlns:a16="http://schemas.microsoft.com/office/drawing/2014/main" id="{A8E0B6B8-E570-6B98-3D4D-D72AA8D988AE}"/>
              </a:ext>
            </a:extLst>
          </p:cNvPr>
          <p:cNvSpPr txBox="1">
            <a:spLocks noChangeArrowheads="1"/>
          </p:cNvSpPr>
          <p:nvPr/>
        </p:nvSpPr>
        <p:spPr bwMode="auto">
          <a:xfrm>
            <a:off x="1150938" y="214313"/>
            <a:ext cx="7793037" cy="584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2800" b="1" i="1">
                <a:solidFill>
                  <a:srgbClr val="333399"/>
                </a:solidFill>
              </a:rPr>
              <a:t>Session Layer</a:t>
            </a:r>
          </a:p>
        </p:txBody>
      </p:sp>
      <p:grpSp>
        <p:nvGrpSpPr>
          <p:cNvPr id="67589" name="Group 4">
            <a:extLst>
              <a:ext uri="{FF2B5EF4-FFF2-40B4-BE49-F238E27FC236}">
                <a16:creationId xmlns:a16="http://schemas.microsoft.com/office/drawing/2014/main" id="{391E0A1A-472C-1151-2905-A58123F64B98}"/>
              </a:ext>
            </a:extLst>
          </p:cNvPr>
          <p:cNvGrpSpPr>
            <a:grpSpLocks/>
          </p:cNvGrpSpPr>
          <p:nvPr/>
        </p:nvGrpSpPr>
        <p:grpSpPr bwMode="auto">
          <a:xfrm>
            <a:off x="457200" y="1447800"/>
            <a:ext cx="8075613" cy="5103813"/>
            <a:chOff x="288" y="912"/>
            <a:chExt cx="5087" cy="3215"/>
          </a:xfrm>
        </p:grpSpPr>
        <p:sp>
          <p:nvSpPr>
            <p:cNvPr id="67590" name="Rectangle 5">
              <a:extLst>
                <a:ext uri="{FF2B5EF4-FFF2-40B4-BE49-F238E27FC236}">
                  <a16:creationId xmlns:a16="http://schemas.microsoft.com/office/drawing/2014/main" id="{11085236-AB90-AC22-B46F-58CCEA9C1D6F}"/>
                </a:ext>
              </a:extLst>
            </p:cNvPr>
            <p:cNvSpPr>
              <a:spLocks noChangeArrowheads="1"/>
            </p:cNvSpPr>
            <p:nvPr/>
          </p:nvSpPr>
          <p:spPr bwMode="auto">
            <a:xfrm>
              <a:off x="288" y="912"/>
              <a:ext cx="5087" cy="3215"/>
            </a:xfrm>
            <a:prstGeom prst="rect">
              <a:avLst/>
            </a:prstGeom>
            <a:solidFill>
              <a:srgbClr val="00B4B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7591" name="Text Box 6">
              <a:extLst>
                <a:ext uri="{FF2B5EF4-FFF2-40B4-BE49-F238E27FC236}">
                  <a16:creationId xmlns:a16="http://schemas.microsoft.com/office/drawing/2014/main" id="{EEBE1F98-1A53-0474-D8BC-4D995E9F5EBA}"/>
                </a:ext>
              </a:extLst>
            </p:cNvPr>
            <p:cNvSpPr txBox="1">
              <a:spLocks noChangeArrowheads="1"/>
            </p:cNvSpPr>
            <p:nvPr/>
          </p:nvSpPr>
          <p:spPr bwMode="auto">
            <a:xfrm>
              <a:off x="1135" y="1055"/>
              <a:ext cx="1451" cy="278"/>
            </a:xfrm>
            <a:prstGeom prst="rect">
              <a:avLst/>
            </a:prstGeom>
            <a:solidFill>
              <a:srgbClr val="00B4B0"/>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From Presentation Layer</a:t>
              </a:r>
            </a:p>
          </p:txBody>
        </p:sp>
        <p:sp>
          <p:nvSpPr>
            <p:cNvPr id="67592" name="Text Box 7">
              <a:extLst>
                <a:ext uri="{FF2B5EF4-FFF2-40B4-BE49-F238E27FC236}">
                  <a16:creationId xmlns:a16="http://schemas.microsoft.com/office/drawing/2014/main" id="{52103465-289C-D4E5-EDDE-6CE74162F116}"/>
                </a:ext>
              </a:extLst>
            </p:cNvPr>
            <p:cNvSpPr txBox="1">
              <a:spLocks noChangeArrowheads="1"/>
            </p:cNvSpPr>
            <p:nvPr/>
          </p:nvSpPr>
          <p:spPr bwMode="auto">
            <a:xfrm>
              <a:off x="1311" y="1437"/>
              <a:ext cx="983" cy="289"/>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L6 data</a:t>
              </a:r>
            </a:p>
          </p:txBody>
        </p:sp>
        <p:grpSp>
          <p:nvGrpSpPr>
            <p:cNvPr id="67593" name="Group 8">
              <a:extLst>
                <a:ext uri="{FF2B5EF4-FFF2-40B4-BE49-F238E27FC236}">
                  <a16:creationId xmlns:a16="http://schemas.microsoft.com/office/drawing/2014/main" id="{42D5BF42-4B02-516E-EF4E-8D965E6CE9B8}"/>
                </a:ext>
              </a:extLst>
            </p:cNvPr>
            <p:cNvGrpSpPr>
              <a:grpSpLocks/>
            </p:cNvGrpSpPr>
            <p:nvPr/>
          </p:nvGrpSpPr>
          <p:grpSpPr bwMode="auto">
            <a:xfrm>
              <a:off x="842" y="1872"/>
              <a:ext cx="2095" cy="1092"/>
              <a:chOff x="842" y="1872"/>
              <a:chExt cx="2095" cy="1092"/>
            </a:xfrm>
          </p:grpSpPr>
          <p:sp>
            <p:nvSpPr>
              <p:cNvPr id="67631" name="Text Box 9">
                <a:extLst>
                  <a:ext uri="{FF2B5EF4-FFF2-40B4-BE49-F238E27FC236}">
                    <a16:creationId xmlns:a16="http://schemas.microsoft.com/office/drawing/2014/main" id="{8F844717-D4BB-B1E9-EDE8-37002FAB6AC1}"/>
                  </a:ext>
                </a:extLst>
              </p:cNvPr>
              <p:cNvSpPr txBox="1">
                <a:spLocks noChangeArrowheads="1"/>
              </p:cNvSpPr>
              <p:nvPr/>
            </p:nvSpPr>
            <p:spPr bwMode="auto">
              <a:xfrm>
                <a:off x="842" y="1872"/>
                <a:ext cx="2095" cy="1092"/>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Session Layer</a:t>
                </a:r>
              </a:p>
            </p:txBody>
          </p:sp>
          <p:sp>
            <p:nvSpPr>
              <p:cNvPr id="67632" name="Text Box 10">
                <a:extLst>
                  <a:ext uri="{FF2B5EF4-FFF2-40B4-BE49-F238E27FC236}">
                    <a16:creationId xmlns:a16="http://schemas.microsoft.com/office/drawing/2014/main" id="{4A27EBC0-1467-1FDB-A979-0764A166C510}"/>
                  </a:ext>
                </a:extLst>
              </p:cNvPr>
              <p:cNvSpPr txBox="1">
                <a:spLocks noChangeArrowheads="1"/>
              </p:cNvSpPr>
              <p:nvPr/>
            </p:nvSpPr>
            <p:spPr bwMode="auto">
              <a:xfrm>
                <a:off x="1125" y="2016"/>
                <a:ext cx="1227" cy="329"/>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H5</a:t>
                </a:r>
              </a:p>
            </p:txBody>
          </p:sp>
          <p:sp>
            <p:nvSpPr>
              <p:cNvPr id="67633" name="Line 11">
                <a:extLst>
                  <a:ext uri="{FF2B5EF4-FFF2-40B4-BE49-F238E27FC236}">
                    <a16:creationId xmlns:a16="http://schemas.microsoft.com/office/drawing/2014/main" id="{E82BFF81-3258-0B29-421B-0AF98E6AF6CA}"/>
                  </a:ext>
                </a:extLst>
              </p:cNvPr>
              <p:cNvSpPr>
                <a:spLocks noChangeShapeType="1"/>
              </p:cNvSpPr>
              <p:nvPr/>
            </p:nvSpPr>
            <p:spPr bwMode="auto">
              <a:xfrm>
                <a:off x="1398" y="2016"/>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4" name="Line 12">
                <a:extLst>
                  <a:ext uri="{FF2B5EF4-FFF2-40B4-BE49-F238E27FC236}">
                    <a16:creationId xmlns:a16="http://schemas.microsoft.com/office/drawing/2014/main" id="{26389A11-4D1B-099A-5A36-E8F9612A84CF}"/>
                  </a:ext>
                </a:extLst>
              </p:cNvPr>
              <p:cNvSpPr>
                <a:spLocks noChangeShapeType="1"/>
              </p:cNvSpPr>
              <p:nvPr/>
            </p:nvSpPr>
            <p:spPr bwMode="auto">
              <a:xfrm>
                <a:off x="1460" y="2030"/>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5" name="Line 13">
                <a:extLst>
                  <a:ext uri="{FF2B5EF4-FFF2-40B4-BE49-F238E27FC236}">
                    <a16:creationId xmlns:a16="http://schemas.microsoft.com/office/drawing/2014/main" id="{CCA989DB-A415-5DE5-FAC8-497BECDFBED6}"/>
                  </a:ext>
                </a:extLst>
              </p:cNvPr>
              <p:cNvSpPr>
                <a:spLocks noChangeShapeType="1"/>
              </p:cNvSpPr>
              <p:nvPr/>
            </p:nvSpPr>
            <p:spPr bwMode="auto">
              <a:xfrm>
                <a:off x="1703" y="2030"/>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6" name="Line 14">
                <a:extLst>
                  <a:ext uri="{FF2B5EF4-FFF2-40B4-BE49-F238E27FC236}">
                    <a16:creationId xmlns:a16="http://schemas.microsoft.com/office/drawing/2014/main" id="{16381733-C012-C005-C952-8BE03DF7B139}"/>
                  </a:ext>
                </a:extLst>
              </p:cNvPr>
              <p:cNvSpPr>
                <a:spLocks noChangeShapeType="1"/>
              </p:cNvSpPr>
              <p:nvPr/>
            </p:nvSpPr>
            <p:spPr bwMode="auto">
              <a:xfrm>
                <a:off x="1755" y="2012"/>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7" name="Line 15">
                <a:extLst>
                  <a:ext uri="{FF2B5EF4-FFF2-40B4-BE49-F238E27FC236}">
                    <a16:creationId xmlns:a16="http://schemas.microsoft.com/office/drawing/2014/main" id="{6FDB0448-3660-D194-F932-DE5B79C010B6}"/>
                  </a:ext>
                </a:extLst>
              </p:cNvPr>
              <p:cNvSpPr>
                <a:spLocks noChangeShapeType="1"/>
              </p:cNvSpPr>
              <p:nvPr/>
            </p:nvSpPr>
            <p:spPr bwMode="auto">
              <a:xfrm>
                <a:off x="1979" y="2022"/>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8" name="Line 16">
                <a:extLst>
                  <a:ext uri="{FF2B5EF4-FFF2-40B4-BE49-F238E27FC236}">
                    <a16:creationId xmlns:a16="http://schemas.microsoft.com/office/drawing/2014/main" id="{E396098A-936B-D9E5-06E1-71D293144C95}"/>
                  </a:ext>
                </a:extLst>
              </p:cNvPr>
              <p:cNvSpPr>
                <a:spLocks noChangeShapeType="1"/>
              </p:cNvSpPr>
              <p:nvPr/>
            </p:nvSpPr>
            <p:spPr bwMode="auto">
              <a:xfrm>
                <a:off x="2031" y="2015"/>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9" name="Line 17">
                <a:extLst>
                  <a:ext uri="{FF2B5EF4-FFF2-40B4-BE49-F238E27FC236}">
                    <a16:creationId xmlns:a16="http://schemas.microsoft.com/office/drawing/2014/main" id="{2F89CFC7-892E-4407-87B4-DBF6FC4549E2}"/>
                  </a:ext>
                </a:extLst>
              </p:cNvPr>
              <p:cNvSpPr>
                <a:spLocks noChangeShapeType="1"/>
              </p:cNvSpPr>
              <p:nvPr/>
            </p:nvSpPr>
            <p:spPr bwMode="auto">
              <a:xfrm>
                <a:off x="1417" y="2233"/>
                <a:ext cx="194" cy="2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40" name="Line 18">
                <a:extLst>
                  <a:ext uri="{FF2B5EF4-FFF2-40B4-BE49-F238E27FC236}">
                    <a16:creationId xmlns:a16="http://schemas.microsoft.com/office/drawing/2014/main" id="{0A9ED6F2-B097-A17E-C1BB-6DD8C0160F51}"/>
                  </a:ext>
                </a:extLst>
              </p:cNvPr>
              <p:cNvSpPr>
                <a:spLocks noChangeShapeType="1"/>
              </p:cNvSpPr>
              <p:nvPr/>
            </p:nvSpPr>
            <p:spPr bwMode="auto">
              <a:xfrm flipH="1">
                <a:off x="1689" y="2274"/>
                <a:ext cx="50" cy="23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41" name="Line 19">
                <a:extLst>
                  <a:ext uri="{FF2B5EF4-FFF2-40B4-BE49-F238E27FC236}">
                    <a16:creationId xmlns:a16="http://schemas.microsoft.com/office/drawing/2014/main" id="{9D26C0F0-7B89-A896-6A21-2581F8AEB04E}"/>
                  </a:ext>
                </a:extLst>
              </p:cNvPr>
              <p:cNvSpPr>
                <a:spLocks noChangeShapeType="1"/>
              </p:cNvSpPr>
              <p:nvPr/>
            </p:nvSpPr>
            <p:spPr bwMode="auto">
              <a:xfrm flipH="1">
                <a:off x="1747" y="2243"/>
                <a:ext cx="264" cy="26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42" name="Text Box 20">
                <a:extLst>
                  <a:ext uri="{FF2B5EF4-FFF2-40B4-BE49-F238E27FC236}">
                    <a16:creationId xmlns:a16="http://schemas.microsoft.com/office/drawing/2014/main" id="{E4646FBB-B334-B3D0-A679-312A6E993C83}"/>
                  </a:ext>
                </a:extLst>
              </p:cNvPr>
              <p:cNvSpPr txBox="1">
                <a:spLocks noChangeArrowheads="1"/>
              </p:cNvSpPr>
              <p:nvPr/>
            </p:nvSpPr>
            <p:spPr bwMode="auto">
              <a:xfrm>
                <a:off x="1378" y="2542"/>
                <a:ext cx="711" cy="236"/>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Checkpoints</a:t>
                </a:r>
              </a:p>
            </p:txBody>
          </p:sp>
        </p:grpSp>
        <p:sp>
          <p:nvSpPr>
            <p:cNvPr id="67594" name="Text Box 21">
              <a:extLst>
                <a:ext uri="{FF2B5EF4-FFF2-40B4-BE49-F238E27FC236}">
                  <a16:creationId xmlns:a16="http://schemas.microsoft.com/office/drawing/2014/main" id="{634FC0C0-B841-AC89-8E5C-4E5666CF3F5A}"/>
                </a:ext>
              </a:extLst>
            </p:cNvPr>
            <p:cNvSpPr txBox="1">
              <a:spLocks noChangeArrowheads="1"/>
            </p:cNvSpPr>
            <p:nvPr/>
          </p:nvSpPr>
          <p:spPr bwMode="auto">
            <a:xfrm>
              <a:off x="1129" y="3256"/>
              <a:ext cx="1228" cy="289"/>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L5 data</a:t>
              </a:r>
            </a:p>
          </p:txBody>
        </p:sp>
        <p:sp>
          <p:nvSpPr>
            <p:cNvPr id="67595" name="Text Box 22">
              <a:extLst>
                <a:ext uri="{FF2B5EF4-FFF2-40B4-BE49-F238E27FC236}">
                  <a16:creationId xmlns:a16="http://schemas.microsoft.com/office/drawing/2014/main" id="{CA3239DB-4A4C-05CE-84FA-853F4CE654AA}"/>
                </a:ext>
              </a:extLst>
            </p:cNvPr>
            <p:cNvSpPr txBox="1">
              <a:spLocks noChangeArrowheads="1"/>
            </p:cNvSpPr>
            <p:nvPr/>
          </p:nvSpPr>
          <p:spPr bwMode="auto">
            <a:xfrm>
              <a:off x="1134" y="3780"/>
              <a:ext cx="1170" cy="247"/>
            </a:xfrm>
            <a:prstGeom prst="rect">
              <a:avLst/>
            </a:prstGeom>
            <a:solidFill>
              <a:srgbClr val="00B4B0"/>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To Transport Layer</a:t>
              </a:r>
            </a:p>
          </p:txBody>
        </p:sp>
        <p:sp>
          <p:nvSpPr>
            <p:cNvPr id="67596" name="Text Box 23">
              <a:extLst>
                <a:ext uri="{FF2B5EF4-FFF2-40B4-BE49-F238E27FC236}">
                  <a16:creationId xmlns:a16="http://schemas.microsoft.com/office/drawing/2014/main" id="{24ED28B4-972A-3E0B-7707-81BB390E7DB0}"/>
                </a:ext>
              </a:extLst>
            </p:cNvPr>
            <p:cNvSpPr txBox="1">
              <a:spLocks noChangeArrowheads="1"/>
            </p:cNvSpPr>
            <p:nvPr/>
          </p:nvSpPr>
          <p:spPr bwMode="auto">
            <a:xfrm>
              <a:off x="3439" y="1060"/>
              <a:ext cx="1540" cy="278"/>
            </a:xfrm>
            <a:prstGeom prst="rect">
              <a:avLst/>
            </a:prstGeom>
            <a:solidFill>
              <a:srgbClr val="00B4B0"/>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To Presentation Layer</a:t>
              </a:r>
            </a:p>
          </p:txBody>
        </p:sp>
        <p:sp>
          <p:nvSpPr>
            <p:cNvPr id="67597" name="Text Box 24">
              <a:extLst>
                <a:ext uri="{FF2B5EF4-FFF2-40B4-BE49-F238E27FC236}">
                  <a16:creationId xmlns:a16="http://schemas.microsoft.com/office/drawing/2014/main" id="{DDF3210F-34E7-482D-F4F7-2F20CF74A998}"/>
                </a:ext>
              </a:extLst>
            </p:cNvPr>
            <p:cNvSpPr txBox="1">
              <a:spLocks noChangeArrowheads="1"/>
            </p:cNvSpPr>
            <p:nvPr/>
          </p:nvSpPr>
          <p:spPr bwMode="auto">
            <a:xfrm>
              <a:off x="3615" y="1442"/>
              <a:ext cx="983" cy="287"/>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L6 data</a:t>
              </a:r>
            </a:p>
          </p:txBody>
        </p:sp>
        <p:grpSp>
          <p:nvGrpSpPr>
            <p:cNvPr id="67598" name="Group 25">
              <a:extLst>
                <a:ext uri="{FF2B5EF4-FFF2-40B4-BE49-F238E27FC236}">
                  <a16:creationId xmlns:a16="http://schemas.microsoft.com/office/drawing/2014/main" id="{2A577CFD-3977-903D-69BC-2B5A9AFA05E7}"/>
                </a:ext>
              </a:extLst>
            </p:cNvPr>
            <p:cNvGrpSpPr>
              <a:grpSpLocks/>
            </p:cNvGrpSpPr>
            <p:nvPr/>
          </p:nvGrpSpPr>
          <p:grpSpPr bwMode="auto">
            <a:xfrm>
              <a:off x="3146" y="1875"/>
              <a:ext cx="2095" cy="1092"/>
              <a:chOff x="3146" y="1875"/>
              <a:chExt cx="2095" cy="1092"/>
            </a:xfrm>
          </p:grpSpPr>
          <p:sp>
            <p:nvSpPr>
              <p:cNvPr id="67619" name="Text Box 26">
                <a:extLst>
                  <a:ext uri="{FF2B5EF4-FFF2-40B4-BE49-F238E27FC236}">
                    <a16:creationId xmlns:a16="http://schemas.microsoft.com/office/drawing/2014/main" id="{EA1ECB07-26A6-C44E-0389-21BD8E6E773F}"/>
                  </a:ext>
                </a:extLst>
              </p:cNvPr>
              <p:cNvSpPr txBox="1">
                <a:spLocks noChangeArrowheads="1"/>
              </p:cNvSpPr>
              <p:nvPr/>
            </p:nvSpPr>
            <p:spPr bwMode="auto">
              <a:xfrm>
                <a:off x="3146" y="1875"/>
                <a:ext cx="2095" cy="1092"/>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Session Layer</a:t>
                </a:r>
              </a:p>
            </p:txBody>
          </p:sp>
          <p:sp>
            <p:nvSpPr>
              <p:cNvPr id="67620" name="Text Box 27">
                <a:extLst>
                  <a:ext uri="{FF2B5EF4-FFF2-40B4-BE49-F238E27FC236}">
                    <a16:creationId xmlns:a16="http://schemas.microsoft.com/office/drawing/2014/main" id="{6A2F3BD3-DCF9-E4C5-3903-16054CCDD4F1}"/>
                  </a:ext>
                </a:extLst>
              </p:cNvPr>
              <p:cNvSpPr txBox="1">
                <a:spLocks noChangeArrowheads="1"/>
              </p:cNvSpPr>
              <p:nvPr/>
            </p:nvSpPr>
            <p:spPr bwMode="auto">
              <a:xfrm>
                <a:off x="3429" y="2019"/>
                <a:ext cx="1227" cy="329"/>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a:buClrTx/>
                  <a:buSzPct val="60000"/>
                  <a:buFontTx/>
                  <a:buNone/>
                </a:pPr>
                <a:r>
                  <a:rPr lang="en-US" altLang="en-US" sz="1200" b="1">
                    <a:solidFill>
                      <a:srgbClr val="000000"/>
                    </a:solidFill>
                    <a:latin typeface="Times New Roman" panose="02020603050405020304" pitchFamily="18" charset="0"/>
                  </a:rPr>
                  <a:t>H5</a:t>
                </a:r>
              </a:p>
            </p:txBody>
          </p:sp>
          <p:sp>
            <p:nvSpPr>
              <p:cNvPr id="67621" name="Line 28">
                <a:extLst>
                  <a:ext uri="{FF2B5EF4-FFF2-40B4-BE49-F238E27FC236}">
                    <a16:creationId xmlns:a16="http://schemas.microsoft.com/office/drawing/2014/main" id="{EE3DF311-5AEF-7306-F569-709E400E25B1}"/>
                  </a:ext>
                </a:extLst>
              </p:cNvPr>
              <p:cNvSpPr>
                <a:spLocks noChangeShapeType="1"/>
              </p:cNvSpPr>
              <p:nvPr/>
            </p:nvSpPr>
            <p:spPr bwMode="auto">
              <a:xfrm>
                <a:off x="3702" y="2019"/>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2" name="Line 29">
                <a:extLst>
                  <a:ext uri="{FF2B5EF4-FFF2-40B4-BE49-F238E27FC236}">
                    <a16:creationId xmlns:a16="http://schemas.microsoft.com/office/drawing/2014/main" id="{C1CEAC61-3E0E-0CA5-0AEA-B483A43EAB75}"/>
                  </a:ext>
                </a:extLst>
              </p:cNvPr>
              <p:cNvSpPr>
                <a:spLocks noChangeShapeType="1"/>
              </p:cNvSpPr>
              <p:nvPr/>
            </p:nvSpPr>
            <p:spPr bwMode="auto">
              <a:xfrm>
                <a:off x="3764" y="2033"/>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3" name="Line 30">
                <a:extLst>
                  <a:ext uri="{FF2B5EF4-FFF2-40B4-BE49-F238E27FC236}">
                    <a16:creationId xmlns:a16="http://schemas.microsoft.com/office/drawing/2014/main" id="{FB4DD3EC-EAD7-09CC-C016-C6E1593A0AD9}"/>
                  </a:ext>
                </a:extLst>
              </p:cNvPr>
              <p:cNvSpPr>
                <a:spLocks noChangeShapeType="1"/>
              </p:cNvSpPr>
              <p:nvPr/>
            </p:nvSpPr>
            <p:spPr bwMode="auto">
              <a:xfrm>
                <a:off x="4007" y="2033"/>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4" name="Line 31">
                <a:extLst>
                  <a:ext uri="{FF2B5EF4-FFF2-40B4-BE49-F238E27FC236}">
                    <a16:creationId xmlns:a16="http://schemas.microsoft.com/office/drawing/2014/main" id="{DB352C5C-1EDB-7E5F-CFEC-98838FBA3F9E}"/>
                  </a:ext>
                </a:extLst>
              </p:cNvPr>
              <p:cNvSpPr>
                <a:spLocks noChangeShapeType="1"/>
              </p:cNvSpPr>
              <p:nvPr/>
            </p:nvSpPr>
            <p:spPr bwMode="auto">
              <a:xfrm>
                <a:off x="4059" y="2015"/>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5" name="Line 32">
                <a:extLst>
                  <a:ext uri="{FF2B5EF4-FFF2-40B4-BE49-F238E27FC236}">
                    <a16:creationId xmlns:a16="http://schemas.microsoft.com/office/drawing/2014/main" id="{AF68669C-4B7B-1015-5900-A90370DB8F1E}"/>
                  </a:ext>
                </a:extLst>
              </p:cNvPr>
              <p:cNvSpPr>
                <a:spLocks noChangeShapeType="1"/>
              </p:cNvSpPr>
              <p:nvPr/>
            </p:nvSpPr>
            <p:spPr bwMode="auto">
              <a:xfrm>
                <a:off x="4283" y="2025"/>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6" name="Line 33">
                <a:extLst>
                  <a:ext uri="{FF2B5EF4-FFF2-40B4-BE49-F238E27FC236}">
                    <a16:creationId xmlns:a16="http://schemas.microsoft.com/office/drawing/2014/main" id="{FF31856A-8C0C-1C80-7550-A9A5C5B5CA68}"/>
                  </a:ext>
                </a:extLst>
              </p:cNvPr>
              <p:cNvSpPr>
                <a:spLocks noChangeShapeType="1"/>
              </p:cNvSpPr>
              <p:nvPr/>
            </p:nvSpPr>
            <p:spPr bwMode="auto">
              <a:xfrm>
                <a:off x="4335" y="2018"/>
                <a:ext cx="0" cy="32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7" name="Line 34">
                <a:extLst>
                  <a:ext uri="{FF2B5EF4-FFF2-40B4-BE49-F238E27FC236}">
                    <a16:creationId xmlns:a16="http://schemas.microsoft.com/office/drawing/2014/main" id="{E5774560-C90E-0BA1-BA01-93A4C21B1C66}"/>
                  </a:ext>
                </a:extLst>
              </p:cNvPr>
              <p:cNvSpPr>
                <a:spLocks noChangeShapeType="1"/>
              </p:cNvSpPr>
              <p:nvPr/>
            </p:nvSpPr>
            <p:spPr bwMode="auto">
              <a:xfrm>
                <a:off x="3721" y="2236"/>
                <a:ext cx="194" cy="2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8" name="Line 35">
                <a:extLst>
                  <a:ext uri="{FF2B5EF4-FFF2-40B4-BE49-F238E27FC236}">
                    <a16:creationId xmlns:a16="http://schemas.microsoft.com/office/drawing/2014/main" id="{041552E9-7D9F-57A1-5FBD-AF1F565BD392}"/>
                  </a:ext>
                </a:extLst>
              </p:cNvPr>
              <p:cNvSpPr>
                <a:spLocks noChangeShapeType="1"/>
              </p:cNvSpPr>
              <p:nvPr/>
            </p:nvSpPr>
            <p:spPr bwMode="auto">
              <a:xfrm flipH="1">
                <a:off x="3993" y="2277"/>
                <a:ext cx="50" cy="23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29" name="Line 36">
                <a:extLst>
                  <a:ext uri="{FF2B5EF4-FFF2-40B4-BE49-F238E27FC236}">
                    <a16:creationId xmlns:a16="http://schemas.microsoft.com/office/drawing/2014/main" id="{39AF0CF0-5165-DDE6-3CCF-1DD6DDC3A65D}"/>
                  </a:ext>
                </a:extLst>
              </p:cNvPr>
              <p:cNvSpPr>
                <a:spLocks noChangeShapeType="1"/>
              </p:cNvSpPr>
              <p:nvPr/>
            </p:nvSpPr>
            <p:spPr bwMode="auto">
              <a:xfrm flipH="1">
                <a:off x="4051" y="2246"/>
                <a:ext cx="264" cy="26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30" name="Text Box 37">
                <a:extLst>
                  <a:ext uri="{FF2B5EF4-FFF2-40B4-BE49-F238E27FC236}">
                    <a16:creationId xmlns:a16="http://schemas.microsoft.com/office/drawing/2014/main" id="{0BF9A8AF-0978-841B-3747-6C14DE7AADCF}"/>
                  </a:ext>
                </a:extLst>
              </p:cNvPr>
              <p:cNvSpPr txBox="1">
                <a:spLocks noChangeArrowheads="1"/>
              </p:cNvSpPr>
              <p:nvPr/>
            </p:nvSpPr>
            <p:spPr bwMode="auto">
              <a:xfrm>
                <a:off x="3682" y="2545"/>
                <a:ext cx="711" cy="236"/>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Checkpoints</a:t>
                </a:r>
              </a:p>
            </p:txBody>
          </p:sp>
        </p:grpSp>
        <p:sp>
          <p:nvSpPr>
            <p:cNvPr id="67599" name="Text Box 38">
              <a:extLst>
                <a:ext uri="{FF2B5EF4-FFF2-40B4-BE49-F238E27FC236}">
                  <a16:creationId xmlns:a16="http://schemas.microsoft.com/office/drawing/2014/main" id="{D8307764-9F4D-ADA6-7258-5B90A8EA2122}"/>
                </a:ext>
              </a:extLst>
            </p:cNvPr>
            <p:cNvSpPr txBox="1">
              <a:spLocks noChangeArrowheads="1"/>
            </p:cNvSpPr>
            <p:nvPr/>
          </p:nvSpPr>
          <p:spPr bwMode="auto">
            <a:xfrm>
              <a:off x="3437" y="3261"/>
              <a:ext cx="1231" cy="287"/>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L5 data</a:t>
              </a:r>
            </a:p>
          </p:txBody>
        </p:sp>
        <p:sp>
          <p:nvSpPr>
            <p:cNvPr id="67600" name="Text Box 39">
              <a:extLst>
                <a:ext uri="{FF2B5EF4-FFF2-40B4-BE49-F238E27FC236}">
                  <a16:creationId xmlns:a16="http://schemas.microsoft.com/office/drawing/2014/main" id="{F397B6BC-8E10-C255-0BBF-D2C03EE498CB}"/>
                </a:ext>
              </a:extLst>
            </p:cNvPr>
            <p:cNvSpPr txBox="1">
              <a:spLocks noChangeArrowheads="1"/>
            </p:cNvSpPr>
            <p:nvPr/>
          </p:nvSpPr>
          <p:spPr bwMode="auto">
            <a:xfrm>
              <a:off x="3368" y="3761"/>
              <a:ext cx="1380" cy="263"/>
            </a:xfrm>
            <a:prstGeom prst="rect">
              <a:avLst/>
            </a:prstGeom>
            <a:solidFill>
              <a:srgbClr val="00B4B0"/>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From Transport Layer</a:t>
              </a:r>
            </a:p>
          </p:txBody>
        </p:sp>
        <p:sp>
          <p:nvSpPr>
            <p:cNvPr id="67601" name="AutoShape 40">
              <a:extLst>
                <a:ext uri="{FF2B5EF4-FFF2-40B4-BE49-F238E27FC236}">
                  <a16:creationId xmlns:a16="http://schemas.microsoft.com/office/drawing/2014/main" id="{462EF03A-E15B-0562-CC87-070026922A33}"/>
                </a:ext>
              </a:extLst>
            </p:cNvPr>
            <p:cNvSpPr>
              <a:spLocks noChangeArrowheads="1"/>
            </p:cNvSpPr>
            <p:nvPr/>
          </p:nvSpPr>
          <p:spPr bwMode="auto">
            <a:xfrm>
              <a:off x="1684" y="2736"/>
              <a:ext cx="122" cy="448"/>
            </a:xfrm>
            <a:prstGeom prst="downArrow">
              <a:avLst>
                <a:gd name="adj1" fmla="val 50000"/>
                <a:gd name="adj2" fmla="val 91803"/>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7602" name="AutoShape 41">
              <a:extLst>
                <a:ext uri="{FF2B5EF4-FFF2-40B4-BE49-F238E27FC236}">
                  <a16:creationId xmlns:a16="http://schemas.microsoft.com/office/drawing/2014/main" id="{F5640075-FC67-5CBA-0413-0ABE42FFAC1C}"/>
                </a:ext>
              </a:extLst>
            </p:cNvPr>
            <p:cNvSpPr>
              <a:spLocks noChangeArrowheads="1"/>
            </p:cNvSpPr>
            <p:nvPr/>
          </p:nvSpPr>
          <p:spPr bwMode="auto">
            <a:xfrm rot="10800000">
              <a:off x="3977" y="2771"/>
              <a:ext cx="123" cy="448"/>
            </a:xfrm>
            <a:prstGeom prst="downArrow">
              <a:avLst>
                <a:gd name="adj1" fmla="val 50000"/>
                <a:gd name="adj2" fmla="val 91057"/>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7603" name="AutoShape 42">
              <a:extLst>
                <a:ext uri="{FF2B5EF4-FFF2-40B4-BE49-F238E27FC236}">
                  <a16:creationId xmlns:a16="http://schemas.microsoft.com/office/drawing/2014/main" id="{68F56696-9BD5-C9C3-7812-352328BB9133}"/>
                </a:ext>
              </a:extLst>
            </p:cNvPr>
            <p:cNvSpPr>
              <a:spLocks noChangeArrowheads="1"/>
            </p:cNvSpPr>
            <p:nvPr/>
          </p:nvSpPr>
          <p:spPr bwMode="auto">
            <a:xfrm>
              <a:off x="4011" y="1736"/>
              <a:ext cx="111" cy="247"/>
            </a:xfrm>
            <a:prstGeom prst="upArrow">
              <a:avLst>
                <a:gd name="adj1" fmla="val 50000"/>
                <a:gd name="adj2" fmla="val 55631"/>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67604" name="Line 43">
              <a:extLst>
                <a:ext uri="{FF2B5EF4-FFF2-40B4-BE49-F238E27FC236}">
                  <a16:creationId xmlns:a16="http://schemas.microsoft.com/office/drawing/2014/main" id="{28CBB955-E8B3-A328-063E-0C4BBEC81415}"/>
                </a:ext>
              </a:extLst>
            </p:cNvPr>
            <p:cNvSpPr>
              <a:spLocks noChangeShapeType="1"/>
            </p:cNvSpPr>
            <p:nvPr/>
          </p:nvSpPr>
          <p:spPr bwMode="auto">
            <a:xfrm flipH="1">
              <a:off x="1131" y="1721"/>
              <a:ext cx="183" cy="28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05" name="Line 44">
              <a:extLst>
                <a:ext uri="{FF2B5EF4-FFF2-40B4-BE49-F238E27FC236}">
                  <a16:creationId xmlns:a16="http://schemas.microsoft.com/office/drawing/2014/main" id="{49988629-7826-1C08-5025-68D3FD712CD6}"/>
                </a:ext>
              </a:extLst>
            </p:cNvPr>
            <p:cNvSpPr>
              <a:spLocks noChangeShapeType="1"/>
            </p:cNvSpPr>
            <p:nvPr/>
          </p:nvSpPr>
          <p:spPr bwMode="auto">
            <a:xfrm flipH="1">
              <a:off x="1405" y="1736"/>
              <a:ext cx="126" cy="27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06" name="Line 45">
              <a:extLst>
                <a:ext uri="{FF2B5EF4-FFF2-40B4-BE49-F238E27FC236}">
                  <a16:creationId xmlns:a16="http://schemas.microsoft.com/office/drawing/2014/main" id="{186A2F94-DAB2-D548-7AD8-380B251A8F1B}"/>
                </a:ext>
              </a:extLst>
            </p:cNvPr>
            <p:cNvSpPr>
              <a:spLocks noChangeShapeType="1"/>
            </p:cNvSpPr>
            <p:nvPr/>
          </p:nvSpPr>
          <p:spPr bwMode="auto">
            <a:xfrm flipH="1">
              <a:off x="1460" y="1736"/>
              <a:ext cx="85" cy="27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07" name="Line 46">
              <a:extLst>
                <a:ext uri="{FF2B5EF4-FFF2-40B4-BE49-F238E27FC236}">
                  <a16:creationId xmlns:a16="http://schemas.microsoft.com/office/drawing/2014/main" id="{6EF9F1CD-2CBD-83ED-2EA9-15027326FEBA}"/>
                </a:ext>
              </a:extLst>
            </p:cNvPr>
            <p:cNvSpPr>
              <a:spLocks noChangeShapeType="1"/>
            </p:cNvSpPr>
            <p:nvPr/>
          </p:nvSpPr>
          <p:spPr bwMode="auto">
            <a:xfrm>
              <a:off x="1671" y="1736"/>
              <a:ext cx="34" cy="287"/>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08" name="Line 47">
              <a:extLst>
                <a:ext uri="{FF2B5EF4-FFF2-40B4-BE49-F238E27FC236}">
                  <a16:creationId xmlns:a16="http://schemas.microsoft.com/office/drawing/2014/main" id="{70722302-3973-A16E-2CD8-07065FCD6BAD}"/>
                </a:ext>
              </a:extLst>
            </p:cNvPr>
            <p:cNvSpPr>
              <a:spLocks noChangeShapeType="1"/>
            </p:cNvSpPr>
            <p:nvPr/>
          </p:nvSpPr>
          <p:spPr bwMode="auto">
            <a:xfrm>
              <a:off x="1685" y="1736"/>
              <a:ext cx="75" cy="279"/>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09" name="Line 48">
              <a:extLst>
                <a:ext uri="{FF2B5EF4-FFF2-40B4-BE49-F238E27FC236}">
                  <a16:creationId xmlns:a16="http://schemas.microsoft.com/office/drawing/2014/main" id="{3C4FF466-95F3-A348-5826-20951FFD027C}"/>
                </a:ext>
              </a:extLst>
            </p:cNvPr>
            <p:cNvSpPr>
              <a:spLocks noChangeShapeType="1"/>
            </p:cNvSpPr>
            <p:nvPr/>
          </p:nvSpPr>
          <p:spPr bwMode="auto">
            <a:xfrm flipH="1">
              <a:off x="1969" y="1751"/>
              <a:ext cx="316" cy="264"/>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0" name="Line 49">
              <a:extLst>
                <a:ext uri="{FF2B5EF4-FFF2-40B4-BE49-F238E27FC236}">
                  <a16:creationId xmlns:a16="http://schemas.microsoft.com/office/drawing/2014/main" id="{777DB8FE-73A6-0F3E-3B17-DD3EA308B355}"/>
                </a:ext>
              </a:extLst>
            </p:cNvPr>
            <p:cNvSpPr>
              <a:spLocks noChangeShapeType="1"/>
            </p:cNvSpPr>
            <p:nvPr/>
          </p:nvSpPr>
          <p:spPr bwMode="auto">
            <a:xfrm flipH="1">
              <a:off x="3436" y="1728"/>
              <a:ext cx="176" cy="281"/>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1" name="Line 50">
              <a:extLst>
                <a:ext uri="{FF2B5EF4-FFF2-40B4-BE49-F238E27FC236}">
                  <a16:creationId xmlns:a16="http://schemas.microsoft.com/office/drawing/2014/main" id="{486551D8-F72F-F7B0-B823-C8BDBB95EC9A}"/>
                </a:ext>
              </a:extLst>
            </p:cNvPr>
            <p:cNvSpPr>
              <a:spLocks noChangeShapeType="1"/>
            </p:cNvSpPr>
            <p:nvPr/>
          </p:nvSpPr>
          <p:spPr bwMode="auto">
            <a:xfrm>
              <a:off x="3619" y="1721"/>
              <a:ext cx="84" cy="294"/>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2" name="Line 51">
              <a:extLst>
                <a:ext uri="{FF2B5EF4-FFF2-40B4-BE49-F238E27FC236}">
                  <a16:creationId xmlns:a16="http://schemas.microsoft.com/office/drawing/2014/main" id="{7C7770CA-5C32-6004-3E59-35A0CBDB1485}"/>
                </a:ext>
              </a:extLst>
            </p:cNvPr>
            <p:cNvSpPr>
              <a:spLocks noChangeShapeType="1"/>
            </p:cNvSpPr>
            <p:nvPr/>
          </p:nvSpPr>
          <p:spPr bwMode="auto">
            <a:xfrm>
              <a:off x="3634" y="1721"/>
              <a:ext cx="131" cy="294"/>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3" name="Line 52">
              <a:extLst>
                <a:ext uri="{FF2B5EF4-FFF2-40B4-BE49-F238E27FC236}">
                  <a16:creationId xmlns:a16="http://schemas.microsoft.com/office/drawing/2014/main" id="{C6E150AF-4849-981C-A3AA-A9C3CC2FF72C}"/>
                </a:ext>
              </a:extLst>
            </p:cNvPr>
            <p:cNvSpPr>
              <a:spLocks noChangeShapeType="1"/>
            </p:cNvSpPr>
            <p:nvPr/>
          </p:nvSpPr>
          <p:spPr bwMode="auto">
            <a:xfrm>
              <a:off x="3961" y="1736"/>
              <a:ext cx="98" cy="27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4" name="Line 53">
              <a:extLst>
                <a:ext uri="{FF2B5EF4-FFF2-40B4-BE49-F238E27FC236}">
                  <a16:creationId xmlns:a16="http://schemas.microsoft.com/office/drawing/2014/main" id="{9B2946C3-8678-DFB4-9A57-C4648A176C82}"/>
                </a:ext>
              </a:extLst>
            </p:cNvPr>
            <p:cNvSpPr>
              <a:spLocks noChangeShapeType="1"/>
            </p:cNvSpPr>
            <p:nvPr/>
          </p:nvSpPr>
          <p:spPr bwMode="auto">
            <a:xfrm flipH="1">
              <a:off x="4282" y="1751"/>
              <a:ext cx="308" cy="258"/>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5" name="Line 54">
              <a:extLst>
                <a:ext uri="{FF2B5EF4-FFF2-40B4-BE49-F238E27FC236}">
                  <a16:creationId xmlns:a16="http://schemas.microsoft.com/office/drawing/2014/main" id="{6640AB16-AB36-115F-724C-C69D90E010B6}"/>
                </a:ext>
              </a:extLst>
            </p:cNvPr>
            <p:cNvSpPr>
              <a:spLocks noChangeShapeType="1"/>
            </p:cNvSpPr>
            <p:nvPr/>
          </p:nvSpPr>
          <p:spPr bwMode="auto">
            <a:xfrm>
              <a:off x="1126" y="2372"/>
              <a:ext cx="0" cy="8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6" name="Line 55">
              <a:extLst>
                <a:ext uri="{FF2B5EF4-FFF2-40B4-BE49-F238E27FC236}">
                  <a16:creationId xmlns:a16="http://schemas.microsoft.com/office/drawing/2014/main" id="{BD7FE993-0EE0-601C-2BC6-CF9E7E206748}"/>
                </a:ext>
              </a:extLst>
            </p:cNvPr>
            <p:cNvSpPr>
              <a:spLocks noChangeShapeType="1"/>
            </p:cNvSpPr>
            <p:nvPr/>
          </p:nvSpPr>
          <p:spPr bwMode="auto">
            <a:xfrm>
              <a:off x="2355" y="2386"/>
              <a:ext cx="0" cy="865"/>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7" name="Line 56">
              <a:extLst>
                <a:ext uri="{FF2B5EF4-FFF2-40B4-BE49-F238E27FC236}">
                  <a16:creationId xmlns:a16="http://schemas.microsoft.com/office/drawing/2014/main" id="{02F006D9-6C8E-8D63-C5B8-6B59E0ED811C}"/>
                </a:ext>
              </a:extLst>
            </p:cNvPr>
            <p:cNvSpPr>
              <a:spLocks noChangeShapeType="1"/>
            </p:cNvSpPr>
            <p:nvPr/>
          </p:nvSpPr>
          <p:spPr bwMode="auto">
            <a:xfrm>
              <a:off x="3437" y="2380"/>
              <a:ext cx="0" cy="8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67618" name="Line 57">
              <a:extLst>
                <a:ext uri="{FF2B5EF4-FFF2-40B4-BE49-F238E27FC236}">
                  <a16:creationId xmlns:a16="http://schemas.microsoft.com/office/drawing/2014/main" id="{2AF10804-90F8-EDE6-7603-6D263AF4A659}"/>
                </a:ext>
              </a:extLst>
            </p:cNvPr>
            <p:cNvSpPr>
              <a:spLocks noChangeShapeType="1"/>
            </p:cNvSpPr>
            <p:nvPr/>
          </p:nvSpPr>
          <p:spPr bwMode="auto">
            <a:xfrm>
              <a:off x="4667" y="2394"/>
              <a:ext cx="0" cy="864"/>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ext Box 1">
            <a:extLst>
              <a:ext uri="{FF2B5EF4-FFF2-40B4-BE49-F238E27FC236}">
                <a16:creationId xmlns:a16="http://schemas.microsoft.com/office/drawing/2014/main" id="{5261ABB5-A5A7-DA5F-0A0E-2025AC42030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9635" name="Text Box 2">
            <a:extLst>
              <a:ext uri="{FF2B5EF4-FFF2-40B4-BE49-F238E27FC236}">
                <a16:creationId xmlns:a16="http://schemas.microsoft.com/office/drawing/2014/main" id="{EDE652C9-9BE2-96E1-D70C-1FD6857E7D9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3BE36B2-9E81-4359-9A61-A5AA0AA29E63}" type="slidenum">
              <a:rPr lang="en-US" altLang="en-US" sz="1400">
                <a:solidFill>
                  <a:srgbClr val="000000"/>
                </a:solidFill>
              </a:rPr>
              <a:pPr algn="r" eaLnBrk="1" hangingPunct="1">
                <a:buClrTx/>
                <a:buSzPct val="60000"/>
                <a:buFontTx/>
                <a:buNone/>
              </a:pPr>
              <a:t>33</a:t>
            </a:fld>
            <a:endParaRPr lang="en-US" altLang="en-US" sz="1400">
              <a:solidFill>
                <a:srgbClr val="000000"/>
              </a:solidFill>
            </a:endParaRPr>
          </a:p>
        </p:txBody>
      </p:sp>
      <p:sp>
        <p:nvSpPr>
          <p:cNvPr id="69636" name="Text Box 3">
            <a:extLst>
              <a:ext uri="{FF2B5EF4-FFF2-40B4-BE49-F238E27FC236}">
                <a16:creationId xmlns:a16="http://schemas.microsoft.com/office/drawing/2014/main" id="{BE4DF5C9-A1CC-26F8-B381-12767C5440E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Session Layer Functions</a:t>
            </a:r>
          </a:p>
        </p:txBody>
      </p:sp>
      <p:sp>
        <p:nvSpPr>
          <p:cNvPr id="69637" name="Text Box 4">
            <a:extLst>
              <a:ext uri="{FF2B5EF4-FFF2-40B4-BE49-F238E27FC236}">
                <a16:creationId xmlns:a16="http://schemas.microsoft.com/office/drawing/2014/main" id="{552DAA7E-C45B-1D16-2BFE-A234E90D47C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Dialog control: Allows two systems to enter into a dialog (half-duplex or full-duplex)</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Synchronization: Adds checkpoints to allow restart from the last checkpoint, instead of having to send the whole data once again from scratch</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ext Box 1">
            <a:extLst>
              <a:ext uri="{FF2B5EF4-FFF2-40B4-BE49-F238E27FC236}">
                <a16:creationId xmlns:a16="http://schemas.microsoft.com/office/drawing/2014/main" id="{ED622C8E-3156-9E5F-4354-78A693194A9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71683" name="Text Box 2">
            <a:extLst>
              <a:ext uri="{FF2B5EF4-FFF2-40B4-BE49-F238E27FC236}">
                <a16:creationId xmlns:a16="http://schemas.microsoft.com/office/drawing/2014/main" id="{31CC40B8-0369-546C-F791-6B8C7534E9D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0A43555-6C33-4B78-8FF1-6FDB4E482D71}" type="slidenum">
              <a:rPr lang="en-US" altLang="en-US" sz="1400">
                <a:solidFill>
                  <a:srgbClr val="000000"/>
                </a:solidFill>
              </a:rPr>
              <a:pPr algn="r" eaLnBrk="1" hangingPunct="1">
                <a:buClrTx/>
                <a:buSzPct val="60000"/>
                <a:buFontTx/>
                <a:buNone/>
              </a:pPr>
              <a:t>34</a:t>
            </a:fld>
            <a:endParaRPr lang="en-US" altLang="en-US" sz="1400">
              <a:solidFill>
                <a:srgbClr val="000000"/>
              </a:solidFill>
            </a:endParaRPr>
          </a:p>
        </p:txBody>
      </p:sp>
      <p:sp>
        <p:nvSpPr>
          <p:cNvPr id="71684" name="Text Box 3">
            <a:extLst>
              <a:ext uri="{FF2B5EF4-FFF2-40B4-BE49-F238E27FC236}">
                <a16:creationId xmlns:a16="http://schemas.microsoft.com/office/drawing/2014/main" id="{81B260D4-D987-D339-D38E-45F6335EF49A}"/>
              </a:ext>
            </a:extLst>
          </p:cNvPr>
          <p:cNvSpPr txBox="1">
            <a:spLocks noChangeArrowheads="1"/>
          </p:cNvSpPr>
          <p:nvPr/>
        </p:nvSpPr>
        <p:spPr bwMode="auto">
          <a:xfrm>
            <a:off x="1219200" y="2971800"/>
            <a:ext cx="2854325" cy="153352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Presentation </a:t>
            </a:r>
          </a:p>
          <a:p>
            <a:pPr>
              <a:buClrTx/>
              <a:buSzPct val="60000"/>
              <a:buFontTx/>
              <a:buNone/>
            </a:pPr>
            <a:r>
              <a:rPr lang="en-US" altLang="en-US" sz="1200" b="1">
                <a:solidFill>
                  <a:srgbClr val="000000"/>
                </a:solidFill>
                <a:latin typeface="Times New Roman" panose="02020603050405020304" pitchFamily="18" charset="0"/>
              </a:rPr>
              <a:t>Layer</a:t>
            </a:r>
          </a:p>
        </p:txBody>
      </p:sp>
      <p:sp>
        <p:nvSpPr>
          <p:cNvPr id="71685" name="Text Box 4">
            <a:extLst>
              <a:ext uri="{FF2B5EF4-FFF2-40B4-BE49-F238E27FC236}">
                <a16:creationId xmlns:a16="http://schemas.microsoft.com/office/drawing/2014/main" id="{5383F530-97D5-7619-300C-EFBC973DB7DB}"/>
              </a:ext>
            </a:extLst>
          </p:cNvPr>
          <p:cNvSpPr txBox="1">
            <a:spLocks noChangeArrowheads="1"/>
          </p:cNvSpPr>
          <p:nvPr/>
        </p:nvSpPr>
        <p:spPr bwMode="auto">
          <a:xfrm>
            <a:off x="533400" y="457200"/>
            <a:ext cx="7772400" cy="685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2800" b="1" i="1">
                <a:solidFill>
                  <a:srgbClr val="333399"/>
                </a:solidFill>
              </a:rPr>
              <a:t>Presentation Layer</a:t>
            </a:r>
          </a:p>
        </p:txBody>
      </p:sp>
      <p:sp>
        <p:nvSpPr>
          <p:cNvPr id="71686" name="Rectangle 5">
            <a:extLst>
              <a:ext uri="{FF2B5EF4-FFF2-40B4-BE49-F238E27FC236}">
                <a16:creationId xmlns:a16="http://schemas.microsoft.com/office/drawing/2014/main" id="{57E5C64A-6EFA-7CAC-244E-53CD2E775964}"/>
              </a:ext>
            </a:extLst>
          </p:cNvPr>
          <p:cNvSpPr>
            <a:spLocks noChangeArrowheads="1"/>
          </p:cNvSpPr>
          <p:nvPr/>
        </p:nvSpPr>
        <p:spPr bwMode="auto">
          <a:xfrm>
            <a:off x="685800" y="1447800"/>
            <a:ext cx="7924800" cy="4648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687" name="Text Box 6">
            <a:extLst>
              <a:ext uri="{FF2B5EF4-FFF2-40B4-BE49-F238E27FC236}">
                <a16:creationId xmlns:a16="http://schemas.microsoft.com/office/drawing/2014/main" id="{7F125CD0-606E-44FB-9CFF-AF2B242F114F}"/>
              </a:ext>
            </a:extLst>
          </p:cNvPr>
          <p:cNvSpPr txBox="1">
            <a:spLocks noChangeArrowheads="1"/>
          </p:cNvSpPr>
          <p:nvPr/>
        </p:nvSpPr>
        <p:spPr bwMode="auto">
          <a:xfrm>
            <a:off x="1828800" y="1981200"/>
            <a:ext cx="2133600" cy="58896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From Application Layer</a:t>
            </a:r>
          </a:p>
        </p:txBody>
      </p:sp>
      <p:sp>
        <p:nvSpPr>
          <p:cNvPr id="71688" name="Text Box 7">
            <a:extLst>
              <a:ext uri="{FF2B5EF4-FFF2-40B4-BE49-F238E27FC236}">
                <a16:creationId xmlns:a16="http://schemas.microsoft.com/office/drawing/2014/main" id="{6265F20F-D917-2BB1-8FC6-2261815A2430}"/>
              </a:ext>
            </a:extLst>
          </p:cNvPr>
          <p:cNvSpPr txBox="1">
            <a:spLocks noChangeArrowheads="1"/>
          </p:cNvSpPr>
          <p:nvPr/>
        </p:nvSpPr>
        <p:spPr bwMode="auto">
          <a:xfrm>
            <a:off x="2005013" y="2393950"/>
            <a:ext cx="1460500" cy="39370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689" name="Text Box 8">
            <a:extLst>
              <a:ext uri="{FF2B5EF4-FFF2-40B4-BE49-F238E27FC236}">
                <a16:creationId xmlns:a16="http://schemas.microsoft.com/office/drawing/2014/main" id="{E82D0A98-EC48-E4DB-A156-3BB50CE980DF}"/>
              </a:ext>
            </a:extLst>
          </p:cNvPr>
          <p:cNvSpPr txBox="1">
            <a:spLocks noChangeArrowheads="1"/>
          </p:cNvSpPr>
          <p:nvPr/>
        </p:nvSpPr>
        <p:spPr bwMode="auto">
          <a:xfrm>
            <a:off x="2000250" y="3376613"/>
            <a:ext cx="1450975" cy="687387"/>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Encoded, encrypted and compressed data</a:t>
            </a:r>
          </a:p>
        </p:txBody>
      </p:sp>
      <p:sp>
        <p:nvSpPr>
          <p:cNvPr id="71690" name="Text Box 9">
            <a:extLst>
              <a:ext uri="{FF2B5EF4-FFF2-40B4-BE49-F238E27FC236}">
                <a16:creationId xmlns:a16="http://schemas.microsoft.com/office/drawing/2014/main" id="{73B294B6-19CD-68E6-752B-9F28F300B455}"/>
              </a:ext>
            </a:extLst>
          </p:cNvPr>
          <p:cNvSpPr txBox="1">
            <a:spLocks noChangeArrowheads="1"/>
          </p:cNvSpPr>
          <p:nvPr/>
        </p:nvSpPr>
        <p:spPr bwMode="auto">
          <a:xfrm>
            <a:off x="2011363" y="4870450"/>
            <a:ext cx="1954212" cy="39370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L6 data</a:t>
            </a:r>
          </a:p>
        </p:txBody>
      </p:sp>
      <p:sp>
        <p:nvSpPr>
          <p:cNvPr id="71691" name="Text Box 10">
            <a:extLst>
              <a:ext uri="{FF2B5EF4-FFF2-40B4-BE49-F238E27FC236}">
                <a16:creationId xmlns:a16="http://schemas.microsoft.com/office/drawing/2014/main" id="{6A36178C-AA06-FFEF-DFC4-5F3179A26293}"/>
              </a:ext>
            </a:extLst>
          </p:cNvPr>
          <p:cNvSpPr txBox="1">
            <a:spLocks noChangeArrowheads="1"/>
          </p:cNvSpPr>
          <p:nvPr/>
        </p:nvSpPr>
        <p:spPr bwMode="auto">
          <a:xfrm>
            <a:off x="1981200" y="5257800"/>
            <a:ext cx="1935163" cy="474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To Session Layer</a:t>
            </a:r>
          </a:p>
        </p:txBody>
      </p:sp>
      <p:sp>
        <p:nvSpPr>
          <p:cNvPr id="71692" name="AutoShape 11">
            <a:extLst>
              <a:ext uri="{FF2B5EF4-FFF2-40B4-BE49-F238E27FC236}">
                <a16:creationId xmlns:a16="http://schemas.microsoft.com/office/drawing/2014/main" id="{DB89D7E5-5404-3987-3B5E-473C7B212E83}"/>
              </a:ext>
            </a:extLst>
          </p:cNvPr>
          <p:cNvSpPr>
            <a:spLocks noChangeArrowheads="1"/>
          </p:cNvSpPr>
          <p:nvPr/>
        </p:nvSpPr>
        <p:spPr bwMode="auto">
          <a:xfrm>
            <a:off x="2606675" y="2787650"/>
            <a:ext cx="244475" cy="588963"/>
          </a:xfrm>
          <a:prstGeom prst="downArrow">
            <a:avLst>
              <a:gd name="adj1" fmla="val 50000"/>
              <a:gd name="adj2" fmla="val 60227"/>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693" name="AutoShape 12">
            <a:extLst>
              <a:ext uri="{FF2B5EF4-FFF2-40B4-BE49-F238E27FC236}">
                <a16:creationId xmlns:a16="http://schemas.microsoft.com/office/drawing/2014/main" id="{3B245D3F-94E4-AF54-DED2-5EF38CE7DA52}"/>
              </a:ext>
            </a:extLst>
          </p:cNvPr>
          <p:cNvSpPr>
            <a:spLocks noChangeArrowheads="1"/>
          </p:cNvSpPr>
          <p:nvPr/>
        </p:nvSpPr>
        <p:spPr bwMode="auto">
          <a:xfrm>
            <a:off x="2565400" y="4100513"/>
            <a:ext cx="244475" cy="690562"/>
          </a:xfrm>
          <a:prstGeom prst="downArrow">
            <a:avLst>
              <a:gd name="adj1" fmla="val 50000"/>
              <a:gd name="adj2" fmla="val 70617"/>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694" name="Text Box 13">
            <a:extLst>
              <a:ext uri="{FF2B5EF4-FFF2-40B4-BE49-F238E27FC236}">
                <a16:creationId xmlns:a16="http://schemas.microsoft.com/office/drawing/2014/main" id="{6C876554-B373-E04C-B3D6-3818E52C6AFB}"/>
              </a:ext>
            </a:extLst>
          </p:cNvPr>
          <p:cNvSpPr txBox="1">
            <a:spLocks noChangeArrowheads="1"/>
          </p:cNvSpPr>
          <p:nvPr/>
        </p:nvSpPr>
        <p:spPr bwMode="auto">
          <a:xfrm>
            <a:off x="4930775" y="3122613"/>
            <a:ext cx="2854325" cy="153352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000" b="1">
              <a:solidFill>
                <a:srgbClr val="000000"/>
              </a:solidFill>
              <a:latin typeface="Times New Roman" panose="02020603050405020304" pitchFamily="18" charset="0"/>
            </a:endParaRPr>
          </a:p>
          <a:p>
            <a:pPr>
              <a:buClrTx/>
              <a:buSzPct val="60000"/>
              <a:buFontTx/>
              <a:buNone/>
            </a:pPr>
            <a:endParaRPr lang="en-US" altLang="en-US" sz="1000" b="1">
              <a:solidFill>
                <a:srgbClr val="000000"/>
              </a:solidFill>
              <a:latin typeface="Times New Roman" panose="02020603050405020304" pitchFamily="18" charset="0"/>
            </a:endParaRPr>
          </a:p>
          <a:p>
            <a:pPr>
              <a:buClrTx/>
              <a:buSzPct val="60000"/>
              <a:buFontTx/>
              <a:buNone/>
            </a:pPr>
            <a:r>
              <a:rPr lang="en-US" altLang="en-US" sz="1000" b="1">
                <a:solidFill>
                  <a:srgbClr val="000000"/>
                </a:solidFill>
                <a:latin typeface="Times New Roman" panose="02020603050405020304" pitchFamily="18" charset="0"/>
              </a:rPr>
              <a:t>Presentation </a:t>
            </a:r>
          </a:p>
          <a:p>
            <a:pPr>
              <a:buClrTx/>
              <a:buSzPct val="60000"/>
              <a:buFontTx/>
              <a:buNone/>
            </a:pPr>
            <a:r>
              <a:rPr lang="en-US" altLang="en-US" sz="1000" b="1">
                <a:solidFill>
                  <a:srgbClr val="000000"/>
                </a:solidFill>
                <a:latin typeface="Times New Roman" panose="02020603050405020304" pitchFamily="18" charset="0"/>
              </a:rPr>
              <a:t>    Layer</a:t>
            </a:r>
          </a:p>
        </p:txBody>
      </p:sp>
      <p:sp>
        <p:nvSpPr>
          <p:cNvPr id="71695" name="Text Box 14">
            <a:extLst>
              <a:ext uri="{FF2B5EF4-FFF2-40B4-BE49-F238E27FC236}">
                <a16:creationId xmlns:a16="http://schemas.microsoft.com/office/drawing/2014/main" id="{4A7194C0-0092-BC87-75A8-70DF0469D46B}"/>
              </a:ext>
            </a:extLst>
          </p:cNvPr>
          <p:cNvSpPr txBox="1">
            <a:spLocks noChangeArrowheads="1"/>
          </p:cNvSpPr>
          <p:nvPr/>
        </p:nvSpPr>
        <p:spPr bwMode="auto">
          <a:xfrm>
            <a:off x="5334000" y="1981200"/>
            <a:ext cx="1935163" cy="58896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To Application Layer</a:t>
            </a:r>
          </a:p>
        </p:txBody>
      </p:sp>
      <p:sp>
        <p:nvSpPr>
          <p:cNvPr id="71696" name="Text Box 15">
            <a:extLst>
              <a:ext uri="{FF2B5EF4-FFF2-40B4-BE49-F238E27FC236}">
                <a16:creationId xmlns:a16="http://schemas.microsoft.com/office/drawing/2014/main" id="{D436A305-904B-78BB-B77D-B2742F6C9538}"/>
              </a:ext>
            </a:extLst>
          </p:cNvPr>
          <p:cNvSpPr txBox="1">
            <a:spLocks noChangeArrowheads="1"/>
          </p:cNvSpPr>
          <p:nvPr/>
        </p:nvSpPr>
        <p:spPr bwMode="auto">
          <a:xfrm>
            <a:off x="5513388" y="2362200"/>
            <a:ext cx="1420812" cy="42545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L7 data</a:t>
            </a:r>
          </a:p>
        </p:txBody>
      </p:sp>
      <p:sp>
        <p:nvSpPr>
          <p:cNvPr id="71697" name="Text Box 16">
            <a:extLst>
              <a:ext uri="{FF2B5EF4-FFF2-40B4-BE49-F238E27FC236}">
                <a16:creationId xmlns:a16="http://schemas.microsoft.com/office/drawing/2014/main" id="{3A065335-E479-4B75-3F13-0D4EA238B600}"/>
              </a:ext>
            </a:extLst>
          </p:cNvPr>
          <p:cNvSpPr txBox="1">
            <a:spLocks noChangeArrowheads="1"/>
          </p:cNvSpPr>
          <p:nvPr/>
        </p:nvSpPr>
        <p:spPr bwMode="auto">
          <a:xfrm>
            <a:off x="5519738" y="4870450"/>
            <a:ext cx="1965325" cy="39370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L6 data</a:t>
            </a:r>
          </a:p>
        </p:txBody>
      </p:sp>
      <p:sp>
        <p:nvSpPr>
          <p:cNvPr id="71698" name="Text Box 17">
            <a:extLst>
              <a:ext uri="{FF2B5EF4-FFF2-40B4-BE49-F238E27FC236}">
                <a16:creationId xmlns:a16="http://schemas.microsoft.com/office/drawing/2014/main" id="{72976B1B-35E5-B624-8A4C-99A92D69D770}"/>
              </a:ext>
            </a:extLst>
          </p:cNvPr>
          <p:cNvSpPr txBox="1">
            <a:spLocks noChangeArrowheads="1"/>
          </p:cNvSpPr>
          <p:nvPr/>
        </p:nvSpPr>
        <p:spPr bwMode="auto">
          <a:xfrm>
            <a:off x="5562600" y="5257800"/>
            <a:ext cx="1935163" cy="474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From Session Layer</a:t>
            </a:r>
          </a:p>
        </p:txBody>
      </p:sp>
      <p:sp>
        <p:nvSpPr>
          <p:cNvPr id="71699" name="AutoShape 18">
            <a:extLst>
              <a:ext uri="{FF2B5EF4-FFF2-40B4-BE49-F238E27FC236}">
                <a16:creationId xmlns:a16="http://schemas.microsoft.com/office/drawing/2014/main" id="{D5DED9BF-F2C9-34A6-C9C8-1130EF9E7DED}"/>
              </a:ext>
            </a:extLst>
          </p:cNvPr>
          <p:cNvSpPr>
            <a:spLocks noChangeArrowheads="1"/>
          </p:cNvSpPr>
          <p:nvPr/>
        </p:nvSpPr>
        <p:spPr bwMode="auto">
          <a:xfrm rot="10740000">
            <a:off x="6073775" y="4102100"/>
            <a:ext cx="244475" cy="690563"/>
          </a:xfrm>
          <a:prstGeom prst="downArrow">
            <a:avLst>
              <a:gd name="adj1" fmla="val 50000"/>
              <a:gd name="adj2" fmla="val 70617"/>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700" name="AutoShape 19">
            <a:extLst>
              <a:ext uri="{FF2B5EF4-FFF2-40B4-BE49-F238E27FC236}">
                <a16:creationId xmlns:a16="http://schemas.microsoft.com/office/drawing/2014/main" id="{F76A42C1-735E-E5A3-9935-9EFC8B28336B}"/>
              </a:ext>
            </a:extLst>
          </p:cNvPr>
          <p:cNvSpPr>
            <a:spLocks noChangeArrowheads="1"/>
          </p:cNvSpPr>
          <p:nvPr/>
        </p:nvSpPr>
        <p:spPr bwMode="auto">
          <a:xfrm rot="10740000">
            <a:off x="6073775" y="2813050"/>
            <a:ext cx="244475" cy="563563"/>
          </a:xfrm>
          <a:prstGeom prst="downArrow">
            <a:avLst>
              <a:gd name="adj1" fmla="val 50000"/>
              <a:gd name="adj2" fmla="val 57630"/>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701" name="Line 20">
            <a:extLst>
              <a:ext uri="{FF2B5EF4-FFF2-40B4-BE49-F238E27FC236}">
                <a16:creationId xmlns:a16="http://schemas.microsoft.com/office/drawing/2014/main" id="{AD0BF7D6-F55D-3922-D4F2-E4E7C9711ECD}"/>
              </a:ext>
            </a:extLst>
          </p:cNvPr>
          <p:cNvSpPr>
            <a:spLocks noChangeShapeType="1"/>
          </p:cNvSpPr>
          <p:nvPr/>
        </p:nvSpPr>
        <p:spPr bwMode="auto">
          <a:xfrm>
            <a:off x="2011363" y="2824163"/>
            <a:ext cx="1587" cy="493712"/>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2" name="Line 21">
            <a:extLst>
              <a:ext uri="{FF2B5EF4-FFF2-40B4-BE49-F238E27FC236}">
                <a16:creationId xmlns:a16="http://schemas.microsoft.com/office/drawing/2014/main" id="{BF18656C-7A3C-08F2-243C-EB35D224ED5D}"/>
              </a:ext>
            </a:extLst>
          </p:cNvPr>
          <p:cNvSpPr>
            <a:spLocks noChangeShapeType="1"/>
          </p:cNvSpPr>
          <p:nvPr/>
        </p:nvSpPr>
        <p:spPr bwMode="auto">
          <a:xfrm>
            <a:off x="3462338" y="2836863"/>
            <a:ext cx="3175" cy="493712"/>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3" name="Text Box 22">
            <a:extLst>
              <a:ext uri="{FF2B5EF4-FFF2-40B4-BE49-F238E27FC236}">
                <a16:creationId xmlns:a16="http://schemas.microsoft.com/office/drawing/2014/main" id="{29BA009F-84CE-4DB7-59FE-B2E957AC9CA9}"/>
              </a:ext>
            </a:extLst>
          </p:cNvPr>
          <p:cNvSpPr txBox="1">
            <a:spLocks noChangeArrowheads="1"/>
          </p:cNvSpPr>
          <p:nvPr/>
        </p:nvSpPr>
        <p:spPr bwMode="auto">
          <a:xfrm>
            <a:off x="3451225" y="3376613"/>
            <a:ext cx="530225" cy="69215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H6</a:t>
            </a:r>
          </a:p>
        </p:txBody>
      </p:sp>
      <p:sp>
        <p:nvSpPr>
          <p:cNvPr id="71704" name="Line 23">
            <a:extLst>
              <a:ext uri="{FF2B5EF4-FFF2-40B4-BE49-F238E27FC236}">
                <a16:creationId xmlns:a16="http://schemas.microsoft.com/office/drawing/2014/main" id="{BE1A5941-08C1-AAD1-AB56-6719D4E537B4}"/>
              </a:ext>
            </a:extLst>
          </p:cNvPr>
          <p:cNvSpPr>
            <a:spLocks noChangeShapeType="1"/>
          </p:cNvSpPr>
          <p:nvPr/>
        </p:nvSpPr>
        <p:spPr bwMode="auto">
          <a:xfrm>
            <a:off x="2000250" y="4103688"/>
            <a:ext cx="11113" cy="703262"/>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5" name="Line 24">
            <a:extLst>
              <a:ext uri="{FF2B5EF4-FFF2-40B4-BE49-F238E27FC236}">
                <a16:creationId xmlns:a16="http://schemas.microsoft.com/office/drawing/2014/main" id="{AA25A019-6C95-575A-6DBC-3B90517E24A3}"/>
              </a:ext>
            </a:extLst>
          </p:cNvPr>
          <p:cNvSpPr>
            <a:spLocks noChangeShapeType="1"/>
          </p:cNvSpPr>
          <p:nvPr/>
        </p:nvSpPr>
        <p:spPr bwMode="auto">
          <a:xfrm>
            <a:off x="3968750" y="4140200"/>
            <a:ext cx="3175" cy="7159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6" name="Line 25">
            <a:extLst>
              <a:ext uri="{FF2B5EF4-FFF2-40B4-BE49-F238E27FC236}">
                <a16:creationId xmlns:a16="http://schemas.microsoft.com/office/drawing/2014/main" id="{8A3B7141-FF14-B562-9C09-B15F64B6BE00}"/>
              </a:ext>
            </a:extLst>
          </p:cNvPr>
          <p:cNvSpPr>
            <a:spLocks noChangeShapeType="1"/>
          </p:cNvSpPr>
          <p:nvPr/>
        </p:nvSpPr>
        <p:spPr bwMode="auto">
          <a:xfrm>
            <a:off x="5510213" y="4127500"/>
            <a:ext cx="11112" cy="704850"/>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7" name="Line 26">
            <a:extLst>
              <a:ext uri="{FF2B5EF4-FFF2-40B4-BE49-F238E27FC236}">
                <a16:creationId xmlns:a16="http://schemas.microsoft.com/office/drawing/2014/main" id="{27DC8731-2918-3275-C000-2C98B9525711}"/>
              </a:ext>
            </a:extLst>
          </p:cNvPr>
          <p:cNvSpPr>
            <a:spLocks noChangeShapeType="1"/>
          </p:cNvSpPr>
          <p:nvPr/>
        </p:nvSpPr>
        <p:spPr bwMode="auto">
          <a:xfrm>
            <a:off x="7469188" y="4140200"/>
            <a:ext cx="1587" cy="715963"/>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08" name="Rectangle 27">
            <a:extLst>
              <a:ext uri="{FF2B5EF4-FFF2-40B4-BE49-F238E27FC236}">
                <a16:creationId xmlns:a16="http://schemas.microsoft.com/office/drawing/2014/main" id="{7B955B13-83B4-1F1D-17F0-8E13FA447291}"/>
              </a:ext>
            </a:extLst>
          </p:cNvPr>
          <p:cNvSpPr>
            <a:spLocks noChangeArrowheads="1"/>
          </p:cNvSpPr>
          <p:nvPr/>
        </p:nvSpPr>
        <p:spPr bwMode="auto">
          <a:xfrm>
            <a:off x="1371600" y="3124200"/>
            <a:ext cx="2971800" cy="1371600"/>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1709" name="Text Box 28">
            <a:extLst>
              <a:ext uri="{FF2B5EF4-FFF2-40B4-BE49-F238E27FC236}">
                <a16:creationId xmlns:a16="http://schemas.microsoft.com/office/drawing/2014/main" id="{846143A6-8911-FAE6-560E-5D8E41A51D63}"/>
              </a:ext>
            </a:extLst>
          </p:cNvPr>
          <p:cNvSpPr txBox="1">
            <a:spLocks noChangeArrowheads="1"/>
          </p:cNvSpPr>
          <p:nvPr/>
        </p:nvSpPr>
        <p:spPr bwMode="auto">
          <a:xfrm>
            <a:off x="1373188" y="4038600"/>
            <a:ext cx="896937" cy="398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000" b="1">
                <a:solidFill>
                  <a:srgbClr val="000000"/>
                </a:solidFill>
                <a:latin typeface="Times New Roman" panose="02020603050405020304" pitchFamily="18" charset="0"/>
              </a:rPr>
              <a:t>Presentation </a:t>
            </a:r>
          </a:p>
          <a:p>
            <a:pPr algn="ctr" eaLnBrk="1" hangingPunct="1">
              <a:buClrTx/>
              <a:buSzPct val="60000"/>
              <a:buFontTx/>
              <a:buNone/>
            </a:pPr>
            <a:r>
              <a:rPr lang="en-US" altLang="en-US" sz="1000" b="1">
                <a:solidFill>
                  <a:srgbClr val="000000"/>
                </a:solidFill>
                <a:latin typeface="Times New Roman" panose="02020603050405020304" pitchFamily="18" charset="0"/>
              </a:rPr>
              <a:t>Layer </a:t>
            </a:r>
          </a:p>
        </p:txBody>
      </p:sp>
      <p:sp>
        <p:nvSpPr>
          <p:cNvPr id="71710" name="Text Box 29">
            <a:extLst>
              <a:ext uri="{FF2B5EF4-FFF2-40B4-BE49-F238E27FC236}">
                <a16:creationId xmlns:a16="http://schemas.microsoft.com/office/drawing/2014/main" id="{442F17B7-1634-631D-7576-117D780F1920}"/>
              </a:ext>
            </a:extLst>
          </p:cNvPr>
          <p:cNvSpPr txBox="1">
            <a:spLocks noChangeArrowheads="1"/>
          </p:cNvSpPr>
          <p:nvPr/>
        </p:nvSpPr>
        <p:spPr bwMode="auto">
          <a:xfrm>
            <a:off x="5486400" y="3429000"/>
            <a:ext cx="1450975" cy="687388"/>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Decoded, decrypted and uncompressed data</a:t>
            </a:r>
          </a:p>
        </p:txBody>
      </p:sp>
      <p:sp>
        <p:nvSpPr>
          <p:cNvPr id="71711" name="Text Box 30">
            <a:extLst>
              <a:ext uri="{FF2B5EF4-FFF2-40B4-BE49-F238E27FC236}">
                <a16:creationId xmlns:a16="http://schemas.microsoft.com/office/drawing/2014/main" id="{AD0EE033-4F53-E32C-37A8-D305FC062CD3}"/>
              </a:ext>
            </a:extLst>
          </p:cNvPr>
          <p:cNvSpPr txBox="1">
            <a:spLocks noChangeArrowheads="1"/>
          </p:cNvSpPr>
          <p:nvPr/>
        </p:nvSpPr>
        <p:spPr bwMode="auto">
          <a:xfrm>
            <a:off x="6934200" y="3429000"/>
            <a:ext cx="530225" cy="692150"/>
          </a:xfrm>
          <a:prstGeom prst="rect">
            <a:avLst/>
          </a:prstGeom>
          <a:solidFill>
            <a:srgbClr val="C0C0C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H6</a:t>
            </a:r>
          </a:p>
        </p:txBody>
      </p:sp>
      <p:sp>
        <p:nvSpPr>
          <p:cNvPr id="71712" name="Line 31">
            <a:extLst>
              <a:ext uri="{FF2B5EF4-FFF2-40B4-BE49-F238E27FC236}">
                <a16:creationId xmlns:a16="http://schemas.microsoft.com/office/drawing/2014/main" id="{70232D42-4D12-98A0-8356-32B05E2066F0}"/>
              </a:ext>
            </a:extLst>
          </p:cNvPr>
          <p:cNvSpPr>
            <a:spLocks noChangeShapeType="1"/>
          </p:cNvSpPr>
          <p:nvPr/>
        </p:nvSpPr>
        <p:spPr bwMode="auto">
          <a:xfrm>
            <a:off x="6934200" y="2819400"/>
            <a:ext cx="1588" cy="609600"/>
          </a:xfrm>
          <a:prstGeom prst="line">
            <a:avLst/>
          </a:prstGeom>
          <a:noFill/>
          <a:ln w="9360" cap="rnd">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13" name="Line 32">
            <a:extLst>
              <a:ext uri="{FF2B5EF4-FFF2-40B4-BE49-F238E27FC236}">
                <a16:creationId xmlns:a16="http://schemas.microsoft.com/office/drawing/2014/main" id="{02A2A7AF-9C4C-8A9D-AEF9-0D2DB5C57353}"/>
              </a:ext>
            </a:extLst>
          </p:cNvPr>
          <p:cNvSpPr>
            <a:spLocks noChangeShapeType="1"/>
          </p:cNvSpPr>
          <p:nvPr/>
        </p:nvSpPr>
        <p:spPr bwMode="auto">
          <a:xfrm>
            <a:off x="5486400" y="2819400"/>
            <a:ext cx="1588" cy="609600"/>
          </a:xfrm>
          <a:prstGeom prst="line">
            <a:avLst/>
          </a:prstGeom>
          <a:noFill/>
          <a:ln w="9360" cap="rnd">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1714" name="Text Box 33">
            <a:extLst>
              <a:ext uri="{FF2B5EF4-FFF2-40B4-BE49-F238E27FC236}">
                <a16:creationId xmlns:a16="http://schemas.microsoft.com/office/drawing/2014/main" id="{FFCC446F-A3D8-6C1B-3BBB-F4B35F7F7E79}"/>
              </a:ext>
            </a:extLst>
          </p:cNvPr>
          <p:cNvSpPr txBox="1">
            <a:spLocks noChangeArrowheads="1"/>
          </p:cNvSpPr>
          <p:nvPr/>
        </p:nvSpPr>
        <p:spPr bwMode="auto">
          <a:xfrm>
            <a:off x="2439988" y="2362200"/>
            <a:ext cx="6858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L7 data</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Text Box 1">
            <a:extLst>
              <a:ext uri="{FF2B5EF4-FFF2-40B4-BE49-F238E27FC236}">
                <a16:creationId xmlns:a16="http://schemas.microsoft.com/office/drawing/2014/main" id="{FC071A5C-8DFC-5D2E-A4BC-3D7242F2CBF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73731" name="Text Box 2">
            <a:extLst>
              <a:ext uri="{FF2B5EF4-FFF2-40B4-BE49-F238E27FC236}">
                <a16:creationId xmlns:a16="http://schemas.microsoft.com/office/drawing/2014/main" id="{66B9F401-B312-7EC6-428D-29DD860E797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F531166-B71C-4B90-A903-ADCA7DFEC10B}" type="slidenum">
              <a:rPr lang="en-US" altLang="en-US" sz="1400">
                <a:solidFill>
                  <a:srgbClr val="000000"/>
                </a:solidFill>
              </a:rPr>
              <a:pPr algn="r" eaLnBrk="1" hangingPunct="1">
                <a:buClrTx/>
                <a:buSzPct val="60000"/>
                <a:buFontTx/>
                <a:buNone/>
              </a:pPr>
              <a:t>35</a:t>
            </a:fld>
            <a:endParaRPr lang="en-US" altLang="en-US" sz="1400">
              <a:solidFill>
                <a:srgbClr val="000000"/>
              </a:solidFill>
            </a:endParaRPr>
          </a:p>
        </p:txBody>
      </p:sp>
      <p:sp>
        <p:nvSpPr>
          <p:cNvPr id="73732" name="Text Box 3">
            <a:extLst>
              <a:ext uri="{FF2B5EF4-FFF2-40B4-BE49-F238E27FC236}">
                <a16:creationId xmlns:a16="http://schemas.microsoft.com/office/drawing/2014/main" id="{A184D8FC-3361-0FD6-3AA2-254485BCF3E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Presentation Layer Functions</a:t>
            </a:r>
          </a:p>
        </p:txBody>
      </p:sp>
      <p:sp>
        <p:nvSpPr>
          <p:cNvPr id="73733" name="Text Box 4">
            <a:extLst>
              <a:ext uri="{FF2B5EF4-FFF2-40B4-BE49-F238E27FC236}">
                <a16:creationId xmlns:a16="http://schemas.microsoft.com/office/drawing/2014/main" id="{31A24632-195D-5D86-4140-6D2B4C86EBF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Translation: Use of a common format to take care of differences (encoding, number representation etc)</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Encryption: To achieve confidentiality or privacy</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Compression: Reduces the number of bits needed to be transmitted</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ext Box 1">
            <a:extLst>
              <a:ext uri="{FF2B5EF4-FFF2-40B4-BE49-F238E27FC236}">
                <a16:creationId xmlns:a16="http://schemas.microsoft.com/office/drawing/2014/main" id="{453324A2-9800-B725-0F31-D80731B2412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75779" name="Text Box 2">
            <a:extLst>
              <a:ext uri="{FF2B5EF4-FFF2-40B4-BE49-F238E27FC236}">
                <a16:creationId xmlns:a16="http://schemas.microsoft.com/office/drawing/2014/main" id="{26BCC35D-F08D-D2AA-39A5-1B49397558D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8483A74-7AAE-42FB-8D65-C41276173AC3}" type="slidenum">
              <a:rPr lang="en-US" altLang="en-US" sz="1400">
                <a:solidFill>
                  <a:srgbClr val="000000"/>
                </a:solidFill>
              </a:rPr>
              <a:pPr algn="r" eaLnBrk="1" hangingPunct="1">
                <a:buClrTx/>
                <a:buSzPct val="60000"/>
                <a:buFontTx/>
                <a:buNone/>
              </a:pPr>
              <a:t>36</a:t>
            </a:fld>
            <a:endParaRPr lang="en-US" altLang="en-US" sz="1400">
              <a:solidFill>
                <a:srgbClr val="000000"/>
              </a:solidFill>
            </a:endParaRPr>
          </a:p>
        </p:txBody>
      </p:sp>
      <p:grpSp>
        <p:nvGrpSpPr>
          <p:cNvPr id="75780" name="Group 3">
            <a:extLst>
              <a:ext uri="{FF2B5EF4-FFF2-40B4-BE49-F238E27FC236}">
                <a16:creationId xmlns:a16="http://schemas.microsoft.com/office/drawing/2014/main" id="{20416E11-4C3D-22E3-4308-1C2871E0BE42}"/>
              </a:ext>
            </a:extLst>
          </p:cNvPr>
          <p:cNvGrpSpPr>
            <a:grpSpLocks/>
          </p:cNvGrpSpPr>
          <p:nvPr/>
        </p:nvGrpSpPr>
        <p:grpSpPr bwMode="auto">
          <a:xfrm>
            <a:off x="533400" y="1066800"/>
            <a:ext cx="8151813" cy="5103813"/>
            <a:chOff x="336" y="672"/>
            <a:chExt cx="5135" cy="3215"/>
          </a:xfrm>
        </p:grpSpPr>
        <p:sp>
          <p:nvSpPr>
            <p:cNvPr id="75782" name="Rectangle 4">
              <a:extLst>
                <a:ext uri="{FF2B5EF4-FFF2-40B4-BE49-F238E27FC236}">
                  <a16:creationId xmlns:a16="http://schemas.microsoft.com/office/drawing/2014/main" id="{09C9917F-3CD2-28FC-9E7E-2D20CDB0AAB5}"/>
                </a:ext>
              </a:extLst>
            </p:cNvPr>
            <p:cNvSpPr>
              <a:spLocks noChangeArrowheads="1"/>
            </p:cNvSpPr>
            <p:nvPr/>
          </p:nvSpPr>
          <p:spPr bwMode="auto">
            <a:xfrm>
              <a:off x="336" y="672"/>
              <a:ext cx="5135" cy="3215"/>
            </a:xfrm>
            <a:prstGeom prst="rect">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783" name="Text Box 5">
              <a:extLst>
                <a:ext uri="{FF2B5EF4-FFF2-40B4-BE49-F238E27FC236}">
                  <a16:creationId xmlns:a16="http://schemas.microsoft.com/office/drawing/2014/main" id="{B6AEF7D1-8889-3F47-E388-32CBD9697081}"/>
                </a:ext>
              </a:extLst>
            </p:cNvPr>
            <p:cNvSpPr txBox="1">
              <a:spLocks noChangeArrowheads="1"/>
            </p:cNvSpPr>
            <p:nvPr/>
          </p:nvSpPr>
          <p:spPr bwMode="auto">
            <a:xfrm>
              <a:off x="806" y="1930"/>
              <a:ext cx="1850" cy="924"/>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r>
                <a:rPr lang="en-US" altLang="en-US" sz="1400" b="1">
                  <a:solidFill>
                    <a:srgbClr val="000000"/>
                  </a:solidFill>
                  <a:latin typeface="Times New Roman" panose="02020603050405020304" pitchFamily="18" charset="0"/>
                </a:rPr>
                <a:t>Application </a:t>
              </a:r>
            </a:p>
            <a:p>
              <a:pPr>
                <a:buClrTx/>
                <a:buSzPct val="60000"/>
                <a:buFontTx/>
                <a:buNone/>
              </a:pPr>
              <a:r>
                <a:rPr lang="en-US" altLang="en-US" sz="1400" b="1">
                  <a:solidFill>
                    <a:srgbClr val="000000"/>
                  </a:solidFill>
                  <a:latin typeface="Times New Roman" panose="02020603050405020304" pitchFamily="18" charset="0"/>
                </a:rPr>
                <a:t>Layer</a:t>
              </a:r>
            </a:p>
          </p:txBody>
        </p:sp>
        <p:sp>
          <p:nvSpPr>
            <p:cNvPr id="75784" name="Text Box 6">
              <a:extLst>
                <a:ext uri="{FF2B5EF4-FFF2-40B4-BE49-F238E27FC236}">
                  <a16:creationId xmlns:a16="http://schemas.microsoft.com/office/drawing/2014/main" id="{13400F9A-F296-3CE0-8C4B-8A668B14FA49}"/>
                </a:ext>
              </a:extLst>
            </p:cNvPr>
            <p:cNvSpPr txBox="1">
              <a:spLocks noChangeArrowheads="1"/>
            </p:cNvSpPr>
            <p:nvPr/>
          </p:nvSpPr>
          <p:spPr bwMode="auto">
            <a:xfrm>
              <a:off x="905" y="2027"/>
              <a:ext cx="489"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Email</a:t>
              </a:r>
            </a:p>
          </p:txBody>
        </p:sp>
        <p:sp>
          <p:nvSpPr>
            <p:cNvPr id="75785" name="Text Box 7">
              <a:extLst>
                <a:ext uri="{FF2B5EF4-FFF2-40B4-BE49-F238E27FC236}">
                  <a16:creationId xmlns:a16="http://schemas.microsoft.com/office/drawing/2014/main" id="{8D6CBB00-DA52-F5FC-5384-1ACF232FD292}"/>
                </a:ext>
              </a:extLst>
            </p:cNvPr>
            <p:cNvSpPr txBox="1">
              <a:spLocks noChangeArrowheads="1"/>
            </p:cNvSpPr>
            <p:nvPr/>
          </p:nvSpPr>
          <p:spPr bwMode="auto">
            <a:xfrm>
              <a:off x="1188" y="3016"/>
              <a:ext cx="944" cy="242"/>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L7 data</a:t>
              </a:r>
            </a:p>
          </p:txBody>
        </p:sp>
        <p:sp>
          <p:nvSpPr>
            <p:cNvPr id="75786" name="Text Box 8">
              <a:extLst>
                <a:ext uri="{FF2B5EF4-FFF2-40B4-BE49-F238E27FC236}">
                  <a16:creationId xmlns:a16="http://schemas.microsoft.com/office/drawing/2014/main" id="{E660BEA4-CDD8-6CD9-B0D7-6D21D04274A3}"/>
                </a:ext>
              </a:extLst>
            </p:cNvPr>
            <p:cNvSpPr txBox="1">
              <a:spLocks noChangeArrowheads="1"/>
            </p:cNvSpPr>
            <p:nvPr/>
          </p:nvSpPr>
          <p:spPr bwMode="auto">
            <a:xfrm>
              <a:off x="1028" y="3392"/>
              <a:ext cx="1322" cy="294"/>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To Presentation Layer</a:t>
              </a:r>
            </a:p>
          </p:txBody>
        </p:sp>
        <p:sp>
          <p:nvSpPr>
            <p:cNvPr id="75787" name="AutoShape 9">
              <a:extLst>
                <a:ext uri="{FF2B5EF4-FFF2-40B4-BE49-F238E27FC236}">
                  <a16:creationId xmlns:a16="http://schemas.microsoft.com/office/drawing/2014/main" id="{F14C5AE9-5D5D-7884-8E56-A78F9785C88A}"/>
                </a:ext>
              </a:extLst>
            </p:cNvPr>
            <p:cNvSpPr>
              <a:spLocks noChangeArrowheads="1"/>
            </p:cNvSpPr>
            <p:nvPr/>
          </p:nvSpPr>
          <p:spPr bwMode="auto">
            <a:xfrm>
              <a:off x="1568" y="1477"/>
              <a:ext cx="156" cy="365"/>
            </a:xfrm>
            <a:prstGeom prst="downArrow">
              <a:avLst>
                <a:gd name="adj1" fmla="val 50000"/>
                <a:gd name="adj2" fmla="val 58494"/>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788" name="AutoShape 10">
              <a:extLst>
                <a:ext uri="{FF2B5EF4-FFF2-40B4-BE49-F238E27FC236}">
                  <a16:creationId xmlns:a16="http://schemas.microsoft.com/office/drawing/2014/main" id="{60AF8AE8-2405-3D61-DFBB-E06E5C7D748C}"/>
                </a:ext>
              </a:extLst>
            </p:cNvPr>
            <p:cNvSpPr>
              <a:spLocks noChangeArrowheads="1"/>
            </p:cNvSpPr>
            <p:nvPr/>
          </p:nvSpPr>
          <p:spPr bwMode="auto">
            <a:xfrm>
              <a:off x="1548" y="2588"/>
              <a:ext cx="157" cy="427"/>
            </a:xfrm>
            <a:prstGeom prst="downArrow">
              <a:avLst>
                <a:gd name="adj1" fmla="val 50000"/>
                <a:gd name="adj2" fmla="val 67994"/>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789" name="Text Box 11">
              <a:extLst>
                <a:ext uri="{FF2B5EF4-FFF2-40B4-BE49-F238E27FC236}">
                  <a16:creationId xmlns:a16="http://schemas.microsoft.com/office/drawing/2014/main" id="{0DC84683-74EE-080E-9C2C-DDB351550CF0}"/>
                </a:ext>
              </a:extLst>
            </p:cNvPr>
            <p:cNvSpPr txBox="1">
              <a:spLocks noChangeArrowheads="1"/>
            </p:cNvSpPr>
            <p:nvPr/>
          </p:nvSpPr>
          <p:spPr bwMode="auto">
            <a:xfrm>
              <a:off x="3079" y="1930"/>
              <a:ext cx="1850" cy="93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r>
                <a:rPr lang="en-US" altLang="en-US" sz="1400" b="1">
                  <a:solidFill>
                    <a:srgbClr val="000000"/>
                  </a:solidFill>
                  <a:latin typeface="Times New Roman" panose="02020603050405020304" pitchFamily="18" charset="0"/>
                </a:rPr>
                <a:t>Application </a:t>
              </a:r>
            </a:p>
            <a:p>
              <a:pPr>
                <a:buClrTx/>
                <a:buSzPct val="60000"/>
                <a:buFontTx/>
                <a:buNone/>
              </a:pPr>
              <a:r>
                <a:rPr lang="en-US" altLang="en-US" sz="1400" b="1">
                  <a:solidFill>
                    <a:srgbClr val="000000"/>
                  </a:solidFill>
                  <a:latin typeface="Times New Roman" panose="02020603050405020304" pitchFamily="18" charset="0"/>
                </a:rPr>
                <a:t>Layer</a:t>
              </a:r>
            </a:p>
          </p:txBody>
        </p:sp>
        <p:sp>
          <p:nvSpPr>
            <p:cNvPr id="75790" name="Text Box 12">
              <a:extLst>
                <a:ext uri="{FF2B5EF4-FFF2-40B4-BE49-F238E27FC236}">
                  <a16:creationId xmlns:a16="http://schemas.microsoft.com/office/drawing/2014/main" id="{1A33EADD-23B1-BF2F-7001-D504BC26ABE0}"/>
                </a:ext>
              </a:extLst>
            </p:cNvPr>
            <p:cNvSpPr txBox="1">
              <a:spLocks noChangeArrowheads="1"/>
            </p:cNvSpPr>
            <p:nvPr/>
          </p:nvSpPr>
          <p:spPr bwMode="auto">
            <a:xfrm>
              <a:off x="3461" y="3016"/>
              <a:ext cx="944" cy="242"/>
            </a:xfrm>
            <a:prstGeom prst="rect">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L7 data</a:t>
              </a:r>
            </a:p>
          </p:txBody>
        </p:sp>
        <p:sp>
          <p:nvSpPr>
            <p:cNvPr id="75791" name="Text Box 13">
              <a:extLst>
                <a:ext uri="{FF2B5EF4-FFF2-40B4-BE49-F238E27FC236}">
                  <a16:creationId xmlns:a16="http://schemas.microsoft.com/office/drawing/2014/main" id="{466EB9B2-37B4-8450-3E77-6A73E65D6D87}"/>
                </a:ext>
              </a:extLst>
            </p:cNvPr>
            <p:cNvSpPr txBox="1">
              <a:spLocks noChangeArrowheads="1"/>
            </p:cNvSpPr>
            <p:nvPr/>
          </p:nvSpPr>
          <p:spPr bwMode="auto">
            <a:xfrm>
              <a:off x="3301" y="3376"/>
              <a:ext cx="1472" cy="294"/>
            </a:xfrm>
            <a:prstGeom prst="rect">
              <a:avLst/>
            </a:prstGeom>
            <a:solidFill>
              <a:srgbClr val="EFFFE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From Presentation Layer</a:t>
              </a:r>
            </a:p>
          </p:txBody>
        </p:sp>
        <p:sp>
          <p:nvSpPr>
            <p:cNvPr id="75792" name="AutoShape 14">
              <a:extLst>
                <a:ext uri="{FF2B5EF4-FFF2-40B4-BE49-F238E27FC236}">
                  <a16:creationId xmlns:a16="http://schemas.microsoft.com/office/drawing/2014/main" id="{C34A8795-8296-98A2-B688-B86D7EA0880C}"/>
                </a:ext>
              </a:extLst>
            </p:cNvPr>
            <p:cNvSpPr>
              <a:spLocks noChangeArrowheads="1"/>
            </p:cNvSpPr>
            <p:nvPr/>
          </p:nvSpPr>
          <p:spPr bwMode="auto">
            <a:xfrm rot="10740000">
              <a:off x="3801" y="2537"/>
              <a:ext cx="177" cy="435"/>
            </a:xfrm>
            <a:prstGeom prst="downArrow">
              <a:avLst>
                <a:gd name="adj1" fmla="val 50000"/>
                <a:gd name="adj2" fmla="val 61441"/>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75793" name="Group 15">
              <a:extLst>
                <a:ext uri="{FF2B5EF4-FFF2-40B4-BE49-F238E27FC236}">
                  <a16:creationId xmlns:a16="http://schemas.microsoft.com/office/drawing/2014/main" id="{E882D4B7-83A0-C8FC-ECC5-2AFF8ADD4414}"/>
                </a:ext>
              </a:extLst>
            </p:cNvPr>
            <p:cNvGrpSpPr>
              <a:grpSpLocks/>
            </p:cNvGrpSpPr>
            <p:nvPr/>
          </p:nvGrpSpPr>
          <p:grpSpPr bwMode="auto">
            <a:xfrm>
              <a:off x="1568" y="847"/>
              <a:ext cx="163" cy="524"/>
              <a:chOff x="1568" y="847"/>
              <a:chExt cx="163" cy="524"/>
            </a:xfrm>
          </p:grpSpPr>
          <p:sp>
            <p:nvSpPr>
              <p:cNvPr id="75805" name="Oval 16">
                <a:extLst>
                  <a:ext uri="{FF2B5EF4-FFF2-40B4-BE49-F238E27FC236}">
                    <a16:creationId xmlns:a16="http://schemas.microsoft.com/office/drawing/2014/main" id="{CCEB7F14-1CA0-F1B8-033D-5DDE92F61020}"/>
                  </a:ext>
                </a:extLst>
              </p:cNvPr>
              <p:cNvSpPr>
                <a:spLocks noChangeArrowheads="1"/>
              </p:cNvSpPr>
              <p:nvPr/>
            </p:nvSpPr>
            <p:spPr bwMode="auto">
              <a:xfrm>
                <a:off x="1568" y="847"/>
                <a:ext cx="137" cy="174"/>
              </a:xfrm>
              <a:prstGeom prst="ellipse">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806" name="Line 17">
                <a:extLst>
                  <a:ext uri="{FF2B5EF4-FFF2-40B4-BE49-F238E27FC236}">
                    <a16:creationId xmlns:a16="http://schemas.microsoft.com/office/drawing/2014/main" id="{6926D4EA-16BE-543B-8DA3-669BE149038F}"/>
                  </a:ext>
                </a:extLst>
              </p:cNvPr>
              <p:cNvSpPr>
                <a:spLocks noChangeShapeType="1"/>
              </p:cNvSpPr>
              <p:nvPr/>
            </p:nvSpPr>
            <p:spPr bwMode="auto">
              <a:xfrm>
                <a:off x="1646" y="1022"/>
                <a:ext cx="0" cy="3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5807" name="Line 18">
                <a:extLst>
                  <a:ext uri="{FF2B5EF4-FFF2-40B4-BE49-F238E27FC236}">
                    <a16:creationId xmlns:a16="http://schemas.microsoft.com/office/drawing/2014/main" id="{6B220638-E120-090A-E536-FA901FD63BBA}"/>
                  </a:ext>
                </a:extLst>
              </p:cNvPr>
              <p:cNvSpPr>
                <a:spLocks noChangeShapeType="1"/>
              </p:cNvSpPr>
              <p:nvPr/>
            </p:nvSpPr>
            <p:spPr bwMode="auto">
              <a:xfrm flipH="1">
                <a:off x="1567" y="1022"/>
                <a:ext cx="79" cy="17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5808" name="Line 19">
                <a:extLst>
                  <a:ext uri="{FF2B5EF4-FFF2-40B4-BE49-F238E27FC236}">
                    <a16:creationId xmlns:a16="http://schemas.microsoft.com/office/drawing/2014/main" id="{B7567875-C0E3-F3C6-186D-6DE2431C05CD}"/>
                  </a:ext>
                </a:extLst>
              </p:cNvPr>
              <p:cNvSpPr>
                <a:spLocks noChangeShapeType="1"/>
              </p:cNvSpPr>
              <p:nvPr/>
            </p:nvSpPr>
            <p:spPr bwMode="auto">
              <a:xfrm>
                <a:off x="1646" y="1022"/>
                <a:ext cx="85" cy="17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grpSp>
          <p:nvGrpSpPr>
            <p:cNvPr id="75794" name="Group 20">
              <a:extLst>
                <a:ext uri="{FF2B5EF4-FFF2-40B4-BE49-F238E27FC236}">
                  <a16:creationId xmlns:a16="http://schemas.microsoft.com/office/drawing/2014/main" id="{A022E326-4AEB-2606-2F7C-699D1FB4E9B2}"/>
                </a:ext>
              </a:extLst>
            </p:cNvPr>
            <p:cNvGrpSpPr>
              <a:grpSpLocks/>
            </p:cNvGrpSpPr>
            <p:nvPr/>
          </p:nvGrpSpPr>
          <p:grpSpPr bwMode="auto">
            <a:xfrm>
              <a:off x="3815" y="847"/>
              <a:ext cx="163" cy="524"/>
              <a:chOff x="3815" y="847"/>
              <a:chExt cx="163" cy="524"/>
            </a:xfrm>
          </p:grpSpPr>
          <p:sp>
            <p:nvSpPr>
              <p:cNvPr id="75801" name="Oval 21">
                <a:extLst>
                  <a:ext uri="{FF2B5EF4-FFF2-40B4-BE49-F238E27FC236}">
                    <a16:creationId xmlns:a16="http://schemas.microsoft.com/office/drawing/2014/main" id="{AF74A9CE-82CA-E280-C8ED-1C509DA0C2E9}"/>
                  </a:ext>
                </a:extLst>
              </p:cNvPr>
              <p:cNvSpPr>
                <a:spLocks noChangeArrowheads="1"/>
              </p:cNvSpPr>
              <p:nvPr/>
            </p:nvSpPr>
            <p:spPr bwMode="auto">
              <a:xfrm>
                <a:off x="3815" y="847"/>
                <a:ext cx="137" cy="174"/>
              </a:xfrm>
              <a:prstGeom prst="ellipse">
                <a:avLst/>
              </a:prstGeom>
              <a:solidFill>
                <a:srgbClr val="EFFFE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802" name="Line 22">
                <a:extLst>
                  <a:ext uri="{FF2B5EF4-FFF2-40B4-BE49-F238E27FC236}">
                    <a16:creationId xmlns:a16="http://schemas.microsoft.com/office/drawing/2014/main" id="{14C7CC11-A2FC-18F9-8C57-E61E97F26B90}"/>
                  </a:ext>
                </a:extLst>
              </p:cNvPr>
              <p:cNvSpPr>
                <a:spLocks noChangeShapeType="1"/>
              </p:cNvSpPr>
              <p:nvPr/>
            </p:nvSpPr>
            <p:spPr bwMode="auto">
              <a:xfrm>
                <a:off x="3893" y="1022"/>
                <a:ext cx="0" cy="34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5803" name="Line 23">
                <a:extLst>
                  <a:ext uri="{FF2B5EF4-FFF2-40B4-BE49-F238E27FC236}">
                    <a16:creationId xmlns:a16="http://schemas.microsoft.com/office/drawing/2014/main" id="{5CDF626D-C31A-3ADF-F4E1-DA381AD0008F}"/>
                  </a:ext>
                </a:extLst>
              </p:cNvPr>
              <p:cNvSpPr>
                <a:spLocks noChangeShapeType="1"/>
              </p:cNvSpPr>
              <p:nvPr/>
            </p:nvSpPr>
            <p:spPr bwMode="auto">
              <a:xfrm flipH="1">
                <a:off x="3814" y="1022"/>
                <a:ext cx="79" cy="17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75804" name="Line 24">
                <a:extLst>
                  <a:ext uri="{FF2B5EF4-FFF2-40B4-BE49-F238E27FC236}">
                    <a16:creationId xmlns:a16="http://schemas.microsoft.com/office/drawing/2014/main" id="{B6A76E48-8DC7-8499-1522-C4B5834E8271}"/>
                  </a:ext>
                </a:extLst>
              </p:cNvPr>
              <p:cNvSpPr>
                <a:spLocks noChangeShapeType="1"/>
              </p:cNvSpPr>
              <p:nvPr/>
            </p:nvSpPr>
            <p:spPr bwMode="auto">
              <a:xfrm>
                <a:off x="3893" y="1022"/>
                <a:ext cx="85" cy="17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75795" name="AutoShape 25">
              <a:extLst>
                <a:ext uri="{FF2B5EF4-FFF2-40B4-BE49-F238E27FC236}">
                  <a16:creationId xmlns:a16="http://schemas.microsoft.com/office/drawing/2014/main" id="{20C3718D-C4F2-018E-0DAD-CD8A2CFA0B05}"/>
                </a:ext>
              </a:extLst>
            </p:cNvPr>
            <p:cNvSpPr>
              <a:spLocks noChangeArrowheads="1"/>
            </p:cNvSpPr>
            <p:nvPr/>
          </p:nvSpPr>
          <p:spPr bwMode="auto">
            <a:xfrm>
              <a:off x="3812" y="1485"/>
              <a:ext cx="173" cy="357"/>
            </a:xfrm>
            <a:prstGeom prst="upArrow">
              <a:avLst>
                <a:gd name="adj1" fmla="val 50000"/>
                <a:gd name="adj2" fmla="val 51590"/>
              </a:avLst>
            </a:prstGeom>
            <a:solidFill>
              <a:srgbClr val="333333"/>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75796" name="Text Box 26">
              <a:extLst>
                <a:ext uri="{FF2B5EF4-FFF2-40B4-BE49-F238E27FC236}">
                  <a16:creationId xmlns:a16="http://schemas.microsoft.com/office/drawing/2014/main" id="{A1DDD527-DAB2-7BC6-8924-2DD75D3EDE64}"/>
                </a:ext>
              </a:extLst>
            </p:cNvPr>
            <p:cNvSpPr txBox="1">
              <a:spLocks noChangeArrowheads="1"/>
            </p:cNvSpPr>
            <p:nvPr/>
          </p:nvSpPr>
          <p:spPr bwMode="auto">
            <a:xfrm>
              <a:off x="1466" y="2027"/>
              <a:ext cx="490"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a:t>
              </a:r>
            </a:p>
          </p:txBody>
        </p:sp>
        <p:sp>
          <p:nvSpPr>
            <p:cNvPr id="75797" name="Text Box 27">
              <a:extLst>
                <a:ext uri="{FF2B5EF4-FFF2-40B4-BE49-F238E27FC236}">
                  <a16:creationId xmlns:a16="http://schemas.microsoft.com/office/drawing/2014/main" id="{0D326094-885D-8861-EFA6-79D1EDA9DF81}"/>
                </a:ext>
              </a:extLst>
            </p:cNvPr>
            <p:cNvSpPr txBox="1">
              <a:spLocks noChangeArrowheads="1"/>
            </p:cNvSpPr>
            <p:nvPr/>
          </p:nvSpPr>
          <p:spPr bwMode="auto">
            <a:xfrm>
              <a:off x="2028" y="2027"/>
              <a:ext cx="525"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WWW</a:t>
              </a:r>
            </a:p>
          </p:txBody>
        </p:sp>
        <p:sp>
          <p:nvSpPr>
            <p:cNvPr id="75798" name="Text Box 28">
              <a:extLst>
                <a:ext uri="{FF2B5EF4-FFF2-40B4-BE49-F238E27FC236}">
                  <a16:creationId xmlns:a16="http://schemas.microsoft.com/office/drawing/2014/main" id="{0E13588B-4332-EBE9-F67F-0B399C620627}"/>
                </a:ext>
              </a:extLst>
            </p:cNvPr>
            <p:cNvSpPr txBox="1">
              <a:spLocks noChangeArrowheads="1"/>
            </p:cNvSpPr>
            <p:nvPr/>
          </p:nvSpPr>
          <p:spPr bwMode="auto">
            <a:xfrm>
              <a:off x="3169" y="2037"/>
              <a:ext cx="489"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Email</a:t>
              </a:r>
            </a:p>
          </p:txBody>
        </p:sp>
        <p:sp>
          <p:nvSpPr>
            <p:cNvPr id="75799" name="Text Box 29">
              <a:extLst>
                <a:ext uri="{FF2B5EF4-FFF2-40B4-BE49-F238E27FC236}">
                  <a16:creationId xmlns:a16="http://schemas.microsoft.com/office/drawing/2014/main" id="{EB6E897D-F328-0728-6371-607E76BA54DD}"/>
                </a:ext>
              </a:extLst>
            </p:cNvPr>
            <p:cNvSpPr txBox="1">
              <a:spLocks noChangeArrowheads="1"/>
            </p:cNvSpPr>
            <p:nvPr/>
          </p:nvSpPr>
          <p:spPr bwMode="auto">
            <a:xfrm>
              <a:off x="3731" y="2037"/>
              <a:ext cx="489"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a:t>
              </a:r>
            </a:p>
          </p:txBody>
        </p:sp>
        <p:sp>
          <p:nvSpPr>
            <p:cNvPr id="75800" name="Text Box 30">
              <a:extLst>
                <a:ext uri="{FF2B5EF4-FFF2-40B4-BE49-F238E27FC236}">
                  <a16:creationId xmlns:a16="http://schemas.microsoft.com/office/drawing/2014/main" id="{4EA8978C-EB38-476B-F7B0-BEFD70F97D18}"/>
                </a:ext>
              </a:extLst>
            </p:cNvPr>
            <p:cNvSpPr txBox="1">
              <a:spLocks noChangeArrowheads="1"/>
            </p:cNvSpPr>
            <p:nvPr/>
          </p:nvSpPr>
          <p:spPr bwMode="auto">
            <a:xfrm>
              <a:off x="4292" y="2037"/>
              <a:ext cx="525" cy="2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WWW</a:t>
              </a:r>
            </a:p>
          </p:txBody>
        </p:sp>
      </p:grpSp>
      <p:sp>
        <p:nvSpPr>
          <p:cNvPr id="75781" name="Text Box 31">
            <a:extLst>
              <a:ext uri="{FF2B5EF4-FFF2-40B4-BE49-F238E27FC236}">
                <a16:creationId xmlns:a16="http://schemas.microsoft.com/office/drawing/2014/main" id="{88E7DC9B-3BE2-4B66-95F6-3A5054C83B25}"/>
              </a:ext>
            </a:extLst>
          </p:cNvPr>
          <p:cNvSpPr txBox="1">
            <a:spLocks noChangeArrowheads="1"/>
          </p:cNvSpPr>
          <p:nvPr/>
        </p:nvSpPr>
        <p:spPr bwMode="auto">
          <a:xfrm>
            <a:off x="609600" y="330200"/>
            <a:ext cx="32766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Application Layer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ext Box 1">
            <a:extLst>
              <a:ext uri="{FF2B5EF4-FFF2-40B4-BE49-F238E27FC236}">
                <a16:creationId xmlns:a16="http://schemas.microsoft.com/office/drawing/2014/main" id="{CA1619D3-A378-C3BF-36F1-65F1DA3233C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77827" name="Text Box 2">
            <a:extLst>
              <a:ext uri="{FF2B5EF4-FFF2-40B4-BE49-F238E27FC236}">
                <a16:creationId xmlns:a16="http://schemas.microsoft.com/office/drawing/2014/main" id="{0F997978-439A-1D0B-FA2A-2E33A6C8B9C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764536B-1577-4CB7-9BF7-BD19B6D7E378}" type="slidenum">
              <a:rPr lang="en-US" altLang="en-US" sz="1400">
                <a:solidFill>
                  <a:srgbClr val="000000"/>
                </a:solidFill>
              </a:rPr>
              <a:pPr algn="r" eaLnBrk="1" hangingPunct="1">
                <a:buClrTx/>
                <a:buSzPct val="60000"/>
                <a:buFontTx/>
                <a:buNone/>
              </a:pPr>
              <a:t>37</a:t>
            </a:fld>
            <a:endParaRPr lang="en-US" altLang="en-US" sz="1400">
              <a:solidFill>
                <a:srgbClr val="000000"/>
              </a:solidFill>
            </a:endParaRPr>
          </a:p>
        </p:txBody>
      </p:sp>
      <p:sp>
        <p:nvSpPr>
          <p:cNvPr id="77828" name="Text Box 3">
            <a:extLst>
              <a:ext uri="{FF2B5EF4-FFF2-40B4-BE49-F238E27FC236}">
                <a16:creationId xmlns:a16="http://schemas.microsoft.com/office/drawing/2014/main" id="{F41B60CF-2E0F-0312-59BB-A60476AC43A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Application Layer Functions</a:t>
            </a:r>
          </a:p>
        </p:txBody>
      </p:sp>
      <p:sp>
        <p:nvSpPr>
          <p:cNvPr id="77829" name="Text Box 4">
            <a:extLst>
              <a:ext uri="{FF2B5EF4-FFF2-40B4-BE49-F238E27FC236}">
                <a16:creationId xmlns:a16="http://schemas.microsoft.com/office/drawing/2014/main" id="{AE83F5B2-74A5-02C2-99E4-4A9F22F9883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Provides an “application view” to a network (e.g. email, file transmission) </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Network virtual terminal: Allows a host to connect to a remote computer, as if this is a local connection</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Creation of software emulation of a terminal at the remote computer</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File transfer, access, and management</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Mail services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Directory services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Text Box 1">
            <a:extLst>
              <a:ext uri="{FF2B5EF4-FFF2-40B4-BE49-F238E27FC236}">
                <a16:creationId xmlns:a16="http://schemas.microsoft.com/office/drawing/2014/main" id="{A83EA086-8F88-A846-2850-FF4B684007DA}"/>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Introduction to TCP/IP</a:t>
            </a:r>
          </a:p>
        </p:txBody>
      </p:sp>
      <p:sp>
        <p:nvSpPr>
          <p:cNvPr id="79875" name="Text Box 2">
            <a:extLst>
              <a:ext uri="{FF2B5EF4-FFF2-40B4-BE49-F238E27FC236}">
                <a16:creationId xmlns:a16="http://schemas.microsoft.com/office/drawing/2014/main" id="{C8726791-2A82-5F1A-5332-8A5B5CC1FF3F}"/>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ext Box 1">
            <a:extLst>
              <a:ext uri="{FF2B5EF4-FFF2-40B4-BE49-F238E27FC236}">
                <a16:creationId xmlns:a16="http://schemas.microsoft.com/office/drawing/2014/main" id="{E8A8A288-2AD9-868E-C277-6B4495179BE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81923" name="Text Box 2">
            <a:extLst>
              <a:ext uri="{FF2B5EF4-FFF2-40B4-BE49-F238E27FC236}">
                <a16:creationId xmlns:a16="http://schemas.microsoft.com/office/drawing/2014/main" id="{B4FB4D24-964B-3369-CE6E-3C86AF26C72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6A0A726-6708-45E7-B65B-6A4D59303C64}" type="slidenum">
              <a:rPr lang="en-US" altLang="en-US" sz="1400">
                <a:solidFill>
                  <a:srgbClr val="000000"/>
                </a:solidFill>
              </a:rPr>
              <a:pPr algn="r" eaLnBrk="1" hangingPunct="1">
                <a:buClrTx/>
                <a:buSzPct val="60000"/>
                <a:buFontTx/>
                <a:buNone/>
              </a:pPr>
              <a:t>39</a:t>
            </a:fld>
            <a:endParaRPr lang="en-US" altLang="en-US" sz="1400">
              <a:solidFill>
                <a:srgbClr val="000000"/>
              </a:solidFill>
            </a:endParaRPr>
          </a:p>
        </p:txBody>
      </p:sp>
      <p:sp>
        <p:nvSpPr>
          <p:cNvPr id="81924" name="Rectangle 3">
            <a:extLst>
              <a:ext uri="{FF2B5EF4-FFF2-40B4-BE49-F238E27FC236}">
                <a16:creationId xmlns:a16="http://schemas.microsoft.com/office/drawing/2014/main" id="{4E0DE4F9-32B9-FBDF-E14C-2C4C908D743C}"/>
              </a:ext>
            </a:extLst>
          </p:cNvPr>
          <p:cNvSpPr>
            <a:spLocks noChangeArrowheads="1"/>
          </p:cNvSpPr>
          <p:nvPr/>
        </p:nvSpPr>
        <p:spPr bwMode="auto">
          <a:xfrm>
            <a:off x="685800" y="685800"/>
            <a:ext cx="7772400" cy="5848350"/>
          </a:xfrm>
          <a:prstGeom prst="rect">
            <a:avLst/>
          </a:prstGeom>
          <a:solidFill>
            <a:srgbClr val="00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1925" name="Rectangle 4">
            <a:extLst>
              <a:ext uri="{FF2B5EF4-FFF2-40B4-BE49-F238E27FC236}">
                <a16:creationId xmlns:a16="http://schemas.microsoft.com/office/drawing/2014/main" id="{12414D21-9D60-5007-FC5D-B4BB8E6E274B}"/>
              </a:ext>
            </a:extLst>
          </p:cNvPr>
          <p:cNvSpPr>
            <a:spLocks noChangeArrowheads="1"/>
          </p:cNvSpPr>
          <p:nvPr/>
        </p:nvSpPr>
        <p:spPr bwMode="auto">
          <a:xfrm>
            <a:off x="852488" y="942975"/>
            <a:ext cx="7369175" cy="904875"/>
          </a:xfrm>
          <a:prstGeom prst="rect">
            <a:avLst/>
          </a:prstGeom>
          <a:solidFill>
            <a:srgbClr val="FFFFFF"/>
          </a:solidFill>
          <a:ln w="9360" cap="sq">
            <a:solidFill>
              <a:srgbClr val="00000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1926" name="Text Box 5">
            <a:extLst>
              <a:ext uri="{FF2B5EF4-FFF2-40B4-BE49-F238E27FC236}">
                <a16:creationId xmlns:a16="http://schemas.microsoft.com/office/drawing/2014/main" id="{C28F9419-3D5E-E86A-AFBF-F822F3543EDC}"/>
              </a:ext>
            </a:extLst>
          </p:cNvPr>
          <p:cNvSpPr txBox="1">
            <a:spLocks noChangeArrowheads="1"/>
          </p:cNvSpPr>
          <p:nvPr/>
        </p:nvSpPr>
        <p:spPr bwMode="auto">
          <a:xfrm>
            <a:off x="1101725" y="1130300"/>
            <a:ext cx="1068388"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TELNET</a:t>
            </a:r>
          </a:p>
        </p:txBody>
      </p:sp>
      <p:sp>
        <p:nvSpPr>
          <p:cNvPr id="81927" name="Text Box 6">
            <a:extLst>
              <a:ext uri="{FF2B5EF4-FFF2-40B4-BE49-F238E27FC236}">
                <a16:creationId xmlns:a16="http://schemas.microsoft.com/office/drawing/2014/main" id="{252610A9-1BEE-D93F-D823-A990417DB848}"/>
              </a:ext>
            </a:extLst>
          </p:cNvPr>
          <p:cNvSpPr txBox="1">
            <a:spLocks noChangeArrowheads="1"/>
          </p:cNvSpPr>
          <p:nvPr/>
        </p:nvSpPr>
        <p:spPr bwMode="auto">
          <a:xfrm>
            <a:off x="2324100" y="1130300"/>
            <a:ext cx="1276350"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latin typeface="Times New Roman" panose="02020603050405020304" pitchFamily="18" charset="0"/>
              </a:rPr>
              <a:t>Simple Mail </a:t>
            </a:r>
            <a:r>
              <a:rPr lang="en-US" altLang="en-US" sz="1200" b="1">
                <a:solidFill>
                  <a:srgbClr val="000000"/>
                </a:solidFill>
                <a:latin typeface="Times New Roman" panose="02020603050405020304" pitchFamily="18" charset="0"/>
              </a:rPr>
              <a:t>Transfer</a:t>
            </a:r>
            <a:r>
              <a:rPr lang="en-US" altLang="en-US" sz="1000" b="1">
                <a:solidFill>
                  <a:srgbClr val="000000"/>
                </a:solidFill>
                <a:latin typeface="Times New Roman" panose="02020603050405020304" pitchFamily="18" charset="0"/>
              </a:rPr>
              <a:t> Protocol (SMTP)</a:t>
            </a:r>
          </a:p>
        </p:txBody>
      </p:sp>
      <p:sp>
        <p:nvSpPr>
          <p:cNvPr id="81928" name="Text Box 7">
            <a:extLst>
              <a:ext uri="{FF2B5EF4-FFF2-40B4-BE49-F238E27FC236}">
                <a16:creationId xmlns:a16="http://schemas.microsoft.com/office/drawing/2014/main" id="{E61F0E7D-2714-D422-AAB8-DF13695415C6}"/>
              </a:ext>
            </a:extLst>
          </p:cNvPr>
          <p:cNvSpPr txBox="1">
            <a:spLocks noChangeArrowheads="1"/>
          </p:cNvSpPr>
          <p:nvPr/>
        </p:nvSpPr>
        <p:spPr bwMode="auto">
          <a:xfrm>
            <a:off x="3752850" y="1120775"/>
            <a:ext cx="1055688"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latin typeface="Times New Roman" panose="02020603050405020304" pitchFamily="18" charset="0"/>
              </a:rPr>
              <a:t>File Transfer Protocol (FTP)</a:t>
            </a:r>
          </a:p>
        </p:txBody>
      </p:sp>
      <p:sp>
        <p:nvSpPr>
          <p:cNvPr id="81929" name="Text Box 8">
            <a:extLst>
              <a:ext uri="{FF2B5EF4-FFF2-40B4-BE49-F238E27FC236}">
                <a16:creationId xmlns:a16="http://schemas.microsoft.com/office/drawing/2014/main" id="{7DAD9408-435F-B5A1-7477-4F49D04284A3}"/>
              </a:ext>
            </a:extLst>
          </p:cNvPr>
          <p:cNvSpPr txBox="1">
            <a:spLocks noChangeArrowheads="1"/>
          </p:cNvSpPr>
          <p:nvPr/>
        </p:nvSpPr>
        <p:spPr bwMode="auto">
          <a:xfrm>
            <a:off x="6111875" y="1120775"/>
            <a:ext cx="1014413"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Trivial File Transfer Protocol (TFTP)</a:t>
            </a:r>
          </a:p>
          <a:p>
            <a:pPr>
              <a:buClrTx/>
              <a:buSzPct val="60000"/>
              <a:buFontTx/>
              <a:buNone/>
            </a:pPr>
            <a:endParaRPr lang="en-US" altLang="en-US" sz="900" b="1">
              <a:solidFill>
                <a:srgbClr val="000000"/>
              </a:solidFill>
              <a:latin typeface="Times New Roman" panose="02020603050405020304" pitchFamily="18" charset="0"/>
            </a:endParaRPr>
          </a:p>
        </p:txBody>
      </p:sp>
      <p:sp>
        <p:nvSpPr>
          <p:cNvPr id="81930" name="Text Box 9">
            <a:extLst>
              <a:ext uri="{FF2B5EF4-FFF2-40B4-BE49-F238E27FC236}">
                <a16:creationId xmlns:a16="http://schemas.microsoft.com/office/drawing/2014/main" id="{F912BA4F-BC2B-41D4-1F5A-A11C21FEE994}"/>
              </a:ext>
            </a:extLst>
          </p:cNvPr>
          <p:cNvSpPr txBox="1">
            <a:spLocks noChangeArrowheads="1"/>
          </p:cNvSpPr>
          <p:nvPr/>
        </p:nvSpPr>
        <p:spPr bwMode="auto">
          <a:xfrm>
            <a:off x="4932363" y="1130300"/>
            <a:ext cx="1055687" cy="59055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latin typeface="Times New Roman" panose="02020603050405020304" pitchFamily="18" charset="0"/>
              </a:rPr>
              <a:t>Hyper Text Transfer Protocol (HTTP)</a:t>
            </a:r>
          </a:p>
          <a:p>
            <a:pPr>
              <a:buClrTx/>
              <a:buSzPct val="60000"/>
              <a:buFontTx/>
              <a:buNone/>
            </a:pPr>
            <a:endParaRPr lang="en-US" altLang="en-US" sz="900" b="1">
              <a:solidFill>
                <a:srgbClr val="000000"/>
              </a:solidFill>
              <a:latin typeface="Times New Roman" panose="02020603050405020304" pitchFamily="18" charset="0"/>
            </a:endParaRPr>
          </a:p>
        </p:txBody>
      </p:sp>
      <p:sp>
        <p:nvSpPr>
          <p:cNvPr id="81931" name="Text Box 10">
            <a:extLst>
              <a:ext uri="{FF2B5EF4-FFF2-40B4-BE49-F238E27FC236}">
                <a16:creationId xmlns:a16="http://schemas.microsoft.com/office/drawing/2014/main" id="{07F2F4C9-12C8-A63C-8FAD-5246B571405F}"/>
              </a:ext>
            </a:extLst>
          </p:cNvPr>
          <p:cNvSpPr txBox="1">
            <a:spLocks noChangeArrowheads="1"/>
          </p:cNvSpPr>
          <p:nvPr/>
        </p:nvSpPr>
        <p:spPr bwMode="auto">
          <a:xfrm>
            <a:off x="7167563" y="1209675"/>
            <a:ext cx="1027112" cy="46672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Application Layer</a:t>
            </a:r>
          </a:p>
        </p:txBody>
      </p:sp>
      <p:sp>
        <p:nvSpPr>
          <p:cNvPr id="81932" name="Rectangle 11">
            <a:extLst>
              <a:ext uri="{FF2B5EF4-FFF2-40B4-BE49-F238E27FC236}">
                <a16:creationId xmlns:a16="http://schemas.microsoft.com/office/drawing/2014/main" id="{01EF6480-192C-38FA-ACA5-768BCBD5E823}"/>
              </a:ext>
            </a:extLst>
          </p:cNvPr>
          <p:cNvSpPr>
            <a:spLocks noChangeArrowheads="1"/>
          </p:cNvSpPr>
          <p:nvPr/>
        </p:nvSpPr>
        <p:spPr bwMode="auto">
          <a:xfrm>
            <a:off x="838200" y="2162175"/>
            <a:ext cx="7370763" cy="742950"/>
          </a:xfrm>
          <a:prstGeom prst="rect">
            <a:avLst/>
          </a:prstGeom>
          <a:solidFill>
            <a:srgbClr val="FFFFFF"/>
          </a:solidFill>
          <a:ln w="9360" cap="sq">
            <a:solidFill>
              <a:srgbClr val="00000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1933" name="Line 12">
            <a:extLst>
              <a:ext uri="{FF2B5EF4-FFF2-40B4-BE49-F238E27FC236}">
                <a16:creationId xmlns:a16="http://schemas.microsoft.com/office/drawing/2014/main" id="{1FC944EE-7934-C917-6D3B-8DB154E24A2C}"/>
              </a:ext>
            </a:extLst>
          </p:cNvPr>
          <p:cNvSpPr>
            <a:spLocks noChangeShapeType="1"/>
          </p:cNvSpPr>
          <p:nvPr/>
        </p:nvSpPr>
        <p:spPr bwMode="auto">
          <a:xfrm>
            <a:off x="1809750" y="1743075"/>
            <a:ext cx="985838" cy="514350"/>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34" name="Line 13">
            <a:extLst>
              <a:ext uri="{FF2B5EF4-FFF2-40B4-BE49-F238E27FC236}">
                <a16:creationId xmlns:a16="http://schemas.microsoft.com/office/drawing/2014/main" id="{3AFC32B1-4848-2311-6775-F868BE0E772A}"/>
              </a:ext>
            </a:extLst>
          </p:cNvPr>
          <p:cNvSpPr>
            <a:spLocks noChangeShapeType="1"/>
          </p:cNvSpPr>
          <p:nvPr/>
        </p:nvSpPr>
        <p:spPr bwMode="auto">
          <a:xfrm>
            <a:off x="2989263" y="1743075"/>
            <a:ext cx="1587" cy="52387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35" name="Line 14">
            <a:extLst>
              <a:ext uri="{FF2B5EF4-FFF2-40B4-BE49-F238E27FC236}">
                <a16:creationId xmlns:a16="http://schemas.microsoft.com/office/drawing/2014/main" id="{8A71DE45-C1F0-33FF-579F-ED1CE8E83C31}"/>
              </a:ext>
            </a:extLst>
          </p:cNvPr>
          <p:cNvSpPr>
            <a:spLocks noChangeShapeType="1"/>
          </p:cNvSpPr>
          <p:nvPr/>
        </p:nvSpPr>
        <p:spPr bwMode="auto">
          <a:xfrm flipH="1">
            <a:off x="3113088" y="1743075"/>
            <a:ext cx="1141412" cy="514350"/>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36" name="Line 15">
            <a:extLst>
              <a:ext uri="{FF2B5EF4-FFF2-40B4-BE49-F238E27FC236}">
                <a16:creationId xmlns:a16="http://schemas.microsoft.com/office/drawing/2014/main" id="{EC793695-0286-46F2-2D25-EAAFE3D164D7}"/>
              </a:ext>
            </a:extLst>
          </p:cNvPr>
          <p:cNvSpPr>
            <a:spLocks noChangeShapeType="1"/>
          </p:cNvSpPr>
          <p:nvPr/>
        </p:nvSpPr>
        <p:spPr bwMode="auto">
          <a:xfrm flipH="1">
            <a:off x="3390900" y="1733550"/>
            <a:ext cx="2028825" cy="514350"/>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37" name="Line 16">
            <a:extLst>
              <a:ext uri="{FF2B5EF4-FFF2-40B4-BE49-F238E27FC236}">
                <a16:creationId xmlns:a16="http://schemas.microsoft.com/office/drawing/2014/main" id="{DD703FC7-5E57-CA1C-F439-515B3C2479A2}"/>
              </a:ext>
            </a:extLst>
          </p:cNvPr>
          <p:cNvSpPr>
            <a:spLocks noChangeShapeType="1"/>
          </p:cNvSpPr>
          <p:nvPr/>
        </p:nvSpPr>
        <p:spPr bwMode="auto">
          <a:xfrm flipH="1">
            <a:off x="5541963" y="1733550"/>
            <a:ext cx="1016000" cy="514350"/>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38" name="Rectangle 17">
            <a:extLst>
              <a:ext uri="{FF2B5EF4-FFF2-40B4-BE49-F238E27FC236}">
                <a16:creationId xmlns:a16="http://schemas.microsoft.com/office/drawing/2014/main" id="{15327910-D804-0144-0206-03B23EB6FF97}"/>
              </a:ext>
            </a:extLst>
          </p:cNvPr>
          <p:cNvSpPr>
            <a:spLocks noChangeArrowheads="1"/>
          </p:cNvSpPr>
          <p:nvPr/>
        </p:nvSpPr>
        <p:spPr bwMode="auto">
          <a:xfrm>
            <a:off x="838200" y="3219450"/>
            <a:ext cx="7370763" cy="904875"/>
          </a:xfrm>
          <a:prstGeom prst="rect">
            <a:avLst/>
          </a:prstGeom>
          <a:solidFill>
            <a:srgbClr val="FFFFFF"/>
          </a:solidFill>
          <a:ln w="9360" cap="sq">
            <a:solidFill>
              <a:srgbClr val="00000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1939" name="Text Box 18">
            <a:extLst>
              <a:ext uri="{FF2B5EF4-FFF2-40B4-BE49-F238E27FC236}">
                <a16:creationId xmlns:a16="http://schemas.microsoft.com/office/drawing/2014/main" id="{5EFC3F03-29FE-B8CE-CE6E-2551F94043D3}"/>
              </a:ext>
            </a:extLst>
          </p:cNvPr>
          <p:cNvSpPr txBox="1">
            <a:spLocks noChangeArrowheads="1"/>
          </p:cNvSpPr>
          <p:nvPr/>
        </p:nvSpPr>
        <p:spPr bwMode="auto">
          <a:xfrm>
            <a:off x="1089025" y="3406775"/>
            <a:ext cx="1373188"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Internet Control Message Protocol</a:t>
            </a:r>
            <a:r>
              <a:rPr lang="en-US" altLang="en-US" sz="1200">
                <a:solidFill>
                  <a:srgbClr val="000000"/>
                </a:solidFill>
                <a:latin typeface="Times New Roman" panose="02020603050405020304" pitchFamily="18" charset="0"/>
              </a:rPr>
              <a:t>  </a:t>
            </a:r>
            <a:r>
              <a:rPr lang="en-US" altLang="en-US" sz="1200" b="1">
                <a:solidFill>
                  <a:srgbClr val="000000"/>
                </a:solidFill>
                <a:latin typeface="Times New Roman" panose="02020603050405020304" pitchFamily="18" charset="0"/>
              </a:rPr>
              <a:t>(ICMP)</a:t>
            </a:r>
          </a:p>
        </p:txBody>
      </p:sp>
      <p:sp>
        <p:nvSpPr>
          <p:cNvPr id="81940" name="Text Box 19">
            <a:extLst>
              <a:ext uri="{FF2B5EF4-FFF2-40B4-BE49-F238E27FC236}">
                <a16:creationId xmlns:a16="http://schemas.microsoft.com/office/drawing/2014/main" id="{758039C5-7AD8-58DC-4886-CB9DBD635D88}"/>
              </a:ext>
            </a:extLst>
          </p:cNvPr>
          <p:cNvSpPr txBox="1">
            <a:spLocks noChangeArrowheads="1"/>
          </p:cNvSpPr>
          <p:nvPr/>
        </p:nvSpPr>
        <p:spPr bwMode="auto">
          <a:xfrm>
            <a:off x="2809875" y="3406775"/>
            <a:ext cx="1276350"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8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Internet Protocol (IP)</a:t>
            </a:r>
          </a:p>
        </p:txBody>
      </p:sp>
      <p:sp>
        <p:nvSpPr>
          <p:cNvPr id="81941" name="Text Box 20">
            <a:extLst>
              <a:ext uri="{FF2B5EF4-FFF2-40B4-BE49-F238E27FC236}">
                <a16:creationId xmlns:a16="http://schemas.microsoft.com/office/drawing/2014/main" id="{B4DBE992-CD09-0BA8-45F2-2F65A7E47845}"/>
              </a:ext>
            </a:extLst>
          </p:cNvPr>
          <p:cNvSpPr txBox="1">
            <a:spLocks noChangeArrowheads="1"/>
          </p:cNvSpPr>
          <p:nvPr/>
        </p:nvSpPr>
        <p:spPr bwMode="auto">
          <a:xfrm>
            <a:off x="4238625" y="3397250"/>
            <a:ext cx="1055688" cy="60960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latin typeface="Times New Roman" panose="02020603050405020304" pitchFamily="18" charset="0"/>
              </a:rPr>
              <a:t>Address Resolution Protocol (ARP)</a:t>
            </a:r>
          </a:p>
        </p:txBody>
      </p:sp>
      <p:sp>
        <p:nvSpPr>
          <p:cNvPr id="81942" name="Text Box 21">
            <a:extLst>
              <a:ext uri="{FF2B5EF4-FFF2-40B4-BE49-F238E27FC236}">
                <a16:creationId xmlns:a16="http://schemas.microsoft.com/office/drawing/2014/main" id="{D4E71426-6BC5-78F7-B7C9-EAFAB8A89859}"/>
              </a:ext>
            </a:extLst>
          </p:cNvPr>
          <p:cNvSpPr txBox="1">
            <a:spLocks noChangeArrowheads="1"/>
          </p:cNvSpPr>
          <p:nvPr/>
        </p:nvSpPr>
        <p:spPr bwMode="auto">
          <a:xfrm>
            <a:off x="5418138" y="3406775"/>
            <a:ext cx="1416050" cy="590550"/>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Reverse Address Resolution Protocol (RARP)</a:t>
            </a:r>
          </a:p>
        </p:txBody>
      </p:sp>
      <p:sp>
        <p:nvSpPr>
          <p:cNvPr id="81943" name="Text Box 22">
            <a:extLst>
              <a:ext uri="{FF2B5EF4-FFF2-40B4-BE49-F238E27FC236}">
                <a16:creationId xmlns:a16="http://schemas.microsoft.com/office/drawing/2014/main" id="{B51D10D2-BDE7-64F9-5E7E-98EF491ED396}"/>
              </a:ext>
            </a:extLst>
          </p:cNvPr>
          <p:cNvSpPr txBox="1">
            <a:spLocks noChangeArrowheads="1"/>
          </p:cNvSpPr>
          <p:nvPr/>
        </p:nvSpPr>
        <p:spPr bwMode="auto">
          <a:xfrm>
            <a:off x="7153275" y="3486150"/>
            <a:ext cx="1027113" cy="46672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Network Layer</a:t>
            </a:r>
          </a:p>
        </p:txBody>
      </p:sp>
      <p:sp>
        <p:nvSpPr>
          <p:cNvPr id="81944" name="Line 23">
            <a:extLst>
              <a:ext uri="{FF2B5EF4-FFF2-40B4-BE49-F238E27FC236}">
                <a16:creationId xmlns:a16="http://schemas.microsoft.com/office/drawing/2014/main" id="{F1E058B7-3207-7CAF-10C8-7AC4AEBB0A8B}"/>
              </a:ext>
            </a:extLst>
          </p:cNvPr>
          <p:cNvSpPr>
            <a:spLocks noChangeShapeType="1"/>
          </p:cNvSpPr>
          <p:nvPr/>
        </p:nvSpPr>
        <p:spPr bwMode="auto">
          <a:xfrm>
            <a:off x="2476500" y="3724275"/>
            <a:ext cx="319088" cy="1588"/>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45" name="Line 24">
            <a:extLst>
              <a:ext uri="{FF2B5EF4-FFF2-40B4-BE49-F238E27FC236}">
                <a16:creationId xmlns:a16="http://schemas.microsoft.com/office/drawing/2014/main" id="{E68E30E2-CBC1-9BFF-CBD3-BEE381DF804C}"/>
              </a:ext>
            </a:extLst>
          </p:cNvPr>
          <p:cNvSpPr>
            <a:spLocks noChangeShapeType="1"/>
          </p:cNvSpPr>
          <p:nvPr/>
        </p:nvSpPr>
        <p:spPr bwMode="auto">
          <a:xfrm>
            <a:off x="2962275" y="2781300"/>
            <a:ext cx="1588" cy="61912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46" name="Line 25">
            <a:extLst>
              <a:ext uri="{FF2B5EF4-FFF2-40B4-BE49-F238E27FC236}">
                <a16:creationId xmlns:a16="http://schemas.microsoft.com/office/drawing/2014/main" id="{E31E5134-59B3-D3B4-E61E-6E4E80C66143}"/>
              </a:ext>
            </a:extLst>
          </p:cNvPr>
          <p:cNvSpPr>
            <a:spLocks noChangeShapeType="1"/>
          </p:cNvSpPr>
          <p:nvPr/>
        </p:nvSpPr>
        <p:spPr bwMode="auto">
          <a:xfrm flipH="1">
            <a:off x="3598863" y="2762250"/>
            <a:ext cx="1820862" cy="647700"/>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47" name="Rectangle 26">
            <a:extLst>
              <a:ext uri="{FF2B5EF4-FFF2-40B4-BE49-F238E27FC236}">
                <a16:creationId xmlns:a16="http://schemas.microsoft.com/office/drawing/2014/main" id="{E03FF82E-410C-1586-A2AC-A1820B1C47DA}"/>
              </a:ext>
            </a:extLst>
          </p:cNvPr>
          <p:cNvSpPr>
            <a:spLocks noChangeArrowheads="1"/>
          </p:cNvSpPr>
          <p:nvPr/>
        </p:nvSpPr>
        <p:spPr bwMode="auto">
          <a:xfrm>
            <a:off x="852488" y="4527550"/>
            <a:ext cx="7369175" cy="1720850"/>
          </a:xfrm>
          <a:prstGeom prst="rect">
            <a:avLst/>
          </a:prstGeom>
          <a:solidFill>
            <a:srgbClr val="FFFFFF"/>
          </a:solidFill>
          <a:ln w="9360" cap="sq">
            <a:solidFill>
              <a:srgbClr val="00000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1948" name="Text Box 27">
            <a:extLst>
              <a:ext uri="{FF2B5EF4-FFF2-40B4-BE49-F238E27FC236}">
                <a16:creationId xmlns:a16="http://schemas.microsoft.com/office/drawing/2014/main" id="{62BCECC4-0209-4CDE-18C4-891A3E58DB26}"/>
              </a:ext>
            </a:extLst>
          </p:cNvPr>
          <p:cNvSpPr txBox="1">
            <a:spLocks noChangeArrowheads="1"/>
          </p:cNvSpPr>
          <p:nvPr/>
        </p:nvSpPr>
        <p:spPr bwMode="auto">
          <a:xfrm>
            <a:off x="7126288" y="4641850"/>
            <a:ext cx="1027112" cy="122555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Data Link Layer and Physical Layer are combined: TCP/IP does not define these</a:t>
            </a:r>
          </a:p>
        </p:txBody>
      </p:sp>
      <p:sp>
        <p:nvSpPr>
          <p:cNvPr id="81949" name="Line 28">
            <a:extLst>
              <a:ext uri="{FF2B5EF4-FFF2-40B4-BE49-F238E27FC236}">
                <a16:creationId xmlns:a16="http://schemas.microsoft.com/office/drawing/2014/main" id="{BBCBF38F-3AB1-8A0A-5606-AD7ADD1B2539}"/>
              </a:ext>
            </a:extLst>
          </p:cNvPr>
          <p:cNvSpPr>
            <a:spLocks noChangeShapeType="1"/>
          </p:cNvSpPr>
          <p:nvPr/>
        </p:nvSpPr>
        <p:spPr bwMode="auto">
          <a:xfrm>
            <a:off x="3573463" y="4019550"/>
            <a:ext cx="1587" cy="65722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50" name="Line 29">
            <a:extLst>
              <a:ext uri="{FF2B5EF4-FFF2-40B4-BE49-F238E27FC236}">
                <a16:creationId xmlns:a16="http://schemas.microsoft.com/office/drawing/2014/main" id="{4B5EBC9F-934D-1588-0ECD-245E57237A51}"/>
              </a:ext>
            </a:extLst>
          </p:cNvPr>
          <p:cNvSpPr>
            <a:spLocks noChangeShapeType="1"/>
          </p:cNvSpPr>
          <p:nvPr/>
        </p:nvSpPr>
        <p:spPr bwMode="auto">
          <a:xfrm>
            <a:off x="4557713" y="4019550"/>
            <a:ext cx="1587" cy="67627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51" name="Line 30">
            <a:extLst>
              <a:ext uri="{FF2B5EF4-FFF2-40B4-BE49-F238E27FC236}">
                <a16:creationId xmlns:a16="http://schemas.microsoft.com/office/drawing/2014/main" id="{6E3699DA-4D6D-CB54-249B-B6B227EBC8D6}"/>
              </a:ext>
            </a:extLst>
          </p:cNvPr>
          <p:cNvSpPr>
            <a:spLocks noChangeShapeType="1"/>
          </p:cNvSpPr>
          <p:nvPr/>
        </p:nvSpPr>
        <p:spPr bwMode="auto">
          <a:xfrm>
            <a:off x="5570538" y="4010025"/>
            <a:ext cx="1587" cy="67627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52" name="Text Box 31">
            <a:extLst>
              <a:ext uri="{FF2B5EF4-FFF2-40B4-BE49-F238E27FC236}">
                <a16:creationId xmlns:a16="http://schemas.microsoft.com/office/drawing/2014/main" id="{BD9227EF-9F43-271E-C8FB-870F4AE8D310}"/>
              </a:ext>
            </a:extLst>
          </p:cNvPr>
          <p:cNvSpPr txBox="1">
            <a:spLocks noChangeArrowheads="1"/>
          </p:cNvSpPr>
          <p:nvPr/>
        </p:nvSpPr>
        <p:spPr bwMode="auto">
          <a:xfrm>
            <a:off x="3044825" y="4705350"/>
            <a:ext cx="2928938" cy="295275"/>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Network Interface Protocols</a:t>
            </a:r>
          </a:p>
        </p:txBody>
      </p:sp>
      <p:sp>
        <p:nvSpPr>
          <p:cNvPr id="81953" name="Line 32">
            <a:extLst>
              <a:ext uri="{FF2B5EF4-FFF2-40B4-BE49-F238E27FC236}">
                <a16:creationId xmlns:a16="http://schemas.microsoft.com/office/drawing/2014/main" id="{F5E31F02-01B1-A641-D9EB-0F501286A554}"/>
              </a:ext>
            </a:extLst>
          </p:cNvPr>
          <p:cNvSpPr>
            <a:spLocks noChangeShapeType="1"/>
          </p:cNvSpPr>
          <p:nvPr/>
        </p:nvSpPr>
        <p:spPr bwMode="auto">
          <a:xfrm>
            <a:off x="4460875" y="5000625"/>
            <a:ext cx="1588" cy="733425"/>
          </a:xfrm>
          <a:prstGeom prst="line">
            <a:avLst/>
          </a:prstGeom>
          <a:noFill/>
          <a:ln w="9360" cap="sq">
            <a:solidFill>
              <a:srgbClr val="000000"/>
            </a:solidFill>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1954" name="Text Box 33">
            <a:extLst>
              <a:ext uri="{FF2B5EF4-FFF2-40B4-BE49-F238E27FC236}">
                <a16:creationId xmlns:a16="http://schemas.microsoft.com/office/drawing/2014/main" id="{8C10910D-4BF3-57C3-EB54-4AFB04998AE8}"/>
              </a:ext>
            </a:extLst>
          </p:cNvPr>
          <p:cNvSpPr txBox="1">
            <a:spLocks noChangeArrowheads="1"/>
          </p:cNvSpPr>
          <p:nvPr/>
        </p:nvSpPr>
        <p:spPr bwMode="auto">
          <a:xfrm>
            <a:off x="3100388" y="5724525"/>
            <a:ext cx="2928937" cy="295275"/>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Physical Networks</a:t>
            </a:r>
          </a:p>
        </p:txBody>
      </p:sp>
      <p:sp>
        <p:nvSpPr>
          <p:cNvPr id="81955" name="Text Box 34">
            <a:extLst>
              <a:ext uri="{FF2B5EF4-FFF2-40B4-BE49-F238E27FC236}">
                <a16:creationId xmlns:a16="http://schemas.microsoft.com/office/drawing/2014/main" id="{4635CA67-CB63-BAA7-B09D-09869365F67B}"/>
              </a:ext>
            </a:extLst>
          </p:cNvPr>
          <p:cNvSpPr txBox="1">
            <a:spLocks noChangeArrowheads="1"/>
          </p:cNvSpPr>
          <p:nvPr/>
        </p:nvSpPr>
        <p:spPr bwMode="auto">
          <a:xfrm>
            <a:off x="2392363" y="2273300"/>
            <a:ext cx="1277937" cy="523875"/>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latin typeface="Times New Roman" panose="02020603050405020304" pitchFamily="18" charset="0"/>
              </a:rPr>
              <a:t>Transmission Control Protocol (TCP</a:t>
            </a:r>
            <a:r>
              <a:rPr lang="en-US" altLang="en-US" sz="1200" b="1">
                <a:solidFill>
                  <a:srgbClr val="000000"/>
                </a:solidFill>
                <a:latin typeface="Times New Roman" panose="02020603050405020304" pitchFamily="18" charset="0"/>
              </a:rPr>
              <a:t>)</a:t>
            </a:r>
          </a:p>
        </p:txBody>
      </p:sp>
      <p:sp>
        <p:nvSpPr>
          <p:cNvPr id="81956" name="Text Box 35">
            <a:extLst>
              <a:ext uri="{FF2B5EF4-FFF2-40B4-BE49-F238E27FC236}">
                <a16:creationId xmlns:a16="http://schemas.microsoft.com/office/drawing/2014/main" id="{1E618AB6-673F-4F4C-266F-543B7CDEFD15}"/>
              </a:ext>
            </a:extLst>
          </p:cNvPr>
          <p:cNvSpPr txBox="1">
            <a:spLocks noChangeArrowheads="1"/>
          </p:cNvSpPr>
          <p:nvPr/>
        </p:nvSpPr>
        <p:spPr bwMode="auto">
          <a:xfrm>
            <a:off x="4891088" y="2244725"/>
            <a:ext cx="1276350" cy="504825"/>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dirty="0">
                <a:solidFill>
                  <a:srgbClr val="000000"/>
                </a:solidFill>
                <a:latin typeface="Times New Roman" panose="02020603050405020304" pitchFamily="18" charset="0"/>
              </a:rPr>
              <a:t>User Datagram Protocol (UDP)</a:t>
            </a:r>
          </a:p>
        </p:txBody>
      </p:sp>
      <p:sp>
        <p:nvSpPr>
          <p:cNvPr id="81957" name="Text Box 36">
            <a:extLst>
              <a:ext uri="{FF2B5EF4-FFF2-40B4-BE49-F238E27FC236}">
                <a16:creationId xmlns:a16="http://schemas.microsoft.com/office/drawing/2014/main" id="{E407B6B5-E739-CD2B-019E-13C1143912C4}"/>
              </a:ext>
            </a:extLst>
          </p:cNvPr>
          <p:cNvSpPr txBox="1">
            <a:spLocks noChangeArrowheads="1"/>
          </p:cNvSpPr>
          <p:nvPr/>
        </p:nvSpPr>
        <p:spPr bwMode="auto">
          <a:xfrm>
            <a:off x="7153275" y="2276475"/>
            <a:ext cx="1027113" cy="46672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Transport Layer</a:t>
            </a:r>
          </a:p>
        </p:txBody>
      </p:sp>
      <p:sp>
        <p:nvSpPr>
          <p:cNvPr id="81958" name="Text Box 37">
            <a:extLst>
              <a:ext uri="{FF2B5EF4-FFF2-40B4-BE49-F238E27FC236}">
                <a16:creationId xmlns:a16="http://schemas.microsoft.com/office/drawing/2014/main" id="{FABB11D8-FE41-4695-8970-402241FBAA05}"/>
              </a:ext>
            </a:extLst>
          </p:cNvPr>
          <p:cNvSpPr txBox="1">
            <a:spLocks noChangeArrowheads="1"/>
          </p:cNvSpPr>
          <p:nvPr/>
        </p:nvSpPr>
        <p:spPr bwMode="auto">
          <a:xfrm>
            <a:off x="519113" y="66675"/>
            <a:ext cx="7415212"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Protocols in the TCP/IP Suite at Different Layers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Text Box 1">
            <a:extLst>
              <a:ext uri="{FF2B5EF4-FFF2-40B4-BE49-F238E27FC236}">
                <a16:creationId xmlns:a16="http://schemas.microsoft.com/office/drawing/2014/main" id="{8BA58C23-1BB2-B708-80A7-E653BBC02C8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83971" name="Text Box 2">
            <a:extLst>
              <a:ext uri="{FF2B5EF4-FFF2-40B4-BE49-F238E27FC236}">
                <a16:creationId xmlns:a16="http://schemas.microsoft.com/office/drawing/2014/main" id="{62126C78-AB7B-8D3A-E2D3-F133993FB44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7F70B62-8889-4A5B-AD77-8158B510B691}" type="slidenum">
              <a:rPr lang="en-US" altLang="en-US" sz="1400">
                <a:solidFill>
                  <a:srgbClr val="000000"/>
                </a:solidFill>
              </a:rPr>
              <a:pPr algn="r" eaLnBrk="1" hangingPunct="1">
                <a:buClrTx/>
                <a:buSzPct val="60000"/>
                <a:buFontTx/>
                <a:buNone/>
              </a:pPr>
              <a:t>40</a:t>
            </a:fld>
            <a:endParaRPr lang="en-US" altLang="en-US" sz="1400">
              <a:solidFill>
                <a:srgbClr val="000000"/>
              </a:solidFill>
            </a:endParaRPr>
          </a:p>
        </p:txBody>
      </p:sp>
      <p:sp>
        <p:nvSpPr>
          <p:cNvPr id="83972" name="Rectangle 3">
            <a:extLst>
              <a:ext uri="{FF2B5EF4-FFF2-40B4-BE49-F238E27FC236}">
                <a16:creationId xmlns:a16="http://schemas.microsoft.com/office/drawing/2014/main" id="{CCA6DCFC-1E06-6093-A8AE-7E5490FEA895}"/>
              </a:ext>
            </a:extLst>
          </p:cNvPr>
          <p:cNvSpPr>
            <a:spLocks noChangeArrowheads="1"/>
          </p:cNvSpPr>
          <p:nvPr/>
        </p:nvSpPr>
        <p:spPr bwMode="auto">
          <a:xfrm>
            <a:off x="762000" y="1066800"/>
            <a:ext cx="7543800" cy="5257800"/>
          </a:xfrm>
          <a:prstGeom prst="rect">
            <a:avLst/>
          </a:prstGeom>
          <a:solidFill>
            <a:srgbClr val="CC99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3973" name="Text Box 4">
            <a:extLst>
              <a:ext uri="{FF2B5EF4-FFF2-40B4-BE49-F238E27FC236}">
                <a16:creationId xmlns:a16="http://schemas.microsoft.com/office/drawing/2014/main" id="{A1456E26-8173-DCB6-4794-D11944FACBAB}"/>
              </a:ext>
            </a:extLst>
          </p:cNvPr>
          <p:cNvSpPr txBox="1">
            <a:spLocks noChangeArrowheads="1"/>
          </p:cNvSpPr>
          <p:nvPr/>
        </p:nvSpPr>
        <p:spPr bwMode="auto">
          <a:xfrm>
            <a:off x="938213" y="1362075"/>
            <a:ext cx="1403350" cy="312738"/>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Application</a:t>
            </a:r>
          </a:p>
        </p:txBody>
      </p:sp>
      <p:sp>
        <p:nvSpPr>
          <p:cNvPr id="83974" name="Text Box 5">
            <a:extLst>
              <a:ext uri="{FF2B5EF4-FFF2-40B4-BE49-F238E27FC236}">
                <a16:creationId xmlns:a16="http://schemas.microsoft.com/office/drawing/2014/main" id="{72C770D9-B16A-BA32-793A-3C15359A9EE7}"/>
              </a:ext>
            </a:extLst>
          </p:cNvPr>
          <p:cNvSpPr txBox="1">
            <a:spLocks noChangeArrowheads="1"/>
          </p:cNvSpPr>
          <p:nvPr/>
        </p:nvSpPr>
        <p:spPr bwMode="auto">
          <a:xfrm>
            <a:off x="938213" y="1825625"/>
            <a:ext cx="1403350" cy="312738"/>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Presentation</a:t>
            </a:r>
          </a:p>
        </p:txBody>
      </p:sp>
      <p:sp>
        <p:nvSpPr>
          <p:cNvPr id="83975" name="Text Box 6">
            <a:extLst>
              <a:ext uri="{FF2B5EF4-FFF2-40B4-BE49-F238E27FC236}">
                <a16:creationId xmlns:a16="http://schemas.microsoft.com/office/drawing/2014/main" id="{3FD0B375-3CB8-E9AA-8EA1-DF38D25F284E}"/>
              </a:ext>
            </a:extLst>
          </p:cNvPr>
          <p:cNvSpPr txBox="1">
            <a:spLocks noChangeArrowheads="1"/>
          </p:cNvSpPr>
          <p:nvPr/>
        </p:nvSpPr>
        <p:spPr bwMode="auto">
          <a:xfrm>
            <a:off x="938213" y="2268538"/>
            <a:ext cx="1403350" cy="312737"/>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Session</a:t>
            </a:r>
          </a:p>
        </p:txBody>
      </p:sp>
      <p:sp>
        <p:nvSpPr>
          <p:cNvPr id="83976" name="Text Box 7">
            <a:extLst>
              <a:ext uri="{FF2B5EF4-FFF2-40B4-BE49-F238E27FC236}">
                <a16:creationId xmlns:a16="http://schemas.microsoft.com/office/drawing/2014/main" id="{B26159C1-8653-4FBC-673B-9D1087DBBDA2}"/>
              </a:ext>
            </a:extLst>
          </p:cNvPr>
          <p:cNvSpPr txBox="1">
            <a:spLocks noChangeArrowheads="1"/>
          </p:cNvSpPr>
          <p:nvPr/>
        </p:nvSpPr>
        <p:spPr bwMode="auto">
          <a:xfrm>
            <a:off x="2516188" y="1362075"/>
            <a:ext cx="5262562" cy="1219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lgn="ctr">
              <a:buClrTx/>
              <a:buSzPct val="60000"/>
              <a:buFontTx/>
              <a:buNone/>
            </a:pPr>
            <a:r>
              <a:rPr lang="en-US" altLang="en-US" sz="1000" b="1">
                <a:solidFill>
                  <a:srgbClr val="000000"/>
                </a:solidFill>
                <a:latin typeface="Times New Roman" panose="02020603050405020304" pitchFamily="18" charset="0"/>
              </a:rPr>
              <a:t>Applications</a:t>
            </a:r>
          </a:p>
        </p:txBody>
      </p:sp>
      <p:sp>
        <p:nvSpPr>
          <p:cNvPr id="83977" name="Text Box 8">
            <a:extLst>
              <a:ext uri="{FF2B5EF4-FFF2-40B4-BE49-F238E27FC236}">
                <a16:creationId xmlns:a16="http://schemas.microsoft.com/office/drawing/2014/main" id="{E98A1565-1E57-5000-2E18-36E4AD1BB5B4}"/>
              </a:ext>
            </a:extLst>
          </p:cNvPr>
          <p:cNvSpPr txBox="1">
            <a:spLocks noChangeArrowheads="1"/>
          </p:cNvSpPr>
          <p:nvPr/>
        </p:nvSpPr>
        <p:spPr bwMode="auto">
          <a:xfrm>
            <a:off x="2705100" y="1519238"/>
            <a:ext cx="828675" cy="4683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SMTP</a:t>
            </a:r>
          </a:p>
        </p:txBody>
      </p:sp>
      <p:sp>
        <p:nvSpPr>
          <p:cNvPr id="83978" name="Text Box 9">
            <a:extLst>
              <a:ext uri="{FF2B5EF4-FFF2-40B4-BE49-F238E27FC236}">
                <a16:creationId xmlns:a16="http://schemas.microsoft.com/office/drawing/2014/main" id="{030AE168-0B9B-C280-09F2-66AF415FE51D}"/>
              </a:ext>
            </a:extLst>
          </p:cNvPr>
          <p:cNvSpPr txBox="1">
            <a:spLocks noChangeArrowheads="1"/>
          </p:cNvSpPr>
          <p:nvPr/>
        </p:nvSpPr>
        <p:spPr bwMode="auto">
          <a:xfrm>
            <a:off x="3673475" y="1519238"/>
            <a:ext cx="828675" cy="4683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FTP</a:t>
            </a:r>
          </a:p>
        </p:txBody>
      </p:sp>
      <p:sp>
        <p:nvSpPr>
          <p:cNvPr id="83979" name="Text Box 10">
            <a:extLst>
              <a:ext uri="{FF2B5EF4-FFF2-40B4-BE49-F238E27FC236}">
                <a16:creationId xmlns:a16="http://schemas.microsoft.com/office/drawing/2014/main" id="{B67C4DED-3521-DEB8-57A9-5E9D84D7EE01}"/>
              </a:ext>
            </a:extLst>
          </p:cNvPr>
          <p:cNvSpPr txBox="1">
            <a:spLocks noChangeArrowheads="1"/>
          </p:cNvSpPr>
          <p:nvPr/>
        </p:nvSpPr>
        <p:spPr bwMode="auto">
          <a:xfrm>
            <a:off x="4627563" y="1519238"/>
            <a:ext cx="742950" cy="4683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DNS</a:t>
            </a:r>
          </a:p>
        </p:txBody>
      </p:sp>
      <p:sp>
        <p:nvSpPr>
          <p:cNvPr id="83980" name="Text Box 11">
            <a:extLst>
              <a:ext uri="{FF2B5EF4-FFF2-40B4-BE49-F238E27FC236}">
                <a16:creationId xmlns:a16="http://schemas.microsoft.com/office/drawing/2014/main" id="{EC8BE9AF-9AFC-CE17-D23C-2C22B1100087}"/>
              </a:ext>
            </a:extLst>
          </p:cNvPr>
          <p:cNvSpPr txBox="1">
            <a:spLocks noChangeArrowheads="1"/>
          </p:cNvSpPr>
          <p:nvPr/>
        </p:nvSpPr>
        <p:spPr bwMode="auto">
          <a:xfrm>
            <a:off x="6569075" y="1519238"/>
            <a:ext cx="1052513" cy="4683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TELNET</a:t>
            </a:r>
          </a:p>
        </p:txBody>
      </p:sp>
      <p:sp>
        <p:nvSpPr>
          <p:cNvPr id="83981" name="Text Box 12">
            <a:extLst>
              <a:ext uri="{FF2B5EF4-FFF2-40B4-BE49-F238E27FC236}">
                <a16:creationId xmlns:a16="http://schemas.microsoft.com/office/drawing/2014/main" id="{4C9A90F5-FB4A-2B6B-9EEC-63DF92CC5B83}"/>
              </a:ext>
            </a:extLst>
          </p:cNvPr>
          <p:cNvSpPr txBox="1">
            <a:spLocks noChangeArrowheads="1"/>
          </p:cNvSpPr>
          <p:nvPr/>
        </p:nvSpPr>
        <p:spPr bwMode="auto">
          <a:xfrm>
            <a:off x="5513388" y="1519238"/>
            <a:ext cx="927100" cy="4683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HTTP</a:t>
            </a:r>
          </a:p>
        </p:txBody>
      </p:sp>
      <p:sp>
        <p:nvSpPr>
          <p:cNvPr id="83982" name="Text Box 13">
            <a:extLst>
              <a:ext uri="{FF2B5EF4-FFF2-40B4-BE49-F238E27FC236}">
                <a16:creationId xmlns:a16="http://schemas.microsoft.com/office/drawing/2014/main" id="{AA19B4BA-74ED-F9FC-7BCB-BCB72DC970E8}"/>
              </a:ext>
            </a:extLst>
          </p:cNvPr>
          <p:cNvSpPr txBox="1">
            <a:spLocks noChangeArrowheads="1"/>
          </p:cNvSpPr>
          <p:nvPr/>
        </p:nvSpPr>
        <p:spPr bwMode="auto">
          <a:xfrm>
            <a:off x="941388" y="2822575"/>
            <a:ext cx="6840537" cy="714375"/>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Transport</a:t>
            </a:r>
          </a:p>
        </p:txBody>
      </p:sp>
      <p:sp>
        <p:nvSpPr>
          <p:cNvPr id="83983" name="Text Box 14">
            <a:extLst>
              <a:ext uri="{FF2B5EF4-FFF2-40B4-BE49-F238E27FC236}">
                <a16:creationId xmlns:a16="http://schemas.microsoft.com/office/drawing/2014/main" id="{3C51C1CF-7BC0-94A4-564D-963B67BDB810}"/>
              </a:ext>
            </a:extLst>
          </p:cNvPr>
          <p:cNvSpPr txBox="1">
            <a:spLocks noChangeArrowheads="1"/>
          </p:cNvSpPr>
          <p:nvPr/>
        </p:nvSpPr>
        <p:spPr bwMode="auto">
          <a:xfrm>
            <a:off x="3151188" y="3009900"/>
            <a:ext cx="1266825" cy="3635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a:t>
            </a:r>
          </a:p>
        </p:txBody>
      </p:sp>
      <p:sp>
        <p:nvSpPr>
          <p:cNvPr id="83984" name="Text Box 15">
            <a:extLst>
              <a:ext uri="{FF2B5EF4-FFF2-40B4-BE49-F238E27FC236}">
                <a16:creationId xmlns:a16="http://schemas.microsoft.com/office/drawing/2014/main" id="{0B186ED8-6303-B3A4-189E-037EE08E8CA0}"/>
              </a:ext>
            </a:extLst>
          </p:cNvPr>
          <p:cNvSpPr txBox="1">
            <a:spLocks noChangeArrowheads="1"/>
          </p:cNvSpPr>
          <p:nvPr/>
        </p:nvSpPr>
        <p:spPr bwMode="auto">
          <a:xfrm>
            <a:off x="5149850" y="2997200"/>
            <a:ext cx="1266825" cy="36353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dirty="0">
                <a:solidFill>
                  <a:srgbClr val="000000"/>
                </a:solidFill>
                <a:latin typeface="Times New Roman" panose="02020603050405020304" pitchFamily="18" charset="0"/>
              </a:rPr>
              <a:t>UDP</a:t>
            </a:r>
          </a:p>
        </p:txBody>
      </p:sp>
      <p:sp>
        <p:nvSpPr>
          <p:cNvPr id="83985" name="Text Box 16">
            <a:extLst>
              <a:ext uri="{FF2B5EF4-FFF2-40B4-BE49-F238E27FC236}">
                <a16:creationId xmlns:a16="http://schemas.microsoft.com/office/drawing/2014/main" id="{3C675D1F-45FF-78B6-A744-CFD3B7C3BE70}"/>
              </a:ext>
            </a:extLst>
          </p:cNvPr>
          <p:cNvSpPr txBox="1">
            <a:spLocks noChangeArrowheads="1"/>
          </p:cNvSpPr>
          <p:nvPr/>
        </p:nvSpPr>
        <p:spPr bwMode="auto">
          <a:xfrm>
            <a:off x="941388" y="3800475"/>
            <a:ext cx="6840537" cy="714375"/>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Network</a:t>
            </a:r>
          </a:p>
        </p:txBody>
      </p:sp>
      <p:sp>
        <p:nvSpPr>
          <p:cNvPr id="83986" name="Text Box 17">
            <a:extLst>
              <a:ext uri="{FF2B5EF4-FFF2-40B4-BE49-F238E27FC236}">
                <a16:creationId xmlns:a16="http://schemas.microsoft.com/office/drawing/2014/main" id="{C18BE14B-91F7-BE98-92E7-86053C4DB155}"/>
              </a:ext>
            </a:extLst>
          </p:cNvPr>
          <p:cNvSpPr txBox="1">
            <a:spLocks noChangeArrowheads="1"/>
          </p:cNvSpPr>
          <p:nvPr/>
        </p:nvSpPr>
        <p:spPr bwMode="auto">
          <a:xfrm>
            <a:off x="3081338" y="3938588"/>
            <a:ext cx="844550" cy="28892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ICMP</a:t>
            </a:r>
          </a:p>
        </p:txBody>
      </p:sp>
      <p:sp>
        <p:nvSpPr>
          <p:cNvPr id="83987" name="Text Box 18">
            <a:extLst>
              <a:ext uri="{FF2B5EF4-FFF2-40B4-BE49-F238E27FC236}">
                <a16:creationId xmlns:a16="http://schemas.microsoft.com/office/drawing/2014/main" id="{DE8C7A02-260A-7510-92C7-C6152E38DF4D}"/>
              </a:ext>
            </a:extLst>
          </p:cNvPr>
          <p:cNvSpPr txBox="1">
            <a:spLocks noChangeArrowheads="1"/>
          </p:cNvSpPr>
          <p:nvPr/>
        </p:nvSpPr>
        <p:spPr bwMode="auto">
          <a:xfrm>
            <a:off x="5614988" y="4138613"/>
            <a:ext cx="773112" cy="31273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ARP</a:t>
            </a:r>
          </a:p>
        </p:txBody>
      </p:sp>
      <p:sp>
        <p:nvSpPr>
          <p:cNvPr id="83988" name="Text Box 19">
            <a:extLst>
              <a:ext uri="{FF2B5EF4-FFF2-40B4-BE49-F238E27FC236}">
                <a16:creationId xmlns:a16="http://schemas.microsoft.com/office/drawing/2014/main" id="{A3FE57CB-3DD3-3822-28E9-F3BCBF2ECE0E}"/>
              </a:ext>
            </a:extLst>
          </p:cNvPr>
          <p:cNvSpPr txBox="1">
            <a:spLocks noChangeArrowheads="1"/>
          </p:cNvSpPr>
          <p:nvPr/>
        </p:nvSpPr>
        <p:spPr bwMode="auto">
          <a:xfrm>
            <a:off x="6584950" y="4125913"/>
            <a:ext cx="830263" cy="31273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RARP</a:t>
            </a:r>
          </a:p>
        </p:txBody>
      </p:sp>
      <p:sp>
        <p:nvSpPr>
          <p:cNvPr id="83989" name="Text Box 20">
            <a:extLst>
              <a:ext uri="{FF2B5EF4-FFF2-40B4-BE49-F238E27FC236}">
                <a16:creationId xmlns:a16="http://schemas.microsoft.com/office/drawing/2014/main" id="{7F5A2A2E-C3D6-6041-5DC5-61359672FA2B}"/>
              </a:ext>
            </a:extLst>
          </p:cNvPr>
          <p:cNvSpPr txBox="1">
            <a:spLocks noChangeArrowheads="1"/>
          </p:cNvSpPr>
          <p:nvPr/>
        </p:nvSpPr>
        <p:spPr bwMode="auto">
          <a:xfrm>
            <a:off x="955675" y="4814888"/>
            <a:ext cx="6840538" cy="414337"/>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Data Link</a:t>
            </a:r>
          </a:p>
        </p:txBody>
      </p:sp>
      <p:sp>
        <p:nvSpPr>
          <p:cNvPr id="83990" name="Text Box 21">
            <a:extLst>
              <a:ext uri="{FF2B5EF4-FFF2-40B4-BE49-F238E27FC236}">
                <a16:creationId xmlns:a16="http://schemas.microsoft.com/office/drawing/2014/main" id="{1220F4FE-C241-D3F7-CE44-AF2825AB4D68}"/>
              </a:ext>
            </a:extLst>
          </p:cNvPr>
          <p:cNvSpPr txBox="1">
            <a:spLocks noChangeArrowheads="1"/>
          </p:cNvSpPr>
          <p:nvPr/>
        </p:nvSpPr>
        <p:spPr bwMode="auto">
          <a:xfrm>
            <a:off x="969963" y="5554663"/>
            <a:ext cx="6838950" cy="414337"/>
          </a:xfrm>
          <a:prstGeom prst="rect">
            <a:avLst/>
          </a:prstGeom>
          <a:solidFill>
            <a:srgbClr val="CC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Physical</a:t>
            </a:r>
          </a:p>
        </p:txBody>
      </p:sp>
      <p:sp>
        <p:nvSpPr>
          <p:cNvPr id="83991" name="Text Box 22">
            <a:extLst>
              <a:ext uri="{FF2B5EF4-FFF2-40B4-BE49-F238E27FC236}">
                <a16:creationId xmlns:a16="http://schemas.microsoft.com/office/drawing/2014/main" id="{3F5A5779-4FF8-FBB8-BE28-0A29FF50B4D9}"/>
              </a:ext>
            </a:extLst>
          </p:cNvPr>
          <p:cNvSpPr txBox="1">
            <a:spLocks noChangeArrowheads="1"/>
          </p:cNvSpPr>
          <p:nvPr/>
        </p:nvSpPr>
        <p:spPr bwMode="auto">
          <a:xfrm>
            <a:off x="2320925" y="4965700"/>
            <a:ext cx="5024438" cy="7778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Protocols specific to the underlying physical media used for data communication at the hardware level</a:t>
            </a:r>
          </a:p>
        </p:txBody>
      </p:sp>
      <p:sp>
        <p:nvSpPr>
          <p:cNvPr id="83992" name="Text Box 23">
            <a:extLst>
              <a:ext uri="{FF2B5EF4-FFF2-40B4-BE49-F238E27FC236}">
                <a16:creationId xmlns:a16="http://schemas.microsoft.com/office/drawing/2014/main" id="{AAD61C79-FC3B-B9E5-7A3E-1D930DB2D8D7}"/>
              </a:ext>
            </a:extLst>
          </p:cNvPr>
          <p:cNvSpPr txBox="1">
            <a:spLocks noChangeArrowheads="1"/>
          </p:cNvSpPr>
          <p:nvPr/>
        </p:nvSpPr>
        <p:spPr bwMode="auto">
          <a:xfrm>
            <a:off x="4164013" y="3951288"/>
            <a:ext cx="1014412" cy="37465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a:t>
            </a:r>
          </a:p>
        </p:txBody>
      </p:sp>
      <p:sp>
        <p:nvSpPr>
          <p:cNvPr id="83993" name="Text Box 24">
            <a:extLst>
              <a:ext uri="{FF2B5EF4-FFF2-40B4-BE49-F238E27FC236}">
                <a16:creationId xmlns:a16="http://schemas.microsoft.com/office/drawing/2014/main" id="{B678A755-8DEA-6846-5348-40775A881A82}"/>
              </a:ext>
            </a:extLst>
          </p:cNvPr>
          <p:cNvSpPr txBox="1">
            <a:spLocks noChangeArrowheads="1"/>
          </p:cNvSpPr>
          <p:nvPr/>
        </p:nvSpPr>
        <p:spPr bwMode="auto">
          <a:xfrm>
            <a:off x="747713" y="219075"/>
            <a:ext cx="7693025"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Mapping of TCP/IP Protocols With the OSI Model</a:t>
            </a:r>
            <a:r>
              <a:rPr lang="en-US" altLang="en-US" sz="2400" b="1" i="1">
                <a:solidFill>
                  <a:srgbClr val="000000"/>
                </a:solidFill>
                <a:latin typeface="Times New Roman" panose="02020603050405020304" pitchFamily="18" charset="0"/>
                <a:cs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Text Box 1">
            <a:extLst>
              <a:ext uri="{FF2B5EF4-FFF2-40B4-BE49-F238E27FC236}">
                <a16:creationId xmlns:a16="http://schemas.microsoft.com/office/drawing/2014/main" id="{79920570-2BB7-A80E-FE85-0CE086B67D7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86019" name="Text Box 2">
            <a:extLst>
              <a:ext uri="{FF2B5EF4-FFF2-40B4-BE49-F238E27FC236}">
                <a16:creationId xmlns:a16="http://schemas.microsoft.com/office/drawing/2014/main" id="{F5F94B70-6D1C-2379-A9EB-307443D6633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8E64663-1123-4D2C-A275-D00BB549ABBF}" type="slidenum">
              <a:rPr lang="en-US" altLang="en-US" sz="1400">
                <a:solidFill>
                  <a:srgbClr val="000000"/>
                </a:solidFill>
              </a:rPr>
              <a:pPr algn="r" eaLnBrk="1" hangingPunct="1">
                <a:buClrTx/>
                <a:buSzPct val="60000"/>
                <a:buFontTx/>
                <a:buNone/>
              </a:pPr>
              <a:t>41</a:t>
            </a:fld>
            <a:endParaRPr lang="en-US" altLang="en-US" sz="1400">
              <a:solidFill>
                <a:srgbClr val="000000"/>
              </a:solidFill>
            </a:endParaRPr>
          </a:p>
        </p:txBody>
      </p:sp>
      <p:grpSp>
        <p:nvGrpSpPr>
          <p:cNvPr id="86020" name="Group 3">
            <a:extLst>
              <a:ext uri="{FF2B5EF4-FFF2-40B4-BE49-F238E27FC236}">
                <a16:creationId xmlns:a16="http://schemas.microsoft.com/office/drawing/2014/main" id="{89671CDF-57B9-9E19-5EF8-BB63E3AD04BA}"/>
              </a:ext>
            </a:extLst>
          </p:cNvPr>
          <p:cNvGrpSpPr>
            <a:grpSpLocks/>
          </p:cNvGrpSpPr>
          <p:nvPr/>
        </p:nvGrpSpPr>
        <p:grpSpPr bwMode="auto">
          <a:xfrm>
            <a:off x="533400" y="1295400"/>
            <a:ext cx="7770813" cy="4875213"/>
            <a:chOff x="336" y="816"/>
            <a:chExt cx="4895" cy="3071"/>
          </a:xfrm>
        </p:grpSpPr>
        <p:sp>
          <p:nvSpPr>
            <p:cNvPr id="86022" name="Rectangle 4">
              <a:extLst>
                <a:ext uri="{FF2B5EF4-FFF2-40B4-BE49-F238E27FC236}">
                  <a16:creationId xmlns:a16="http://schemas.microsoft.com/office/drawing/2014/main" id="{748D18AB-96BD-57E3-8C92-E0912329ADAE}"/>
                </a:ext>
              </a:extLst>
            </p:cNvPr>
            <p:cNvSpPr>
              <a:spLocks noChangeArrowheads="1"/>
            </p:cNvSpPr>
            <p:nvPr/>
          </p:nvSpPr>
          <p:spPr bwMode="auto">
            <a:xfrm>
              <a:off x="336" y="816"/>
              <a:ext cx="4895" cy="307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6023" name="Text Box 5">
              <a:extLst>
                <a:ext uri="{FF2B5EF4-FFF2-40B4-BE49-F238E27FC236}">
                  <a16:creationId xmlns:a16="http://schemas.microsoft.com/office/drawing/2014/main" id="{2F5B8E00-68FB-6255-4736-C354D990F645}"/>
                </a:ext>
              </a:extLst>
            </p:cNvPr>
            <p:cNvSpPr txBox="1">
              <a:spLocks noChangeArrowheads="1"/>
            </p:cNvSpPr>
            <p:nvPr/>
          </p:nvSpPr>
          <p:spPr bwMode="auto">
            <a:xfrm>
              <a:off x="1948" y="1349"/>
              <a:ext cx="683" cy="29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24" name="Text Box 6">
              <a:extLst>
                <a:ext uri="{FF2B5EF4-FFF2-40B4-BE49-F238E27FC236}">
                  <a16:creationId xmlns:a16="http://schemas.microsoft.com/office/drawing/2014/main" id="{2ACBCF0A-1276-43C5-B591-A18B710101A3}"/>
                </a:ext>
              </a:extLst>
            </p:cNvPr>
            <p:cNvSpPr txBox="1">
              <a:spLocks noChangeArrowheads="1"/>
            </p:cNvSpPr>
            <p:nvPr/>
          </p:nvSpPr>
          <p:spPr bwMode="auto">
            <a:xfrm>
              <a:off x="1948" y="1790"/>
              <a:ext cx="683" cy="304"/>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25" name="Text Box 7">
              <a:extLst>
                <a:ext uri="{FF2B5EF4-FFF2-40B4-BE49-F238E27FC236}">
                  <a16:creationId xmlns:a16="http://schemas.microsoft.com/office/drawing/2014/main" id="{9770EA64-FC96-C470-99DA-00F4385CDC6B}"/>
                </a:ext>
              </a:extLst>
            </p:cNvPr>
            <p:cNvSpPr txBox="1">
              <a:spLocks noChangeArrowheads="1"/>
            </p:cNvSpPr>
            <p:nvPr/>
          </p:nvSpPr>
          <p:spPr bwMode="auto">
            <a:xfrm>
              <a:off x="1965" y="2265"/>
              <a:ext cx="675" cy="304"/>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26" name="Text Box 8">
              <a:extLst>
                <a:ext uri="{FF2B5EF4-FFF2-40B4-BE49-F238E27FC236}">
                  <a16:creationId xmlns:a16="http://schemas.microsoft.com/office/drawing/2014/main" id="{B23E6DB9-E1D3-497C-A4F0-FF10D87E8E60}"/>
                </a:ext>
              </a:extLst>
            </p:cNvPr>
            <p:cNvSpPr txBox="1">
              <a:spLocks noChangeArrowheads="1"/>
            </p:cNvSpPr>
            <p:nvPr/>
          </p:nvSpPr>
          <p:spPr bwMode="auto">
            <a:xfrm>
              <a:off x="1402" y="2265"/>
              <a:ext cx="562"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27" name="Text Box 9">
              <a:extLst>
                <a:ext uri="{FF2B5EF4-FFF2-40B4-BE49-F238E27FC236}">
                  <a16:creationId xmlns:a16="http://schemas.microsoft.com/office/drawing/2014/main" id="{BDDB7039-46E5-B18D-EB54-8BA5F437D292}"/>
                </a:ext>
              </a:extLst>
            </p:cNvPr>
            <p:cNvSpPr txBox="1">
              <a:spLocks noChangeArrowheads="1"/>
            </p:cNvSpPr>
            <p:nvPr/>
          </p:nvSpPr>
          <p:spPr bwMode="auto">
            <a:xfrm>
              <a:off x="1385" y="1790"/>
              <a:ext cx="562"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28" name="Text Box 10">
              <a:extLst>
                <a:ext uri="{FF2B5EF4-FFF2-40B4-BE49-F238E27FC236}">
                  <a16:creationId xmlns:a16="http://schemas.microsoft.com/office/drawing/2014/main" id="{63C4D63A-0A71-1F8D-EB7A-61058D5E0E84}"/>
                </a:ext>
              </a:extLst>
            </p:cNvPr>
            <p:cNvSpPr txBox="1">
              <a:spLocks noChangeArrowheads="1"/>
            </p:cNvSpPr>
            <p:nvPr/>
          </p:nvSpPr>
          <p:spPr bwMode="auto">
            <a:xfrm>
              <a:off x="925" y="2265"/>
              <a:ext cx="476"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  header</a:t>
              </a:r>
            </a:p>
          </p:txBody>
        </p:sp>
        <p:sp>
          <p:nvSpPr>
            <p:cNvPr id="86029" name="Text Box 11">
              <a:extLst>
                <a:ext uri="{FF2B5EF4-FFF2-40B4-BE49-F238E27FC236}">
                  <a16:creationId xmlns:a16="http://schemas.microsoft.com/office/drawing/2014/main" id="{585C136B-E944-D979-19C0-730D5520D433}"/>
                </a:ext>
              </a:extLst>
            </p:cNvPr>
            <p:cNvSpPr txBox="1">
              <a:spLocks noChangeArrowheads="1"/>
            </p:cNvSpPr>
            <p:nvPr/>
          </p:nvSpPr>
          <p:spPr bwMode="auto">
            <a:xfrm>
              <a:off x="1965" y="2712"/>
              <a:ext cx="675" cy="304"/>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30" name="Text Box 12">
              <a:extLst>
                <a:ext uri="{FF2B5EF4-FFF2-40B4-BE49-F238E27FC236}">
                  <a16:creationId xmlns:a16="http://schemas.microsoft.com/office/drawing/2014/main" id="{E1CCBB82-0C70-8633-C850-E4DC8E737C60}"/>
                </a:ext>
              </a:extLst>
            </p:cNvPr>
            <p:cNvSpPr txBox="1">
              <a:spLocks noChangeArrowheads="1"/>
            </p:cNvSpPr>
            <p:nvPr/>
          </p:nvSpPr>
          <p:spPr bwMode="auto">
            <a:xfrm>
              <a:off x="1402" y="2712"/>
              <a:ext cx="562"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31" name="Text Box 13">
              <a:extLst>
                <a:ext uri="{FF2B5EF4-FFF2-40B4-BE49-F238E27FC236}">
                  <a16:creationId xmlns:a16="http://schemas.microsoft.com/office/drawing/2014/main" id="{88FBEB96-BC54-F39A-4BA1-7A30D3348CA7}"/>
                </a:ext>
              </a:extLst>
            </p:cNvPr>
            <p:cNvSpPr txBox="1">
              <a:spLocks noChangeArrowheads="1"/>
            </p:cNvSpPr>
            <p:nvPr/>
          </p:nvSpPr>
          <p:spPr bwMode="auto">
            <a:xfrm>
              <a:off x="925" y="2712"/>
              <a:ext cx="476"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  header</a:t>
              </a:r>
            </a:p>
          </p:txBody>
        </p:sp>
        <p:sp>
          <p:nvSpPr>
            <p:cNvPr id="86032" name="Text Box 14">
              <a:extLst>
                <a:ext uri="{FF2B5EF4-FFF2-40B4-BE49-F238E27FC236}">
                  <a16:creationId xmlns:a16="http://schemas.microsoft.com/office/drawing/2014/main" id="{E76AF1A9-C01D-0660-F62C-46049ECF17FD}"/>
                </a:ext>
              </a:extLst>
            </p:cNvPr>
            <p:cNvSpPr txBox="1">
              <a:spLocks noChangeArrowheads="1"/>
            </p:cNvSpPr>
            <p:nvPr/>
          </p:nvSpPr>
          <p:spPr bwMode="auto">
            <a:xfrm>
              <a:off x="457" y="2712"/>
              <a:ext cx="459" cy="310"/>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Frame  header</a:t>
              </a:r>
            </a:p>
          </p:txBody>
        </p:sp>
        <p:sp>
          <p:nvSpPr>
            <p:cNvPr id="86033" name="Text Box 15">
              <a:extLst>
                <a:ext uri="{FF2B5EF4-FFF2-40B4-BE49-F238E27FC236}">
                  <a16:creationId xmlns:a16="http://schemas.microsoft.com/office/drawing/2014/main" id="{5289FBFE-8CBE-09BD-EF31-BB949C167B64}"/>
                </a:ext>
              </a:extLst>
            </p:cNvPr>
            <p:cNvSpPr txBox="1">
              <a:spLocks noChangeArrowheads="1"/>
            </p:cNvSpPr>
            <p:nvPr/>
          </p:nvSpPr>
          <p:spPr bwMode="auto">
            <a:xfrm>
              <a:off x="4348" y="1342"/>
              <a:ext cx="658" cy="29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34" name="Text Box 16">
              <a:extLst>
                <a:ext uri="{FF2B5EF4-FFF2-40B4-BE49-F238E27FC236}">
                  <a16:creationId xmlns:a16="http://schemas.microsoft.com/office/drawing/2014/main" id="{1A423437-3AA1-2253-558F-D931862B8CF2}"/>
                </a:ext>
              </a:extLst>
            </p:cNvPr>
            <p:cNvSpPr txBox="1">
              <a:spLocks noChangeArrowheads="1"/>
            </p:cNvSpPr>
            <p:nvPr/>
          </p:nvSpPr>
          <p:spPr bwMode="auto">
            <a:xfrm>
              <a:off x="4348" y="1783"/>
              <a:ext cx="675" cy="30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35" name="Text Box 17">
              <a:extLst>
                <a:ext uri="{FF2B5EF4-FFF2-40B4-BE49-F238E27FC236}">
                  <a16:creationId xmlns:a16="http://schemas.microsoft.com/office/drawing/2014/main" id="{909876D4-3980-897E-DD6D-40B8F548C91B}"/>
                </a:ext>
              </a:extLst>
            </p:cNvPr>
            <p:cNvSpPr txBox="1">
              <a:spLocks noChangeArrowheads="1"/>
            </p:cNvSpPr>
            <p:nvPr/>
          </p:nvSpPr>
          <p:spPr bwMode="auto">
            <a:xfrm>
              <a:off x="4365" y="2258"/>
              <a:ext cx="667" cy="30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36" name="Text Box 18">
              <a:extLst>
                <a:ext uri="{FF2B5EF4-FFF2-40B4-BE49-F238E27FC236}">
                  <a16:creationId xmlns:a16="http://schemas.microsoft.com/office/drawing/2014/main" id="{00EA38B0-520C-6F12-1FAA-8EFE06544188}"/>
                </a:ext>
              </a:extLst>
            </p:cNvPr>
            <p:cNvSpPr txBox="1">
              <a:spLocks noChangeArrowheads="1"/>
            </p:cNvSpPr>
            <p:nvPr/>
          </p:nvSpPr>
          <p:spPr bwMode="auto">
            <a:xfrm>
              <a:off x="3802" y="2258"/>
              <a:ext cx="562"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37" name="Text Box 19">
              <a:extLst>
                <a:ext uri="{FF2B5EF4-FFF2-40B4-BE49-F238E27FC236}">
                  <a16:creationId xmlns:a16="http://schemas.microsoft.com/office/drawing/2014/main" id="{95D01E1B-B3E8-3D65-1C0D-39B513388086}"/>
                </a:ext>
              </a:extLst>
            </p:cNvPr>
            <p:cNvSpPr txBox="1">
              <a:spLocks noChangeArrowheads="1"/>
            </p:cNvSpPr>
            <p:nvPr/>
          </p:nvSpPr>
          <p:spPr bwMode="auto">
            <a:xfrm>
              <a:off x="3785" y="1783"/>
              <a:ext cx="562"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38" name="Text Box 20">
              <a:extLst>
                <a:ext uri="{FF2B5EF4-FFF2-40B4-BE49-F238E27FC236}">
                  <a16:creationId xmlns:a16="http://schemas.microsoft.com/office/drawing/2014/main" id="{7493B43E-C937-C610-6E21-BD815F6BCF3C}"/>
                </a:ext>
              </a:extLst>
            </p:cNvPr>
            <p:cNvSpPr txBox="1">
              <a:spLocks noChangeArrowheads="1"/>
            </p:cNvSpPr>
            <p:nvPr/>
          </p:nvSpPr>
          <p:spPr bwMode="auto">
            <a:xfrm>
              <a:off x="3326" y="2258"/>
              <a:ext cx="475"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  header</a:t>
              </a:r>
            </a:p>
          </p:txBody>
        </p:sp>
        <p:sp>
          <p:nvSpPr>
            <p:cNvPr id="86039" name="Text Box 21">
              <a:extLst>
                <a:ext uri="{FF2B5EF4-FFF2-40B4-BE49-F238E27FC236}">
                  <a16:creationId xmlns:a16="http://schemas.microsoft.com/office/drawing/2014/main" id="{96E3A910-8924-5B2B-3C22-900C4F40EBA5}"/>
                </a:ext>
              </a:extLst>
            </p:cNvPr>
            <p:cNvSpPr txBox="1">
              <a:spLocks noChangeArrowheads="1"/>
            </p:cNvSpPr>
            <p:nvPr/>
          </p:nvSpPr>
          <p:spPr bwMode="auto">
            <a:xfrm>
              <a:off x="4365" y="2706"/>
              <a:ext cx="675" cy="30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Original Message</a:t>
              </a:r>
            </a:p>
          </p:txBody>
        </p:sp>
        <p:sp>
          <p:nvSpPr>
            <p:cNvPr id="86040" name="Text Box 22">
              <a:extLst>
                <a:ext uri="{FF2B5EF4-FFF2-40B4-BE49-F238E27FC236}">
                  <a16:creationId xmlns:a16="http://schemas.microsoft.com/office/drawing/2014/main" id="{F6C61D57-5770-E77E-BEA3-5A27F95FEAC3}"/>
                </a:ext>
              </a:extLst>
            </p:cNvPr>
            <p:cNvSpPr txBox="1">
              <a:spLocks noChangeArrowheads="1"/>
            </p:cNvSpPr>
            <p:nvPr/>
          </p:nvSpPr>
          <p:spPr bwMode="auto">
            <a:xfrm>
              <a:off x="3802" y="2706"/>
              <a:ext cx="562"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TCP header</a:t>
              </a:r>
            </a:p>
          </p:txBody>
        </p:sp>
        <p:sp>
          <p:nvSpPr>
            <p:cNvPr id="86041" name="Text Box 23">
              <a:extLst>
                <a:ext uri="{FF2B5EF4-FFF2-40B4-BE49-F238E27FC236}">
                  <a16:creationId xmlns:a16="http://schemas.microsoft.com/office/drawing/2014/main" id="{99C9F950-AB6F-429E-E813-21A422C412D9}"/>
                </a:ext>
              </a:extLst>
            </p:cNvPr>
            <p:cNvSpPr txBox="1">
              <a:spLocks noChangeArrowheads="1"/>
            </p:cNvSpPr>
            <p:nvPr/>
          </p:nvSpPr>
          <p:spPr bwMode="auto">
            <a:xfrm>
              <a:off x="3326" y="2706"/>
              <a:ext cx="475"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  header</a:t>
              </a:r>
            </a:p>
          </p:txBody>
        </p:sp>
        <p:sp>
          <p:nvSpPr>
            <p:cNvPr id="86042" name="Text Box 24">
              <a:extLst>
                <a:ext uri="{FF2B5EF4-FFF2-40B4-BE49-F238E27FC236}">
                  <a16:creationId xmlns:a16="http://schemas.microsoft.com/office/drawing/2014/main" id="{1427A42C-5AE0-A15E-CDD9-23F5FD1723EA}"/>
                </a:ext>
              </a:extLst>
            </p:cNvPr>
            <p:cNvSpPr txBox="1">
              <a:spLocks noChangeArrowheads="1"/>
            </p:cNvSpPr>
            <p:nvPr/>
          </p:nvSpPr>
          <p:spPr bwMode="auto">
            <a:xfrm>
              <a:off x="2866" y="2706"/>
              <a:ext cx="450" cy="310"/>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Frame  header</a:t>
              </a:r>
            </a:p>
          </p:txBody>
        </p:sp>
        <p:sp>
          <p:nvSpPr>
            <p:cNvPr id="86043" name="AutoShape 25">
              <a:extLst>
                <a:ext uri="{FF2B5EF4-FFF2-40B4-BE49-F238E27FC236}">
                  <a16:creationId xmlns:a16="http://schemas.microsoft.com/office/drawing/2014/main" id="{3C7ED814-03F3-E82E-E131-59CBF9D2AF39}"/>
                </a:ext>
              </a:extLst>
            </p:cNvPr>
            <p:cNvSpPr>
              <a:spLocks noChangeArrowheads="1"/>
            </p:cNvSpPr>
            <p:nvPr/>
          </p:nvSpPr>
          <p:spPr bwMode="auto">
            <a:xfrm>
              <a:off x="1636" y="3155"/>
              <a:ext cx="2113" cy="528"/>
            </a:xfrm>
            <a:prstGeom prst="curvedUpArrow">
              <a:avLst>
                <a:gd name="adj1" fmla="val 80038"/>
                <a:gd name="adj2" fmla="val 160076"/>
                <a:gd name="adj3" fmla="val 33333"/>
              </a:avLst>
            </a:prstGeom>
            <a:gradFill rotWithShape="0">
              <a:gsLst>
                <a:gs pos="0">
                  <a:srgbClr val="FFCC99"/>
                </a:gs>
                <a:gs pos="100000">
                  <a:srgbClr val="FF9999"/>
                </a:gs>
              </a:gsLst>
              <a:lin ang="5400000" scaled="1"/>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86044" name="Line 26">
              <a:extLst>
                <a:ext uri="{FF2B5EF4-FFF2-40B4-BE49-F238E27FC236}">
                  <a16:creationId xmlns:a16="http://schemas.microsoft.com/office/drawing/2014/main" id="{97DC4598-D493-DC57-BF78-472A371F9869}"/>
                </a:ext>
              </a:extLst>
            </p:cNvPr>
            <p:cNvSpPr>
              <a:spLocks noChangeShapeType="1"/>
            </p:cNvSpPr>
            <p:nvPr/>
          </p:nvSpPr>
          <p:spPr bwMode="auto">
            <a:xfrm>
              <a:off x="397" y="1359"/>
              <a:ext cx="0" cy="1633"/>
            </a:xfrm>
            <a:prstGeom prst="line">
              <a:avLst/>
            </a:prstGeom>
            <a:noFill/>
            <a:ln w="2844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6045" name="Line 27">
              <a:extLst>
                <a:ext uri="{FF2B5EF4-FFF2-40B4-BE49-F238E27FC236}">
                  <a16:creationId xmlns:a16="http://schemas.microsoft.com/office/drawing/2014/main" id="{DB068238-4AD8-1011-55EC-80A5BF6FF3A6}"/>
                </a:ext>
              </a:extLst>
            </p:cNvPr>
            <p:cNvSpPr>
              <a:spLocks noChangeShapeType="1"/>
            </p:cNvSpPr>
            <p:nvPr/>
          </p:nvSpPr>
          <p:spPr bwMode="auto">
            <a:xfrm>
              <a:off x="5128" y="1359"/>
              <a:ext cx="0" cy="1633"/>
            </a:xfrm>
            <a:prstGeom prst="line">
              <a:avLst/>
            </a:prstGeom>
            <a:noFill/>
            <a:ln w="2844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86046" name="Text Box 28">
              <a:extLst>
                <a:ext uri="{FF2B5EF4-FFF2-40B4-BE49-F238E27FC236}">
                  <a16:creationId xmlns:a16="http://schemas.microsoft.com/office/drawing/2014/main" id="{A7537857-E0FB-9E9B-7AE2-56F63B4C3B94}"/>
                </a:ext>
              </a:extLst>
            </p:cNvPr>
            <p:cNvSpPr txBox="1">
              <a:spLocks noChangeArrowheads="1"/>
            </p:cNvSpPr>
            <p:nvPr/>
          </p:nvSpPr>
          <p:spPr bwMode="auto">
            <a:xfrm>
              <a:off x="1367" y="943"/>
              <a:ext cx="1134" cy="23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Source</a:t>
              </a:r>
            </a:p>
          </p:txBody>
        </p:sp>
        <p:sp>
          <p:nvSpPr>
            <p:cNvPr id="86047" name="Text Box 29">
              <a:extLst>
                <a:ext uri="{FF2B5EF4-FFF2-40B4-BE49-F238E27FC236}">
                  <a16:creationId xmlns:a16="http://schemas.microsoft.com/office/drawing/2014/main" id="{16E2078E-F2F6-ED71-64A3-D9DF836CD3C6}"/>
                </a:ext>
              </a:extLst>
            </p:cNvPr>
            <p:cNvSpPr txBox="1">
              <a:spLocks noChangeArrowheads="1"/>
            </p:cNvSpPr>
            <p:nvPr/>
          </p:nvSpPr>
          <p:spPr bwMode="auto">
            <a:xfrm>
              <a:off x="3568" y="963"/>
              <a:ext cx="1134" cy="23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Destination</a:t>
              </a:r>
            </a:p>
          </p:txBody>
        </p:sp>
      </p:grpSp>
      <p:sp>
        <p:nvSpPr>
          <p:cNvPr id="86021" name="Text Box 30">
            <a:extLst>
              <a:ext uri="{FF2B5EF4-FFF2-40B4-BE49-F238E27FC236}">
                <a16:creationId xmlns:a16="http://schemas.microsoft.com/office/drawing/2014/main" id="{908B57B9-45E8-FC21-CB7D-FA3A0B7079CD}"/>
              </a:ext>
            </a:extLst>
          </p:cNvPr>
          <p:cNvSpPr txBox="1">
            <a:spLocks noChangeArrowheads="1"/>
          </p:cNvSpPr>
          <p:nvPr/>
        </p:nvSpPr>
        <p:spPr bwMode="auto">
          <a:xfrm>
            <a:off x="441325" y="346075"/>
            <a:ext cx="8093075" cy="1373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Message Transfer From the Source to the Destination at Different Layers</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ext Box 1">
            <a:extLst>
              <a:ext uri="{FF2B5EF4-FFF2-40B4-BE49-F238E27FC236}">
                <a16:creationId xmlns:a16="http://schemas.microsoft.com/office/drawing/2014/main" id="{5A16C4EA-6C75-8E53-76DB-A03E75DF6F0B}"/>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Addressing</a:t>
            </a:r>
          </a:p>
        </p:txBody>
      </p:sp>
      <p:sp>
        <p:nvSpPr>
          <p:cNvPr id="88067" name="Text Box 2">
            <a:extLst>
              <a:ext uri="{FF2B5EF4-FFF2-40B4-BE49-F238E27FC236}">
                <a16:creationId xmlns:a16="http://schemas.microsoft.com/office/drawing/2014/main" id="{32C750F2-E792-5FF6-B10A-4DBE07C34AD1}"/>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Text Box 1">
            <a:extLst>
              <a:ext uri="{FF2B5EF4-FFF2-40B4-BE49-F238E27FC236}">
                <a16:creationId xmlns:a16="http://schemas.microsoft.com/office/drawing/2014/main" id="{15700C69-926F-6CB4-76E1-B5944311340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90115" name="Text Box 2">
            <a:extLst>
              <a:ext uri="{FF2B5EF4-FFF2-40B4-BE49-F238E27FC236}">
                <a16:creationId xmlns:a16="http://schemas.microsoft.com/office/drawing/2014/main" id="{4C264891-235C-E2D2-9061-684A90DAF1D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9E4D090-C502-4E98-8629-67E343C36B39}" type="slidenum">
              <a:rPr lang="en-US" altLang="en-US" sz="1400">
                <a:solidFill>
                  <a:srgbClr val="000000"/>
                </a:solidFill>
              </a:rPr>
              <a:pPr algn="r" eaLnBrk="1" hangingPunct="1">
                <a:buClrTx/>
                <a:buSzPct val="60000"/>
                <a:buFontTx/>
                <a:buNone/>
              </a:pPr>
              <a:t>43</a:t>
            </a:fld>
            <a:endParaRPr lang="en-US" altLang="en-US" sz="1400">
              <a:solidFill>
                <a:srgbClr val="000000"/>
              </a:solidFill>
            </a:endParaRPr>
          </a:p>
        </p:txBody>
      </p:sp>
      <p:sp>
        <p:nvSpPr>
          <p:cNvPr id="90116" name="Text Box 3">
            <a:extLst>
              <a:ext uri="{FF2B5EF4-FFF2-40B4-BE49-F238E27FC236}">
                <a16:creationId xmlns:a16="http://schemas.microsoft.com/office/drawing/2014/main" id="{BD7C4467-50B3-699F-AE60-CD6132F6925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Addressing</a:t>
            </a:r>
          </a:p>
        </p:txBody>
      </p:sp>
      <p:sp>
        <p:nvSpPr>
          <p:cNvPr id="90117" name="Text Box 4">
            <a:extLst>
              <a:ext uri="{FF2B5EF4-FFF2-40B4-BE49-F238E27FC236}">
                <a16:creationId xmlns:a16="http://schemas.microsoft.com/office/drawing/2014/main" id="{41A4213D-A18E-90EF-CFD9-9F33BAACFD7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Four levels of addressing are used in the Internet</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Physical (Physical and data link layers)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Logical (Network layer)</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Port (Transport layer)</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Specific (Application layer)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Text Box 1">
            <a:extLst>
              <a:ext uri="{FF2B5EF4-FFF2-40B4-BE49-F238E27FC236}">
                <a16:creationId xmlns:a16="http://schemas.microsoft.com/office/drawing/2014/main" id="{632B02AE-1FB3-A8E8-5DCA-71F326D9693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92163" name="Text Box 2">
            <a:extLst>
              <a:ext uri="{FF2B5EF4-FFF2-40B4-BE49-F238E27FC236}">
                <a16:creationId xmlns:a16="http://schemas.microsoft.com/office/drawing/2014/main" id="{5EACFBCD-A78C-6FA6-96EA-DDCBC101885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B82A9A6-58BD-45E5-AE75-5F02A9D64308}" type="slidenum">
              <a:rPr lang="en-US" altLang="en-US" sz="1400">
                <a:solidFill>
                  <a:srgbClr val="000000"/>
                </a:solidFill>
              </a:rPr>
              <a:pPr algn="r" eaLnBrk="1" hangingPunct="1">
                <a:buClrTx/>
                <a:buSzPct val="60000"/>
                <a:buFontTx/>
                <a:buNone/>
              </a:pPr>
              <a:t>44</a:t>
            </a:fld>
            <a:endParaRPr lang="en-US" altLang="en-US" sz="1400">
              <a:solidFill>
                <a:srgbClr val="000000"/>
              </a:solidFill>
            </a:endParaRPr>
          </a:p>
        </p:txBody>
      </p:sp>
      <p:sp>
        <p:nvSpPr>
          <p:cNvPr id="92164" name="Text Box 3">
            <a:extLst>
              <a:ext uri="{FF2B5EF4-FFF2-40B4-BE49-F238E27FC236}">
                <a16:creationId xmlns:a16="http://schemas.microsoft.com/office/drawing/2014/main" id="{4EFDE50F-E066-CB13-ED25-FDA7E61F63D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Physical Addresses – 1</a:t>
            </a:r>
          </a:p>
        </p:txBody>
      </p:sp>
      <p:sp>
        <p:nvSpPr>
          <p:cNvPr id="92165" name="Text Box 4">
            <a:extLst>
              <a:ext uri="{FF2B5EF4-FFF2-40B4-BE49-F238E27FC236}">
                <a16:creationId xmlns:a16="http://schemas.microsoft.com/office/drawing/2014/main" id="{0B6DA8C7-6ADF-7A45-41CE-66BE3237026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Defined by a LAN or WAN</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Has authority within the LAN or WAN</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Size and format varies per technology</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Example: Ethernet has 48-bit (i.e. 6-byte) physical address, but LocalTalk has 1-byte dynamic address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Example of a physical address in Ethernet is 07:01:01:02:2B:4C</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Another (related) factor is that the frame formats themselves are different in different physical networks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Text Box 1">
            <a:extLst>
              <a:ext uri="{FF2B5EF4-FFF2-40B4-BE49-F238E27FC236}">
                <a16:creationId xmlns:a16="http://schemas.microsoft.com/office/drawing/2014/main" id="{81BEEB05-5BF3-41BD-5618-CC6A65D0900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94211" name="Text Box 2">
            <a:extLst>
              <a:ext uri="{FF2B5EF4-FFF2-40B4-BE49-F238E27FC236}">
                <a16:creationId xmlns:a16="http://schemas.microsoft.com/office/drawing/2014/main" id="{645D01B6-7BBE-8CB3-8EEA-26F082A7445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321E8A3-B2D7-4D6F-A99A-3DDCDE479694}" type="slidenum">
              <a:rPr lang="en-US" altLang="en-US" sz="1400">
                <a:solidFill>
                  <a:srgbClr val="000000"/>
                </a:solidFill>
              </a:rPr>
              <a:pPr algn="r" eaLnBrk="1" hangingPunct="1">
                <a:buClrTx/>
                <a:buSzPct val="60000"/>
                <a:buFontTx/>
                <a:buNone/>
              </a:pPr>
              <a:t>45</a:t>
            </a:fld>
            <a:endParaRPr lang="en-US" altLang="en-US" sz="1400">
              <a:solidFill>
                <a:srgbClr val="000000"/>
              </a:solidFill>
            </a:endParaRPr>
          </a:p>
        </p:txBody>
      </p:sp>
      <p:sp>
        <p:nvSpPr>
          <p:cNvPr id="94212" name="Text Box 3">
            <a:extLst>
              <a:ext uri="{FF2B5EF4-FFF2-40B4-BE49-F238E27FC236}">
                <a16:creationId xmlns:a16="http://schemas.microsoft.com/office/drawing/2014/main" id="{B8C27E6E-93F7-EE64-5E77-F110F8245FC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Physical Addresses – 2</a:t>
            </a:r>
          </a:p>
        </p:txBody>
      </p:sp>
      <p:sp>
        <p:nvSpPr>
          <p:cNvPr id="94213" name="Text Box 4">
            <a:extLst>
              <a:ext uri="{FF2B5EF4-FFF2-40B4-BE49-F238E27FC236}">
                <a16:creationId xmlns:a16="http://schemas.microsoft.com/office/drawing/2014/main" id="{007C2E56-EE0B-D488-8D36-8C7EA2A3AEC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94214" name="Group 5">
            <a:extLst>
              <a:ext uri="{FF2B5EF4-FFF2-40B4-BE49-F238E27FC236}">
                <a16:creationId xmlns:a16="http://schemas.microsoft.com/office/drawing/2014/main" id="{AE6E94D1-3221-3AA5-C465-92B2F1C3C17A}"/>
              </a:ext>
            </a:extLst>
          </p:cNvPr>
          <p:cNvGrpSpPr>
            <a:grpSpLocks/>
          </p:cNvGrpSpPr>
          <p:nvPr/>
        </p:nvGrpSpPr>
        <p:grpSpPr bwMode="auto">
          <a:xfrm>
            <a:off x="609600" y="2590800"/>
            <a:ext cx="8304213" cy="3241675"/>
            <a:chOff x="384" y="1632"/>
            <a:chExt cx="5231" cy="2042"/>
          </a:xfrm>
        </p:grpSpPr>
        <p:sp>
          <p:nvSpPr>
            <p:cNvPr id="94215" name="Rectangle 6">
              <a:extLst>
                <a:ext uri="{FF2B5EF4-FFF2-40B4-BE49-F238E27FC236}">
                  <a16:creationId xmlns:a16="http://schemas.microsoft.com/office/drawing/2014/main" id="{92F94B6A-C425-B7B9-044D-801CE0B2A1BD}"/>
                </a:ext>
              </a:extLst>
            </p:cNvPr>
            <p:cNvSpPr>
              <a:spLocks noChangeArrowheads="1"/>
            </p:cNvSpPr>
            <p:nvPr/>
          </p:nvSpPr>
          <p:spPr bwMode="auto">
            <a:xfrm>
              <a:off x="384" y="1632"/>
              <a:ext cx="5231" cy="204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4216" name="AutoShape 7">
              <a:extLst>
                <a:ext uri="{FF2B5EF4-FFF2-40B4-BE49-F238E27FC236}">
                  <a16:creationId xmlns:a16="http://schemas.microsoft.com/office/drawing/2014/main" id="{576C45A0-27EE-0A79-5FC6-EF72A284D542}"/>
                </a:ext>
              </a:extLst>
            </p:cNvPr>
            <p:cNvSpPr>
              <a:spLocks noChangeArrowheads="1"/>
            </p:cNvSpPr>
            <p:nvPr/>
          </p:nvSpPr>
          <p:spPr bwMode="auto">
            <a:xfrm>
              <a:off x="1363" y="1812"/>
              <a:ext cx="466" cy="36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3 w 21600"/>
                <a:gd name="T43" fmla="*/ 2576 h 21600"/>
                <a:gd name="T44" fmla="*/ 16733 w 21600"/>
                <a:gd name="T45" fmla="*/ 1112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12</a:t>
              </a:r>
            </a:p>
          </p:txBody>
        </p:sp>
        <p:sp>
          <p:nvSpPr>
            <p:cNvPr id="94217" name="Line 8">
              <a:extLst>
                <a:ext uri="{FF2B5EF4-FFF2-40B4-BE49-F238E27FC236}">
                  <a16:creationId xmlns:a16="http://schemas.microsoft.com/office/drawing/2014/main" id="{BA74D424-9A9F-7C64-8AD9-C1EBF6C0D549}"/>
                </a:ext>
              </a:extLst>
            </p:cNvPr>
            <p:cNvSpPr>
              <a:spLocks noChangeShapeType="1"/>
            </p:cNvSpPr>
            <p:nvPr/>
          </p:nvSpPr>
          <p:spPr bwMode="auto">
            <a:xfrm>
              <a:off x="1588" y="2188"/>
              <a:ext cx="0" cy="1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18" name="Text Box 9">
              <a:extLst>
                <a:ext uri="{FF2B5EF4-FFF2-40B4-BE49-F238E27FC236}">
                  <a16:creationId xmlns:a16="http://schemas.microsoft.com/office/drawing/2014/main" id="{63B23C9F-5AB2-B3A1-524E-46B210E62083}"/>
                </a:ext>
              </a:extLst>
            </p:cNvPr>
            <p:cNvSpPr txBox="1">
              <a:spLocks noChangeArrowheads="1"/>
            </p:cNvSpPr>
            <p:nvPr/>
          </p:nvSpPr>
          <p:spPr bwMode="auto">
            <a:xfrm>
              <a:off x="1328" y="2328"/>
              <a:ext cx="494" cy="1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Data</a:t>
              </a:r>
            </a:p>
          </p:txBody>
        </p:sp>
        <p:sp>
          <p:nvSpPr>
            <p:cNvPr id="94219" name="Line 10">
              <a:extLst>
                <a:ext uri="{FF2B5EF4-FFF2-40B4-BE49-F238E27FC236}">
                  <a16:creationId xmlns:a16="http://schemas.microsoft.com/office/drawing/2014/main" id="{A5FCE257-6F7E-FA10-DB69-90F79C10C843}"/>
                </a:ext>
              </a:extLst>
            </p:cNvPr>
            <p:cNvSpPr>
              <a:spLocks noChangeShapeType="1"/>
            </p:cNvSpPr>
            <p:nvPr/>
          </p:nvSpPr>
          <p:spPr bwMode="auto">
            <a:xfrm>
              <a:off x="1590" y="2512"/>
              <a:ext cx="0" cy="1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4220" name="Group 11">
              <a:extLst>
                <a:ext uri="{FF2B5EF4-FFF2-40B4-BE49-F238E27FC236}">
                  <a16:creationId xmlns:a16="http://schemas.microsoft.com/office/drawing/2014/main" id="{6A57B1AF-A163-3A0D-D607-5F6FE9E23CC8}"/>
                </a:ext>
              </a:extLst>
            </p:cNvPr>
            <p:cNvGrpSpPr>
              <a:grpSpLocks/>
            </p:cNvGrpSpPr>
            <p:nvPr/>
          </p:nvGrpSpPr>
          <p:grpSpPr bwMode="auto">
            <a:xfrm>
              <a:off x="909" y="2610"/>
              <a:ext cx="1165" cy="267"/>
              <a:chOff x="909" y="2610"/>
              <a:chExt cx="1165" cy="267"/>
            </a:xfrm>
          </p:grpSpPr>
          <p:sp>
            <p:nvSpPr>
              <p:cNvPr id="94250" name="Text Box 12">
                <a:extLst>
                  <a:ext uri="{FF2B5EF4-FFF2-40B4-BE49-F238E27FC236}">
                    <a16:creationId xmlns:a16="http://schemas.microsoft.com/office/drawing/2014/main" id="{DA0ABB6F-1322-9C8A-A33B-38FEAF726C66}"/>
                  </a:ext>
                </a:extLst>
              </p:cNvPr>
              <p:cNvSpPr txBox="1">
                <a:spLocks noChangeArrowheads="1"/>
              </p:cNvSpPr>
              <p:nvPr/>
            </p:nvSpPr>
            <p:spPr bwMode="auto">
              <a:xfrm>
                <a:off x="909" y="2610"/>
                <a:ext cx="1165" cy="267"/>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rPr>
                  <a:t>88  12                        T</a:t>
                </a:r>
              </a:p>
              <a:p>
                <a:pPr>
                  <a:buClrTx/>
                  <a:buSzPct val="60000"/>
                  <a:buFontTx/>
                  <a:buNone/>
                </a:pPr>
                <a:endParaRPr lang="en-US" altLang="en-US" sz="1200" b="1">
                  <a:solidFill>
                    <a:srgbClr val="000000"/>
                  </a:solidFill>
                </a:endParaRPr>
              </a:p>
            </p:txBody>
          </p:sp>
          <p:sp>
            <p:nvSpPr>
              <p:cNvPr id="94251" name="Text Box 13">
                <a:extLst>
                  <a:ext uri="{FF2B5EF4-FFF2-40B4-BE49-F238E27FC236}">
                    <a16:creationId xmlns:a16="http://schemas.microsoft.com/office/drawing/2014/main" id="{6469E634-5879-A092-120C-B251A103EB63}"/>
                  </a:ext>
                </a:extLst>
              </p:cNvPr>
              <p:cNvSpPr txBox="1">
                <a:spLocks noChangeArrowheads="1"/>
              </p:cNvSpPr>
              <p:nvPr/>
            </p:nvSpPr>
            <p:spPr bwMode="auto">
              <a:xfrm>
                <a:off x="1330" y="2652"/>
                <a:ext cx="494" cy="1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Data</a:t>
                </a:r>
              </a:p>
            </p:txBody>
          </p:sp>
        </p:grpSp>
        <p:sp>
          <p:nvSpPr>
            <p:cNvPr id="94221" name="Line 14">
              <a:extLst>
                <a:ext uri="{FF2B5EF4-FFF2-40B4-BE49-F238E27FC236}">
                  <a16:creationId xmlns:a16="http://schemas.microsoft.com/office/drawing/2014/main" id="{53C7FF1D-10CD-A0D4-21E3-0F51FE9E9809}"/>
                </a:ext>
              </a:extLst>
            </p:cNvPr>
            <p:cNvSpPr>
              <a:spLocks noChangeShapeType="1"/>
            </p:cNvSpPr>
            <p:nvPr/>
          </p:nvSpPr>
          <p:spPr bwMode="auto">
            <a:xfrm>
              <a:off x="1588" y="2878"/>
              <a:ext cx="0" cy="18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22" name="Line 15">
              <a:extLst>
                <a:ext uri="{FF2B5EF4-FFF2-40B4-BE49-F238E27FC236}">
                  <a16:creationId xmlns:a16="http://schemas.microsoft.com/office/drawing/2014/main" id="{A2670A8E-1F30-8812-BD70-BAA81DBA1626}"/>
                </a:ext>
              </a:extLst>
            </p:cNvPr>
            <p:cNvSpPr>
              <a:spLocks noChangeShapeType="1"/>
            </p:cNvSpPr>
            <p:nvPr/>
          </p:nvSpPr>
          <p:spPr bwMode="auto">
            <a:xfrm>
              <a:off x="940" y="3065"/>
              <a:ext cx="4348"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23" name="AutoShape 16">
              <a:extLst>
                <a:ext uri="{FF2B5EF4-FFF2-40B4-BE49-F238E27FC236}">
                  <a16:creationId xmlns:a16="http://schemas.microsoft.com/office/drawing/2014/main" id="{C4671F53-E16C-1DCA-FB92-983A93FB9C9E}"/>
                </a:ext>
              </a:extLst>
            </p:cNvPr>
            <p:cNvSpPr>
              <a:spLocks noChangeArrowheads="1"/>
            </p:cNvSpPr>
            <p:nvPr/>
          </p:nvSpPr>
          <p:spPr bwMode="auto">
            <a:xfrm>
              <a:off x="2523" y="1828"/>
              <a:ext cx="466" cy="36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3 w 21600"/>
                <a:gd name="T43" fmla="*/ 2576 h 21600"/>
                <a:gd name="T44" fmla="*/ 16733 w 21600"/>
                <a:gd name="T45" fmla="*/ 1112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27</a:t>
              </a:r>
            </a:p>
          </p:txBody>
        </p:sp>
        <p:sp>
          <p:nvSpPr>
            <p:cNvPr id="94224" name="Line 17">
              <a:extLst>
                <a:ext uri="{FF2B5EF4-FFF2-40B4-BE49-F238E27FC236}">
                  <a16:creationId xmlns:a16="http://schemas.microsoft.com/office/drawing/2014/main" id="{50538BB2-AF61-B542-FFD2-D323D5F64183}"/>
                </a:ext>
              </a:extLst>
            </p:cNvPr>
            <p:cNvSpPr>
              <a:spLocks noChangeShapeType="1"/>
            </p:cNvSpPr>
            <p:nvPr/>
          </p:nvSpPr>
          <p:spPr bwMode="auto">
            <a:xfrm>
              <a:off x="2747" y="2204"/>
              <a:ext cx="0" cy="86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25" name="AutoShape 18">
              <a:extLst>
                <a:ext uri="{FF2B5EF4-FFF2-40B4-BE49-F238E27FC236}">
                  <a16:creationId xmlns:a16="http://schemas.microsoft.com/office/drawing/2014/main" id="{CF6EC6ED-EB8C-2D92-B637-C4AE0D39435D}"/>
                </a:ext>
              </a:extLst>
            </p:cNvPr>
            <p:cNvSpPr>
              <a:spLocks noChangeArrowheads="1"/>
            </p:cNvSpPr>
            <p:nvPr/>
          </p:nvSpPr>
          <p:spPr bwMode="auto">
            <a:xfrm>
              <a:off x="3667" y="1817"/>
              <a:ext cx="467" cy="36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9 w 21600"/>
                <a:gd name="T43" fmla="*/ 2576 h 21600"/>
                <a:gd name="T44" fmla="*/ 16743 w 21600"/>
                <a:gd name="T45" fmla="*/ 1112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54</a:t>
              </a:r>
            </a:p>
          </p:txBody>
        </p:sp>
        <p:sp>
          <p:nvSpPr>
            <p:cNvPr id="94226" name="Line 19">
              <a:extLst>
                <a:ext uri="{FF2B5EF4-FFF2-40B4-BE49-F238E27FC236}">
                  <a16:creationId xmlns:a16="http://schemas.microsoft.com/office/drawing/2014/main" id="{6C69BD57-0263-A82C-0EAA-F3AB43617136}"/>
                </a:ext>
              </a:extLst>
            </p:cNvPr>
            <p:cNvSpPr>
              <a:spLocks noChangeShapeType="1"/>
            </p:cNvSpPr>
            <p:nvPr/>
          </p:nvSpPr>
          <p:spPr bwMode="auto">
            <a:xfrm>
              <a:off x="3892" y="2192"/>
              <a:ext cx="0" cy="8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27" name="AutoShape 20">
              <a:extLst>
                <a:ext uri="{FF2B5EF4-FFF2-40B4-BE49-F238E27FC236}">
                  <a16:creationId xmlns:a16="http://schemas.microsoft.com/office/drawing/2014/main" id="{C67203EC-B89D-ED59-1F03-1A2231A0E6D3}"/>
                </a:ext>
              </a:extLst>
            </p:cNvPr>
            <p:cNvSpPr>
              <a:spLocks noChangeArrowheads="1"/>
            </p:cNvSpPr>
            <p:nvPr/>
          </p:nvSpPr>
          <p:spPr bwMode="auto">
            <a:xfrm>
              <a:off x="4694" y="1808"/>
              <a:ext cx="466" cy="36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3 w 21600"/>
                <a:gd name="T43" fmla="*/ 2576 h 21600"/>
                <a:gd name="T44" fmla="*/ 16733 w 21600"/>
                <a:gd name="T45" fmla="*/ 1112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88</a:t>
              </a:r>
            </a:p>
          </p:txBody>
        </p:sp>
        <p:sp>
          <p:nvSpPr>
            <p:cNvPr id="94228" name="Line 21">
              <a:extLst>
                <a:ext uri="{FF2B5EF4-FFF2-40B4-BE49-F238E27FC236}">
                  <a16:creationId xmlns:a16="http://schemas.microsoft.com/office/drawing/2014/main" id="{1F108B5B-AF64-E742-6539-DC1B00226E81}"/>
                </a:ext>
              </a:extLst>
            </p:cNvPr>
            <p:cNvSpPr>
              <a:spLocks noChangeShapeType="1"/>
            </p:cNvSpPr>
            <p:nvPr/>
          </p:nvSpPr>
          <p:spPr bwMode="auto">
            <a:xfrm>
              <a:off x="4918" y="2183"/>
              <a:ext cx="0" cy="1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29" name="Text Box 22">
              <a:extLst>
                <a:ext uri="{FF2B5EF4-FFF2-40B4-BE49-F238E27FC236}">
                  <a16:creationId xmlns:a16="http://schemas.microsoft.com/office/drawing/2014/main" id="{03B9D6E4-6DE4-AF46-60D7-153FAF8D27FB}"/>
                </a:ext>
              </a:extLst>
            </p:cNvPr>
            <p:cNvSpPr txBox="1">
              <a:spLocks noChangeArrowheads="1"/>
            </p:cNvSpPr>
            <p:nvPr/>
          </p:nvSpPr>
          <p:spPr bwMode="auto">
            <a:xfrm>
              <a:off x="4659" y="2324"/>
              <a:ext cx="494" cy="1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Data</a:t>
              </a:r>
            </a:p>
          </p:txBody>
        </p:sp>
        <p:grpSp>
          <p:nvGrpSpPr>
            <p:cNvPr id="94230" name="Group 23">
              <a:extLst>
                <a:ext uri="{FF2B5EF4-FFF2-40B4-BE49-F238E27FC236}">
                  <a16:creationId xmlns:a16="http://schemas.microsoft.com/office/drawing/2014/main" id="{848C5177-439D-DCDF-E178-04874C389E82}"/>
                </a:ext>
              </a:extLst>
            </p:cNvPr>
            <p:cNvGrpSpPr>
              <a:grpSpLocks/>
            </p:cNvGrpSpPr>
            <p:nvPr/>
          </p:nvGrpSpPr>
          <p:grpSpPr bwMode="auto">
            <a:xfrm>
              <a:off x="4240" y="2605"/>
              <a:ext cx="1164" cy="267"/>
              <a:chOff x="4240" y="2605"/>
              <a:chExt cx="1164" cy="267"/>
            </a:xfrm>
          </p:grpSpPr>
          <p:sp>
            <p:nvSpPr>
              <p:cNvPr id="94248" name="Text Box 24">
                <a:extLst>
                  <a:ext uri="{FF2B5EF4-FFF2-40B4-BE49-F238E27FC236}">
                    <a16:creationId xmlns:a16="http://schemas.microsoft.com/office/drawing/2014/main" id="{73E1B239-3630-438B-4014-7AA279FEA4EF}"/>
                  </a:ext>
                </a:extLst>
              </p:cNvPr>
              <p:cNvSpPr txBox="1">
                <a:spLocks noChangeArrowheads="1"/>
              </p:cNvSpPr>
              <p:nvPr/>
            </p:nvSpPr>
            <p:spPr bwMode="auto">
              <a:xfrm>
                <a:off x="4240" y="2605"/>
                <a:ext cx="1164" cy="267"/>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rPr>
                  <a:t>88  12                        T</a:t>
                </a:r>
              </a:p>
              <a:p>
                <a:pPr>
                  <a:buClrTx/>
                  <a:buSzPct val="60000"/>
                  <a:buFontTx/>
                  <a:buNone/>
                </a:pPr>
                <a:endParaRPr lang="en-US" altLang="en-US" sz="1200" b="1">
                  <a:solidFill>
                    <a:srgbClr val="000000"/>
                  </a:solidFill>
                </a:endParaRPr>
              </a:p>
            </p:txBody>
          </p:sp>
          <p:sp>
            <p:nvSpPr>
              <p:cNvPr id="94249" name="Text Box 25">
                <a:extLst>
                  <a:ext uri="{FF2B5EF4-FFF2-40B4-BE49-F238E27FC236}">
                    <a16:creationId xmlns:a16="http://schemas.microsoft.com/office/drawing/2014/main" id="{101E57EF-70D4-39BD-FDE7-2DD0D865510A}"/>
                  </a:ext>
                </a:extLst>
              </p:cNvPr>
              <p:cNvSpPr txBox="1">
                <a:spLocks noChangeArrowheads="1"/>
              </p:cNvSpPr>
              <p:nvPr/>
            </p:nvSpPr>
            <p:spPr bwMode="auto">
              <a:xfrm>
                <a:off x="4661" y="2647"/>
                <a:ext cx="494" cy="1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Data</a:t>
                </a:r>
              </a:p>
            </p:txBody>
          </p:sp>
        </p:grpSp>
        <p:sp>
          <p:nvSpPr>
            <p:cNvPr id="94231" name="Line 26">
              <a:extLst>
                <a:ext uri="{FF2B5EF4-FFF2-40B4-BE49-F238E27FC236}">
                  <a16:creationId xmlns:a16="http://schemas.microsoft.com/office/drawing/2014/main" id="{6998C8D9-F754-B640-5499-86FC2CE2574F}"/>
                </a:ext>
              </a:extLst>
            </p:cNvPr>
            <p:cNvSpPr>
              <a:spLocks noChangeShapeType="1"/>
            </p:cNvSpPr>
            <p:nvPr/>
          </p:nvSpPr>
          <p:spPr bwMode="auto">
            <a:xfrm>
              <a:off x="4918" y="2873"/>
              <a:ext cx="0" cy="18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2" name="Line 27">
              <a:extLst>
                <a:ext uri="{FF2B5EF4-FFF2-40B4-BE49-F238E27FC236}">
                  <a16:creationId xmlns:a16="http://schemas.microsoft.com/office/drawing/2014/main" id="{EB07BD51-641D-0FC6-143E-13032D25F361}"/>
                </a:ext>
              </a:extLst>
            </p:cNvPr>
            <p:cNvSpPr>
              <a:spLocks noChangeShapeType="1"/>
            </p:cNvSpPr>
            <p:nvPr/>
          </p:nvSpPr>
          <p:spPr bwMode="auto">
            <a:xfrm>
              <a:off x="4921" y="2508"/>
              <a:ext cx="0" cy="1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3" name="Line 28">
              <a:extLst>
                <a:ext uri="{FF2B5EF4-FFF2-40B4-BE49-F238E27FC236}">
                  <a16:creationId xmlns:a16="http://schemas.microsoft.com/office/drawing/2014/main" id="{AE81219E-4D31-400A-E929-B3673240F3E2}"/>
                </a:ext>
              </a:extLst>
            </p:cNvPr>
            <p:cNvSpPr>
              <a:spLocks noChangeShapeType="1"/>
            </p:cNvSpPr>
            <p:nvPr/>
          </p:nvSpPr>
          <p:spPr bwMode="auto">
            <a:xfrm>
              <a:off x="971" y="3199"/>
              <a:ext cx="1126" cy="0"/>
            </a:xfrm>
            <a:prstGeom prst="line">
              <a:avLst/>
            </a:prstGeom>
            <a:noFill/>
            <a:ln w="9360" cap="sq">
              <a:solidFill>
                <a:srgbClr val="000000"/>
              </a:solidFill>
              <a:miter lim="800000"/>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4" name="Line 29">
              <a:extLst>
                <a:ext uri="{FF2B5EF4-FFF2-40B4-BE49-F238E27FC236}">
                  <a16:creationId xmlns:a16="http://schemas.microsoft.com/office/drawing/2014/main" id="{D6AEBE04-9584-7274-FF9E-8BE4A9F268CB}"/>
                </a:ext>
              </a:extLst>
            </p:cNvPr>
            <p:cNvSpPr>
              <a:spLocks noChangeShapeType="1"/>
            </p:cNvSpPr>
            <p:nvPr/>
          </p:nvSpPr>
          <p:spPr bwMode="auto">
            <a:xfrm>
              <a:off x="2928" y="3199"/>
              <a:ext cx="562" cy="0"/>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5" name="Line 30">
              <a:extLst>
                <a:ext uri="{FF2B5EF4-FFF2-40B4-BE49-F238E27FC236}">
                  <a16:creationId xmlns:a16="http://schemas.microsoft.com/office/drawing/2014/main" id="{10928A50-0896-E859-28E9-718EF7CEE34C}"/>
                </a:ext>
              </a:extLst>
            </p:cNvPr>
            <p:cNvSpPr>
              <a:spLocks noChangeShapeType="1"/>
            </p:cNvSpPr>
            <p:nvPr/>
          </p:nvSpPr>
          <p:spPr bwMode="auto">
            <a:xfrm flipV="1">
              <a:off x="2935" y="2703"/>
              <a:ext cx="0" cy="496"/>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6" name="Line 31">
              <a:extLst>
                <a:ext uri="{FF2B5EF4-FFF2-40B4-BE49-F238E27FC236}">
                  <a16:creationId xmlns:a16="http://schemas.microsoft.com/office/drawing/2014/main" id="{9B97F74A-76FC-EF0E-AE76-29AA584451D8}"/>
                </a:ext>
              </a:extLst>
            </p:cNvPr>
            <p:cNvSpPr>
              <a:spLocks noChangeShapeType="1"/>
            </p:cNvSpPr>
            <p:nvPr/>
          </p:nvSpPr>
          <p:spPr bwMode="auto">
            <a:xfrm>
              <a:off x="4050" y="3182"/>
              <a:ext cx="563" cy="0"/>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7" name="Line 32">
              <a:extLst>
                <a:ext uri="{FF2B5EF4-FFF2-40B4-BE49-F238E27FC236}">
                  <a16:creationId xmlns:a16="http://schemas.microsoft.com/office/drawing/2014/main" id="{AF4252F0-F07A-CB6D-5622-9B778D3EBA66}"/>
                </a:ext>
              </a:extLst>
            </p:cNvPr>
            <p:cNvSpPr>
              <a:spLocks noChangeShapeType="1"/>
            </p:cNvSpPr>
            <p:nvPr/>
          </p:nvSpPr>
          <p:spPr bwMode="auto">
            <a:xfrm flipV="1">
              <a:off x="4050" y="2685"/>
              <a:ext cx="0" cy="497"/>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8" name="Line 33">
              <a:extLst>
                <a:ext uri="{FF2B5EF4-FFF2-40B4-BE49-F238E27FC236}">
                  <a16:creationId xmlns:a16="http://schemas.microsoft.com/office/drawing/2014/main" id="{D35711E2-A558-618A-4679-B9E83CEAD522}"/>
                </a:ext>
              </a:extLst>
            </p:cNvPr>
            <p:cNvSpPr>
              <a:spLocks noChangeShapeType="1"/>
            </p:cNvSpPr>
            <p:nvPr/>
          </p:nvSpPr>
          <p:spPr bwMode="auto">
            <a:xfrm flipV="1">
              <a:off x="5068" y="2930"/>
              <a:ext cx="0" cy="269"/>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39" name="Line 34">
              <a:extLst>
                <a:ext uri="{FF2B5EF4-FFF2-40B4-BE49-F238E27FC236}">
                  <a16:creationId xmlns:a16="http://schemas.microsoft.com/office/drawing/2014/main" id="{BF1E7775-9AA0-DF41-1757-31150F435811}"/>
                </a:ext>
              </a:extLst>
            </p:cNvPr>
            <p:cNvSpPr>
              <a:spLocks noChangeShapeType="1"/>
            </p:cNvSpPr>
            <p:nvPr/>
          </p:nvSpPr>
          <p:spPr bwMode="auto">
            <a:xfrm>
              <a:off x="5073" y="3197"/>
              <a:ext cx="265" cy="0"/>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40" name="Line 35">
              <a:extLst>
                <a:ext uri="{FF2B5EF4-FFF2-40B4-BE49-F238E27FC236}">
                  <a16:creationId xmlns:a16="http://schemas.microsoft.com/office/drawing/2014/main" id="{C4BA91BE-F543-EA26-A869-B08DAECCE473}"/>
                </a:ext>
              </a:extLst>
            </p:cNvPr>
            <p:cNvSpPr>
              <a:spLocks noChangeShapeType="1"/>
            </p:cNvSpPr>
            <p:nvPr/>
          </p:nvSpPr>
          <p:spPr bwMode="auto">
            <a:xfrm flipH="1" flipV="1">
              <a:off x="1023" y="2354"/>
              <a:ext cx="176" cy="27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41" name="Text Box 36">
              <a:extLst>
                <a:ext uri="{FF2B5EF4-FFF2-40B4-BE49-F238E27FC236}">
                  <a16:creationId xmlns:a16="http://schemas.microsoft.com/office/drawing/2014/main" id="{0307C307-057E-1D68-4920-F88087327D87}"/>
                </a:ext>
              </a:extLst>
            </p:cNvPr>
            <p:cNvSpPr txBox="1">
              <a:spLocks noChangeArrowheads="1"/>
            </p:cNvSpPr>
            <p:nvPr/>
          </p:nvSpPr>
          <p:spPr bwMode="auto">
            <a:xfrm>
              <a:off x="567" y="2007"/>
              <a:ext cx="738" cy="28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Source address</a:t>
              </a:r>
            </a:p>
          </p:txBody>
        </p:sp>
        <p:sp>
          <p:nvSpPr>
            <p:cNvPr id="94242" name="Text Box 37">
              <a:extLst>
                <a:ext uri="{FF2B5EF4-FFF2-40B4-BE49-F238E27FC236}">
                  <a16:creationId xmlns:a16="http://schemas.microsoft.com/office/drawing/2014/main" id="{6ECAB049-F079-C6ED-804D-7099255852D5}"/>
                </a:ext>
              </a:extLst>
            </p:cNvPr>
            <p:cNvSpPr txBox="1">
              <a:spLocks noChangeArrowheads="1"/>
            </p:cNvSpPr>
            <p:nvPr/>
          </p:nvSpPr>
          <p:spPr bwMode="auto">
            <a:xfrm>
              <a:off x="508" y="3315"/>
              <a:ext cx="738" cy="28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Destination address</a:t>
              </a:r>
            </a:p>
          </p:txBody>
        </p:sp>
        <p:sp>
          <p:nvSpPr>
            <p:cNvPr id="94243" name="Line 38">
              <a:extLst>
                <a:ext uri="{FF2B5EF4-FFF2-40B4-BE49-F238E27FC236}">
                  <a16:creationId xmlns:a16="http://schemas.microsoft.com/office/drawing/2014/main" id="{8418375E-1F79-DCF3-2192-07A80BD865A6}"/>
                </a:ext>
              </a:extLst>
            </p:cNvPr>
            <p:cNvSpPr>
              <a:spLocks noChangeShapeType="1"/>
            </p:cNvSpPr>
            <p:nvPr/>
          </p:nvSpPr>
          <p:spPr bwMode="auto">
            <a:xfrm flipV="1">
              <a:off x="788" y="2783"/>
              <a:ext cx="212" cy="49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44" name="Text Box 39">
              <a:extLst>
                <a:ext uri="{FF2B5EF4-FFF2-40B4-BE49-F238E27FC236}">
                  <a16:creationId xmlns:a16="http://schemas.microsoft.com/office/drawing/2014/main" id="{D9E2A8CB-AE85-4846-968A-853931ECD9E0}"/>
                </a:ext>
              </a:extLst>
            </p:cNvPr>
            <p:cNvSpPr txBox="1">
              <a:spLocks noChangeArrowheads="1"/>
            </p:cNvSpPr>
            <p:nvPr/>
          </p:nvSpPr>
          <p:spPr bwMode="auto">
            <a:xfrm>
              <a:off x="2047" y="2384"/>
              <a:ext cx="524" cy="19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Trailer</a:t>
              </a:r>
            </a:p>
          </p:txBody>
        </p:sp>
        <p:sp>
          <p:nvSpPr>
            <p:cNvPr id="94245" name="Line 40">
              <a:extLst>
                <a:ext uri="{FF2B5EF4-FFF2-40B4-BE49-F238E27FC236}">
                  <a16:creationId xmlns:a16="http://schemas.microsoft.com/office/drawing/2014/main" id="{1A7CAA2C-D479-8667-F6B4-1E78216A7229}"/>
                </a:ext>
              </a:extLst>
            </p:cNvPr>
            <p:cNvSpPr>
              <a:spLocks noChangeShapeType="1"/>
            </p:cNvSpPr>
            <p:nvPr/>
          </p:nvSpPr>
          <p:spPr bwMode="auto">
            <a:xfrm flipH="1">
              <a:off x="1983" y="2523"/>
              <a:ext cx="244" cy="14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4246" name="Text Box 41">
              <a:extLst>
                <a:ext uri="{FF2B5EF4-FFF2-40B4-BE49-F238E27FC236}">
                  <a16:creationId xmlns:a16="http://schemas.microsoft.com/office/drawing/2014/main" id="{5C8BFA07-B197-982F-5C2A-77FEC54F4D11}"/>
                </a:ext>
              </a:extLst>
            </p:cNvPr>
            <p:cNvSpPr txBox="1">
              <a:spLocks noChangeArrowheads="1"/>
            </p:cNvSpPr>
            <p:nvPr/>
          </p:nvSpPr>
          <p:spPr bwMode="auto">
            <a:xfrm>
              <a:off x="3004" y="2234"/>
              <a:ext cx="852" cy="6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rPr>
                <a:t>Destination address does not match – Discard packet</a:t>
              </a:r>
            </a:p>
          </p:txBody>
        </p:sp>
        <p:sp>
          <p:nvSpPr>
            <p:cNvPr id="94247" name="Text Box 42">
              <a:extLst>
                <a:ext uri="{FF2B5EF4-FFF2-40B4-BE49-F238E27FC236}">
                  <a16:creationId xmlns:a16="http://schemas.microsoft.com/office/drawing/2014/main" id="{EFFECD01-92D9-DBB6-362C-F5E35C755E2C}"/>
                </a:ext>
              </a:extLst>
            </p:cNvPr>
            <p:cNvSpPr txBox="1">
              <a:spLocks noChangeArrowheads="1"/>
            </p:cNvSpPr>
            <p:nvPr/>
          </p:nvSpPr>
          <p:spPr bwMode="auto">
            <a:xfrm>
              <a:off x="2479" y="3287"/>
              <a:ext cx="996" cy="186"/>
            </a:xfrm>
            <a:prstGeom prst="rect">
              <a:avLst/>
            </a:prstGeom>
            <a:solidFill>
              <a:srgbClr val="000000"/>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FFFFFF"/>
                  </a:solidFill>
                </a:rPr>
                <a:t>LAN</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Text Box 1">
            <a:extLst>
              <a:ext uri="{FF2B5EF4-FFF2-40B4-BE49-F238E27FC236}">
                <a16:creationId xmlns:a16="http://schemas.microsoft.com/office/drawing/2014/main" id="{52B1E7D1-0443-BA3B-77DD-F5E3A5188C8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96259" name="Text Box 2">
            <a:extLst>
              <a:ext uri="{FF2B5EF4-FFF2-40B4-BE49-F238E27FC236}">
                <a16:creationId xmlns:a16="http://schemas.microsoft.com/office/drawing/2014/main" id="{AED02B7C-A260-F582-EA11-C1D7A80C1EE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E150B62-D318-42AE-9B54-B0B2E857A47B}" type="slidenum">
              <a:rPr lang="en-US" altLang="en-US" sz="1400">
                <a:solidFill>
                  <a:srgbClr val="000000"/>
                </a:solidFill>
              </a:rPr>
              <a:pPr algn="r" eaLnBrk="1" hangingPunct="1">
                <a:buClrTx/>
                <a:buSzPct val="60000"/>
                <a:buFontTx/>
                <a:buNone/>
              </a:pPr>
              <a:t>46</a:t>
            </a:fld>
            <a:endParaRPr lang="en-US" altLang="en-US" sz="1400">
              <a:solidFill>
                <a:srgbClr val="000000"/>
              </a:solidFill>
            </a:endParaRPr>
          </a:p>
        </p:txBody>
      </p:sp>
      <p:sp>
        <p:nvSpPr>
          <p:cNvPr id="96260" name="Text Box 3">
            <a:extLst>
              <a:ext uri="{FF2B5EF4-FFF2-40B4-BE49-F238E27FC236}">
                <a16:creationId xmlns:a16="http://schemas.microsoft.com/office/drawing/2014/main" id="{F8746C8B-5A88-9A7F-EB60-9C5EBB3742D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Logical Addresses – 1</a:t>
            </a:r>
          </a:p>
        </p:txBody>
      </p:sp>
      <p:sp>
        <p:nvSpPr>
          <p:cNvPr id="96261" name="Text Box 4">
            <a:extLst>
              <a:ext uri="{FF2B5EF4-FFF2-40B4-BE49-F238E27FC236}">
                <a16:creationId xmlns:a16="http://schemas.microsoft.com/office/drawing/2014/main" id="{11D14D22-E1A2-7706-2758-6DE49FBAF6C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Necessary for universal communications that are independent of the underlying physical networks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32-bit address currently</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Called as </a:t>
            </a:r>
            <a:r>
              <a:rPr lang="en-US" altLang="en-US" sz="3200" b="1">
                <a:solidFill>
                  <a:srgbClr val="000000"/>
                </a:solidFill>
              </a:rPr>
              <a:t>IP address</a:t>
            </a:r>
          </a:p>
          <a:p>
            <a:pPr eaLnBrk="1" hangingPunct="1">
              <a:spcBef>
                <a:spcPts val="800"/>
              </a:spcBef>
              <a:buClr>
                <a:srgbClr val="3333CC"/>
              </a:buClr>
              <a:buSzPct val="60000"/>
              <a:buFont typeface="Wingdings" panose="05000000000000000000" pitchFamily="2" charset="2"/>
              <a:buNone/>
            </a:pPr>
            <a:endParaRPr lang="en-US" altLang="en-US" sz="3200" b="1">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b="1">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Text Box 1">
            <a:extLst>
              <a:ext uri="{FF2B5EF4-FFF2-40B4-BE49-F238E27FC236}">
                <a16:creationId xmlns:a16="http://schemas.microsoft.com/office/drawing/2014/main" id="{F6D0DA79-F896-3737-CC54-192674AC015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98307" name="Text Box 2">
            <a:extLst>
              <a:ext uri="{FF2B5EF4-FFF2-40B4-BE49-F238E27FC236}">
                <a16:creationId xmlns:a16="http://schemas.microsoft.com/office/drawing/2014/main" id="{2270231A-4762-366A-6E68-1321C6E6D87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E675DC9-593E-4450-8D05-FEC60617F9AC}" type="slidenum">
              <a:rPr lang="en-US" altLang="en-US" sz="1400">
                <a:solidFill>
                  <a:srgbClr val="000000"/>
                </a:solidFill>
              </a:rPr>
              <a:pPr algn="r" eaLnBrk="1" hangingPunct="1">
                <a:buClrTx/>
                <a:buSzPct val="60000"/>
                <a:buFontTx/>
                <a:buNone/>
              </a:pPr>
              <a:t>47</a:t>
            </a:fld>
            <a:endParaRPr lang="en-US" altLang="en-US" sz="1400">
              <a:solidFill>
                <a:srgbClr val="000000"/>
              </a:solidFill>
            </a:endParaRPr>
          </a:p>
        </p:txBody>
      </p:sp>
      <p:sp>
        <p:nvSpPr>
          <p:cNvPr id="98308" name="Text Box 3">
            <a:extLst>
              <a:ext uri="{FF2B5EF4-FFF2-40B4-BE49-F238E27FC236}">
                <a16:creationId xmlns:a16="http://schemas.microsoft.com/office/drawing/2014/main" id="{7BE95B89-45C4-3181-A4C9-C65CF16720F5}"/>
              </a:ext>
            </a:extLst>
          </p:cNvPr>
          <p:cNvSpPr txBox="1">
            <a:spLocks noChangeArrowheads="1"/>
          </p:cNvSpPr>
          <p:nvPr/>
        </p:nvSpPr>
        <p:spPr bwMode="auto">
          <a:xfrm>
            <a:off x="1150938" y="214313"/>
            <a:ext cx="7793037" cy="700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3200">
                <a:solidFill>
                  <a:srgbClr val="333399"/>
                </a:solidFill>
              </a:rPr>
              <a:t>Logical Addresses – 2</a:t>
            </a:r>
          </a:p>
        </p:txBody>
      </p:sp>
      <p:sp>
        <p:nvSpPr>
          <p:cNvPr id="98309" name="Text Box 4">
            <a:extLst>
              <a:ext uri="{FF2B5EF4-FFF2-40B4-BE49-F238E27FC236}">
                <a16:creationId xmlns:a16="http://schemas.microsoft.com/office/drawing/2014/main" id="{299974FD-62C4-40E8-5E9A-910F0707A4E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98310" name="Group 5">
            <a:extLst>
              <a:ext uri="{FF2B5EF4-FFF2-40B4-BE49-F238E27FC236}">
                <a16:creationId xmlns:a16="http://schemas.microsoft.com/office/drawing/2014/main" id="{E71746D6-20F0-5350-16A8-B2CA9E8F53B7}"/>
              </a:ext>
            </a:extLst>
          </p:cNvPr>
          <p:cNvGrpSpPr>
            <a:grpSpLocks/>
          </p:cNvGrpSpPr>
          <p:nvPr/>
        </p:nvGrpSpPr>
        <p:grpSpPr bwMode="auto">
          <a:xfrm>
            <a:off x="533400" y="990600"/>
            <a:ext cx="8304213" cy="5103813"/>
            <a:chOff x="336" y="624"/>
            <a:chExt cx="5231" cy="3215"/>
          </a:xfrm>
        </p:grpSpPr>
        <p:sp>
          <p:nvSpPr>
            <p:cNvPr id="98311" name="Rectangle 6">
              <a:extLst>
                <a:ext uri="{FF2B5EF4-FFF2-40B4-BE49-F238E27FC236}">
                  <a16:creationId xmlns:a16="http://schemas.microsoft.com/office/drawing/2014/main" id="{BA789F5B-6AC1-5844-A054-15B3AF10AA8D}"/>
                </a:ext>
              </a:extLst>
            </p:cNvPr>
            <p:cNvSpPr>
              <a:spLocks noChangeArrowheads="1"/>
            </p:cNvSpPr>
            <p:nvPr/>
          </p:nvSpPr>
          <p:spPr bwMode="auto">
            <a:xfrm>
              <a:off x="336" y="624"/>
              <a:ext cx="5231" cy="321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8312" name="AutoShape 7">
              <a:extLst>
                <a:ext uri="{FF2B5EF4-FFF2-40B4-BE49-F238E27FC236}">
                  <a16:creationId xmlns:a16="http://schemas.microsoft.com/office/drawing/2014/main" id="{215A6775-0C10-4730-CA68-2A82465D1796}"/>
                </a:ext>
              </a:extLst>
            </p:cNvPr>
            <p:cNvSpPr>
              <a:spLocks noChangeArrowheads="1"/>
            </p:cNvSpPr>
            <p:nvPr/>
          </p:nvSpPr>
          <p:spPr bwMode="auto">
            <a:xfrm>
              <a:off x="1109" y="727"/>
              <a:ext cx="479" cy="22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5 w 21600"/>
                <a:gd name="T43" fmla="*/ 2558 h 21600"/>
                <a:gd name="T44" fmla="*/ 16730 w 21600"/>
                <a:gd name="T45" fmla="*/ 11084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S/2</a:t>
              </a:r>
            </a:p>
          </p:txBody>
        </p:sp>
        <p:sp>
          <p:nvSpPr>
            <p:cNvPr id="98313" name="Line 8">
              <a:extLst>
                <a:ext uri="{FF2B5EF4-FFF2-40B4-BE49-F238E27FC236}">
                  <a16:creationId xmlns:a16="http://schemas.microsoft.com/office/drawing/2014/main" id="{2DFEFCE6-D871-9AE3-FE4B-9F0623AB85B9}"/>
                </a:ext>
              </a:extLst>
            </p:cNvPr>
            <p:cNvSpPr>
              <a:spLocks noChangeShapeType="1"/>
            </p:cNvSpPr>
            <p:nvPr/>
          </p:nvSpPr>
          <p:spPr bwMode="auto">
            <a:xfrm>
              <a:off x="1340" y="960"/>
              <a:ext cx="0" cy="8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14" name="Text Box 9">
              <a:extLst>
                <a:ext uri="{FF2B5EF4-FFF2-40B4-BE49-F238E27FC236}">
                  <a16:creationId xmlns:a16="http://schemas.microsoft.com/office/drawing/2014/main" id="{19BF4509-017E-04B5-0A36-71B2F6E5AEA8}"/>
                </a:ext>
              </a:extLst>
            </p:cNvPr>
            <p:cNvSpPr txBox="1">
              <a:spLocks noChangeArrowheads="1"/>
            </p:cNvSpPr>
            <p:nvPr/>
          </p:nvSpPr>
          <p:spPr bwMode="auto">
            <a:xfrm>
              <a:off x="1073" y="1047"/>
              <a:ext cx="508"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sp>
          <p:nvSpPr>
            <p:cNvPr id="98315" name="Line 10">
              <a:extLst>
                <a:ext uri="{FF2B5EF4-FFF2-40B4-BE49-F238E27FC236}">
                  <a16:creationId xmlns:a16="http://schemas.microsoft.com/office/drawing/2014/main" id="{18029696-2E32-E30A-DF9A-7B979DD3DE8A}"/>
                </a:ext>
              </a:extLst>
            </p:cNvPr>
            <p:cNvSpPr>
              <a:spLocks noChangeShapeType="1"/>
            </p:cNvSpPr>
            <p:nvPr/>
          </p:nvSpPr>
          <p:spPr bwMode="auto">
            <a:xfrm>
              <a:off x="1342" y="1161"/>
              <a:ext cx="0" cy="8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8316" name="Group 11">
              <a:extLst>
                <a:ext uri="{FF2B5EF4-FFF2-40B4-BE49-F238E27FC236}">
                  <a16:creationId xmlns:a16="http://schemas.microsoft.com/office/drawing/2014/main" id="{DAC5E183-9BCF-7E59-E757-E75AFEEA0E20}"/>
                </a:ext>
              </a:extLst>
            </p:cNvPr>
            <p:cNvGrpSpPr>
              <a:grpSpLocks/>
            </p:cNvGrpSpPr>
            <p:nvPr/>
          </p:nvGrpSpPr>
          <p:grpSpPr bwMode="auto">
            <a:xfrm>
              <a:off x="792" y="1222"/>
              <a:ext cx="929" cy="165"/>
              <a:chOff x="792" y="1222"/>
              <a:chExt cx="929" cy="165"/>
            </a:xfrm>
          </p:grpSpPr>
          <p:sp>
            <p:nvSpPr>
              <p:cNvPr id="98380" name="Text Box 12">
                <a:extLst>
                  <a:ext uri="{FF2B5EF4-FFF2-40B4-BE49-F238E27FC236}">
                    <a16:creationId xmlns:a16="http://schemas.microsoft.com/office/drawing/2014/main" id="{EA194037-FFBE-51C8-FF84-65D6C9955609}"/>
                  </a:ext>
                </a:extLst>
              </p:cNvPr>
              <p:cNvSpPr txBox="1">
                <a:spLocks noChangeArrowheads="1"/>
              </p:cNvSpPr>
              <p:nvPr/>
            </p:nvSpPr>
            <p:spPr bwMode="auto">
              <a:xfrm>
                <a:off x="792" y="1222"/>
                <a:ext cx="929"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81" name="Text Box 13">
                <a:extLst>
                  <a:ext uri="{FF2B5EF4-FFF2-40B4-BE49-F238E27FC236}">
                    <a16:creationId xmlns:a16="http://schemas.microsoft.com/office/drawing/2014/main" id="{53FE1CA3-0DD2-6F91-25EA-AC43F7C838A6}"/>
                  </a:ext>
                </a:extLst>
              </p:cNvPr>
              <p:cNvSpPr txBox="1">
                <a:spLocks noChangeArrowheads="1"/>
              </p:cNvSpPr>
              <p:nvPr/>
            </p:nvSpPr>
            <p:spPr bwMode="auto">
              <a:xfrm>
                <a:off x="1076" y="1248"/>
                <a:ext cx="507"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sp>
          <p:nvSpPr>
            <p:cNvPr id="98317" name="Line 14">
              <a:extLst>
                <a:ext uri="{FF2B5EF4-FFF2-40B4-BE49-F238E27FC236}">
                  <a16:creationId xmlns:a16="http://schemas.microsoft.com/office/drawing/2014/main" id="{1D8EE424-C851-E192-06BE-012150E5F78E}"/>
                </a:ext>
              </a:extLst>
            </p:cNvPr>
            <p:cNvSpPr>
              <a:spLocks noChangeShapeType="1"/>
            </p:cNvSpPr>
            <p:nvPr/>
          </p:nvSpPr>
          <p:spPr bwMode="auto">
            <a:xfrm>
              <a:off x="1340" y="1388"/>
              <a:ext cx="0" cy="11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8318" name="Group 15">
              <a:extLst>
                <a:ext uri="{FF2B5EF4-FFF2-40B4-BE49-F238E27FC236}">
                  <a16:creationId xmlns:a16="http://schemas.microsoft.com/office/drawing/2014/main" id="{F760B519-768E-0054-CD4C-0B52FAC3CDC8}"/>
                </a:ext>
              </a:extLst>
            </p:cNvPr>
            <p:cNvGrpSpPr>
              <a:grpSpLocks/>
            </p:cNvGrpSpPr>
            <p:nvPr/>
          </p:nvGrpSpPr>
          <p:grpSpPr bwMode="auto">
            <a:xfrm>
              <a:off x="523" y="1488"/>
              <a:ext cx="1501" cy="224"/>
              <a:chOff x="523" y="1488"/>
              <a:chExt cx="1501" cy="224"/>
            </a:xfrm>
          </p:grpSpPr>
          <p:sp>
            <p:nvSpPr>
              <p:cNvPr id="98376" name="Text Box 16">
                <a:extLst>
                  <a:ext uri="{FF2B5EF4-FFF2-40B4-BE49-F238E27FC236}">
                    <a16:creationId xmlns:a16="http://schemas.microsoft.com/office/drawing/2014/main" id="{B14D9586-1ABA-6F6C-0AA4-D91C0F016FBE}"/>
                  </a:ext>
                </a:extLst>
              </p:cNvPr>
              <p:cNvSpPr txBox="1">
                <a:spLocks noChangeArrowheads="1"/>
              </p:cNvSpPr>
              <p:nvPr/>
            </p:nvSpPr>
            <p:spPr bwMode="auto">
              <a:xfrm>
                <a:off x="523" y="1488"/>
                <a:ext cx="1501" cy="22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2  10                                                    T</a:t>
                </a:r>
              </a:p>
            </p:txBody>
          </p:sp>
          <p:grpSp>
            <p:nvGrpSpPr>
              <p:cNvPr id="98377" name="Group 17">
                <a:extLst>
                  <a:ext uri="{FF2B5EF4-FFF2-40B4-BE49-F238E27FC236}">
                    <a16:creationId xmlns:a16="http://schemas.microsoft.com/office/drawing/2014/main" id="{374F8517-F678-7FCF-D76E-62F5142057CC}"/>
                  </a:ext>
                </a:extLst>
              </p:cNvPr>
              <p:cNvGrpSpPr>
                <a:grpSpLocks/>
              </p:cNvGrpSpPr>
              <p:nvPr/>
            </p:nvGrpSpPr>
            <p:grpSpPr bwMode="auto">
              <a:xfrm>
                <a:off x="888" y="1522"/>
                <a:ext cx="930" cy="165"/>
                <a:chOff x="888" y="1522"/>
                <a:chExt cx="930" cy="165"/>
              </a:xfrm>
            </p:grpSpPr>
            <p:sp>
              <p:nvSpPr>
                <p:cNvPr id="98378" name="Text Box 18">
                  <a:extLst>
                    <a:ext uri="{FF2B5EF4-FFF2-40B4-BE49-F238E27FC236}">
                      <a16:creationId xmlns:a16="http://schemas.microsoft.com/office/drawing/2014/main" id="{AF3502C8-2E97-60B3-6FDB-7B144607703F}"/>
                    </a:ext>
                  </a:extLst>
                </p:cNvPr>
                <p:cNvSpPr txBox="1">
                  <a:spLocks noChangeArrowheads="1"/>
                </p:cNvSpPr>
                <p:nvPr/>
              </p:nvSpPr>
              <p:spPr bwMode="auto">
                <a:xfrm>
                  <a:off x="888" y="1522"/>
                  <a:ext cx="930"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79" name="Text Box 19">
                  <a:extLst>
                    <a:ext uri="{FF2B5EF4-FFF2-40B4-BE49-F238E27FC236}">
                      <a16:creationId xmlns:a16="http://schemas.microsoft.com/office/drawing/2014/main" id="{5D31CD97-4940-1DE5-667C-315B3A2DF58C}"/>
                    </a:ext>
                  </a:extLst>
                </p:cNvPr>
                <p:cNvSpPr txBox="1">
                  <a:spLocks noChangeArrowheads="1"/>
                </p:cNvSpPr>
                <p:nvPr/>
              </p:nvSpPr>
              <p:spPr bwMode="auto">
                <a:xfrm>
                  <a:off x="1172" y="1548"/>
                  <a:ext cx="507" cy="1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grpSp>
        <p:sp>
          <p:nvSpPr>
            <p:cNvPr id="98319" name="Text Box 20">
              <a:extLst>
                <a:ext uri="{FF2B5EF4-FFF2-40B4-BE49-F238E27FC236}">
                  <a16:creationId xmlns:a16="http://schemas.microsoft.com/office/drawing/2014/main" id="{9336FE84-016A-11DC-A097-10D17960EFDC}"/>
                </a:ext>
              </a:extLst>
            </p:cNvPr>
            <p:cNvSpPr txBox="1">
              <a:spLocks noChangeArrowheads="1"/>
            </p:cNvSpPr>
            <p:nvPr/>
          </p:nvSpPr>
          <p:spPr bwMode="auto">
            <a:xfrm>
              <a:off x="1814" y="1235"/>
              <a:ext cx="890"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Network layer</a:t>
              </a:r>
            </a:p>
          </p:txBody>
        </p:sp>
        <p:sp>
          <p:nvSpPr>
            <p:cNvPr id="98320" name="Text Box 21">
              <a:extLst>
                <a:ext uri="{FF2B5EF4-FFF2-40B4-BE49-F238E27FC236}">
                  <a16:creationId xmlns:a16="http://schemas.microsoft.com/office/drawing/2014/main" id="{78DAF479-F567-BCC6-9769-899523289387}"/>
                </a:ext>
              </a:extLst>
            </p:cNvPr>
            <p:cNvSpPr txBox="1">
              <a:spLocks noChangeArrowheads="1"/>
            </p:cNvSpPr>
            <p:nvPr/>
          </p:nvSpPr>
          <p:spPr bwMode="auto">
            <a:xfrm>
              <a:off x="2121" y="1539"/>
              <a:ext cx="891"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 link layer</a:t>
              </a:r>
            </a:p>
          </p:txBody>
        </p:sp>
        <p:sp>
          <p:nvSpPr>
            <p:cNvPr id="98321" name="Line 22">
              <a:extLst>
                <a:ext uri="{FF2B5EF4-FFF2-40B4-BE49-F238E27FC236}">
                  <a16:creationId xmlns:a16="http://schemas.microsoft.com/office/drawing/2014/main" id="{028B7AA3-CCAE-C775-E689-EE9832CB0F82}"/>
                </a:ext>
              </a:extLst>
            </p:cNvPr>
            <p:cNvSpPr>
              <a:spLocks noChangeShapeType="1"/>
            </p:cNvSpPr>
            <p:nvPr/>
          </p:nvSpPr>
          <p:spPr bwMode="auto">
            <a:xfrm>
              <a:off x="1751" y="1717"/>
              <a:ext cx="1555" cy="5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22" name="Oval 23">
              <a:extLst>
                <a:ext uri="{FF2B5EF4-FFF2-40B4-BE49-F238E27FC236}">
                  <a16:creationId xmlns:a16="http://schemas.microsoft.com/office/drawing/2014/main" id="{B5D96A6C-F57A-FE35-B98C-FA3710CFC673}"/>
                </a:ext>
              </a:extLst>
            </p:cNvPr>
            <p:cNvSpPr>
              <a:spLocks noChangeArrowheads="1"/>
            </p:cNvSpPr>
            <p:nvPr/>
          </p:nvSpPr>
          <p:spPr bwMode="auto">
            <a:xfrm>
              <a:off x="3300" y="1675"/>
              <a:ext cx="1094" cy="199"/>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LAN-1</a:t>
              </a:r>
            </a:p>
          </p:txBody>
        </p:sp>
        <p:sp>
          <p:nvSpPr>
            <p:cNvPr id="98323" name="Line 24">
              <a:extLst>
                <a:ext uri="{FF2B5EF4-FFF2-40B4-BE49-F238E27FC236}">
                  <a16:creationId xmlns:a16="http://schemas.microsoft.com/office/drawing/2014/main" id="{AC9D9E53-9E42-63B4-AE0B-62B6E7E7E6B2}"/>
                </a:ext>
              </a:extLst>
            </p:cNvPr>
            <p:cNvSpPr>
              <a:spLocks noChangeShapeType="1"/>
            </p:cNvSpPr>
            <p:nvPr/>
          </p:nvSpPr>
          <p:spPr bwMode="auto">
            <a:xfrm flipH="1">
              <a:off x="2377" y="1812"/>
              <a:ext cx="962" cy="18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8324" name="Group 25">
              <a:extLst>
                <a:ext uri="{FF2B5EF4-FFF2-40B4-BE49-F238E27FC236}">
                  <a16:creationId xmlns:a16="http://schemas.microsoft.com/office/drawing/2014/main" id="{CCA76F3C-01C5-DD3E-12B6-CB76E221FA83}"/>
                </a:ext>
              </a:extLst>
            </p:cNvPr>
            <p:cNvGrpSpPr>
              <a:grpSpLocks/>
            </p:cNvGrpSpPr>
            <p:nvPr/>
          </p:nvGrpSpPr>
          <p:grpSpPr bwMode="auto">
            <a:xfrm>
              <a:off x="1869" y="1958"/>
              <a:ext cx="531" cy="123"/>
              <a:chOff x="1869" y="1958"/>
              <a:chExt cx="531" cy="123"/>
            </a:xfrm>
          </p:grpSpPr>
          <p:sp>
            <p:nvSpPr>
              <p:cNvPr id="98373" name="Oval 26">
                <a:extLst>
                  <a:ext uri="{FF2B5EF4-FFF2-40B4-BE49-F238E27FC236}">
                    <a16:creationId xmlns:a16="http://schemas.microsoft.com/office/drawing/2014/main" id="{12FE80EB-EB09-7069-E934-2E5444927F90}"/>
                  </a:ext>
                </a:extLst>
              </p:cNvPr>
              <p:cNvSpPr>
                <a:spLocks noChangeArrowheads="1"/>
              </p:cNvSpPr>
              <p:nvPr/>
            </p:nvSpPr>
            <p:spPr bwMode="auto">
              <a:xfrm>
                <a:off x="1869" y="1958"/>
                <a:ext cx="531" cy="123"/>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8374" name="Line 27">
                <a:extLst>
                  <a:ext uri="{FF2B5EF4-FFF2-40B4-BE49-F238E27FC236}">
                    <a16:creationId xmlns:a16="http://schemas.microsoft.com/office/drawing/2014/main" id="{04CDB9DC-3EBE-DCE4-AD21-C2C6F42F61FF}"/>
                  </a:ext>
                </a:extLst>
              </p:cNvPr>
              <p:cNvSpPr>
                <a:spLocks noChangeShapeType="1"/>
              </p:cNvSpPr>
              <p:nvPr/>
            </p:nvSpPr>
            <p:spPr bwMode="auto">
              <a:xfrm>
                <a:off x="2002" y="1999"/>
                <a:ext cx="249" cy="4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75" name="Line 28">
                <a:extLst>
                  <a:ext uri="{FF2B5EF4-FFF2-40B4-BE49-F238E27FC236}">
                    <a16:creationId xmlns:a16="http://schemas.microsoft.com/office/drawing/2014/main" id="{4E71159B-53CE-0307-CC47-46E25821FD3A}"/>
                  </a:ext>
                </a:extLst>
              </p:cNvPr>
              <p:cNvSpPr>
                <a:spLocks noChangeShapeType="1"/>
              </p:cNvSpPr>
              <p:nvPr/>
            </p:nvSpPr>
            <p:spPr bwMode="auto">
              <a:xfrm flipH="1">
                <a:off x="2009" y="1987"/>
                <a:ext cx="212" cy="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98325" name="Line 29">
              <a:extLst>
                <a:ext uri="{FF2B5EF4-FFF2-40B4-BE49-F238E27FC236}">
                  <a16:creationId xmlns:a16="http://schemas.microsoft.com/office/drawing/2014/main" id="{38E7118D-D24D-D2EE-A568-2A43469DA3FB}"/>
                </a:ext>
              </a:extLst>
            </p:cNvPr>
            <p:cNvSpPr>
              <a:spLocks noChangeShapeType="1"/>
            </p:cNvSpPr>
            <p:nvPr/>
          </p:nvSpPr>
          <p:spPr bwMode="auto">
            <a:xfrm>
              <a:off x="2127" y="2078"/>
              <a:ext cx="663" cy="14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26" name="Text Box 30">
              <a:extLst>
                <a:ext uri="{FF2B5EF4-FFF2-40B4-BE49-F238E27FC236}">
                  <a16:creationId xmlns:a16="http://schemas.microsoft.com/office/drawing/2014/main" id="{7E72D465-1F70-3AFE-87EF-1C1F2FA3F7F0}"/>
                </a:ext>
              </a:extLst>
            </p:cNvPr>
            <p:cNvSpPr txBox="1">
              <a:spLocks noChangeArrowheads="1"/>
            </p:cNvSpPr>
            <p:nvPr/>
          </p:nvSpPr>
          <p:spPr bwMode="auto">
            <a:xfrm>
              <a:off x="2197" y="1817"/>
              <a:ext cx="406" cy="10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P 10</a:t>
              </a:r>
            </a:p>
          </p:txBody>
        </p:sp>
        <p:sp>
          <p:nvSpPr>
            <p:cNvPr id="98327" name="Text Box 31">
              <a:extLst>
                <a:ext uri="{FF2B5EF4-FFF2-40B4-BE49-F238E27FC236}">
                  <a16:creationId xmlns:a16="http://schemas.microsoft.com/office/drawing/2014/main" id="{D72BB8F7-DAA8-0C18-B8A5-70B817235758}"/>
                </a:ext>
              </a:extLst>
            </p:cNvPr>
            <p:cNvSpPr txBox="1">
              <a:spLocks noChangeArrowheads="1"/>
            </p:cNvSpPr>
            <p:nvPr/>
          </p:nvSpPr>
          <p:spPr bwMode="auto">
            <a:xfrm>
              <a:off x="1785" y="2130"/>
              <a:ext cx="461" cy="12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Q 39</a:t>
              </a:r>
            </a:p>
          </p:txBody>
        </p:sp>
        <p:sp>
          <p:nvSpPr>
            <p:cNvPr id="98328" name="Text Box 32">
              <a:extLst>
                <a:ext uri="{FF2B5EF4-FFF2-40B4-BE49-F238E27FC236}">
                  <a16:creationId xmlns:a16="http://schemas.microsoft.com/office/drawing/2014/main" id="{216455CC-7ED5-60F4-AF82-555B85A2822F}"/>
                </a:ext>
              </a:extLst>
            </p:cNvPr>
            <p:cNvSpPr txBox="1">
              <a:spLocks noChangeArrowheads="1"/>
            </p:cNvSpPr>
            <p:nvPr/>
          </p:nvSpPr>
          <p:spPr bwMode="auto">
            <a:xfrm>
              <a:off x="1071" y="1983"/>
              <a:ext cx="710" cy="11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Router R1</a:t>
              </a:r>
            </a:p>
          </p:txBody>
        </p:sp>
        <p:grpSp>
          <p:nvGrpSpPr>
            <p:cNvPr id="98329" name="Group 33">
              <a:extLst>
                <a:ext uri="{FF2B5EF4-FFF2-40B4-BE49-F238E27FC236}">
                  <a16:creationId xmlns:a16="http://schemas.microsoft.com/office/drawing/2014/main" id="{9320F76E-15BC-A15E-94E2-1F48CF4259E8}"/>
                </a:ext>
              </a:extLst>
            </p:cNvPr>
            <p:cNvGrpSpPr>
              <a:grpSpLocks/>
            </p:cNvGrpSpPr>
            <p:nvPr/>
          </p:nvGrpSpPr>
          <p:grpSpPr bwMode="auto">
            <a:xfrm>
              <a:off x="3748" y="2379"/>
              <a:ext cx="531" cy="123"/>
              <a:chOff x="3748" y="2379"/>
              <a:chExt cx="531" cy="123"/>
            </a:xfrm>
          </p:grpSpPr>
          <p:sp>
            <p:nvSpPr>
              <p:cNvPr id="98370" name="Oval 34">
                <a:extLst>
                  <a:ext uri="{FF2B5EF4-FFF2-40B4-BE49-F238E27FC236}">
                    <a16:creationId xmlns:a16="http://schemas.microsoft.com/office/drawing/2014/main" id="{6F1B82AD-95BC-7121-4A64-FC19B7F51A16}"/>
                  </a:ext>
                </a:extLst>
              </p:cNvPr>
              <p:cNvSpPr>
                <a:spLocks noChangeArrowheads="1"/>
              </p:cNvSpPr>
              <p:nvPr/>
            </p:nvSpPr>
            <p:spPr bwMode="auto">
              <a:xfrm>
                <a:off x="3748" y="2379"/>
                <a:ext cx="531" cy="123"/>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98371" name="Line 35">
                <a:extLst>
                  <a:ext uri="{FF2B5EF4-FFF2-40B4-BE49-F238E27FC236}">
                    <a16:creationId xmlns:a16="http://schemas.microsoft.com/office/drawing/2014/main" id="{652F141B-0F69-0B24-6753-875E1B3BF430}"/>
                  </a:ext>
                </a:extLst>
              </p:cNvPr>
              <p:cNvSpPr>
                <a:spLocks noChangeShapeType="1"/>
              </p:cNvSpPr>
              <p:nvPr/>
            </p:nvSpPr>
            <p:spPr bwMode="auto">
              <a:xfrm>
                <a:off x="3881" y="2420"/>
                <a:ext cx="249" cy="4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72" name="Line 36">
                <a:extLst>
                  <a:ext uri="{FF2B5EF4-FFF2-40B4-BE49-F238E27FC236}">
                    <a16:creationId xmlns:a16="http://schemas.microsoft.com/office/drawing/2014/main" id="{BDF142AF-59DA-1D51-20CC-03D6747B0327}"/>
                  </a:ext>
                </a:extLst>
              </p:cNvPr>
              <p:cNvSpPr>
                <a:spLocks noChangeShapeType="1"/>
              </p:cNvSpPr>
              <p:nvPr/>
            </p:nvSpPr>
            <p:spPr bwMode="auto">
              <a:xfrm flipH="1">
                <a:off x="3888" y="2408"/>
                <a:ext cx="212" cy="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98330" name="Text Box 37">
              <a:extLst>
                <a:ext uri="{FF2B5EF4-FFF2-40B4-BE49-F238E27FC236}">
                  <a16:creationId xmlns:a16="http://schemas.microsoft.com/office/drawing/2014/main" id="{624CA2CB-8153-9208-7004-D1536FAE5B1F}"/>
                </a:ext>
              </a:extLst>
            </p:cNvPr>
            <p:cNvSpPr txBox="1">
              <a:spLocks noChangeArrowheads="1"/>
            </p:cNvSpPr>
            <p:nvPr/>
          </p:nvSpPr>
          <p:spPr bwMode="auto">
            <a:xfrm>
              <a:off x="3751" y="2215"/>
              <a:ext cx="460" cy="12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K 82</a:t>
              </a:r>
            </a:p>
          </p:txBody>
        </p:sp>
        <p:sp>
          <p:nvSpPr>
            <p:cNvPr id="98331" name="Text Box 38">
              <a:extLst>
                <a:ext uri="{FF2B5EF4-FFF2-40B4-BE49-F238E27FC236}">
                  <a16:creationId xmlns:a16="http://schemas.microsoft.com/office/drawing/2014/main" id="{FD6CFB48-2C23-1AD7-9009-00B46B1E7822}"/>
                </a:ext>
              </a:extLst>
            </p:cNvPr>
            <p:cNvSpPr txBox="1">
              <a:spLocks noChangeArrowheads="1"/>
            </p:cNvSpPr>
            <p:nvPr/>
          </p:nvSpPr>
          <p:spPr bwMode="auto">
            <a:xfrm>
              <a:off x="4296" y="2383"/>
              <a:ext cx="711" cy="11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Router R2</a:t>
              </a:r>
            </a:p>
          </p:txBody>
        </p:sp>
        <p:sp>
          <p:nvSpPr>
            <p:cNvPr id="98332" name="Text Box 39">
              <a:extLst>
                <a:ext uri="{FF2B5EF4-FFF2-40B4-BE49-F238E27FC236}">
                  <a16:creationId xmlns:a16="http://schemas.microsoft.com/office/drawing/2014/main" id="{6BBDDC0D-283B-04EA-74E6-6A410E1E2A23}"/>
                </a:ext>
              </a:extLst>
            </p:cNvPr>
            <p:cNvSpPr txBox="1">
              <a:spLocks noChangeArrowheads="1"/>
            </p:cNvSpPr>
            <p:nvPr/>
          </p:nvSpPr>
          <p:spPr bwMode="auto">
            <a:xfrm>
              <a:off x="3183" y="2432"/>
              <a:ext cx="460" cy="12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H 57</a:t>
              </a:r>
            </a:p>
          </p:txBody>
        </p:sp>
        <p:sp>
          <p:nvSpPr>
            <p:cNvPr id="98333" name="Line 40">
              <a:extLst>
                <a:ext uri="{FF2B5EF4-FFF2-40B4-BE49-F238E27FC236}">
                  <a16:creationId xmlns:a16="http://schemas.microsoft.com/office/drawing/2014/main" id="{A9D74FAB-2490-D035-37C6-F0769E610115}"/>
                </a:ext>
              </a:extLst>
            </p:cNvPr>
            <p:cNvSpPr>
              <a:spLocks noChangeShapeType="1"/>
            </p:cNvSpPr>
            <p:nvPr/>
          </p:nvSpPr>
          <p:spPr bwMode="auto">
            <a:xfrm flipH="1">
              <a:off x="3152" y="2507"/>
              <a:ext cx="831" cy="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8334" name="Group 41">
              <a:extLst>
                <a:ext uri="{FF2B5EF4-FFF2-40B4-BE49-F238E27FC236}">
                  <a16:creationId xmlns:a16="http://schemas.microsoft.com/office/drawing/2014/main" id="{F46C3F7E-7593-7AEB-07E3-50D15D4BB3D3}"/>
                </a:ext>
              </a:extLst>
            </p:cNvPr>
            <p:cNvGrpSpPr>
              <a:grpSpLocks/>
            </p:cNvGrpSpPr>
            <p:nvPr/>
          </p:nvGrpSpPr>
          <p:grpSpPr bwMode="auto">
            <a:xfrm>
              <a:off x="1246" y="2682"/>
              <a:ext cx="1500" cy="223"/>
              <a:chOff x="1246" y="2682"/>
              <a:chExt cx="1500" cy="223"/>
            </a:xfrm>
          </p:grpSpPr>
          <p:sp>
            <p:nvSpPr>
              <p:cNvPr id="98366" name="Text Box 42">
                <a:extLst>
                  <a:ext uri="{FF2B5EF4-FFF2-40B4-BE49-F238E27FC236}">
                    <a16:creationId xmlns:a16="http://schemas.microsoft.com/office/drawing/2014/main" id="{CBF3E295-19BF-EEC1-9ED4-0E279142FFBC}"/>
                  </a:ext>
                </a:extLst>
              </p:cNvPr>
              <p:cNvSpPr txBox="1">
                <a:spLocks noChangeArrowheads="1"/>
              </p:cNvSpPr>
              <p:nvPr/>
            </p:nvSpPr>
            <p:spPr bwMode="auto">
              <a:xfrm>
                <a:off x="1246" y="2682"/>
                <a:ext cx="1500" cy="2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57  5                                                      T</a:t>
                </a:r>
              </a:p>
            </p:txBody>
          </p:sp>
          <p:grpSp>
            <p:nvGrpSpPr>
              <p:cNvPr id="98367" name="Group 43">
                <a:extLst>
                  <a:ext uri="{FF2B5EF4-FFF2-40B4-BE49-F238E27FC236}">
                    <a16:creationId xmlns:a16="http://schemas.microsoft.com/office/drawing/2014/main" id="{EEDF3F78-9808-8244-AAF6-29671C989555}"/>
                  </a:ext>
                </a:extLst>
              </p:cNvPr>
              <p:cNvGrpSpPr>
                <a:grpSpLocks/>
              </p:cNvGrpSpPr>
              <p:nvPr/>
            </p:nvGrpSpPr>
            <p:grpSpPr bwMode="auto">
              <a:xfrm>
                <a:off x="1611" y="2716"/>
                <a:ext cx="929" cy="165"/>
                <a:chOff x="1611" y="2716"/>
                <a:chExt cx="929" cy="165"/>
              </a:xfrm>
            </p:grpSpPr>
            <p:sp>
              <p:nvSpPr>
                <p:cNvPr id="98368" name="Text Box 44">
                  <a:extLst>
                    <a:ext uri="{FF2B5EF4-FFF2-40B4-BE49-F238E27FC236}">
                      <a16:creationId xmlns:a16="http://schemas.microsoft.com/office/drawing/2014/main" id="{0E6FCB94-8511-A4AA-F93B-44AF9B0FA8E4}"/>
                    </a:ext>
                  </a:extLst>
                </p:cNvPr>
                <p:cNvSpPr txBox="1">
                  <a:spLocks noChangeArrowheads="1"/>
                </p:cNvSpPr>
                <p:nvPr/>
              </p:nvSpPr>
              <p:spPr bwMode="auto">
                <a:xfrm>
                  <a:off x="1611" y="2716"/>
                  <a:ext cx="929"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69" name="Text Box 45">
                  <a:extLst>
                    <a:ext uri="{FF2B5EF4-FFF2-40B4-BE49-F238E27FC236}">
                      <a16:creationId xmlns:a16="http://schemas.microsoft.com/office/drawing/2014/main" id="{D89B8380-0283-82F6-606C-0DC1DEC5D4BE}"/>
                    </a:ext>
                  </a:extLst>
                </p:cNvPr>
                <p:cNvSpPr txBox="1">
                  <a:spLocks noChangeArrowheads="1"/>
                </p:cNvSpPr>
                <p:nvPr/>
              </p:nvSpPr>
              <p:spPr bwMode="auto">
                <a:xfrm>
                  <a:off x="1895" y="2742"/>
                  <a:ext cx="507"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grpSp>
        <p:sp>
          <p:nvSpPr>
            <p:cNvPr id="98335" name="Text Box 46">
              <a:extLst>
                <a:ext uri="{FF2B5EF4-FFF2-40B4-BE49-F238E27FC236}">
                  <a16:creationId xmlns:a16="http://schemas.microsoft.com/office/drawing/2014/main" id="{8B7581AA-A8C0-A0E0-AC48-C786641F5F1E}"/>
                </a:ext>
              </a:extLst>
            </p:cNvPr>
            <p:cNvSpPr txBox="1">
              <a:spLocks noChangeArrowheads="1"/>
            </p:cNvSpPr>
            <p:nvPr/>
          </p:nvSpPr>
          <p:spPr bwMode="auto">
            <a:xfrm>
              <a:off x="2844" y="2733"/>
              <a:ext cx="890"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 link layer</a:t>
              </a:r>
            </a:p>
          </p:txBody>
        </p:sp>
        <p:sp>
          <p:nvSpPr>
            <p:cNvPr id="98336" name="Oval 47">
              <a:extLst>
                <a:ext uri="{FF2B5EF4-FFF2-40B4-BE49-F238E27FC236}">
                  <a16:creationId xmlns:a16="http://schemas.microsoft.com/office/drawing/2014/main" id="{3CFEDCC1-56AB-6724-CE06-5F22DF725EE1}"/>
                </a:ext>
              </a:extLst>
            </p:cNvPr>
            <p:cNvSpPr>
              <a:spLocks noChangeArrowheads="1"/>
            </p:cNvSpPr>
            <p:nvPr/>
          </p:nvSpPr>
          <p:spPr bwMode="auto">
            <a:xfrm>
              <a:off x="2544" y="2208"/>
              <a:ext cx="1094" cy="199"/>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LAN-2</a:t>
              </a:r>
            </a:p>
          </p:txBody>
        </p:sp>
        <p:sp>
          <p:nvSpPr>
            <p:cNvPr id="98337" name="Line 48">
              <a:extLst>
                <a:ext uri="{FF2B5EF4-FFF2-40B4-BE49-F238E27FC236}">
                  <a16:creationId xmlns:a16="http://schemas.microsoft.com/office/drawing/2014/main" id="{D442460F-FD61-45E6-9010-8D256EC3EA5F}"/>
                </a:ext>
              </a:extLst>
            </p:cNvPr>
            <p:cNvSpPr>
              <a:spLocks noChangeShapeType="1"/>
            </p:cNvSpPr>
            <p:nvPr/>
          </p:nvSpPr>
          <p:spPr bwMode="auto">
            <a:xfrm>
              <a:off x="3574" y="2353"/>
              <a:ext cx="186" cy="6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98338" name="Group 49">
              <a:extLst>
                <a:ext uri="{FF2B5EF4-FFF2-40B4-BE49-F238E27FC236}">
                  <a16:creationId xmlns:a16="http://schemas.microsoft.com/office/drawing/2014/main" id="{ACFD057B-B2A8-24D2-9885-9A33674EB490}"/>
                </a:ext>
              </a:extLst>
            </p:cNvPr>
            <p:cNvGrpSpPr>
              <a:grpSpLocks/>
            </p:cNvGrpSpPr>
            <p:nvPr/>
          </p:nvGrpSpPr>
          <p:grpSpPr bwMode="auto">
            <a:xfrm>
              <a:off x="1553" y="3018"/>
              <a:ext cx="929" cy="165"/>
              <a:chOff x="1553" y="3018"/>
              <a:chExt cx="929" cy="165"/>
            </a:xfrm>
          </p:grpSpPr>
          <p:sp>
            <p:nvSpPr>
              <p:cNvPr id="98364" name="Text Box 50">
                <a:extLst>
                  <a:ext uri="{FF2B5EF4-FFF2-40B4-BE49-F238E27FC236}">
                    <a16:creationId xmlns:a16="http://schemas.microsoft.com/office/drawing/2014/main" id="{E87B5EF1-E2BB-F1F8-51D9-94D4F931767D}"/>
                  </a:ext>
                </a:extLst>
              </p:cNvPr>
              <p:cNvSpPr txBox="1">
                <a:spLocks noChangeArrowheads="1"/>
              </p:cNvSpPr>
              <p:nvPr/>
            </p:nvSpPr>
            <p:spPr bwMode="auto">
              <a:xfrm>
                <a:off x="1553" y="3018"/>
                <a:ext cx="929"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65" name="Text Box 51">
                <a:extLst>
                  <a:ext uri="{FF2B5EF4-FFF2-40B4-BE49-F238E27FC236}">
                    <a16:creationId xmlns:a16="http://schemas.microsoft.com/office/drawing/2014/main" id="{5CC56E86-CAD2-DB44-D723-74650AD1580E}"/>
                  </a:ext>
                </a:extLst>
              </p:cNvPr>
              <p:cNvSpPr txBox="1">
                <a:spLocks noChangeArrowheads="1"/>
              </p:cNvSpPr>
              <p:nvPr/>
            </p:nvSpPr>
            <p:spPr bwMode="auto">
              <a:xfrm>
                <a:off x="1837" y="3044"/>
                <a:ext cx="507"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sp>
          <p:nvSpPr>
            <p:cNvPr id="98339" name="Text Box 52">
              <a:extLst>
                <a:ext uri="{FF2B5EF4-FFF2-40B4-BE49-F238E27FC236}">
                  <a16:creationId xmlns:a16="http://schemas.microsoft.com/office/drawing/2014/main" id="{74657667-4E4A-807D-5605-5284E8CDF31C}"/>
                </a:ext>
              </a:extLst>
            </p:cNvPr>
            <p:cNvSpPr txBox="1">
              <a:spLocks noChangeArrowheads="1"/>
            </p:cNvSpPr>
            <p:nvPr/>
          </p:nvSpPr>
          <p:spPr bwMode="auto">
            <a:xfrm>
              <a:off x="2575" y="3031"/>
              <a:ext cx="890"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Network layer</a:t>
              </a:r>
            </a:p>
          </p:txBody>
        </p:sp>
        <p:sp>
          <p:nvSpPr>
            <p:cNvPr id="98340" name="Line 53">
              <a:extLst>
                <a:ext uri="{FF2B5EF4-FFF2-40B4-BE49-F238E27FC236}">
                  <a16:creationId xmlns:a16="http://schemas.microsoft.com/office/drawing/2014/main" id="{92CC357B-372C-AB34-8563-36708672172B}"/>
                </a:ext>
              </a:extLst>
            </p:cNvPr>
            <p:cNvSpPr>
              <a:spLocks noChangeShapeType="1"/>
            </p:cNvSpPr>
            <p:nvPr/>
          </p:nvSpPr>
          <p:spPr bwMode="auto">
            <a:xfrm>
              <a:off x="2094" y="2905"/>
              <a:ext cx="0" cy="11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41" name="Text Box 54">
              <a:extLst>
                <a:ext uri="{FF2B5EF4-FFF2-40B4-BE49-F238E27FC236}">
                  <a16:creationId xmlns:a16="http://schemas.microsoft.com/office/drawing/2014/main" id="{7BB8F16E-BB6B-E0C5-2B70-2B61F1CE9E63}"/>
                </a:ext>
              </a:extLst>
            </p:cNvPr>
            <p:cNvSpPr txBox="1">
              <a:spLocks noChangeArrowheads="1"/>
            </p:cNvSpPr>
            <p:nvPr/>
          </p:nvSpPr>
          <p:spPr bwMode="auto">
            <a:xfrm>
              <a:off x="1811" y="3300"/>
              <a:ext cx="508" cy="1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sp>
          <p:nvSpPr>
            <p:cNvPr id="98342" name="Line 55">
              <a:extLst>
                <a:ext uri="{FF2B5EF4-FFF2-40B4-BE49-F238E27FC236}">
                  <a16:creationId xmlns:a16="http://schemas.microsoft.com/office/drawing/2014/main" id="{8D0D137C-DB6C-1F01-354E-E4C65EDEE18C}"/>
                </a:ext>
              </a:extLst>
            </p:cNvPr>
            <p:cNvSpPr>
              <a:spLocks noChangeShapeType="1"/>
            </p:cNvSpPr>
            <p:nvPr/>
          </p:nvSpPr>
          <p:spPr bwMode="auto">
            <a:xfrm>
              <a:off x="2080" y="3189"/>
              <a:ext cx="0" cy="11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43" name="Text Box 56">
              <a:extLst>
                <a:ext uri="{FF2B5EF4-FFF2-40B4-BE49-F238E27FC236}">
                  <a16:creationId xmlns:a16="http://schemas.microsoft.com/office/drawing/2014/main" id="{9DE642E9-4057-ECB1-DD4D-720B57AEDB9E}"/>
                </a:ext>
              </a:extLst>
            </p:cNvPr>
            <p:cNvSpPr txBox="1">
              <a:spLocks noChangeArrowheads="1"/>
            </p:cNvSpPr>
            <p:nvPr/>
          </p:nvSpPr>
          <p:spPr bwMode="auto">
            <a:xfrm>
              <a:off x="1715" y="1024"/>
              <a:ext cx="890"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Higher layers</a:t>
              </a:r>
            </a:p>
          </p:txBody>
        </p:sp>
        <p:sp>
          <p:nvSpPr>
            <p:cNvPr id="98344" name="Text Box 57">
              <a:extLst>
                <a:ext uri="{FF2B5EF4-FFF2-40B4-BE49-F238E27FC236}">
                  <a16:creationId xmlns:a16="http://schemas.microsoft.com/office/drawing/2014/main" id="{2E831EB2-0414-A791-FD66-6EC93907C280}"/>
                </a:ext>
              </a:extLst>
            </p:cNvPr>
            <p:cNvSpPr txBox="1">
              <a:spLocks noChangeArrowheads="1"/>
            </p:cNvSpPr>
            <p:nvPr/>
          </p:nvSpPr>
          <p:spPr bwMode="auto">
            <a:xfrm>
              <a:off x="2343" y="3298"/>
              <a:ext cx="891" cy="12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Higher layers</a:t>
              </a:r>
            </a:p>
          </p:txBody>
        </p:sp>
        <p:grpSp>
          <p:nvGrpSpPr>
            <p:cNvPr id="98345" name="Group 58">
              <a:extLst>
                <a:ext uri="{FF2B5EF4-FFF2-40B4-BE49-F238E27FC236}">
                  <a16:creationId xmlns:a16="http://schemas.microsoft.com/office/drawing/2014/main" id="{D3090859-BAB0-3949-1DD2-49243C5D6418}"/>
                </a:ext>
              </a:extLst>
            </p:cNvPr>
            <p:cNvGrpSpPr>
              <a:grpSpLocks/>
            </p:cNvGrpSpPr>
            <p:nvPr/>
          </p:nvGrpSpPr>
          <p:grpSpPr bwMode="auto">
            <a:xfrm>
              <a:off x="675" y="2246"/>
              <a:ext cx="1555" cy="223"/>
              <a:chOff x="675" y="2246"/>
              <a:chExt cx="1555" cy="223"/>
            </a:xfrm>
          </p:grpSpPr>
          <p:sp>
            <p:nvSpPr>
              <p:cNvPr id="98360" name="Text Box 59">
                <a:extLst>
                  <a:ext uri="{FF2B5EF4-FFF2-40B4-BE49-F238E27FC236}">
                    <a16:creationId xmlns:a16="http://schemas.microsoft.com/office/drawing/2014/main" id="{B6120BAE-2955-753A-B86E-3D36D9E9FB07}"/>
                  </a:ext>
                </a:extLst>
              </p:cNvPr>
              <p:cNvSpPr txBox="1">
                <a:spLocks noChangeArrowheads="1"/>
              </p:cNvSpPr>
              <p:nvPr/>
            </p:nvSpPr>
            <p:spPr bwMode="auto">
              <a:xfrm>
                <a:off x="675" y="2246"/>
                <a:ext cx="1555" cy="2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39  82                                      	          T</a:t>
                </a:r>
              </a:p>
            </p:txBody>
          </p:sp>
          <p:grpSp>
            <p:nvGrpSpPr>
              <p:cNvPr id="98361" name="Group 60">
                <a:extLst>
                  <a:ext uri="{FF2B5EF4-FFF2-40B4-BE49-F238E27FC236}">
                    <a16:creationId xmlns:a16="http://schemas.microsoft.com/office/drawing/2014/main" id="{58E54104-A7AD-FB22-4FA3-FFAE0D4F609E}"/>
                  </a:ext>
                </a:extLst>
              </p:cNvPr>
              <p:cNvGrpSpPr>
                <a:grpSpLocks/>
              </p:cNvGrpSpPr>
              <p:nvPr/>
            </p:nvGrpSpPr>
            <p:grpSpPr bwMode="auto">
              <a:xfrm>
                <a:off x="1053" y="2280"/>
                <a:ext cx="963" cy="165"/>
                <a:chOff x="1053" y="2280"/>
                <a:chExt cx="963" cy="165"/>
              </a:xfrm>
            </p:grpSpPr>
            <p:sp>
              <p:nvSpPr>
                <p:cNvPr id="98362" name="Text Box 61">
                  <a:extLst>
                    <a:ext uri="{FF2B5EF4-FFF2-40B4-BE49-F238E27FC236}">
                      <a16:creationId xmlns:a16="http://schemas.microsoft.com/office/drawing/2014/main" id="{90242B83-8807-E672-B949-87D40E2D39E5}"/>
                    </a:ext>
                  </a:extLst>
                </p:cNvPr>
                <p:cNvSpPr txBox="1">
                  <a:spLocks noChangeArrowheads="1"/>
                </p:cNvSpPr>
                <p:nvPr/>
              </p:nvSpPr>
              <p:spPr bwMode="auto">
                <a:xfrm>
                  <a:off x="1053" y="2280"/>
                  <a:ext cx="963"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63" name="Text Box 62">
                  <a:extLst>
                    <a:ext uri="{FF2B5EF4-FFF2-40B4-BE49-F238E27FC236}">
                      <a16:creationId xmlns:a16="http://schemas.microsoft.com/office/drawing/2014/main" id="{D62DB42E-0224-7299-DB0C-875B6D142304}"/>
                    </a:ext>
                  </a:extLst>
                </p:cNvPr>
                <p:cNvSpPr txBox="1">
                  <a:spLocks noChangeArrowheads="1"/>
                </p:cNvSpPr>
                <p:nvPr/>
              </p:nvSpPr>
              <p:spPr bwMode="auto">
                <a:xfrm>
                  <a:off x="1347" y="2306"/>
                  <a:ext cx="526"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grpSp>
        <p:grpSp>
          <p:nvGrpSpPr>
            <p:cNvPr id="98346" name="Group 63">
              <a:extLst>
                <a:ext uri="{FF2B5EF4-FFF2-40B4-BE49-F238E27FC236}">
                  <a16:creationId xmlns:a16="http://schemas.microsoft.com/office/drawing/2014/main" id="{CDEC5C8C-DD49-3470-F971-B5930226FF55}"/>
                </a:ext>
              </a:extLst>
            </p:cNvPr>
            <p:cNvGrpSpPr>
              <a:grpSpLocks/>
            </p:cNvGrpSpPr>
            <p:nvPr/>
          </p:nvGrpSpPr>
          <p:grpSpPr bwMode="auto">
            <a:xfrm>
              <a:off x="3923" y="1981"/>
              <a:ext cx="1555" cy="224"/>
              <a:chOff x="3923" y="1981"/>
              <a:chExt cx="1555" cy="224"/>
            </a:xfrm>
          </p:grpSpPr>
          <p:sp>
            <p:nvSpPr>
              <p:cNvPr id="98356" name="Text Box 64">
                <a:extLst>
                  <a:ext uri="{FF2B5EF4-FFF2-40B4-BE49-F238E27FC236}">
                    <a16:creationId xmlns:a16="http://schemas.microsoft.com/office/drawing/2014/main" id="{CE60AAA7-9710-9E99-576B-A790CCFF140A}"/>
                  </a:ext>
                </a:extLst>
              </p:cNvPr>
              <p:cNvSpPr txBox="1">
                <a:spLocks noChangeArrowheads="1"/>
              </p:cNvSpPr>
              <p:nvPr/>
            </p:nvSpPr>
            <p:spPr bwMode="auto">
              <a:xfrm>
                <a:off x="3923" y="1981"/>
                <a:ext cx="1555" cy="22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82  57                                      	          T</a:t>
                </a:r>
              </a:p>
            </p:txBody>
          </p:sp>
          <p:grpSp>
            <p:nvGrpSpPr>
              <p:cNvPr id="98357" name="Group 65">
                <a:extLst>
                  <a:ext uri="{FF2B5EF4-FFF2-40B4-BE49-F238E27FC236}">
                    <a16:creationId xmlns:a16="http://schemas.microsoft.com/office/drawing/2014/main" id="{A5CA2863-F7B8-AEE5-4E90-7A3A68005909}"/>
                  </a:ext>
                </a:extLst>
              </p:cNvPr>
              <p:cNvGrpSpPr>
                <a:grpSpLocks/>
              </p:cNvGrpSpPr>
              <p:nvPr/>
            </p:nvGrpSpPr>
            <p:grpSpPr bwMode="auto">
              <a:xfrm>
                <a:off x="4301" y="2015"/>
                <a:ext cx="963" cy="165"/>
                <a:chOff x="4301" y="2015"/>
                <a:chExt cx="963" cy="165"/>
              </a:xfrm>
            </p:grpSpPr>
            <p:sp>
              <p:nvSpPr>
                <p:cNvPr id="98358" name="Text Box 66">
                  <a:extLst>
                    <a:ext uri="{FF2B5EF4-FFF2-40B4-BE49-F238E27FC236}">
                      <a16:creationId xmlns:a16="http://schemas.microsoft.com/office/drawing/2014/main" id="{393CE9BD-15D2-45A7-73E7-9D2F79538733}"/>
                    </a:ext>
                  </a:extLst>
                </p:cNvPr>
                <p:cNvSpPr txBox="1">
                  <a:spLocks noChangeArrowheads="1"/>
                </p:cNvSpPr>
                <p:nvPr/>
              </p:nvSpPr>
              <p:spPr bwMode="auto">
                <a:xfrm>
                  <a:off x="4301" y="2015"/>
                  <a:ext cx="963"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59" name="Text Box 67">
                  <a:extLst>
                    <a:ext uri="{FF2B5EF4-FFF2-40B4-BE49-F238E27FC236}">
                      <a16:creationId xmlns:a16="http://schemas.microsoft.com/office/drawing/2014/main" id="{F8AE422F-A310-4EAC-A913-C8F2B0E374D9}"/>
                    </a:ext>
                  </a:extLst>
                </p:cNvPr>
                <p:cNvSpPr txBox="1">
                  <a:spLocks noChangeArrowheads="1"/>
                </p:cNvSpPr>
                <p:nvPr/>
              </p:nvSpPr>
              <p:spPr bwMode="auto">
                <a:xfrm>
                  <a:off x="4596" y="2041"/>
                  <a:ext cx="526" cy="1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grpSp>
        <p:grpSp>
          <p:nvGrpSpPr>
            <p:cNvPr id="98347" name="Group 68">
              <a:extLst>
                <a:ext uri="{FF2B5EF4-FFF2-40B4-BE49-F238E27FC236}">
                  <a16:creationId xmlns:a16="http://schemas.microsoft.com/office/drawing/2014/main" id="{169CCA19-A948-756E-49C5-95E2EF94AEB1}"/>
                </a:ext>
              </a:extLst>
            </p:cNvPr>
            <p:cNvGrpSpPr>
              <a:grpSpLocks/>
            </p:cNvGrpSpPr>
            <p:nvPr/>
          </p:nvGrpSpPr>
          <p:grpSpPr bwMode="auto">
            <a:xfrm>
              <a:off x="3673" y="2551"/>
              <a:ext cx="1555" cy="223"/>
              <a:chOff x="3673" y="2551"/>
              <a:chExt cx="1555" cy="223"/>
            </a:xfrm>
          </p:grpSpPr>
          <p:sp>
            <p:nvSpPr>
              <p:cNvPr id="98352" name="Text Box 69">
                <a:extLst>
                  <a:ext uri="{FF2B5EF4-FFF2-40B4-BE49-F238E27FC236}">
                    <a16:creationId xmlns:a16="http://schemas.microsoft.com/office/drawing/2014/main" id="{FDF881F6-61E5-2118-30DB-47AFA5E341B3}"/>
                  </a:ext>
                </a:extLst>
              </p:cNvPr>
              <p:cNvSpPr txBox="1">
                <a:spLocks noChangeArrowheads="1"/>
              </p:cNvSpPr>
              <p:nvPr/>
            </p:nvSpPr>
            <p:spPr bwMode="auto">
              <a:xfrm>
                <a:off x="3673" y="2551"/>
                <a:ext cx="1555" cy="2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57  5                                      	          T</a:t>
                </a:r>
              </a:p>
            </p:txBody>
          </p:sp>
          <p:grpSp>
            <p:nvGrpSpPr>
              <p:cNvPr id="98353" name="Group 70">
                <a:extLst>
                  <a:ext uri="{FF2B5EF4-FFF2-40B4-BE49-F238E27FC236}">
                    <a16:creationId xmlns:a16="http://schemas.microsoft.com/office/drawing/2014/main" id="{7ED0FBDF-ACFA-E553-532A-386EB02022A6}"/>
                  </a:ext>
                </a:extLst>
              </p:cNvPr>
              <p:cNvGrpSpPr>
                <a:grpSpLocks/>
              </p:cNvGrpSpPr>
              <p:nvPr/>
            </p:nvGrpSpPr>
            <p:grpSpPr bwMode="auto">
              <a:xfrm>
                <a:off x="4051" y="2585"/>
                <a:ext cx="963" cy="165"/>
                <a:chOff x="4051" y="2585"/>
                <a:chExt cx="963" cy="165"/>
              </a:xfrm>
            </p:grpSpPr>
            <p:sp>
              <p:nvSpPr>
                <p:cNvPr id="98354" name="Text Box 71">
                  <a:extLst>
                    <a:ext uri="{FF2B5EF4-FFF2-40B4-BE49-F238E27FC236}">
                      <a16:creationId xmlns:a16="http://schemas.microsoft.com/office/drawing/2014/main" id="{DCEA5DBF-960B-8271-746A-BE5485791C8C}"/>
                    </a:ext>
                  </a:extLst>
                </p:cNvPr>
                <p:cNvSpPr txBox="1">
                  <a:spLocks noChangeArrowheads="1"/>
                </p:cNvSpPr>
                <p:nvPr/>
              </p:nvSpPr>
              <p:spPr bwMode="auto">
                <a:xfrm>
                  <a:off x="4051" y="2585"/>
                  <a:ext cx="963" cy="16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 D                        </a:t>
                  </a:r>
                </a:p>
                <a:p>
                  <a:pPr>
                    <a:buClrTx/>
                    <a:buSzPct val="60000"/>
                    <a:buFontTx/>
                    <a:buNone/>
                  </a:pPr>
                  <a:endParaRPr lang="en-US" altLang="en-US" sz="900" b="1">
                    <a:solidFill>
                      <a:srgbClr val="000000"/>
                    </a:solidFill>
                  </a:endParaRPr>
                </a:p>
              </p:txBody>
            </p:sp>
            <p:sp>
              <p:nvSpPr>
                <p:cNvPr id="98355" name="Text Box 72">
                  <a:extLst>
                    <a:ext uri="{FF2B5EF4-FFF2-40B4-BE49-F238E27FC236}">
                      <a16:creationId xmlns:a16="http://schemas.microsoft.com/office/drawing/2014/main" id="{AC19730A-74FD-A91B-5041-70ADB5F64E7E}"/>
                    </a:ext>
                  </a:extLst>
                </p:cNvPr>
                <p:cNvSpPr txBox="1">
                  <a:spLocks noChangeArrowheads="1"/>
                </p:cNvSpPr>
                <p:nvPr/>
              </p:nvSpPr>
              <p:spPr bwMode="auto">
                <a:xfrm>
                  <a:off x="4345" y="2611"/>
                  <a:ext cx="526" cy="1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Data</a:t>
                  </a:r>
                </a:p>
              </p:txBody>
            </p:sp>
          </p:grpSp>
        </p:grpSp>
        <p:sp>
          <p:nvSpPr>
            <p:cNvPr id="98348" name="AutoShape 73">
              <a:extLst>
                <a:ext uri="{FF2B5EF4-FFF2-40B4-BE49-F238E27FC236}">
                  <a16:creationId xmlns:a16="http://schemas.microsoft.com/office/drawing/2014/main" id="{696CE9B0-57BD-FF7A-04DF-BE4B8033EE6B}"/>
                </a:ext>
              </a:extLst>
            </p:cNvPr>
            <p:cNvSpPr>
              <a:spLocks noChangeArrowheads="1"/>
            </p:cNvSpPr>
            <p:nvPr/>
          </p:nvSpPr>
          <p:spPr bwMode="auto">
            <a:xfrm>
              <a:off x="1837" y="3526"/>
              <a:ext cx="478" cy="22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6 w 21600"/>
                <a:gd name="T43" fmla="*/ 2558 h 21600"/>
                <a:gd name="T44" fmla="*/ 16765 w 21600"/>
                <a:gd name="T45" fmla="*/ 11084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D/5</a:t>
              </a:r>
            </a:p>
          </p:txBody>
        </p:sp>
        <p:sp>
          <p:nvSpPr>
            <p:cNvPr id="98349" name="Line 74">
              <a:extLst>
                <a:ext uri="{FF2B5EF4-FFF2-40B4-BE49-F238E27FC236}">
                  <a16:creationId xmlns:a16="http://schemas.microsoft.com/office/drawing/2014/main" id="{F750804B-9D5D-23A6-4C02-942466893929}"/>
                </a:ext>
              </a:extLst>
            </p:cNvPr>
            <p:cNvSpPr>
              <a:spLocks noChangeShapeType="1"/>
            </p:cNvSpPr>
            <p:nvPr/>
          </p:nvSpPr>
          <p:spPr bwMode="auto">
            <a:xfrm>
              <a:off x="2083" y="3415"/>
              <a:ext cx="0" cy="11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98350" name="Oval 75">
              <a:extLst>
                <a:ext uri="{FF2B5EF4-FFF2-40B4-BE49-F238E27FC236}">
                  <a16:creationId xmlns:a16="http://schemas.microsoft.com/office/drawing/2014/main" id="{7E066715-0134-9FF4-2F31-B297F7402D4E}"/>
                </a:ext>
              </a:extLst>
            </p:cNvPr>
            <p:cNvSpPr>
              <a:spLocks noChangeArrowheads="1"/>
            </p:cNvSpPr>
            <p:nvPr/>
          </p:nvSpPr>
          <p:spPr bwMode="auto">
            <a:xfrm>
              <a:off x="2285" y="2443"/>
              <a:ext cx="863" cy="198"/>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LAN-3</a:t>
              </a:r>
            </a:p>
          </p:txBody>
        </p:sp>
        <p:sp>
          <p:nvSpPr>
            <p:cNvPr id="98351" name="Line 76">
              <a:extLst>
                <a:ext uri="{FF2B5EF4-FFF2-40B4-BE49-F238E27FC236}">
                  <a16:creationId xmlns:a16="http://schemas.microsoft.com/office/drawing/2014/main" id="{49D12737-3DB2-26B2-3319-4C7F5934FD88}"/>
                </a:ext>
              </a:extLst>
            </p:cNvPr>
            <p:cNvSpPr>
              <a:spLocks noChangeShapeType="1"/>
            </p:cNvSpPr>
            <p:nvPr/>
          </p:nvSpPr>
          <p:spPr bwMode="auto">
            <a:xfrm flipH="1">
              <a:off x="2030" y="2641"/>
              <a:ext cx="562" cy="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1">
            <a:extLst>
              <a:ext uri="{FF2B5EF4-FFF2-40B4-BE49-F238E27FC236}">
                <a16:creationId xmlns:a16="http://schemas.microsoft.com/office/drawing/2014/main" id="{4521F4B0-6BDC-074B-18CF-50A5D89ECEF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00355" name="Text Box 2">
            <a:extLst>
              <a:ext uri="{FF2B5EF4-FFF2-40B4-BE49-F238E27FC236}">
                <a16:creationId xmlns:a16="http://schemas.microsoft.com/office/drawing/2014/main" id="{2C6346CE-B73C-A5CE-E5AF-692AE39D0C5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0AF0B66-47AD-43FE-8FDF-2C23F66D2C43}" type="slidenum">
              <a:rPr lang="en-US" altLang="en-US" sz="1400">
                <a:solidFill>
                  <a:srgbClr val="000000"/>
                </a:solidFill>
              </a:rPr>
              <a:pPr algn="r" eaLnBrk="1" hangingPunct="1">
                <a:buClrTx/>
                <a:buSzPct val="60000"/>
                <a:buFontTx/>
                <a:buNone/>
              </a:pPr>
              <a:t>48</a:t>
            </a:fld>
            <a:endParaRPr lang="en-US" altLang="en-US" sz="1400">
              <a:solidFill>
                <a:srgbClr val="000000"/>
              </a:solidFill>
            </a:endParaRPr>
          </a:p>
        </p:txBody>
      </p:sp>
      <p:sp>
        <p:nvSpPr>
          <p:cNvPr id="100356" name="Text Box 3">
            <a:extLst>
              <a:ext uri="{FF2B5EF4-FFF2-40B4-BE49-F238E27FC236}">
                <a16:creationId xmlns:a16="http://schemas.microsoft.com/office/drawing/2014/main" id="{8AEB2552-AFA0-1A57-0FF5-97757ACAA9E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Logical Addresses – 3</a:t>
            </a:r>
          </a:p>
        </p:txBody>
      </p:sp>
      <p:sp>
        <p:nvSpPr>
          <p:cNvPr id="100357" name="Text Box 4">
            <a:extLst>
              <a:ext uri="{FF2B5EF4-FFF2-40B4-BE49-F238E27FC236}">
                <a16:creationId xmlns:a16="http://schemas.microsoft.com/office/drawing/2014/main" id="{4B4B1B80-179B-22F7-1ADE-13B7D12E3CD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Each router has multiple physical addresses and multiple logical addresses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Sender knows only the logical address of the receiver, not its physical address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Whenever a frame arrives at a router:</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The router opens it to see the destination logical address</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Consults its routing tables to see what is the next hop for the destination logical address</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Creates a new frame, encapsulating the packet; the physical destination address being the physical address of the next hop</a:t>
            </a:r>
          </a:p>
          <a:p>
            <a:pPr lvl="2" eaLnBrk="1" hangingPunct="1">
              <a:lnSpc>
                <a:spcPct val="80000"/>
              </a:lnSpc>
              <a:spcBef>
                <a:spcPts val="400"/>
              </a:spcBef>
              <a:buClr>
                <a:srgbClr val="3333CC"/>
              </a:buClr>
              <a:buSzPct val="50000"/>
              <a:buFont typeface="Wingdings" panose="05000000000000000000" pitchFamily="2" charset="2"/>
              <a:buChar char=""/>
            </a:pPr>
            <a:r>
              <a:rPr lang="en-US" altLang="en-US" sz="1600">
                <a:solidFill>
                  <a:srgbClr val="000000"/>
                </a:solidFill>
              </a:rPr>
              <a:t>Usually this is the physical address of the next router, unless the next hop is actually the final destination</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Logical addresses in the packet never change from the source to the destination, but physical source and destination addresses keep changing at every hop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ext Box 1">
            <a:extLst>
              <a:ext uri="{FF2B5EF4-FFF2-40B4-BE49-F238E27FC236}">
                <a16:creationId xmlns:a16="http://schemas.microsoft.com/office/drawing/2014/main" id="{1869FE84-E987-D704-C1B7-2AF2506FCD5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02403" name="Text Box 2">
            <a:extLst>
              <a:ext uri="{FF2B5EF4-FFF2-40B4-BE49-F238E27FC236}">
                <a16:creationId xmlns:a16="http://schemas.microsoft.com/office/drawing/2014/main" id="{AD2796B4-6558-5125-5763-D2F2FB5463F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9E7EB16-017E-4549-B1D3-B4FB316E6F6D}" type="slidenum">
              <a:rPr lang="en-US" altLang="en-US" sz="1400">
                <a:solidFill>
                  <a:srgbClr val="000000"/>
                </a:solidFill>
              </a:rPr>
              <a:pPr algn="r" eaLnBrk="1" hangingPunct="1">
                <a:buClrTx/>
                <a:buSzPct val="60000"/>
                <a:buFontTx/>
                <a:buNone/>
              </a:pPr>
              <a:t>49</a:t>
            </a:fld>
            <a:endParaRPr lang="en-US" altLang="en-US" sz="1400">
              <a:solidFill>
                <a:srgbClr val="000000"/>
              </a:solidFill>
            </a:endParaRPr>
          </a:p>
        </p:txBody>
      </p:sp>
      <p:sp>
        <p:nvSpPr>
          <p:cNvPr id="102404" name="Text Box 3">
            <a:extLst>
              <a:ext uri="{FF2B5EF4-FFF2-40B4-BE49-F238E27FC236}">
                <a16:creationId xmlns:a16="http://schemas.microsoft.com/office/drawing/2014/main" id="{90AE0840-076C-ED91-8E8B-9799580A840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Port Addresses</a:t>
            </a:r>
          </a:p>
        </p:txBody>
      </p:sp>
      <p:sp>
        <p:nvSpPr>
          <p:cNvPr id="102405" name="Text Box 4">
            <a:extLst>
              <a:ext uri="{FF2B5EF4-FFF2-40B4-BE49-F238E27FC236}">
                <a16:creationId xmlns:a16="http://schemas.microsoft.com/office/drawing/2014/main" id="{08570A28-C275-9DCD-3CAC-ACF885EDAED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IP and physical addresses help packets travel from a source to a destination</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The source and destination may be running several applications</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The port address identifies which of these source and destination applications is the sender/recipient of these packets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1">
            <a:extLst>
              <a:ext uri="{FF2B5EF4-FFF2-40B4-BE49-F238E27FC236}">
                <a16:creationId xmlns:a16="http://schemas.microsoft.com/office/drawing/2014/main" id="{8C966908-6D96-418E-8A10-2030FFD60B3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04451" name="Text Box 2">
            <a:extLst>
              <a:ext uri="{FF2B5EF4-FFF2-40B4-BE49-F238E27FC236}">
                <a16:creationId xmlns:a16="http://schemas.microsoft.com/office/drawing/2014/main" id="{0A1974C6-A356-2C56-4714-E268C548E44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13E9AA6-9E2D-4DE7-86E7-C109375CAB35}" type="slidenum">
              <a:rPr lang="en-US" altLang="en-US" sz="1400">
                <a:solidFill>
                  <a:srgbClr val="000000"/>
                </a:solidFill>
              </a:rPr>
              <a:pPr algn="r" eaLnBrk="1" hangingPunct="1">
                <a:buClrTx/>
                <a:buSzPct val="60000"/>
                <a:buFontTx/>
                <a:buNone/>
              </a:pPr>
              <a:t>50</a:t>
            </a:fld>
            <a:endParaRPr lang="en-US" altLang="en-US" sz="1400">
              <a:solidFill>
                <a:srgbClr val="000000"/>
              </a:solidFill>
            </a:endParaRPr>
          </a:p>
        </p:txBody>
      </p:sp>
      <p:sp>
        <p:nvSpPr>
          <p:cNvPr id="104452" name="Text Box 3">
            <a:extLst>
              <a:ext uri="{FF2B5EF4-FFF2-40B4-BE49-F238E27FC236}">
                <a16:creationId xmlns:a16="http://schemas.microsoft.com/office/drawing/2014/main" id="{F57826C4-9D21-161E-CFC6-8FF0B3E005A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Specific Addresses</a:t>
            </a:r>
          </a:p>
        </p:txBody>
      </p:sp>
      <p:sp>
        <p:nvSpPr>
          <p:cNvPr id="104453" name="Text Box 4">
            <a:extLst>
              <a:ext uri="{FF2B5EF4-FFF2-40B4-BE49-F238E27FC236}">
                <a16:creationId xmlns:a16="http://schemas.microsoft.com/office/drawing/2014/main" id="{BDE0A0CD-B7C4-DD9B-AFE7-37D135361A1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User-friendly versions of addresses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Examples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Email: </a:t>
            </a:r>
            <a:r>
              <a:rPr lang="en-US" altLang="en-US" sz="2800">
                <a:solidFill>
                  <a:srgbClr val="FF0000"/>
                </a:solidFill>
                <a:hlinkClick r:id="rId3"/>
              </a:rPr>
              <a:t>akahate@gmail.com</a:t>
            </a:r>
            <a:r>
              <a:rPr lang="en-US" altLang="en-US" sz="2800">
                <a:solidFill>
                  <a:srgbClr val="000000"/>
                </a:solidFill>
              </a:rPr>
              <a:t> </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URL: </a:t>
            </a:r>
            <a:r>
              <a:rPr lang="en-US" altLang="en-US" sz="2800">
                <a:solidFill>
                  <a:srgbClr val="FF0000"/>
                </a:solidFill>
                <a:hlinkClick r:id="rId4"/>
              </a:rPr>
              <a:t>www.iflexsolutions.com</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Get converted into the corresponding IP addresses and port numbers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Text Box 1">
            <a:extLst>
              <a:ext uri="{FF2B5EF4-FFF2-40B4-BE49-F238E27FC236}">
                <a16:creationId xmlns:a16="http://schemas.microsoft.com/office/drawing/2014/main" id="{123545E0-D392-F1E2-9FDF-D28055309A58}"/>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Internet Layer</a:t>
            </a:r>
          </a:p>
        </p:txBody>
      </p:sp>
      <p:sp>
        <p:nvSpPr>
          <p:cNvPr id="106499" name="Text Box 2">
            <a:extLst>
              <a:ext uri="{FF2B5EF4-FFF2-40B4-BE49-F238E27FC236}">
                <a16:creationId xmlns:a16="http://schemas.microsoft.com/office/drawing/2014/main" id="{3C139B14-A31F-4017-6A22-7E0E1034CA36}"/>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ext Box 1">
            <a:extLst>
              <a:ext uri="{FF2B5EF4-FFF2-40B4-BE49-F238E27FC236}">
                <a16:creationId xmlns:a16="http://schemas.microsoft.com/office/drawing/2014/main" id="{C6F0FF50-AB50-E1CE-DC42-BA6C8EB0438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08547" name="Text Box 2">
            <a:extLst>
              <a:ext uri="{FF2B5EF4-FFF2-40B4-BE49-F238E27FC236}">
                <a16:creationId xmlns:a16="http://schemas.microsoft.com/office/drawing/2014/main" id="{6605BAE9-3BCD-B4C3-CB15-CF8F89ED60E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312BD5B-6DE1-4A88-A393-8119A10A1D0A}" type="slidenum">
              <a:rPr lang="en-US" altLang="en-US" sz="1400">
                <a:solidFill>
                  <a:srgbClr val="000000"/>
                </a:solidFill>
              </a:rPr>
              <a:pPr algn="r" eaLnBrk="1" hangingPunct="1">
                <a:buClrTx/>
                <a:buSzPct val="60000"/>
                <a:buFontTx/>
                <a:buNone/>
              </a:pPr>
              <a:t>52</a:t>
            </a:fld>
            <a:endParaRPr lang="en-US" altLang="en-US" sz="1400">
              <a:solidFill>
                <a:srgbClr val="000000"/>
              </a:solidFill>
            </a:endParaRPr>
          </a:p>
        </p:txBody>
      </p:sp>
      <p:grpSp>
        <p:nvGrpSpPr>
          <p:cNvPr id="108548" name="Group 3">
            <a:extLst>
              <a:ext uri="{FF2B5EF4-FFF2-40B4-BE49-F238E27FC236}">
                <a16:creationId xmlns:a16="http://schemas.microsoft.com/office/drawing/2014/main" id="{72BBA167-AC13-2E15-94CB-6847A889373C}"/>
              </a:ext>
            </a:extLst>
          </p:cNvPr>
          <p:cNvGrpSpPr>
            <a:grpSpLocks/>
          </p:cNvGrpSpPr>
          <p:nvPr/>
        </p:nvGrpSpPr>
        <p:grpSpPr bwMode="auto">
          <a:xfrm>
            <a:off x="838200" y="838200"/>
            <a:ext cx="7466013" cy="2112963"/>
            <a:chOff x="528" y="528"/>
            <a:chExt cx="4703" cy="1331"/>
          </a:xfrm>
        </p:grpSpPr>
        <p:sp>
          <p:nvSpPr>
            <p:cNvPr id="108561" name="Rectangle 4">
              <a:extLst>
                <a:ext uri="{FF2B5EF4-FFF2-40B4-BE49-F238E27FC236}">
                  <a16:creationId xmlns:a16="http://schemas.microsoft.com/office/drawing/2014/main" id="{EB325CC1-D7A0-1698-FA88-BC011C88A084}"/>
                </a:ext>
              </a:extLst>
            </p:cNvPr>
            <p:cNvSpPr>
              <a:spLocks noChangeArrowheads="1"/>
            </p:cNvSpPr>
            <p:nvPr/>
          </p:nvSpPr>
          <p:spPr bwMode="auto">
            <a:xfrm>
              <a:off x="528" y="528"/>
              <a:ext cx="4703" cy="133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8562" name="AutoShape 5">
              <a:extLst>
                <a:ext uri="{FF2B5EF4-FFF2-40B4-BE49-F238E27FC236}">
                  <a16:creationId xmlns:a16="http://schemas.microsoft.com/office/drawing/2014/main" id="{C1F502C4-89B4-2734-D2C1-3E2CB1AE2C45}"/>
                </a:ext>
              </a:extLst>
            </p:cNvPr>
            <p:cNvSpPr>
              <a:spLocks noChangeArrowheads="1"/>
            </p:cNvSpPr>
            <p:nvPr/>
          </p:nvSpPr>
          <p:spPr bwMode="auto">
            <a:xfrm>
              <a:off x="929" y="1116"/>
              <a:ext cx="620" cy="54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7 w 21600"/>
                <a:gd name="T43" fmla="*/ 2527 h 21600"/>
                <a:gd name="T44" fmla="*/ 16757 w 21600"/>
                <a:gd name="T45" fmla="*/ 1113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108563" name="AutoShape 6">
              <a:extLst>
                <a:ext uri="{FF2B5EF4-FFF2-40B4-BE49-F238E27FC236}">
                  <a16:creationId xmlns:a16="http://schemas.microsoft.com/office/drawing/2014/main" id="{68A425B9-8E66-B3B7-6006-CAF717702B0E}"/>
                </a:ext>
              </a:extLst>
            </p:cNvPr>
            <p:cNvSpPr>
              <a:spLocks noChangeArrowheads="1"/>
            </p:cNvSpPr>
            <p:nvPr/>
          </p:nvSpPr>
          <p:spPr bwMode="auto">
            <a:xfrm>
              <a:off x="1757" y="1116"/>
              <a:ext cx="620" cy="54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7 w 21600"/>
                <a:gd name="T43" fmla="*/ 2527 h 21600"/>
                <a:gd name="T44" fmla="*/ 16757 w 21600"/>
                <a:gd name="T45" fmla="*/ 1113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sp>
          <p:nvSpPr>
            <p:cNvPr id="108564" name="AutoShape 7">
              <a:extLst>
                <a:ext uri="{FF2B5EF4-FFF2-40B4-BE49-F238E27FC236}">
                  <a16:creationId xmlns:a16="http://schemas.microsoft.com/office/drawing/2014/main" id="{05F3259C-CD56-CB97-7A7F-FA8BA8D24D45}"/>
                </a:ext>
              </a:extLst>
            </p:cNvPr>
            <p:cNvSpPr>
              <a:spLocks noChangeArrowheads="1"/>
            </p:cNvSpPr>
            <p:nvPr/>
          </p:nvSpPr>
          <p:spPr bwMode="auto">
            <a:xfrm>
              <a:off x="2593" y="1110"/>
              <a:ext cx="620" cy="54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7 w 21600"/>
                <a:gd name="T43" fmla="*/ 2527 h 21600"/>
                <a:gd name="T44" fmla="*/ 16757 w 21600"/>
                <a:gd name="T45" fmla="*/ 1113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a:t>
              </a:r>
            </a:p>
          </p:txBody>
        </p:sp>
        <p:sp>
          <p:nvSpPr>
            <p:cNvPr id="108565" name="AutoShape 8">
              <a:extLst>
                <a:ext uri="{FF2B5EF4-FFF2-40B4-BE49-F238E27FC236}">
                  <a16:creationId xmlns:a16="http://schemas.microsoft.com/office/drawing/2014/main" id="{56625ABC-5861-16DC-05BD-2F301BF3786F}"/>
                </a:ext>
              </a:extLst>
            </p:cNvPr>
            <p:cNvSpPr>
              <a:spLocks noChangeArrowheads="1"/>
            </p:cNvSpPr>
            <p:nvPr/>
          </p:nvSpPr>
          <p:spPr bwMode="auto">
            <a:xfrm>
              <a:off x="3395" y="1098"/>
              <a:ext cx="620" cy="54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7 w 21600"/>
                <a:gd name="T43" fmla="*/ 2527 h 21600"/>
                <a:gd name="T44" fmla="*/ 16757 w 21600"/>
                <a:gd name="T45" fmla="*/ 1113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
              </a:r>
            </a:p>
          </p:txBody>
        </p:sp>
        <p:sp>
          <p:nvSpPr>
            <p:cNvPr id="108566" name="AutoShape 9">
              <a:extLst>
                <a:ext uri="{FF2B5EF4-FFF2-40B4-BE49-F238E27FC236}">
                  <a16:creationId xmlns:a16="http://schemas.microsoft.com/office/drawing/2014/main" id="{4C9A5C16-BCC9-86CC-9BE7-022BA6C00594}"/>
                </a:ext>
              </a:extLst>
            </p:cNvPr>
            <p:cNvSpPr>
              <a:spLocks noChangeArrowheads="1"/>
            </p:cNvSpPr>
            <p:nvPr/>
          </p:nvSpPr>
          <p:spPr bwMode="auto">
            <a:xfrm>
              <a:off x="4197" y="1104"/>
              <a:ext cx="620" cy="54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7 w 21600"/>
                <a:gd name="T43" fmla="*/ 2527 h 21600"/>
                <a:gd name="T44" fmla="*/ 16757 w 21600"/>
                <a:gd name="T45" fmla="*/ 1113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a:t>
              </a:r>
            </a:p>
          </p:txBody>
        </p:sp>
        <p:sp>
          <p:nvSpPr>
            <p:cNvPr id="108567" name="Line 10">
              <a:extLst>
                <a:ext uri="{FF2B5EF4-FFF2-40B4-BE49-F238E27FC236}">
                  <a16:creationId xmlns:a16="http://schemas.microsoft.com/office/drawing/2014/main" id="{947577CE-6ED0-2E0A-A576-0E418D85DDB3}"/>
                </a:ext>
              </a:extLst>
            </p:cNvPr>
            <p:cNvSpPr>
              <a:spLocks noChangeShapeType="1"/>
            </p:cNvSpPr>
            <p:nvPr/>
          </p:nvSpPr>
          <p:spPr bwMode="auto">
            <a:xfrm>
              <a:off x="815" y="758"/>
              <a:ext cx="4146" cy="0"/>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68" name="Line 11">
              <a:extLst>
                <a:ext uri="{FF2B5EF4-FFF2-40B4-BE49-F238E27FC236}">
                  <a16:creationId xmlns:a16="http://schemas.microsoft.com/office/drawing/2014/main" id="{5A5EAAA9-FABD-2EA1-10C6-143CA9A6CC8D}"/>
                </a:ext>
              </a:extLst>
            </p:cNvPr>
            <p:cNvSpPr>
              <a:spLocks noChangeShapeType="1"/>
            </p:cNvSpPr>
            <p:nvPr/>
          </p:nvSpPr>
          <p:spPr bwMode="auto">
            <a:xfrm>
              <a:off x="1229" y="770"/>
              <a:ext cx="0" cy="35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69" name="Line 12">
              <a:extLst>
                <a:ext uri="{FF2B5EF4-FFF2-40B4-BE49-F238E27FC236}">
                  <a16:creationId xmlns:a16="http://schemas.microsoft.com/office/drawing/2014/main" id="{B6D936C8-332D-CF0D-9D35-CD79C56058BD}"/>
                </a:ext>
              </a:extLst>
            </p:cNvPr>
            <p:cNvSpPr>
              <a:spLocks noChangeShapeType="1"/>
            </p:cNvSpPr>
            <p:nvPr/>
          </p:nvSpPr>
          <p:spPr bwMode="auto">
            <a:xfrm>
              <a:off x="2065" y="770"/>
              <a:ext cx="0" cy="35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70" name="Line 13">
              <a:extLst>
                <a:ext uri="{FF2B5EF4-FFF2-40B4-BE49-F238E27FC236}">
                  <a16:creationId xmlns:a16="http://schemas.microsoft.com/office/drawing/2014/main" id="{A5B04B0F-2342-DE1F-3443-37C1E46DAFC0}"/>
                </a:ext>
              </a:extLst>
            </p:cNvPr>
            <p:cNvSpPr>
              <a:spLocks noChangeShapeType="1"/>
            </p:cNvSpPr>
            <p:nvPr/>
          </p:nvSpPr>
          <p:spPr bwMode="auto">
            <a:xfrm>
              <a:off x="2926" y="752"/>
              <a:ext cx="0" cy="35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71" name="Line 14">
              <a:extLst>
                <a:ext uri="{FF2B5EF4-FFF2-40B4-BE49-F238E27FC236}">
                  <a16:creationId xmlns:a16="http://schemas.microsoft.com/office/drawing/2014/main" id="{46A90128-FBCC-7DAD-822F-9B4784843000}"/>
                </a:ext>
              </a:extLst>
            </p:cNvPr>
            <p:cNvSpPr>
              <a:spLocks noChangeShapeType="1"/>
            </p:cNvSpPr>
            <p:nvPr/>
          </p:nvSpPr>
          <p:spPr bwMode="auto">
            <a:xfrm>
              <a:off x="3703" y="758"/>
              <a:ext cx="0" cy="35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72" name="Line 15">
              <a:extLst>
                <a:ext uri="{FF2B5EF4-FFF2-40B4-BE49-F238E27FC236}">
                  <a16:creationId xmlns:a16="http://schemas.microsoft.com/office/drawing/2014/main" id="{1C4B5BCB-9816-C7B4-1686-0747E34220E1}"/>
                </a:ext>
              </a:extLst>
            </p:cNvPr>
            <p:cNvSpPr>
              <a:spLocks noChangeShapeType="1"/>
            </p:cNvSpPr>
            <p:nvPr/>
          </p:nvSpPr>
          <p:spPr bwMode="auto">
            <a:xfrm>
              <a:off x="4531" y="752"/>
              <a:ext cx="0" cy="35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108549" name="Text Box 16">
            <a:extLst>
              <a:ext uri="{FF2B5EF4-FFF2-40B4-BE49-F238E27FC236}">
                <a16:creationId xmlns:a16="http://schemas.microsoft.com/office/drawing/2014/main" id="{36EBAA12-484E-C6D3-5C76-7AA7E472AE6A}"/>
              </a:ext>
            </a:extLst>
          </p:cNvPr>
          <p:cNvSpPr txBox="1">
            <a:spLocks noChangeArrowheads="1"/>
          </p:cNvSpPr>
          <p:nvPr/>
        </p:nvSpPr>
        <p:spPr bwMode="auto">
          <a:xfrm>
            <a:off x="900113" y="142875"/>
            <a:ext cx="2714625"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Sample Ethernet</a:t>
            </a:r>
            <a:r>
              <a:rPr lang="en-US" altLang="en-US" sz="2400">
                <a:solidFill>
                  <a:srgbClr val="000000"/>
                </a:solidFill>
                <a:latin typeface="Times New Roman" panose="02020603050405020304" pitchFamily="18" charset="0"/>
              </a:rPr>
              <a:t> </a:t>
            </a:r>
          </a:p>
        </p:txBody>
      </p:sp>
      <p:grpSp>
        <p:nvGrpSpPr>
          <p:cNvPr id="108550" name="Group 17">
            <a:extLst>
              <a:ext uri="{FF2B5EF4-FFF2-40B4-BE49-F238E27FC236}">
                <a16:creationId xmlns:a16="http://schemas.microsoft.com/office/drawing/2014/main" id="{758A97A8-ED8C-8C60-536E-3F192FB167E6}"/>
              </a:ext>
            </a:extLst>
          </p:cNvPr>
          <p:cNvGrpSpPr>
            <a:grpSpLocks/>
          </p:cNvGrpSpPr>
          <p:nvPr/>
        </p:nvGrpSpPr>
        <p:grpSpPr bwMode="auto">
          <a:xfrm>
            <a:off x="914400" y="4114800"/>
            <a:ext cx="7389813" cy="2132013"/>
            <a:chOff x="576" y="2592"/>
            <a:chExt cx="4655" cy="1343"/>
          </a:xfrm>
        </p:grpSpPr>
        <p:sp>
          <p:nvSpPr>
            <p:cNvPr id="108552" name="Rectangle 18">
              <a:extLst>
                <a:ext uri="{FF2B5EF4-FFF2-40B4-BE49-F238E27FC236}">
                  <a16:creationId xmlns:a16="http://schemas.microsoft.com/office/drawing/2014/main" id="{DE782E41-8DA7-59B2-3DBF-147C1D015762}"/>
                </a:ext>
              </a:extLst>
            </p:cNvPr>
            <p:cNvSpPr>
              <a:spLocks noChangeArrowheads="1"/>
            </p:cNvSpPr>
            <p:nvPr/>
          </p:nvSpPr>
          <p:spPr bwMode="auto">
            <a:xfrm>
              <a:off x="576" y="2604"/>
              <a:ext cx="4655" cy="133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8553" name="Freeform 19">
              <a:extLst>
                <a:ext uri="{FF2B5EF4-FFF2-40B4-BE49-F238E27FC236}">
                  <a16:creationId xmlns:a16="http://schemas.microsoft.com/office/drawing/2014/main" id="{4A58706F-6B3D-0574-53BB-69C9C1CB7B74}"/>
                </a:ext>
              </a:extLst>
            </p:cNvPr>
            <p:cNvSpPr>
              <a:spLocks noChangeArrowheads="1"/>
            </p:cNvSpPr>
            <p:nvPr/>
          </p:nvSpPr>
          <p:spPr bwMode="auto">
            <a:xfrm>
              <a:off x="1181" y="2900"/>
              <a:ext cx="359" cy="285"/>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4 w 21600"/>
                <a:gd name="T43" fmla="*/ 2577 h 21600"/>
                <a:gd name="T44" fmla="*/ 16726 w 21600"/>
                <a:gd name="T45" fmla="*/ 11141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00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08554" name="Rectangle 20">
              <a:extLst>
                <a:ext uri="{FF2B5EF4-FFF2-40B4-BE49-F238E27FC236}">
                  <a16:creationId xmlns:a16="http://schemas.microsoft.com/office/drawing/2014/main" id="{4CECB303-393F-E35A-88E9-8EE79B4AEA54}"/>
                </a:ext>
              </a:extLst>
            </p:cNvPr>
            <p:cNvSpPr>
              <a:spLocks noChangeArrowheads="1"/>
            </p:cNvSpPr>
            <p:nvPr/>
          </p:nvSpPr>
          <p:spPr bwMode="auto">
            <a:xfrm>
              <a:off x="1521" y="3034"/>
              <a:ext cx="117" cy="6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08555" name="Freeform 21">
              <a:extLst>
                <a:ext uri="{FF2B5EF4-FFF2-40B4-BE49-F238E27FC236}">
                  <a16:creationId xmlns:a16="http://schemas.microsoft.com/office/drawing/2014/main" id="{20467293-875E-91F4-60BE-17690BD6FA5F}"/>
                </a:ext>
              </a:extLst>
            </p:cNvPr>
            <p:cNvSpPr>
              <a:spLocks noChangeArrowheads="1"/>
            </p:cNvSpPr>
            <p:nvPr/>
          </p:nvSpPr>
          <p:spPr bwMode="auto">
            <a:xfrm>
              <a:off x="1639" y="2941"/>
              <a:ext cx="1308" cy="140"/>
            </a:xfrm>
            <a:custGeom>
              <a:avLst/>
              <a:gdLst>
                <a:gd name="T0" fmla="*/ 0 w 1995"/>
                <a:gd name="T1" fmla="*/ 0 h 307"/>
                <a:gd name="T2" fmla="*/ 1 w 1995"/>
                <a:gd name="T3" fmla="*/ 0 h 307"/>
                <a:gd name="T4" fmla="*/ 4 w 1995"/>
                <a:gd name="T5" fmla="*/ 0 h 307"/>
                <a:gd name="T6" fmla="*/ 0 60000 65536"/>
                <a:gd name="T7" fmla="*/ 0 60000 65536"/>
                <a:gd name="T8" fmla="*/ 0 60000 65536"/>
                <a:gd name="T9" fmla="*/ 0 w 1995"/>
                <a:gd name="T10" fmla="*/ 0 h 307"/>
                <a:gd name="T11" fmla="*/ 1995 w 1995"/>
                <a:gd name="T12" fmla="*/ 307 h 307"/>
              </a:gdLst>
              <a:ahLst/>
              <a:cxnLst>
                <a:cxn ang="T6">
                  <a:pos x="T0" y="T1"/>
                </a:cxn>
                <a:cxn ang="T7">
                  <a:pos x="T2" y="T3"/>
                </a:cxn>
                <a:cxn ang="T8">
                  <a:pos x="T4" y="T5"/>
                </a:cxn>
              </a:cxnLst>
              <a:rect l="T9" t="T10" r="T11" b="T12"/>
              <a:pathLst>
                <a:path w="1995" h="307">
                  <a:moveTo>
                    <a:pt x="0" y="262"/>
                  </a:moveTo>
                  <a:cubicBezTo>
                    <a:pt x="254" y="131"/>
                    <a:pt x="508" y="0"/>
                    <a:pt x="840" y="7"/>
                  </a:cubicBezTo>
                  <a:cubicBezTo>
                    <a:pt x="1172" y="14"/>
                    <a:pt x="1583" y="160"/>
                    <a:pt x="1995" y="307"/>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08556" name="AutoShape 22">
              <a:extLst>
                <a:ext uri="{FF2B5EF4-FFF2-40B4-BE49-F238E27FC236}">
                  <a16:creationId xmlns:a16="http://schemas.microsoft.com/office/drawing/2014/main" id="{72371DF1-5634-2063-B780-697AD5F79628}"/>
                </a:ext>
              </a:extLst>
            </p:cNvPr>
            <p:cNvSpPr>
              <a:spLocks noChangeArrowheads="1"/>
            </p:cNvSpPr>
            <p:nvPr/>
          </p:nvSpPr>
          <p:spPr bwMode="auto">
            <a:xfrm>
              <a:off x="2840" y="2592"/>
              <a:ext cx="2332" cy="1283"/>
            </a:xfrm>
            <a:prstGeom prst="irregularSeal2">
              <a:avLst/>
            </a:prstGeom>
            <a:solidFill>
              <a:srgbClr val="CCCC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FF0000"/>
                  </a:solidFill>
                  <a:latin typeface="Times New Roman" panose="02020603050405020304" pitchFamily="18" charset="0"/>
                  <a:hlinkClick r:id="rId3"/>
                </a:rPr>
                <a:t>www.one.com</a:t>
              </a:r>
              <a:r>
                <a:rPr lang="en-US" altLang="en-US" sz="1400" b="1">
                  <a:solidFill>
                    <a:srgbClr val="000000"/>
                  </a:solidFill>
                  <a:latin typeface="Times New Roman" panose="02020603050405020304" pitchFamily="18" charset="0"/>
                </a:rPr>
                <a:t> </a:t>
              </a:r>
            </a:p>
            <a:p>
              <a:pPr algn="ctr">
                <a:buClrTx/>
                <a:buSzPct val="60000"/>
                <a:buFontTx/>
                <a:buNone/>
              </a:pPr>
              <a:r>
                <a:rPr lang="en-US" altLang="en-US" sz="1200" b="1">
                  <a:solidFill>
                    <a:srgbClr val="000000"/>
                  </a:solidFill>
                  <a:latin typeface="Times New Roman" panose="02020603050405020304" pitchFamily="18" charset="0"/>
                </a:rPr>
                <a:t>IP address: 10.10.10.0 </a:t>
              </a:r>
            </a:p>
            <a:p>
              <a:pPr algn="ctr">
                <a:buClrTx/>
                <a:buSzPct val="60000"/>
                <a:buFontTx/>
                <a:buNone/>
              </a:pPr>
              <a:r>
                <a:rPr lang="en-US" altLang="en-US" sz="1200" b="1">
                  <a:solidFill>
                    <a:srgbClr val="000000"/>
                  </a:solidFill>
                  <a:latin typeface="Times New Roman" panose="02020603050405020304" pitchFamily="18" charset="0"/>
                </a:rPr>
                <a:t>Type: Ethernet</a:t>
              </a:r>
            </a:p>
            <a:p>
              <a:pPr algn="ctr">
                <a:buClrTx/>
                <a:buSzPct val="60000"/>
                <a:buFontTx/>
                <a:buNone/>
              </a:pPr>
              <a:r>
                <a:rPr lang="en-US" altLang="en-US" sz="1200" b="1">
                  <a:solidFill>
                    <a:srgbClr val="000000"/>
                  </a:solidFill>
                  <a:latin typeface="Times New Roman" panose="02020603050405020304" pitchFamily="18" charset="0"/>
                </a:rPr>
                <a:t>Name: Network</a:t>
              </a:r>
              <a:r>
                <a:rPr lang="en-US" altLang="en-US" sz="800" b="1">
                  <a:solidFill>
                    <a:srgbClr val="000000"/>
                  </a:solidFill>
                  <a:latin typeface="Times New Roman" panose="02020603050405020304" pitchFamily="18" charset="0"/>
                </a:rPr>
                <a:t> 1</a:t>
              </a:r>
            </a:p>
          </p:txBody>
        </p:sp>
        <p:sp>
          <p:nvSpPr>
            <p:cNvPr id="108557" name="Text Box 23">
              <a:extLst>
                <a:ext uri="{FF2B5EF4-FFF2-40B4-BE49-F238E27FC236}">
                  <a16:creationId xmlns:a16="http://schemas.microsoft.com/office/drawing/2014/main" id="{EE8062A5-F122-C4D2-C58F-4CE3B7287DFA}"/>
                </a:ext>
              </a:extLst>
            </p:cNvPr>
            <p:cNvSpPr txBox="1">
              <a:spLocks noChangeArrowheads="1"/>
            </p:cNvSpPr>
            <p:nvPr/>
          </p:nvSpPr>
          <p:spPr bwMode="auto">
            <a:xfrm>
              <a:off x="1511" y="3391"/>
              <a:ext cx="570" cy="19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NIC</a:t>
              </a:r>
            </a:p>
          </p:txBody>
        </p:sp>
        <p:sp>
          <p:nvSpPr>
            <p:cNvPr id="108558" name="Line 24">
              <a:extLst>
                <a:ext uri="{FF2B5EF4-FFF2-40B4-BE49-F238E27FC236}">
                  <a16:creationId xmlns:a16="http://schemas.microsoft.com/office/drawing/2014/main" id="{5BE47032-2BC3-CB58-457A-68003870FBEB}"/>
                </a:ext>
              </a:extLst>
            </p:cNvPr>
            <p:cNvSpPr>
              <a:spLocks noChangeShapeType="1"/>
            </p:cNvSpPr>
            <p:nvPr/>
          </p:nvSpPr>
          <p:spPr bwMode="auto">
            <a:xfrm flipH="1" flipV="1">
              <a:off x="1638" y="3148"/>
              <a:ext cx="139" cy="236"/>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08559" name="Text Box 25">
              <a:extLst>
                <a:ext uri="{FF2B5EF4-FFF2-40B4-BE49-F238E27FC236}">
                  <a16:creationId xmlns:a16="http://schemas.microsoft.com/office/drawing/2014/main" id="{1D188A7A-D8B1-C0BE-A772-67DD8965D86E}"/>
                </a:ext>
              </a:extLst>
            </p:cNvPr>
            <p:cNvSpPr txBox="1">
              <a:spLocks noChangeArrowheads="1"/>
            </p:cNvSpPr>
            <p:nvPr/>
          </p:nvSpPr>
          <p:spPr bwMode="auto">
            <a:xfrm>
              <a:off x="2180" y="3328"/>
              <a:ext cx="600" cy="2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Cable</a:t>
              </a:r>
            </a:p>
          </p:txBody>
        </p:sp>
        <p:sp>
          <p:nvSpPr>
            <p:cNvPr id="108560" name="Line 26">
              <a:extLst>
                <a:ext uri="{FF2B5EF4-FFF2-40B4-BE49-F238E27FC236}">
                  <a16:creationId xmlns:a16="http://schemas.microsoft.com/office/drawing/2014/main" id="{B27F12D1-1BAB-92F7-6E05-7A6708C203D6}"/>
                </a:ext>
              </a:extLst>
            </p:cNvPr>
            <p:cNvSpPr>
              <a:spLocks noChangeShapeType="1"/>
            </p:cNvSpPr>
            <p:nvPr/>
          </p:nvSpPr>
          <p:spPr bwMode="auto">
            <a:xfrm flipV="1">
              <a:off x="2387" y="2989"/>
              <a:ext cx="0" cy="263"/>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108551" name="Text Box 27">
            <a:extLst>
              <a:ext uri="{FF2B5EF4-FFF2-40B4-BE49-F238E27FC236}">
                <a16:creationId xmlns:a16="http://schemas.microsoft.com/office/drawing/2014/main" id="{B32AAD1E-257F-3599-9806-F642DCFAC67C}"/>
              </a:ext>
            </a:extLst>
          </p:cNvPr>
          <p:cNvSpPr txBox="1">
            <a:spLocks noChangeArrowheads="1"/>
          </p:cNvSpPr>
          <p:nvPr/>
        </p:nvSpPr>
        <p:spPr bwMode="auto">
          <a:xfrm>
            <a:off x="898525" y="3290888"/>
            <a:ext cx="7635875"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400" b="1" i="1">
                <a:solidFill>
                  <a:srgbClr val="000000"/>
                </a:solidFill>
                <a:latin typeface="Times New Roman" panose="02020603050405020304" pitchFamily="18" charset="0"/>
                <a:cs typeface="Times New Roman" panose="02020603050405020304" pitchFamily="18" charset="0"/>
              </a:rPr>
              <a:t>The Network Interface Card (NIC) Is the Interface Between a Host and the Network to Which It Attaches</a:t>
            </a:r>
          </a:p>
          <a:p>
            <a:pPr eaLnBrk="1" hangingPunct="1">
              <a:buClrTx/>
              <a:buSzPct val="60000"/>
              <a:buFontTx/>
              <a:buNone/>
            </a:pPr>
            <a:endParaRPr lang="en-US" altLang="en-US" sz="24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Text Box 1">
            <a:extLst>
              <a:ext uri="{FF2B5EF4-FFF2-40B4-BE49-F238E27FC236}">
                <a16:creationId xmlns:a16="http://schemas.microsoft.com/office/drawing/2014/main" id="{CF80AE88-1C7C-D862-8624-2BCC10C1137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10595" name="Text Box 2">
            <a:extLst>
              <a:ext uri="{FF2B5EF4-FFF2-40B4-BE49-F238E27FC236}">
                <a16:creationId xmlns:a16="http://schemas.microsoft.com/office/drawing/2014/main" id="{D8045CBD-27D9-4C48-D75F-C98ED05A5DA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8152CE8-4CBB-4AB3-89F7-71E5053F6872}" type="slidenum">
              <a:rPr lang="en-US" altLang="en-US" sz="1400">
                <a:solidFill>
                  <a:srgbClr val="000000"/>
                </a:solidFill>
              </a:rPr>
              <a:pPr algn="r" eaLnBrk="1" hangingPunct="1">
                <a:buClrTx/>
                <a:buSzPct val="60000"/>
                <a:buFontTx/>
                <a:buNone/>
              </a:pPr>
              <a:t>53</a:t>
            </a:fld>
            <a:endParaRPr lang="en-US" altLang="en-US" sz="1400">
              <a:solidFill>
                <a:srgbClr val="000000"/>
              </a:solidFill>
            </a:endParaRPr>
          </a:p>
        </p:txBody>
      </p:sp>
      <p:grpSp>
        <p:nvGrpSpPr>
          <p:cNvPr id="110596" name="Group 3">
            <a:extLst>
              <a:ext uri="{FF2B5EF4-FFF2-40B4-BE49-F238E27FC236}">
                <a16:creationId xmlns:a16="http://schemas.microsoft.com/office/drawing/2014/main" id="{7DA38F81-8BE2-1944-EC6A-B3C85A943BA5}"/>
              </a:ext>
            </a:extLst>
          </p:cNvPr>
          <p:cNvGrpSpPr>
            <a:grpSpLocks/>
          </p:cNvGrpSpPr>
          <p:nvPr/>
        </p:nvGrpSpPr>
        <p:grpSpPr bwMode="auto">
          <a:xfrm>
            <a:off x="914400" y="1447800"/>
            <a:ext cx="7542213" cy="4160838"/>
            <a:chOff x="576" y="912"/>
            <a:chExt cx="4751" cy="2621"/>
          </a:xfrm>
        </p:grpSpPr>
        <p:sp>
          <p:nvSpPr>
            <p:cNvPr id="110598" name="Rectangle 4">
              <a:extLst>
                <a:ext uri="{FF2B5EF4-FFF2-40B4-BE49-F238E27FC236}">
                  <a16:creationId xmlns:a16="http://schemas.microsoft.com/office/drawing/2014/main" id="{F06189E3-DBED-526A-7BCF-1B760B704145}"/>
                </a:ext>
              </a:extLst>
            </p:cNvPr>
            <p:cNvSpPr>
              <a:spLocks noChangeArrowheads="1"/>
            </p:cNvSpPr>
            <p:nvPr/>
          </p:nvSpPr>
          <p:spPr bwMode="auto">
            <a:xfrm>
              <a:off x="576" y="912"/>
              <a:ext cx="4751" cy="262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0599" name="AutoShape 5">
              <a:extLst>
                <a:ext uri="{FF2B5EF4-FFF2-40B4-BE49-F238E27FC236}">
                  <a16:creationId xmlns:a16="http://schemas.microsoft.com/office/drawing/2014/main" id="{BC2982BD-5FB8-E365-9A54-6523E9ED81B1}"/>
                </a:ext>
              </a:extLst>
            </p:cNvPr>
            <p:cNvSpPr>
              <a:spLocks noChangeArrowheads="1"/>
            </p:cNvSpPr>
            <p:nvPr/>
          </p:nvSpPr>
          <p:spPr bwMode="auto">
            <a:xfrm>
              <a:off x="836" y="1145"/>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110600" name="AutoShape 6">
              <a:extLst>
                <a:ext uri="{FF2B5EF4-FFF2-40B4-BE49-F238E27FC236}">
                  <a16:creationId xmlns:a16="http://schemas.microsoft.com/office/drawing/2014/main" id="{78EFDFF5-E8A7-997E-D333-4E7879FB77E9}"/>
                </a:ext>
              </a:extLst>
            </p:cNvPr>
            <p:cNvSpPr>
              <a:spLocks noChangeArrowheads="1"/>
            </p:cNvSpPr>
            <p:nvPr/>
          </p:nvSpPr>
          <p:spPr bwMode="auto">
            <a:xfrm>
              <a:off x="836" y="2575"/>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sp>
          <p:nvSpPr>
            <p:cNvPr id="110601" name="Line 7">
              <a:extLst>
                <a:ext uri="{FF2B5EF4-FFF2-40B4-BE49-F238E27FC236}">
                  <a16:creationId xmlns:a16="http://schemas.microsoft.com/office/drawing/2014/main" id="{BB3E190A-EC8F-592D-7156-2DE113499C0E}"/>
                </a:ext>
              </a:extLst>
            </p:cNvPr>
            <p:cNvSpPr>
              <a:spLocks noChangeShapeType="1"/>
            </p:cNvSpPr>
            <p:nvPr/>
          </p:nvSpPr>
          <p:spPr bwMode="auto">
            <a:xfrm>
              <a:off x="973" y="2019"/>
              <a:ext cx="113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02" name="AutoShape 8">
              <a:extLst>
                <a:ext uri="{FF2B5EF4-FFF2-40B4-BE49-F238E27FC236}">
                  <a16:creationId xmlns:a16="http://schemas.microsoft.com/office/drawing/2014/main" id="{4912CD19-6385-3BC2-3D75-CA3802703A4E}"/>
                </a:ext>
              </a:extLst>
            </p:cNvPr>
            <p:cNvSpPr>
              <a:spLocks noChangeArrowheads="1"/>
            </p:cNvSpPr>
            <p:nvPr/>
          </p:nvSpPr>
          <p:spPr bwMode="auto">
            <a:xfrm>
              <a:off x="2642" y="1641"/>
              <a:ext cx="908" cy="937"/>
            </a:xfrm>
            <a:prstGeom prst="irregularSeal1">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Net-2 (X.25)</a:t>
              </a:r>
            </a:p>
          </p:txBody>
        </p:sp>
        <p:sp>
          <p:nvSpPr>
            <p:cNvPr id="110603" name="Line 9">
              <a:extLst>
                <a:ext uri="{FF2B5EF4-FFF2-40B4-BE49-F238E27FC236}">
                  <a16:creationId xmlns:a16="http://schemas.microsoft.com/office/drawing/2014/main" id="{54C95836-C9DF-EF42-3D63-CF23FE84D0E9}"/>
                </a:ext>
              </a:extLst>
            </p:cNvPr>
            <p:cNvSpPr>
              <a:spLocks noChangeShapeType="1"/>
            </p:cNvSpPr>
            <p:nvPr/>
          </p:nvSpPr>
          <p:spPr bwMode="auto">
            <a:xfrm>
              <a:off x="2510" y="2038"/>
              <a:ext cx="16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04" name="Line 10">
              <a:extLst>
                <a:ext uri="{FF2B5EF4-FFF2-40B4-BE49-F238E27FC236}">
                  <a16:creationId xmlns:a16="http://schemas.microsoft.com/office/drawing/2014/main" id="{7B8F5612-3C77-CB74-D7B5-9816D0BEB4BA}"/>
                </a:ext>
              </a:extLst>
            </p:cNvPr>
            <p:cNvSpPr>
              <a:spLocks noChangeShapeType="1"/>
            </p:cNvSpPr>
            <p:nvPr/>
          </p:nvSpPr>
          <p:spPr bwMode="auto">
            <a:xfrm flipH="1">
              <a:off x="2823" y="2360"/>
              <a:ext cx="67" cy="36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05" name="AutoShape 11">
              <a:extLst>
                <a:ext uri="{FF2B5EF4-FFF2-40B4-BE49-F238E27FC236}">
                  <a16:creationId xmlns:a16="http://schemas.microsoft.com/office/drawing/2014/main" id="{D30E0D8D-E8EB-7769-925E-6147626D6CA4}"/>
                </a:ext>
              </a:extLst>
            </p:cNvPr>
            <p:cNvSpPr>
              <a:spLocks noChangeArrowheads="1"/>
            </p:cNvSpPr>
            <p:nvPr/>
          </p:nvSpPr>
          <p:spPr bwMode="auto">
            <a:xfrm>
              <a:off x="2654" y="2613"/>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a:t>
              </a:r>
            </a:p>
          </p:txBody>
        </p:sp>
        <p:sp>
          <p:nvSpPr>
            <p:cNvPr id="110606" name="AutoShape 12">
              <a:extLst>
                <a:ext uri="{FF2B5EF4-FFF2-40B4-BE49-F238E27FC236}">
                  <a16:creationId xmlns:a16="http://schemas.microsoft.com/office/drawing/2014/main" id="{91C1250C-091A-DB7E-CB5D-6C06BE32CF9B}"/>
                </a:ext>
              </a:extLst>
            </p:cNvPr>
            <p:cNvSpPr>
              <a:spLocks noChangeArrowheads="1"/>
            </p:cNvSpPr>
            <p:nvPr/>
          </p:nvSpPr>
          <p:spPr bwMode="auto">
            <a:xfrm>
              <a:off x="3076" y="2632"/>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
              </a:r>
            </a:p>
          </p:txBody>
        </p:sp>
        <p:sp>
          <p:nvSpPr>
            <p:cNvPr id="110607" name="Line 13">
              <a:extLst>
                <a:ext uri="{FF2B5EF4-FFF2-40B4-BE49-F238E27FC236}">
                  <a16:creationId xmlns:a16="http://schemas.microsoft.com/office/drawing/2014/main" id="{D4A9A306-D42E-200C-C858-76D88C0E7E2E}"/>
                </a:ext>
              </a:extLst>
            </p:cNvPr>
            <p:cNvSpPr>
              <a:spLocks noChangeShapeType="1"/>
            </p:cNvSpPr>
            <p:nvPr/>
          </p:nvSpPr>
          <p:spPr bwMode="auto">
            <a:xfrm>
              <a:off x="3229" y="2341"/>
              <a:ext cx="98" cy="29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08" name="Line 14">
              <a:extLst>
                <a:ext uri="{FF2B5EF4-FFF2-40B4-BE49-F238E27FC236}">
                  <a16:creationId xmlns:a16="http://schemas.microsoft.com/office/drawing/2014/main" id="{9C23F35D-9E5B-C42E-D248-F03A50BAC0CE}"/>
                </a:ext>
              </a:extLst>
            </p:cNvPr>
            <p:cNvSpPr>
              <a:spLocks noChangeShapeType="1"/>
            </p:cNvSpPr>
            <p:nvPr/>
          </p:nvSpPr>
          <p:spPr bwMode="auto">
            <a:xfrm>
              <a:off x="3419" y="2057"/>
              <a:ext cx="2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09" name="Line 15">
              <a:extLst>
                <a:ext uri="{FF2B5EF4-FFF2-40B4-BE49-F238E27FC236}">
                  <a16:creationId xmlns:a16="http://schemas.microsoft.com/office/drawing/2014/main" id="{6C5E3204-2D08-1B1B-8F4A-432BFC59FC3E}"/>
                </a:ext>
              </a:extLst>
            </p:cNvPr>
            <p:cNvSpPr>
              <a:spLocks noChangeShapeType="1"/>
            </p:cNvSpPr>
            <p:nvPr/>
          </p:nvSpPr>
          <p:spPr bwMode="auto">
            <a:xfrm>
              <a:off x="4014" y="1982"/>
              <a:ext cx="288"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10" name="AutoShape 16">
              <a:extLst>
                <a:ext uri="{FF2B5EF4-FFF2-40B4-BE49-F238E27FC236}">
                  <a16:creationId xmlns:a16="http://schemas.microsoft.com/office/drawing/2014/main" id="{602E9A19-F3C9-4B97-0112-2FEB58408578}"/>
                </a:ext>
              </a:extLst>
            </p:cNvPr>
            <p:cNvSpPr>
              <a:spLocks noChangeArrowheads="1"/>
            </p:cNvSpPr>
            <p:nvPr/>
          </p:nvSpPr>
          <p:spPr bwMode="auto">
            <a:xfrm>
              <a:off x="3927" y="2688"/>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E</a:t>
              </a:r>
            </a:p>
          </p:txBody>
        </p:sp>
        <p:sp>
          <p:nvSpPr>
            <p:cNvPr id="110611" name="AutoShape 17">
              <a:extLst>
                <a:ext uri="{FF2B5EF4-FFF2-40B4-BE49-F238E27FC236}">
                  <a16:creationId xmlns:a16="http://schemas.microsoft.com/office/drawing/2014/main" id="{68F6247A-40D7-48C5-179D-B094BCC5E675}"/>
                </a:ext>
              </a:extLst>
            </p:cNvPr>
            <p:cNvSpPr>
              <a:spLocks noChangeArrowheads="1"/>
            </p:cNvSpPr>
            <p:nvPr/>
          </p:nvSpPr>
          <p:spPr bwMode="auto">
            <a:xfrm>
              <a:off x="4299" y="2679"/>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F</a:t>
              </a:r>
            </a:p>
          </p:txBody>
        </p:sp>
        <p:sp>
          <p:nvSpPr>
            <p:cNvPr id="110612" name="AutoShape 18">
              <a:extLst>
                <a:ext uri="{FF2B5EF4-FFF2-40B4-BE49-F238E27FC236}">
                  <a16:creationId xmlns:a16="http://schemas.microsoft.com/office/drawing/2014/main" id="{F04B4258-F66B-4F12-BE7D-E57C65356EF8}"/>
                </a:ext>
              </a:extLst>
            </p:cNvPr>
            <p:cNvSpPr>
              <a:spLocks noChangeArrowheads="1"/>
            </p:cNvSpPr>
            <p:nvPr/>
          </p:nvSpPr>
          <p:spPr bwMode="auto">
            <a:xfrm>
              <a:off x="4671" y="2698"/>
              <a:ext cx="301" cy="4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1 w 21600"/>
                <a:gd name="T43" fmla="*/ 2571 h 21600"/>
                <a:gd name="T44" fmla="*/ 16720 w 21600"/>
                <a:gd name="T45" fmla="*/ 1110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G</a:t>
              </a:r>
            </a:p>
          </p:txBody>
        </p:sp>
        <p:sp>
          <p:nvSpPr>
            <p:cNvPr id="110613" name="Line 19">
              <a:extLst>
                <a:ext uri="{FF2B5EF4-FFF2-40B4-BE49-F238E27FC236}">
                  <a16:creationId xmlns:a16="http://schemas.microsoft.com/office/drawing/2014/main" id="{29C72293-06CF-888F-9022-9DCE777D7F27}"/>
                </a:ext>
              </a:extLst>
            </p:cNvPr>
            <p:cNvSpPr>
              <a:spLocks noChangeShapeType="1"/>
            </p:cNvSpPr>
            <p:nvPr/>
          </p:nvSpPr>
          <p:spPr bwMode="auto">
            <a:xfrm flipH="1">
              <a:off x="4162" y="2275"/>
              <a:ext cx="265" cy="41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14" name="Line 20">
              <a:extLst>
                <a:ext uri="{FF2B5EF4-FFF2-40B4-BE49-F238E27FC236}">
                  <a16:creationId xmlns:a16="http://schemas.microsoft.com/office/drawing/2014/main" id="{122E3F19-2078-5CA2-04EE-2B95B7A9EB3A}"/>
                </a:ext>
              </a:extLst>
            </p:cNvPr>
            <p:cNvSpPr>
              <a:spLocks noChangeShapeType="1"/>
            </p:cNvSpPr>
            <p:nvPr/>
          </p:nvSpPr>
          <p:spPr bwMode="auto">
            <a:xfrm flipH="1">
              <a:off x="4434" y="2322"/>
              <a:ext cx="76" cy="3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15" name="Line 21">
              <a:extLst>
                <a:ext uri="{FF2B5EF4-FFF2-40B4-BE49-F238E27FC236}">
                  <a16:creationId xmlns:a16="http://schemas.microsoft.com/office/drawing/2014/main" id="{12DE106A-F180-639D-EC1C-86138858E26E}"/>
                </a:ext>
              </a:extLst>
            </p:cNvPr>
            <p:cNvSpPr>
              <a:spLocks noChangeShapeType="1"/>
            </p:cNvSpPr>
            <p:nvPr/>
          </p:nvSpPr>
          <p:spPr bwMode="auto">
            <a:xfrm>
              <a:off x="4849" y="2332"/>
              <a:ext cx="0" cy="37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16" name="Text Box 22">
              <a:extLst>
                <a:ext uri="{FF2B5EF4-FFF2-40B4-BE49-F238E27FC236}">
                  <a16:creationId xmlns:a16="http://schemas.microsoft.com/office/drawing/2014/main" id="{344AD134-68E4-C61D-EA02-4DFCE664E2D5}"/>
                </a:ext>
              </a:extLst>
            </p:cNvPr>
            <p:cNvSpPr txBox="1">
              <a:spLocks noChangeArrowheads="1"/>
            </p:cNvSpPr>
            <p:nvPr/>
          </p:nvSpPr>
          <p:spPr bwMode="auto">
            <a:xfrm>
              <a:off x="2097" y="1881"/>
              <a:ext cx="412" cy="273"/>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R1</a:t>
              </a:r>
            </a:p>
          </p:txBody>
        </p:sp>
        <p:sp>
          <p:nvSpPr>
            <p:cNvPr id="110617" name="Text Box 23">
              <a:extLst>
                <a:ext uri="{FF2B5EF4-FFF2-40B4-BE49-F238E27FC236}">
                  <a16:creationId xmlns:a16="http://schemas.microsoft.com/office/drawing/2014/main" id="{959B38F8-CB16-D458-C012-7688FA92C9E5}"/>
                </a:ext>
              </a:extLst>
            </p:cNvPr>
            <p:cNvSpPr txBox="1">
              <a:spLocks noChangeArrowheads="1"/>
            </p:cNvSpPr>
            <p:nvPr/>
          </p:nvSpPr>
          <p:spPr bwMode="auto">
            <a:xfrm>
              <a:off x="3634" y="1919"/>
              <a:ext cx="412" cy="273"/>
            </a:xfrm>
            <a:prstGeom prst="rect">
              <a:avLst/>
            </a:pr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R2</a:t>
              </a:r>
            </a:p>
          </p:txBody>
        </p:sp>
        <p:sp>
          <p:nvSpPr>
            <p:cNvPr id="110618" name="Line 24">
              <a:extLst>
                <a:ext uri="{FF2B5EF4-FFF2-40B4-BE49-F238E27FC236}">
                  <a16:creationId xmlns:a16="http://schemas.microsoft.com/office/drawing/2014/main" id="{2C8C89CD-0961-F448-13D4-1930AA3A7AB5}"/>
                </a:ext>
              </a:extLst>
            </p:cNvPr>
            <p:cNvSpPr>
              <a:spLocks noChangeShapeType="1"/>
            </p:cNvSpPr>
            <p:nvPr/>
          </p:nvSpPr>
          <p:spPr bwMode="auto">
            <a:xfrm>
              <a:off x="981" y="1578"/>
              <a:ext cx="0" cy="99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0619" name="Text Box 25">
              <a:extLst>
                <a:ext uri="{FF2B5EF4-FFF2-40B4-BE49-F238E27FC236}">
                  <a16:creationId xmlns:a16="http://schemas.microsoft.com/office/drawing/2014/main" id="{D20256F2-11EF-4D6E-14CE-81F15E8FF46D}"/>
                </a:ext>
              </a:extLst>
            </p:cNvPr>
            <p:cNvSpPr txBox="1">
              <a:spLocks noChangeArrowheads="1"/>
            </p:cNvSpPr>
            <p:nvPr/>
          </p:nvSpPr>
          <p:spPr bwMode="auto">
            <a:xfrm>
              <a:off x="997" y="1597"/>
              <a:ext cx="685" cy="39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Net-1 (Ethernet)</a:t>
              </a:r>
            </a:p>
          </p:txBody>
        </p:sp>
        <p:sp>
          <p:nvSpPr>
            <p:cNvPr id="110620" name="Oval 26">
              <a:extLst>
                <a:ext uri="{FF2B5EF4-FFF2-40B4-BE49-F238E27FC236}">
                  <a16:creationId xmlns:a16="http://schemas.microsoft.com/office/drawing/2014/main" id="{7B0C55C5-4C7F-EDC4-AC00-B5DEE70A7DB5}"/>
                </a:ext>
              </a:extLst>
            </p:cNvPr>
            <p:cNvSpPr>
              <a:spLocks noChangeArrowheads="1"/>
            </p:cNvSpPr>
            <p:nvPr/>
          </p:nvSpPr>
          <p:spPr bwMode="auto">
            <a:xfrm>
              <a:off x="4303" y="1653"/>
              <a:ext cx="900" cy="738"/>
            </a:xfrm>
            <a:prstGeom prst="ellipse">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Net-3 Token Ring</a:t>
              </a:r>
            </a:p>
          </p:txBody>
        </p:sp>
      </p:grpSp>
      <p:sp>
        <p:nvSpPr>
          <p:cNvPr id="110597" name="Text Box 27">
            <a:extLst>
              <a:ext uri="{FF2B5EF4-FFF2-40B4-BE49-F238E27FC236}">
                <a16:creationId xmlns:a16="http://schemas.microsoft.com/office/drawing/2014/main" id="{CDD7E905-7B29-FF4F-17D3-2F71590C3A91}"/>
              </a:ext>
            </a:extLst>
          </p:cNvPr>
          <p:cNvSpPr txBox="1">
            <a:spLocks noChangeArrowheads="1"/>
          </p:cNvSpPr>
          <p:nvPr/>
        </p:nvSpPr>
        <p:spPr bwMode="auto">
          <a:xfrm>
            <a:off x="1357313" y="600075"/>
            <a:ext cx="5195887"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Different Networks in the Internet</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Text Box 1">
            <a:extLst>
              <a:ext uri="{FF2B5EF4-FFF2-40B4-BE49-F238E27FC236}">
                <a16:creationId xmlns:a16="http://schemas.microsoft.com/office/drawing/2014/main" id="{92D6FB5D-E1FC-9B5F-0E54-1DEA951F984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12643" name="Text Box 2">
            <a:extLst>
              <a:ext uri="{FF2B5EF4-FFF2-40B4-BE49-F238E27FC236}">
                <a16:creationId xmlns:a16="http://schemas.microsoft.com/office/drawing/2014/main" id="{0825392D-C554-7F95-8B10-E4621FD785A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6D21CE3-33A5-407F-870E-48C8058DF797}" type="slidenum">
              <a:rPr lang="en-US" altLang="en-US" sz="1400">
                <a:solidFill>
                  <a:srgbClr val="000000"/>
                </a:solidFill>
              </a:rPr>
              <a:pPr algn="r" eaLnBrk="1" hangingPunct="1">
                <a:buClrTx/>
                <a:buSzPct val="60000"/>
                <a:buFontTx/>
                <a:buNone/>
              </a:pPr>
              <a:t>54</a:t>
            </a:fld>
            <a:endParaRPr lang="en-US" altLang="en-US" sz="1400">
              <a:solidFill>
                <a:srgbClr val="000000"/>
              </a:solidFill>
            </a:endParaRPr>
          </a:p>
        </p:txBody>
      </p:sp>
      <p:sp>
        <p:nvSpPr>
          <p:cNvPr id="112644" name="Text Box 3">
            <a:extLst>
              <a:ext uri="{FF2B5EF4-FFF2-40B4-BE49-F238E27FC236}">
                <a16:creationId xmlns:a16="http://schemas.microsoft.com/office/drawing/2014/main" id="{D9A9825C-4D69-A127-6996-AA065E387B65}"/>
              </a:ext>
            </a:extLst>
          </p:cNvPr>
          <p:cNvSpPr txBox="1">
            <a:spLocks noChangeArrowheads="1"/>
          </p:cNvSpPr>
          <p:nvPr/>
        </p:nvSpPr>
        <p:spPr bwMode="auto">
          <a:xfrm>
            <a:off x="839788" y="635000"/>
            <a:ext cx="400685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Different Frame Formats</a:t>
            </a:r>
            <a:r>
              <a:rPr lang="en-US" altLang="en-US" sz="2400">
                <a:solidFill>
                  <a:srgbClr val="000000"/>
                </a:solidFill>
                <a:latin typeface="Times New Roman" panose="02020603050405020304" pitchFamily="18" charset="0"/>
              </a:rPr>
              <a:t> </a:t>
            </a:r>
          </a:p>
        </p:txBody>
      </p:sp>
      <p:grpSp>
        <p:nvGrpSpPr>
          <p:cNvPr id="112645" name="Group 4">
            <a:extLst>
              <a:ext uri="{FF2B5EF4-FFF2-40B4-BE49-F238E27FC236}">
                <a16:creationId xmlns:a16="http://schemas.microsoft.com/office/drawing/2014/main" id="{B40896F4-4AEB-2A4C-B73D-6E034951B01C}"/>
              </a:ext>
            </a:extLst>
          </p:cNvPr>
          <p:cNvGrpSpPr>
            <a:grpSpLocks/>
          </p:cNvGrpSpPr>
          <p:nvPr/>
        </p:nvGrpSpPr>
        <p:grpSpPr bwMode="auto">
          <a:xfrm>
            <a:off x="685800" y="1295400"/>
            <a:ext cx="7694613" cy="4799013"/>
            <a:chOff x="432" y="816"/>
            <a:chExt cx="4847" cy="3023"/>
          </a:xfrm>
        </p:grpSpPr>
        <p:sp>
          <p:nvSpPr>
            <p:cNvPr id="112646" name="Rectangle 5">
              <a:extLst>
                <a:ext uri="{FF2B5EF4-FFF2-40B4-BE49-F238E27FC236}">
                  <a16:creationId xmlns:a16="http://schemas.microsoft.com/office/drawing/2014/main" id="{869E6D79-A93A-592F-402F-BB98774BE759}"/>
                </a:ext>
              </a:extLst>
            </p:cNvPr>
            <p:cNvSpPr>
              <a:spLocks noChangeArrowheads="1"/>
            </p:cNvSpPr>
            <p:nvPr/>
          </p:nvSpPr>
          <p:spPr bwMode="auto">
            <a:xfrm>
              <a:off x="432" y="816"/>
              <a:ext cx="4847" cy="30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12647" name="Group 6">
              <a:extLst>
                <a:ext uri="{FF2B5EF4-FFF2-40B4-BE49-F238E27FC236}">
                  <a16:creationId xmlns:a16="http://schemas.microsoft.com/office/drawing/2014/main" id="{A05374E9-B849-A91A-1F9F-18C82F6618BF}"/>
                </a:ext>
              </a:extLst>
            </p:cNvPr>
            <p:cNvGrpSpPr>
              <a:grpSpLocks/>
            </p:cNvGrpSpPr>
            <p:nvPr/>
          </p:nvGrpSpPr>
          <p:grpSpPr bwMode="auto">
            <a:xfrm>
              <a:off x="639" y="1036"/>
              <a:ext cx="4473" cy="480"/>
              <a:chOff x="639" y="1036"/>
              <a:chExt cx="4473" cy="480"/>
            </a:xfrm>
          </p:grpSpPr>
          <p:sp>
            <p:nvSpPr>
              <p:cNvPr id="112664" name="Text Box 7">
                <a:extLst>
                  <a:ext uri="{FF2B5EF4-FFF2-40B4-BE49-F238E27FC236}">
                    <a16:creationId xmlns:a16="http://schemas.microsoft.com/office/drawing/2014/main" id="{9E8DC047-3388-DEAD-6576-8512804B71C7}"/>
                  </a:ext>
                </a:extLst>
              </p:cNvPr>
              <p:cNvSpPr txBox="1">
                <a:spLocks noChangeArrowheads="1"/>
              </p:cNvSpPr>
              <p:nvPr/>
            </p:nvSpPr>
            <p:spPr bwMode="auto">
              <a:xfrm>
                <a:off x="639" y="1036"/>
                <a:ext cx="795"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Preamble</a:t>
                </a:r>
              </a:p>
              <a:p>
                <a:pPr algn="ctr">
                  <a:buClrTx/>
                  <a:buSzPct val="60000"/>
                  <a:buFontTx/>
                  <a:buNone/>
                </a:pPr>
                <a:r>
                  <a:rPr lang="en-US" altLang="en-US" sz="1200" b="1">
                    <a:solidFill>
                      <a:srgbClr val="000000"/>
                    </a:solidFill>
                    <a:latin typeface="Times New Roman" panose="02020603050405020304" pitchFamily="18" charset="0"/>
                  </a:rPr>
                  <a:t>(7 bytes)</a:t>
                </a:r>
              </a:p>
            </p:txBody>
          </p:sp>
          <p:sp>
            <p:nvSpPr>
              <p:cNvPr id="112665" name="Text Box 8">
                <a:extLst>
                  <a:ext uri="{FF2B5EF4-FFF2-40B4-BE49-F238E27FC236}">
                    <a16:creationId xmlns:a16="http://schemas.microsoft.com/office/drawing/2014/main" id="{382AE50B-3348-3D53-CE84-26B04F3148C8}"/>
                  </a:ext>
                </a:extLst>
              </p:cNvPr>
              <p:cNvSpPr txBox="1">
                <a:spLocks noChangeArrowheads="1"/>
              </p:cNvSpPr>
              <p:nvPr/>
            </p:nvSpPr>
            <p:spPr bwMode="auto">
              <a:xfrm>
                <a:off x="1392" y="1036"/>
                <a:ext cx="552"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Delimiter</a:t>
                </a:r>
              </a:p>
              <a:p>
                <a:pPr algn="ctr">
                  <a:buClrTx/>
                  <a:buSzPct val="60000"/>
                  <a:buFontTx/>
                  <a:buNone/>
                </a:pPr>
                <a:r>
                  <a:rPr lang="en-US" altLang="en-US" sz="1200" b="1">
                    <a:solidFill>
                      <a:srgbClr val="000000"/>
                    </a:solidFill>
                    <a:latin typeface="Times New Roman" panose="02020603050405020304" pitchFamily="18" charset="0"/>
                  </a:rPr>
                  <a:t>(1 byte)</a:t>
                </a:r>
              </a:p>
            </p:txBody>
          </p:sp>
          <p:sp>
            <p:nvSpPr>
              <p:cNvPr id="112666" name="Text Box 9">
                <a:extLst>
                  <a:ext uri="{FF2B5EF4-FFF2-40B4-BE49-F238E27FC236}">
                    <a16:creationId xmlns:a16="http://schemas.microsoft.com/office/drawing/2014/main" id="{11ECB327-DC2B-9932-93A9-22DE7CFF0165}"/>
                  </a:ext>
                </a:extLst>
              </p:cNvPr>
              <p:cNvSpPr txBox="1">
                <a:spLocks noChangeArrowheads="1"/>
              </p:cNvSpPr>
              <p:nvPr/>
            </p:nvSpPr>
            <p:spPr bwMode="auto">
              <a:xfrm>
                <a:off x="1945" y="1036"/>
                <a:ext cx="715"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Destination address</a:t>
                </a:r>
              </a:p>
              <a:p>
                <a:pPr algn="ctr">
                  <a:buClrTx/>
                  <a:buSzPct val="60000"/>
                  <a:buFontTx/>
                  <a:buNone/>
                </a:pPr>
                <a:r>
                  <a:rPr lang="en-US" altLang="en-US" sz="1200" b="1">
                    <a:solidFill>
                      <a:srgbClr val="000000"/>
                    </a:solidFill>
                    <a:latin typeface="Times New Roman" panose="02020603050405020304" pitchFamily="18" charset="0"/>
                  </a:rPr>
                  <a:t>(6 bytes)</a:t>
                </a:r>
              </a:p>
            </p:txBody>
          </p:sp>
          <p:sp>
            <p:nvSpPr>
              <p:cNvPr id="112667" name="Text Box 10">
                <a:extLst>
                  <a:ext uri="{FF2B5EF4-FFF2-40B4-BE49-F238E27FC236}">
                    <a16:creationId xmlns:a16="http://schemas.microsoft.com/office/drawing/2014/main" id="{0F005C4B-2906-CFDE-815E-5557D8C253C9}"/>
                  </a:ext>
                </a:extLst>
              </p:cNvPr>
              <p:cNvSpPr txBox="1">
                <a:spLocks noChangeArrowheads="1"/>
              </p:cNvSpPr>
              <p:nvPr/>
            </p:nvSpPr>
            <p:spPr bwMode="auto">
              <a:xfrm>
                <a:off x="2661" y="1036"/>
                <a:ext cx="716"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Source address</a:t>
                </a:r>
              </a:p>
              <a:p>
                <a:pPr algn="ctr">
                  <a:buClrTx/>
                  <a:buSzPct val="60000"/>
                  <a:buFontTx/>
                  <a:buNone/>
                </a:pPr>
                <a:r>
                  <a:rPr lang="en-US" altLang="en-US" sz="1200" b="1">
                    <a:solidFill>
                      <a:srgbClr val="000000"/>
                    </a:solidFill>
                    <a:latin typeface="Times New Roman" panose="02020603050405020304" pitchFamily="18" charset="0"/>
                  </a:rPr>
                  <a:t>(6 bytes)</a:t>
                </a:r>
              </a:p>
            </p:txBody>
          </p:sp>
          <p:sp>
            <p:nvSpPr>
              <p:cNvPr id="112668" name="Text Box 11">
                <a:extLst>
                  <a:ext uri="{FF2B5EF4-FFF2-40B4-BE49-F238E27FC236}">
                    <a16:creationId xmlns:a16="http://schemas.microsoft.com/office/drawing/2014/main" id="{943ACEB5-7FE6-C031-9840-D431F03CEB0E}"/>
                  </a:ext>
                </a:extLst>
              </p:cNvPr>
              <p:cNvSpPr txBox="1">
                <a:spLocks noChangeArrowheads="1"/>
              </p:cNvSpPr>
              <p:nvPr/>
            </p:nvSpPr>
            <p:spPr bwMode="auto">
              <a:xfrm>
                <a:off x="3378" y="1036"/>
                <a:ext cx="508"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Length</a:t>
                </a:r>
              </a:p>
              <a:p>
                <a:pPr algn="ctr">
                  <a:buClrTx/>
                  <a:buSzPct val="60000"/>
                  <a:buFontTx/>
                  <a:buNone/>
                </a:pPr>
                <a:r>
                  <a:rPr lang="en-US" altLang="en-US" sz="1200" b="1">
                    <a:solidFill>
                      <a:srgbClr val="000000"/>
                    </a:solidFill>
                    <a:latin typeface="Times New Roman" panose="02020603050405020304" pitchFamily="18" charset="0"/>
                  </a:rPr>
                  <a:t>(2 bytes)</a:t>
                </a:r>
              </a:p>
            </p:txBody>
          </p:sp>
          <p:sp>
            <p:nvSpPr>
              <p:cNvPr id="112669" name="Text Box 12">
                <a:extLst>
                  <a:ext uri="{FF2B5EF4-FFF2-40B4-BE49-F238E27FC236}">
                    <a16:creationId xmlns:a16="http://schemas.microsoft.com/office/drawing/2014/main" id="{3F98BBEA-3C5E-CE84-7806-B6CFFD07EE61}"/>
                  </a:ext>
                </a:extLst>
              </p:cNvPr>
              <p:cNvSpPr txBox="1">
                <a:spLocks noChangeArrowheads="1"/>
              </p:cNvSpPr>
              <p:nvPr/>
            </p:nvSpPr>
            <p:spPr bwMode="auto">
              <a:xfrm>
                <a:off x="3887" y="1036"/>
                <a:ext cx="716"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Data</a:t>
                </a:r>
              </a:p>
              <a:p>
                <a:pPr algn="ctr">
                  <a:buClrTx/>
                  <a:buSzPct val="60000"/>
                  <a:buFontTx/>
                  <a:buNone/>
                </a:pPr>
                <a:r>
                  <a:rPr lang="en-US" altLang="en-US" sz="1200" b="1">
                    <a:solidFill>
                      <a:srgbClr val="000000"/>
                    </a:solidFill>
                    <a:latin typeface="Times New Roman" panose="02020603050405020304" pitchFamily="18" charset="0"/>
                  </a:rPr>
                  <a:t>(46-1500 bytes</a:t>
                </a:r>
                <a:r>
                  <a:rPr lang="en-US" altLang="en-US" sz="1000" b="1">
                    <a:solidFill>
                      <a:srgbClr val="000000"/>
                    </a:solidFill>
                    <a:latin typeface="Times New Roman" panose="02020603050405020304" pitchFamily="18" charset="0"/>
                  </a:rPr>
                  <a:t>)</a:t>
                </a:r>
              </a:p>
            </p:txBody>
          </p:sp>
          <p:sp>
            <p:nvSpPr>
              <p:cNvPr id="112670" name="Text Box 13">
                <a:extLst>
                  <a:ext uri="{FF2B5EF4-FFF2-40B4-BE49-F238E27FC236}">
                    <a16:creationId xmlns:a16="http://schemas.microsoft.com/office/drawing/2014/main" id="{1D7500D3-F5C1-5F8D-D0DB-FF53021E7678}"/>
                  </a:ext>
                </a:extLst>
              </p:cNvPr>
              <p:cNvSpPr txBox="1">
                <a:spLocks noChangeArrowheads="1"/>
              </p:cNvSpPr>
              <p:nvPr/>
            </p:nvSpPr>
            <p:spPr bwMode="auto">
              <a:xfrm>
                <a:off x="4604" y="1036"/>
                <a:ext cx="508" cy="48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CRC</a:t>
                </a:r>
              </a:p>
              <a:p>
                <a:pPr algn="ctr">
                  <a:buClrTx/>
                  <a:buSzPct val="60000"/>
                  <a:buFontTx/>
                  <a:buNone/>
                </a:pPr>
                <a:r>
                  <a:rPr lang="en-US" altLang="en-US" sz="1200" b="1">
                    <a:solidFill>
                      <a:srgbClr val="000000"/>
                    </a:solidFill>
                    <a:latin typeface="Times New Roman" panose="02020603050405020304" pitchFamily="18" charset="0"/>
                  </a:rPr>
                  <a:t>(4 bytes)</a:t>
                </a:r>
              </a:p>
            </p:txBody>
          </p:sp>
        </p:grpSp>
        <p:sp>
          <p:nvSpPr>
            <p:cNvPr id="112648" name="Text Box 14">
              <a:extLst>
                <a:ext uri="{FF2B5EF4-FFF2-40B4-BE49-F238E27FC236}">
                  <a16:creationId xmlns:a16="http://schemas.microsoft.com/office/drawing/2014/main" id="{C8D471C5-5DE5-54A5-1EFB-88D432FEA938}"/>
                </a:ext>
              </a:extLst>
            </p:cNvPr>
            <p:cNvSpPr txBox="1">
              <a:spLocks noChangeArrowheads="1"/>
            </p:cNvSpPr>
            <p:nvPr/>
          </p:nvSpPr>
          <p:spPr bwMode="auto">
            <a:xfrm>
              <a:off x="1554" y="1579"/>
              <a:ext cx="2372" cy="23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 Ethernet frame format</a:t>
              </a:r>
            </a:p>
          </p:txBody>
        </p:sp>
        <p:grpSp>
          <p:nvGrpSpPr>
            <p:cNvPr id="112649" name="Group 15">
              <a:extLst>
                <a:ext uri="{FF2B5EF4-FFF2-40B4-BE49-F238E27FC236}">
                  <a16:creationId xmlns:a16="http://schemas.microsoft.com/office/drawing/2014/main" id="{52E7BBBB-19CE-4B35-9163-CB16E0E2D56F}"/>
                </a:ext>
              </a:extLst>
            </p:cNvPr>
            <p:cNvGrpSpPr>
              <a:grpSpLocks/>
            </p:cNvGrpSpPr>
            <p:nvPr/>
          </p:nvGrpSpPr>
          <p:grpSpPr bwMode="auto">
            <a:xfrm>
              <a:off x="647" y="1906"/>
              <a:ext cx="4401" cy="725"/>
              <a:chOff x="647" y="1906"/>
              <a:chExt cx="4401" cy="725"/>
            </a:xfrm>
          </p:grpSpPr>
          <p:sp>
            <p:nvSpPr>
              <p:cNvPr id="112659" name="Text Box 16">
                <a:extLst>
                  <a:ext uri="{FF2B5EF4-FFF2-40B4-BE49-F238E27FC236}">
                    <a16:creationId xmlns:a16="http://schemas.microsoft.com/office/drawing/2014/main" id="{E6007219-5F61-8340-F51D-9C2281F2E6F0}"/>
                  </a:ext>
                </a:extLst>
              </p:cNvPr>
              <p:cNvSpPr txBox="1">
                <a:spLocks noChangeArrowheads="1"/>
              </p:cNvSpPr>
              <p:nvPr/>
            </p:nvSpPr>
            <p:spPr bwMode="auto">
              <a:xfrm>
                <a:off x="647" y="1906"/>
                <a:ext cx="4401" cy="70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General               Logical                        Receive            Send                                      Data </a:t>
                </a:r>
              </a:p>
              <a:p>
                <a:pPr>
                  <a:buClrTx/>
                  <a:buSzPct val="60000"/>
                  <a:buFontTx/>
                  <a:buNone/>
                </a:pPr>
                <a:r>
                  <a:rPr lang="en-US" altLang="en-US" sz="1200" b="1">
                    <a:solidFill>
                      <a:srgbClr val="000000"/>
                    </a:solidFill>
                    <a:latin typeface="Times New Roman" panose="02020603050405020304" pitchFamily="18" charset="0"/>
                  </a:rPr>
                  <a:t>Format                Channel                      Number         Number                        (Variable length)</a:t>
                </a:r>
              </a:p>
              <a:p>
                <a:pPr>
                  <a:buClrTx/>
                  <a:buSzPct val="60000"/>
                  <a:buFontTx/>
                  <a:buNone/>
                </a:pPr>
                <a:r>
                  <a:rPr lang="en-US" altLang="en-US" sz="1200" b="1">
                    <a:solidFill>
                      <a:srgbClr val="000000"/>
                    </a:solidFill>
                    <a:latin typeface="Times New Roman" panose="02020603050405020304" pitchFamily="18" charset="0"/>
                  </a:rPr>
                  <a:t>Identifier             Identifier                   (4 bits)          (4 bits)</a:t>
                </a:r>
              </a:p>
              <a:p>
                <a:pPr>
                  <a:buClrTx/>
                  <a:buSzPct val="60000"/>
                  <a:buFontTx/>
                  <a:buNone/>
                </a:pPr>
                <a:r>
                  <a:rPr lang="en-US" altLang="en-US" sz="1200" b="1">
                    <a:solidFill>
                      <a:srgbClr val="000000"/>
                    </a:solidFill>
                    <a:latin typeface="Times New Roman" panose="02020603050405020304" pitchFamily="18" charset="0"/>
                  </a:rPr>
                  <a:t>(4 bits)               (12 bits)</a:t>
                </a:r>
              </a:p>
            </p:txBody>
          </p:sp>
          <p:sp>
            <p:nvSpPr>
              <p:cNvPr id="112660" name="Line 17">
                <a:extLst>
                  <a:ext uri="{FF2B5EF4-FFF2-40B4-BE49-F238E27FC236}">
                    <a16:creationId xmlns:a16="http://schemas.microsoft.com/office/drawing/2014/main" id="{049F154A-5D96-33BE-DB18-07EB17A22F59}"/>
                  </a:ext>
                </a:extLst>
              </p:cNvPr>
              <p:cNvSpPr>
                <a:spLocks noChangeShapeType="1"/>
              </p:cNvSpPr>
              <p:nvPr/>
            </p:nvSpPr>
            <p:spPr bwMode="auto">
              <a:xfrm>
                <a:off x="1188" y="1923"/>
                <a:ext cx="0" cy="6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2661" name="Line 18">
                <a:extLst>
                  <a:ext uri="{FF2B5EF4-FFF2-40B4-BE49-F238E27FC236}">
                    <a16:creationId xmlns:a16="http://schemas.microsoft.com/office/drawing/2014/main" id="{C96CC8B8-1D88-A5DF-EB11-117E5451829D}"/>
                  </a:ext>
                </a:extLst>
              </p:cNvPr>
              <p:cNvSpPr>
                <a:spLocks noChangeShapeType="1"/>
              </p:cNvSpPr>
              <p:nvPr/>
            </p:nvSpPr>
            <p:spPr bwMode="auto">
              <a:xfrm>
                <a:off x="2064" y="1914"/>
                <a:ext cx="0" cy="6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2662" name="Line 19">
                <a:extLst>
                  <a:ext uri="{FF2B5EF4-FFF2-40B4-BE49-F238E27FC236}">
                    <a16:creationId xmlns:a16="http://schemas.microsoft.com/office/drawing/2014/main" id="{DD8D666F-2C8A-7B8F-622A-D042E5368559}"/>
                  </a:ext>
                </a:extLst>
              </p:cNvPr>
              <p:cNvSpPr>
                <a:spLocks noChangeShapeType="1"/>
              </p:cNvSpPr>
              <p:nvPr/>
            </p:nvSpPr>
            <p:spPr bwMode="auto">
              <a:xfrm>
                <a:off x="2716" y="1906"/>
                <a:ext cx="0" cy="72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2663" name="Line 20">
                <a:extLst>
                  <a:ext uri="{FF2B5EF4-FFF2-40B4-BE49-F238E27FC236}">
                    <a16:creationId xmlns:a16="http://schemas.microsoft.com/office/drawing/2014/main" id="{23850417-BBC7-0104-51BB-CAAF39F61B84}"/>
                  </a:ext>
                </a:extLst>
              </p:cNvPr>
              <p:cNvSpPr>
                <a:spLocks noChangeShapeType="1"/>
              </p:cNvSpPr>
              <p:nvPr/>
            </p:nvSpPr>
            <p:spPr bwMode="auto">
              <a:xfrm>
                <a:off x="3345" y="1923"/>
                <a:ext cx="0" cy="69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112650" name="Text Box 21">
              <a:extLst>
                <a:ext uri="{FF2B5EF4-FFF2-40B4-BE49-F238E27FC236}">
                  <a16:creationId xmlns:a16="http://schemas.microsoft.com/office/drawing/2014/main" id="{FE4EACA3-7F9E-B7AA-3E5B-078B7B52E9FB}"/>
                </a:ext>
              </a:extLst>
            </p:cNvPr>
            <p:cNvSpPr txBox="1">
              <a:spLocks noChangeArrowheads="1"/>
            </p:cNvSpPr>
            <p:nvPr/>
          </p:nvSpPr>
          <p:spPr bwMode="auto">
            <a:xfrm>
              <a:off x="1594" y="2686"/>
              <a:ext cx="2372" cy="23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 X.25 frame format</a:t>
              </a:r>
            </a:p>
          </p:txBody>
        </p:sp>
        <p:grpSp>
          <p:nvGrpSpPr>
            <p:cNvPr id="112651" name="Group 22">
              <a:extLst>
                <a:ext uri="{FF2B5EF4-FFF2-40B4-BE49-F238E27FC236}">
                  <a16:creationId xmlns:a16="http://schemas.microsoft.com/office/drawing/2014/main" id="{20672844-8980-6721-CE0A-1EEA0C87DAC3}"/>
                </a:ext>
              </a:extLst>
            </p:cNvPr>
            <p:cNvGrpSpPr>
              <a:grpSpLocks/>
            </p:cNvGrpSpPr>
            <p:nvPr/>
          </p:nvGrpSpPr>
          <p:grpSpPr bwMode="auto">
            <a:xfrm>
              <a:off x="816" y="3024"/>
              <a:ext cx="3963" cy="481"/>
              <a:chOff x="816" y="3024"/>
              <a:chExt cx="3963" cy="481"/>
            </a:xfrm>
          </p:grpSpPr>
          <p:sp>
            <p:nvSpPr>
              <p:cNvPr id="112653" name="Text Box 23">
                <a:extLst>
                  <a:ext uri="{FF2B5EF4-FFF2-40B4-BE49-F238E27FC236}">
                    <a16:creationId xmlns:a16="http://schemas.microsoft.com/office/drawing/2014/main" id="{41D318D7-72A3-BF6F-20FC-EEBF4044C504}"/>
                  </a:ext>
                </a:extLst>
              </p:cNvPr>
              <p:cNvSpPr txBox="1">
                <a:spLocks noChangeArrowheads="1"/>
              </p:cNvSpPr>
              <p:nvPr/>
            </p:nvSpPr>
            <p:spPr bwMode="auto">
              <a:xfrm>
                <a:off x="816" y="3024"/>
                <a:ext cx="795"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Preamble</a:t>
                </a:r>
              </a:p>
              <a:p>
                <a:pPr algn="ctr">
                  <a:buClrTx/>
                  <a:buSzPct val="60000"/>
                  <a:buFontTx/>
                  <a:buNone/>
                </a:pPr>
                <a:r>
                  <a:rPr lang="en-US" altLang="en-US" sz="1200" b="1">
                    <a:solidFill>
                      <a:srgbClr val="000000"/>
                    </a:solidFill>
                    <a:latin typeface="Times New Roman" panose="02020603050405020304" pitchFamily="18" charset="0"/>
                  </a:rPr>
                  <a:t>(3 bytes)</a:t>
                </a:r>
              </a:p>
            </p:txBody>
          </p:sp>
          <p:sp>
            <p:nvSpPr>
              <p:cNvPr id="112654" name="Text Box 24">
                <a:extLst>
                  <a:ext uri="{FF2B5EF4-FFF2-40B4-BE49-F238E27FC236}">
                    <a16:creationId xmlns:a16="http://schemas.microsoft.com/office/drawing/2014/main" id="{2A9801F1-B727-96A2-79BD-6B74270986E8}"/>
                  </a:ext>
                </a:extLst>
              </p:cNvPr>
              <p:cNvSpPr txBox="1">
                <a:spLocks noChangeArrowheads="1"/>
              </p:cNvSpPr>
              <p:nvPr/>
            </p:nvSpPr>
            <p:spPr bwMode="auto">
              <a:xfrm>
                <a:off x="1612" y="3024"/>
                <a:ext cx="715"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Destination</a:t>
                </a:r>
                <a:r>
                  <a:rPr lang="en-US" altLang="en-US" sz="1000" b="1">
                    <a:solidFill>
                      <a:srgbClr val="000000"/>
                    </a:solidFill>
                    <a:latin typeface="Times New Roman" panose="02020603050405020304" pitchFamily="18" charset="0"/>
                  </a:rPr>
                  <a:t> </a:t>
                </a:r>
                <a:r>
                  <a:rPr lang="en-US" altLang="en-US" sz="1200" b="1">
                    <a:solidFill>
                      <a:srgbClr val="000000"/>
                    </a:solidFill>
                    <a:latin typeface="Times New Roman" panose="02020603050405020304" pitchFamily="18" charset="0"/>
                  </a:rPr>
                  <a:t>addres</a:t>
                </a:r>
                <a:r>
                  <a:rPr lang="en-US" altLang="en-US" sz="1000" b="1">
                    <a:solidFill>
                      <a:srgbClr val="000000"/>
                    </a:solidFill>
                    <a:latin typeface="Times New Roman" panose="02020603050405020304" pitchFamily="18" charset="0"/>
                  </a:rPr>
                  <a:t>s</a:t>
                </a:r>
              </a:p>
              <a:p>
                <a:pPr algn="ctr">
                  <a:buClrTx/>
                  <a:buSzPct val="60000"/>
                  <a:buFontTx/>
                  <a:buNone/>
                </a:pPr>
                <a:r>
                  <a:rPr lang="en-US" altLang="en-US" sz="1200" b="1">
                    <a:solidFill>
                      <a:srgbClr val="000000"/>
                    </a:solidFill>
                    <a:latin typeface="Times New Roman" panose="02020603050405020304" pitchFamily="18" charset="0"/>
                  </a:rPr>
                  <a:t>(2-6 bytes)</a:t>
                </a:r>
              </a:p>
            </p:txBody>
          </p:sp>
          <p:sp>
            <p:nvSpPr>
              <p:cNvPr id="112655" name="Text Box 25">
                <a:extLst>
                  <a:ext uri="{FF2B5EF4-FFF2-40B4-BE49-F238E27FC236}">
                    <a16:creationId xmlns:a16="http://schemas.microsoft.com/office/drawing/2014/main" id="{0B63E1C4-7239-A44C-9C46-5988EA0912F5}"/>
                  </a:ext>
                </a:extLst>
              </p:cNvPr>
              <p:cNvSpPr txBox="1">
                <a:spLocks noChangeArrowheads="1"/>
              </p:cNvSpPr>
              <p:nvPr/>
            </p:nvSpPr>
            <p:spPr bwMode="auto">
              <a:xfrm>
                <a:off x="2328" y="3024"/>
                <a:ext cx="715"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Source address</a:t>
                </a:r>
              </a:p>
              <a:p>
                <a:pPr algn="ctr">
                  <a:buClrTx/>
                  <a:buSzPct val="60000"/>
                  <a:buFontTx/>
                  <a:buNone/>
                </a:pPr>
                <a:r>
                  <a:rPr lang="en-US" altLang="en-US" sz="1200" b="1">
                    <a:solidFill>
                      <a:srgbClr val="000000"/>
                    </a:solidFill>
                    <a:latin typeface="Times New Roman" panose="02020603050405020304" pitchFamily="18" charset="0"/>
                  </a:rPr>
                  <a:t>(2-6 bytes)</a:t>
                </a:r>
              </a:p>
            </p:txBody>
          </p:sp>
          <p:sp>
            <p:nvSpPr>
              <p:cNvPr id="112656" name="Text Box 26">
                <a:extLst>
                  <a:ext uri="{FF2B5EF4-FFF2-40B4-BE49-F238E27FC236}">
                    <a16:creationId xmlns:a16="http://schemas.microsoft.com/office/drawing/2014/main" id="{A5464DE2-AD34-81FB-C0F3-6BF480E70A0C}"/>
                  </a:ext>
                </a:extLst>
              </p:cNvPr>
              <p:cNvSpPr txBox="1">
                <a:spLocks noChangeArrowheads="1"/>
              </p:cNvSpPr>
              <p:nvPr/>
            </p:nvSpPr>
            <p:spPr bwMode="auto">
              <a:xfrm>
                <a:off x="3045" y="3024"/>
                <a:ext cx="715"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Data</a:t>
                </a:r>
              </a:p>
              <a:p>
                <a:pPr algn="ctr">
                  <a:buClrTx/>
                  <a:buSzPct val="60000"/>
                  <a:buFontTx/>
                  <a:buNone/>
                </a:pPr>
                <a:r>
                  <a:rPr lang="en-US" altLang="en-US" sz="1200" b="1">
                    <a:solidFill>
                      <a:srgbClr val="000000"/>
                    </a:solidFill>
                    <a:latin typeface="Times New Roman" panose="02020603050405020304" pitchFamily="18" charset="0"/>
                  </a:rPr>
                  <a:t>(Up to 1500 bytes)</a:t>
                </a:r>
              </a:p>
            </p:txBody>
          </p:sp>
          <p:sp>
            <p:nvSpPr>
              <p:cNvPr id="112657" name="Text Box 27">
                <a:extLst>
                  <a:ext uri="{FF2B5EF4-FFF2-40B4-BE49-F238E27FC236}">
                    <a16:creationId xmlns:a16="http://schemas.microsoft.com/office/drawing/2014/main" id="{D177F79E-2FED-7ECE-05D3-2D0A6C782761}"/>
                  </a:ext>
                </a:extLst>
              </p:cNvPr>
              <p:cNvSpPr txBox="1">
                <a:spLocks noChangeArrowheads="1"/>
              </p:cNvSpPr>
              <p:nvPr/>
            </p:nvSpPr>
            <p:spPr bwMode="auto">
              <a:xfrm>
                <a:off x="3761" y="3024"/>
                <a:ext cx="508"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CRC</a:t>
                </a:r>
              </a:p>
              <a:p>
                <a:pPr algn="ctr">
                  <a:buClrTx/>
                  <a:buSzPct val="60000"/>
                  <a:buFontTx/>
                  <a:buNone/>
                </a:pPr>
                <a:r>
                  <a:rPr lang="en-US" altLang="en-US" sz="800" b="1">
                    <a:solidFill>
                      <a:srgbClr val="000000"/>
                    </a:solidFill>
                    <a:latin typeface="Times New Roman" panose="02020603050405020304" pitchFamily="18" charset="0"/>
                  </a:rPr>
                  <a:t>(</a:t>
                </a:r>
                <a:r>
                  <a:rPr lang="en-US" altLang="en-US" sz="1200" b="1">
                    <a:solidFill>
                      <a:srgbClr val="000000"/>
                    </a:solidFill>
                    <a:latin typeface="Times New Roman" panose="02020603050405020304" pitchFamily="18" charset="0"/>
                  </a:rPr>
                  <a:t>4 bytes)</a:t>
                </a:r>
              </a:p>
            </p:txBody>
          </p:sp>
          <p:sp>
            <p:nvSpPr>
              <p:cNvPr id="112658" name="Text Box 28">
                <a:extLst>
                  <a:ext uri="{FF2B5EF4-FFF2-40B4-BE49-F238E27FC236}">
                    <a16:creationId xmlns:a16="http://schemas.microsoft.com/office/drawing/2014/main" id="{DF1CEDF7-2C42-F45D-3C78-3BCCEAB50BF7}"/>
                  </a:ext>
                </a:extLst>
              </p:cNvPr>
              <p:cNvSpPr txBox="1">
                <a:spLocks noChangeArrowheads="1"/>
              </p:cNvSpPr>
              <p:nvPr/>
            </p:nvSpPr>
            <p:spPr bwMode="auto">
              <a:xfrm>
                <a:off x="4270" y="3024"/>
                <a:ext cx="508" cy="48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Delimiter</a:t>
                </a:r>
              </a:p>
              <a:p>
                <a:pPr algn="ctr">
                  <a:buClrTx/>
                  <a:buSzPct val="60000"/>
                  <a:buFontTx/>
                  <a:buNone/>
                </a:pPr>
                <a:r>
                  <a:rPr lang="en-US" altLang="en-US" sz="1200" b="1">
                    <a:solidFill>
                      <a:srgbClr val="000000"/>
                    </a:solidFill>
                    <a:latin typeface="Times New Roman" panose="02020603050405020304" pitchFamily="18" charset="0"/>
                  </a:rPr>
                  <a:t>(2 bytes)</a:t>
                </a:r>
              </a:p>
            </p:txBody>
          </p:sp>
        </p:grpSp>
        <p:sp>
          <p:nvSpPr>
            <p:cNvPr id="112652" name="Text Box 29">
              <a:extLst>
                <a:ext uri="{FF2B5EF4-FFF2-40B4-BE49-F238E27FC236}">
                  <a16:creationId xmlns:a16="http://schemas.microsoft.com/office/drawing/2014/main" id="{2DB03017-CDE8-1021-E05E-A1ED472DE625}"/>
                </a:ext>
              </a:extLst>
            </p:cNvPr>
            <p:cNvSpPr txBox="1">
              <a:spLocks noChangeArrowheads="1"/>
            </p:cNvSpPr>
            <p:nvPr/>
          </p:nvSpPr>
          <p:spPr bwMode="auto">
            <a:xfrm>
              <a:off x="1706" y="3556"/>
              <a:ext cx="2371" cy="23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(c) Token Ring frame format</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ext Box 1">
            <a:extLst>
              <a:ext uri="{FF2B5EF4-FFF2-40B4-BE49-F238E27FC236}">
                <a16:creationId xmlns:a16="http://schemas.microsoft.com/office/drawing/2014/main" id="{9B53950E-5351-3164-F61A-DF78507F98D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14691" name="Text Box 2">
            <a:extLst>
              <a:ext uri="{FF2B5EF4-FFF2-40B4-BE49-F238E27FC236}">
                <a16:creationId xmlns:a16="http://schemas.microsoft.com/office/drawing/2014/main" id="{FCE786BD-FE0B-0613-98EF-265456CF369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9E22CDF-4DA4-4DBC-831B-A78E787FD6FE}" type="slidenum">
              <a:rPr lang="en-US" altLang="en-US" sz="1400">
                <a:solidFill>
                  <a:srgbClr val="000000"/>
                </a:solidFill>
              </a:rPr>
              <a:pPr algn="r" eaLnBrk="1" hangingPunct="1">
                <a:buClrTx/>
                <a:buSzPct val="60000"/>
                <a:buFontTx/>
                <a:buNone/>
              </a:pPr>
              <a:t>55</a:t>
            </a:fld>
            <a:endParaRPr lang="en-US" altLang="en-US" sz="1400">
              <a:solidFill>
                <a:srgbClr val="000000"/>
              </a:solidFill>
            </a:endParaRPr>
          </a:p>
        </p:txBody>
      </p:sp>
      <p:sp>
        <p:nvSpPr>
          <p:cNvPr id="114692" name="Text Box 3">
            <a:extLst>
              <a:ext uri="{FF2B5EF4-FFF2-40B4-BE49-F238E27FC236}">
                <a16:creationId xmlns:a16="http://schemas.microsoft.com/office/drawing/2014/main" id="{91CD62E4-1A41-F0F9-63C7-CDEFF8D976F5}"/>
              </a:ext>
            </a:extLst>
          </p:cNvPr>
          <p:cNvSpPr txBox="1">
            <a:spLocks noChangeArrowheads="1"/>
          </p:cNvSpPr>
          <p:nvPr/>
        </p:nvSpPr>
        <p:spPr bwMode="auto">
          <a:xfrm>
            <a:off x="609600" y="1524000"/>
            <a:ext cx="8077200" cy="4648200"/>
          </a:xfrm>
          <a:prstGeom prst="rect">
            <a:avLst/>
          </a:pr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14693" name="Text Box 4">
            <a:extLst>
              <a:ext uri="{FF2B5EF4-FFF2-40B4-BE49-F238E27FC236}">
                <a16:creationId xmlns:a16="http://schemas.microsoft.com/office/drawing/2014/main" id="{A3489DD3-360A-7AED-6074-8D46968D36D6}"/>
              </a:ext>
            </a:extLst>
          </p:cNvPr>
          <p:cNvSpPr txBox="1">
            <a:spLocks noChangeArrowheads="1"/>
          </p:cNvSpPr>
          <p:nvPr/>
        </p:nvSpPr>
        <p:spPr bwMode="auto">
          <a:xfrm>
            <a:off x="4357688" y="2459038"/>
            <a:ext cx="565150" cy="581025"/>
          </a:xfrm>
          <a:prstGeom prst="rect">
            <a:avLst/>
          </a:prstGeom>
          <a:solidFill>
            <a:srgbClr val="FFFF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R1</a:t>
            </a:r>
          </a:p>
        </p:txBody>
      </p:sp>
      <p:sp>
        <p:nvSpPr>
          <p:cNvPr id="114694" name="Line 5">
            <a:extLst>
              <a:ext uri="{FF2B5EF4-FFF2-40B4-BE49-F238E27FC236}">
                <a16:creationId xmlns:a16="http://schemas.microsoft.com/office/drawing/2014/main" id="{FA60B827-E9A4-2148-A344-EA92BBC934CD}"/>
              </a:ext>
            </a:extLst>
          </p:cNvPr>
          <p:cNvSpPr>
            <a:spLocks noChangeShapeType="1"/>
          </p:cNvSpPr>
          <p:nvPr/>
        </p:nvSpPr>
        <p:spPr bwMode="auto">
          <a:xfrm>
            <a:off x="4922838" y="2725738"/>
            <a:ext cx="1135062"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695" name="Oval 6">
            <a:extLst>
              <a:ext uri="{FF2B5EF4-FFF2-40B4-BE49-F238E27FC236}">
                <a16:creationId xmlns:a16="http://schemas.microsoft.com/office/drawing/2014/main" id="{F177DE62-9B44-BAF6-AEE1-04C1914E522B}"/>
              </a:ext>
            </a:extLst>
          </p:cNvPr>
          <p:cNvSpPr>
            <a:spLocks noChangeArrowheads="1"/>
          </p:cNvSpPr>
          <p:nvPr/>
        </p:nvSpPr>
        <p:spPr bwMode="auto">
          <a:xfrm>
            <a:off x="6057900" y="1854200"/>
            <a:ext cx="1984375" cy="1743075"/>
          </a:xfrm>
          <a:prstGeom prst="ellipse">
            <a:avLst/>
          </a:prstGeom>
          <a:solidFill>
            <a:srgbClr val="279E9B"/>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600" b="1">
              <a:solidFill>
                <a:srgbClr val="000000"/>
              </a:solidFill>
              <a:latin typeface="Times New Roman" panose="02020603050405020304" pitchFamily="18" charset="0"/>
            </a:endParaRPr>
          </a:p>
          <a:p>
            <a:pPr algn="ctr">
              <a:buClrTx/>
              <a:buSzPct val="60000"/>
              <a:buFontTx/>
              <a:buNone/>
            </a:pPr>
            <a:r>
              <a:rPr lang="en-US" altLang="en-US" sz="1600" b="1">
                <a:solidFill>
                  <a:srgbClr val="000000"/>
                </a:solidFill>
                <a:latin typeface="Times New Roman" panose="02020603050405020304" pitchFamily="18" charset="0"/>
              </a:rPr>
              <a:t>Token Ring 231.200.117.0</a:t>
            </a:r>
          </a:p>
        </p:txBody>
      </p:sp>
      <p:sp>
        <p:nvSpPr>
          <p:cNvPr id="114696" name="Line 7">
            <a:extLst>
              <a:ext uri="{FF2B5EF4-FFF2-40B4-BE49-F238E27FC236}">
                <a16:creationId xmlns:a16="http://schemas.microsoft.com/office/drawing/2014/main" id="{998D17B3-CBCD-F913-1A40-DF953093E0A5}"/>
              </a:ext>
            </a:extLst>
          </p:cNvPr>
          <p:cNvSpPr>
            <a:spLocks noChangeShapeType="1"/>
          </p:cNvSpPr>
          <p:nvPr/>
        </p:nvSpPr>
        <p:spPr bwMode="auto">
          <a:xfrm>
            <a:off x="6997700" y="3597275"/>
            <a:ext cx="1588" cy="11620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697" name="Text Box 8">
            <a:extLst>
              <a:ext uri="{FF2B5EF4-FFF2-40B4-BE49-F238E27FC236}">
                <a16:creationId xmlns:a16="http://schemas.microsoft.com/office/drawing/2014/main" id="{3BF881FA-04F7-B464-45BB-047904D57918}"/>
              </a:ext>
            </a:extLst>
          </p:cNvPr>
          <p:cNvSpPr txBox="1">
            <a:spLocks noChangeArrowheads="1"/>
          </p:cNvSpPr>
          <p:nvPr/>
        </p:nvSpPr>
        <p:spPr bwMode="auto">
          <a:xfrm>
            <a:off x="6057900" y="4468813"/>
            <a:ext cx="561975" cy="581025"/>
          </a:xfrm>
          <a:prstGeom prst="rect">
            <a:avLst/>
          </a:prstGeom>
          <a:solidFill>
            <a:srgbClr val="FFFF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R2</a:t>
            </a:r>
          </a:p>
        </p:txBody>
      </p:sp>
      <p:sp>
        <p:nvSpPr>
          <p:cNvPr id="114698" name="Line 9">
            <a:extLst>
              <a:ext uri="{FF2B5EF4-FFF2-40B4-BE49-F238E27FC236}">
                <a16:creationId xmlns:a16="http://schemas.microsoft.com/office/drawing/2014/main" id="{CE03640D-27D8-91A7-EA59-30678D053BC9}"/>
              </a:ext>
            </a:extLst>
          </p:cNvPr>
          <p:cNvSpPr>
            <a:spLocks noChangeShapeType="1"/>
          </p:cNvSpPr>
          <p:nvPr/>
        </p:nvSpPr>
        <p:spPr bwMode="auto">
          <a:xfrm flipH="1">
            <a:off x="6618288" y="4759325"/>
            <a:ext cx="381000"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699" name="Line 10">
            <a:extLst>
              <a:ext uri="{FF2B5EF4-FFF2-40B4-BE49-F238E27FC236}">
                <a16:creationId xmlns:a16="http://schemas.microsoft.com/office/drawing/2014/main" id="{70F1F4C7-7F0E-4FBF-6A7C-98CBDF426B0C}"/>
              </a:ext>
            </a:extLst>
          </p:cNvPr>
          <p:cNvSpPr>
            <a:spLocks noChangeShapeType="1"/>
          </p:cNvSpPr>
          <p:nvPr/>
        </p:nvSpPr>
        <p:spPr bwMode="auto">
          <a:xfrm flipH="1">
            <a:off x="4016375" y="4759325"/>
            <a:ext cx="204311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700" name="AutoShape 11">
            <a:extLst>
              <a:ext uri="{FF2B5EF4-FFF2-40B4-BE49-F238E27FC236}">
                <a16:creationId xmlns:a16="http://schemas.microsoft.com/office/drawing/2014/main" id="{87F3B032-B55F-6CBA-EE4B-459DD3B448D8}"/>
              </a:ext>
            </a:extLst>
          </p:cNvPr>
          <p:cNvSpPr>
            <a:spLocks noChangeArrowheads="1"/>
          </p:cNvSpPr>
          <p:nvPr/>
        </p:nvSpPr>
        <p:spPr bwMode="auto">
          <a:xfrm>
            <a:off x="1417638" y="3713163"/>
            <a:ext cx="3006725" cy="2324100"/>
          </a:xfrm>
          <a:prstGeom prst="irregularSeal1">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WAN</a:t>
            </a:r>
          </a:p>
          <a:p>
            <a:pPr algn="ctr">
              <a:buClrTx/>
              <a:buSzPct val="60000"/>
              <a:buFontTx/>
              <a:buNone/>
            </a:pPr>
            <a:r>
              <a:rPr lang="en-US" altLang="en-US" sz="1200" b="1">
                <a:solidFill>
                  <a:srgbClr val="000000"/>
                </a:solidFill>
                <a:latin typeface="Times New Roman" panose="02020603050405020304" pitchFamily="18" charset="0"/>
              </a:rPr>
              <a:t>87.12.0.0</a:t>
            </a:r>
          </a:p>
        </p:txBody>
      </p:sp>
      <p:sp>
        <p:nvSpPr>
          <p:cNvPr id="114701" name="Line 12">
            <a:extLst>
              <a:ext uri="{FF2B5EF4-FFF2-40B4-BE49-F238E27FC236}">
                <a16:creationId xmlns:a16="http://schemas.microsoft.com/office/drawing/2014/main" id="{9DF7F75A-F885-A69E-0B60-CCFE1BF8E4B8}"/>
              </a:ext>
            </a:extLst>
          </p:cNvPr>
          <p:cNvSpPr>
            <a:spLocks noChangeShapeType="1"/>
          </p:cNvSpPr>
          <p:nvPr/>
        </p:nvSpPr>
        <p:spPr bwMode="auto">
          <a:xfrm>
            <a:off x="1171575" y="1854200"/>
            <a:ext cx="2632075" cy="1588"/>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702" name="Line 13">
            <a:extLst>
              <a:ext uri="{FF2B5EF4-FFF2-40B4-BE49-F238E27FC236}">
                <a16:creationId xmlns:a16="http://schemas.microsoft.com/office/drawing/2014/main" id="{DEA9DF31-0B7A-C49E-9FDE-E929CB2527E2}"/>
              </a:ext>
            </a:extLst>
          </p:cNvPr>
          <p:cNvSpPr>
            <a:spLocks noChangeShapeType="1"/>
          </p:cNvSpPr>
          <p:nvPr/>
        </p:nvSpPr>
        <p:spPr bwMode="auto">
          <a:xfrm>
            <a:off x="2298700" y="1854200"/>
            <a:ext cx="1588" cy="87153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703" name="Line 14">
            <a:extLst>
              <a:ext uri="{FF2B5EF4-FFF2-40B4-BE49-F238E27FC236}">
                <a16:creationId xmlns:a16="http://schemas.microsoft.com/office/drawing/2014/main" id="{32887763-65E8-379F-CDF4-F3B5CFC02563}"/>
              </a:ext>
            </a:extLst>
          </p:cNvPr>
          <p:cNvSpPr>
            <a:spLocks noChangeShapeType="1"/>
          </p:cNvSpPr>
          <p:nvPr/>
        </p:nvSpPr>
        <p:spPr bwMode="auto">
          <a:xfrm>
            <a:off x="2298700" y="2725738"/>
            <a:ext cx="2058988"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14704" name="Text Box 15">
            <a:extLst>
              <a:ext uri="{FF2B5EF4-FFF2-40B4-BE49-F238E27FC236}">
                <a16:creationId xmlns:a16="http://schemas.microsoft.com/office/drawing/2014/main" id="{389226AE-05F9-6738-9DC7-50888AC3C44F}"/>
              </a:ext>
            </a:extLst>
          </p:cNvPr>
          <p:cNvSpPr txBox="1">
            <a:spLocks noChangeArrowheads="1"/>
          </p:cNvSpPr>
          <p:nvPr/>
        </p:nvSpPr>
        <p:spPr bwMode="auto">
          <a:xfrm>
            <a:off x="796925" y="1992313"/>
            <a:ext cx="1366838" cy="1033462"/>
          </a:xfrm>
          <a:prstGeom prst="rect">
            <a:avLst/>
          </a:prstGeom>
          <a:solidFill>
            <a:srgbClr val="FF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Ethernet 130.100.17.0</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114705" name="Text Box 16">
            <a:extLst>
              <a:ext uri="{FF2B5EF4-FFF2-40B4-BE49-F238E27FC236}">
                <a16:creationId xmlns:a16="http://schemas.microsoft.com/office/drawing/2014/main" id="{B6AC9535-74DE-D7BC-B07F-CB57234D2D58}"/>
              </a:ext>
            </a:extLst>
          </p:cNvPr>
          <p:cNvSpPr txBox="1">
            <a:spLocks noChangeArrowheads="1"/>
          </p:cNvSpPr>
          <p:nvPr/>
        </p:nvSpPr>
        <p:spPr bwMode="auto">
          <a:xfrm>
            <a:off x="2862263" y="2820988"/>
            <a:ext cx="1503362" cy="581025"/>
          </a:xfrm>
          <a:prstGeom prst="rect">
            <a:avLst/>
          </a:prstGeom>
          <a:solidFill>
            <a:srgbClr val="FF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130.100.17.7</a:t>
            </a:r>
          </a:p>
        </p:txBody>
      </p:sp>
      <p:sp>
        <p:nvSpPr>
          <p:cNvPr id="114706" name="Text Box 17">
            <a:extLst>
              <a:ext uri="{FF2B5EF4-FFF2-40B4-BE49-F238E27FC236}">
                <a16:creationId xmlns:a16="http://schemas.microsoft.com/office/drawing/2014/main" id="{E1459045-ABEC-EA33-AE35-4AFE59028D16}"/>
              </a:ext>
            </a:extLst>
          </p:cNvPr>
          <p:cNvSpPr txBox="1">
            <a:spLocks noChangeArrowheads="1"/>
          </p:cNvSpPr>
          <p:nvPr/>
        </p:nvSpPr>
        <p:spPr bwMode="auto">
          <a:xfrm>
            <a:off x="4575175" y="1790700"/>
            <a:ext cx="1563688" cy="558800"/>
          </a:xfrm>
          <a:prstGeom prst="rect">
            <a:avLst/>
          </a:prstGeom>
          <a:solidFill>
            <a:srgbClr val="FF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231.200.117.19</a:t>
            </a:r>
          </a:p>
        </p:txBody>
      </p:sp>
      <p:sp>
        <p:nvSpPr>
          <p:cNvPr id="114707" name="Text Box 18">
            <a:extLst>
              <a:ext uri="{FF2B5EF4-FFF2-40B4-BE49-F238E27FC236}">
                <a16:creationId xmlns:a16="http://schemas.microsoft.com/office/drawing/2014/main" id="{0E21A066-0C95-B62A-A604-69B9A65D5053}"/>
              </a:ext>
            </a:extLst>
          </p:cNvPr>
          <p:cNvSpPr txBox="1">
            <a:spLocks noChangeArrowheads="1"/>
          </p:cNvSpPr>
          <p:nvPr/>
        </p:nvSpPr>
        <p:spPr bwMode="auto">
          <a:xfrm>
            <a:off x="6640513" y="4818063"/>
            <a:ext cx="1565275" cy="581025"/>
          </a:xfrm>
          <a:prstGeom prst="rect">
            <a:avLst/>
          </a:prstGeom>
          <a:solidFill>
            <a:srgbClr val="FF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231.200.117.41</a:t>
            </a:r>
          </a:p>
        </p:txBody>
      </p:sp>
      <p:sp>
        <p:nvSpPr>
          <p:cNvPr id="114708" name="Text Box 19">
            <a:extLst>
              <a:ext uri="{FF2B5EF4-FFF2-40B4-BE49-F238E27FC236}">
                <a16:creationId xmlns:a16="http://schemas.microsoft.com/office/drawing/2014/main" id="{9DDC5312-A1A1-67F8-9F4C-6A247F2D09FA}"/>
              </a:ext>
            </a:extLst>
          </p:cNvPr>
          <p:cNvSpPr txBox="1">
            <a:spLocks noChangeArrowheads="1"/>
          </p:cNvSpPr>
          <p:nvPr/>
        </p:nvSpPr>
        <p:spPr bwMode="auto">
          <a:xfrm>
            <a:off x="4894263" y="4097338"/>
            <a:ext cx="1171575" cy="581025"/>
          </a:xfrm>
          <a:prstGeom prst="rect">
            <a:avLst/>
          </a:prstGeom>
          <a:solidFill>
            <a:srgbClr val="FFFFCC"/>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87.12.0.23</a:t>
            </a:r>
          </a:p>
        </p:txBody>
      </p:sp>
      <p:sp>
        <p:nvSpPr>
          <p:cNvPr id="114709" name="Text Box 20">
            <a:extLst>
              <a:ext uri="{FF2B5EF4-FFF2-40B4-BE49-F238E27FC236}">
                <a16:creationId xmlns:a16="http://schemas.microsoft.com/office/drawing/2014/main" id="{DBFF2165-AFA4-24D7-6C37-0AE8C4903761}"/>
              </a:ext>
            </a:extLst>
          </p:cNvPr>
          <p:cNvSpPr txBox="1">
            <a:spLocks noChangeArrowheads="1"/>
          </p:cNvSpPr>
          <p:nvPr/>
        </p:nvSpPr>
        <p:spPr bwMode="auto">
          <a:xfrm>
            <a:off x="1052513" y="523875"/>
            <a:ext cx="6189662"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A Router Has Two or More IP Addresses</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ext Box 1">
            <a:extLst>
              <a:ext uri="{FF2B5EF4-FFF2-40B4-BE49-F238E27FC236}">
                <a16:creationId xmlns:a16="http://schemas.microsoft.com/office/drawing/2014/main" id="{FB73ADCC-3E73-DB43-6405-1E5B590F4FB0}"/>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Address Mapping</a:t>
            </a:r>
          </a:p>
        </p:txBody>
      </p:sp>
      <p:sp>
        <p:nvSpPr>
          <p:cNvPr id="116739" name="Text Box 2">
            <a:extLst>
              <a:ext uri="{FF2B5EF4-FFF2-40B4-BE49-F238E27FC236}">
                <a16:creationId xmlns:a16="http://schemas.microsoft.com/office/drawing/2014/main" id="{B518AD8D-98EB-4915-C695-F23652F949B9}"/>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ext Box 1">
            <a:extLst>
              <a:ext uri="{FF2B5EF4-FFF2-40B4-BE49-F238E27FC236}">
                <a16:creationId xmlns:a16="http://schemas.microsoft.com/office/drawing/2014/main" id="{9122AA9C-97C9-BF85-27E3-FABC53808A4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18787" name="Text Box 2">
            <a:extLst>
              <a:ext uri="{FF2B5EF4-FFF2-40B4-BE49-F238E27FC236}">
                <a16:creationId xmlns:a16="http://schemas.microsoft.com/office/drawing/2014/main" id="{4A1E7656-6D37-5498-D82B-9878D75499F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0428053-0B8A-4162-AB8D-367AD4E2C90A}" type="slidenum">
              <a:rPr lang="en-US" altLang="en-US" sz="1400">
                <a:solidFill>
                  <a:srgbClr val="000000"/>
                </a:solidFill>
              </a:rPr>
              <a:pPr algn="r" eaLnBrk="1" hangingPunct="1">
                <a:buClrTx/>
                <a:buSzPct val="60000"/>
                <a:buFontTx/>
                <a:buNone/>
              </a:pPr>
              <a:t>57</a:t>
            </a:fld>
            <a:endParaRPr lang="en-US" altLang="en-US" sz="1400">
              <a:solidFill>
                <a:srgbClr val="000000"/>
              </a:solidFill>
            </a:endParaRPr>
          </a:p>
        </p:txBody>
      </p:sp>
      <p:sp>
        <p:nvSpPr>
          <p:cNvPr id="118788" name="Text Box 3">
            <a:extLst>
              <a:ext uri="{FF2B5EF4-FFF2-40B4-BE49-F238E27FC236}">
                <a16:creationId xmlns:a16="http://schemas.microsoft.com/office/drawing/2014/main" id="{F56E4531-1470-3D7F-CD8B-00A2A6EDD14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Types of Mapping</a:t>
            </a:r>
          </a:p>
        </p:txBody>
      </p:sp>
      <p:sp>
        <p:nvSpPr>
          <p:cNvPr id="118789" name="Text Box 4">
            <a:extLst>
              <a:ext uri="{FF2B5EF4-FFF2-40B4-BE49-F238E27FC236}">
                <a16:creationId xmlns:a16="http://schemas.microsoft.com/office/drawing/2014/main" id="{4479720D-3C46-612C-2729-BFA083EABB2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Address mapping can be:</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Static (e.g. Address Resolution Protocol – ARP)</a:t>
            </a:r>
          </a:p>
          <a:p>
            <a:pPr lvl="2" eaLnBrk="1" hangingPunct="1">
              <a:spcBef>
                <a:spcPts val="500"/>
              </a:spcBef>
              <a:buClr>
                <a:srgbClr val="3333CC"/>
              </a:buClr>
              <a:buSzPct val="50000"/>
              <a:buFont typeface="Wingdings" panose="05000000000000000000" pitchFamily="2" charset="2"/>
              <a:buChar char=""/>
            </a:pPr>
            <a:r>
              <a:rPr lang="en-US" altLang="en-US" sz="2000">
                <a:solidFill>
                  <a:srgbClr val="000000"/>
                </a:solidFill>
              </a:rPr>
              <a:t>Fixed, and is stored on all hosts in a network</a:t>
            </a:r>
          </a:p>
          <a:p>
            <a:pPr lvl="2" eaLnBrk="1" hangingPunct="1">
              <a:spcBef>
                <a:spcPts val="500"/>
              </a:spcBef>
              <a:buClr>
                <a:srgbClr val="3333CC"/>
              </a:buClr>
              <a:buSzPct val="50000"/>
              <a:buFont typeface="Wingdings" panose="05000000000000000000" pitchFamily="2" charset="2"/>
              <a:buChar char=""/>
            </a:pPr>
            <a:r>
              <a:rPr lang="en-US" altLang="en-US" sz="2000">
                <a:solidFill>
                  <a:srgbClr val="000000"/>
                </a:solidFill>
              </a:rPr>
              <a:t>Problems</a:t>
            </a:r>
          </a:p>
          <a:p>
            <a:pPr lvl="3" eaLnBrk="1" hangingPunct="1">
              <a:spcBef>
                <a:spcPts val="450"/>
              </a:spcBef>
              <a:buClr>
                <a:srgbClr val="FFCF01"/>
              </a:buClr>
              <a:buSzPct val="55000"/>
              <a:buFont typeface="Wingdings" panose="05000000000000000000" pitchFamily="2" charset="2"/>
              <a:buChar char=""/>
            </a:pPr>
            <a:r>
              <a:rPr lang="en-US" altLang="en-US">
                <a:solidFill>
                  <a:srgbClr val="000000"/>
                </a:solidFill>
              </a:rPr>
              <a:t>If we change the NIC of a computer, its physical address changes</a:t>
            </a:r>
          </a:p>
          <a:p>
            <a:pPr lvl="3" eaLnBrk="1" hangingPunct="1">
              <a:spcBef>
                <a:spcPts val="450"/>
              </a:spcBef>
              <a:buClr>
                <a:srgbClr val="FFCF01"/>
              </a:buClr>
              <a:buSzPct val="55000"/>
              <a:buFont typeface="Wingdings" panose="05000000000000000000" pitchFamily="2" charset="2"/>
              <a:buChar char=""/>
            </a:pPr>
            <a:r>
              <a:rPr lang="en-US" altLang="en-US">
                <a:solidFill>
                  <a:srgbClr val="000000"/>
                </a:solidFill>
              </a:rPr>
              <a:t>In some protocols, the physical address is ever-changing</a:t>
            </a:r>
          </a:p>
          <a:p>
            <a:pPr lvl="3" eaLnBrk="1" hangingPunct="1">
              <a:spcBef>
                <a:spcPts val="450"/>
              </a:spcBef>
              <a:buClr>
                <a:srgbClr val="FFCF01"/>
              </a:buClr>
              <a:buSzPct val="55000"/>
              <a:buFont typeface="Wingdings" panose="05000000000000000000" pitchFamily="2" charset="2"/>
              <a:buChar char=""/>
            </a:pPr>
            <a:r>
              <a:rPr lang="en-US" altLang="en-US">
                <a:solidFill>
                  <a:srgbClr val="000000"/>
                </a:solidFill>
              </a:rPr>
              <a:t>Mobile computers can move across physical networks</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Dynamic (e.g. DHCP)</a:t>
            </a:r>
          </a:p>
          <a:p>
            <a:pPr lvl="2" eaLnBrk="1" hangingPunct="1">
              <a:spcBef>
                <a:spcPts val="500"/>
              </a:spcBef>
              <a:buClr>
                <a:srgbClr val="3333CC"/>
              </a:buClr>
              <a:buSzPct val="50000"/>
              <a:buFont typeface="Wingdings" panose="05000000000000000000" pitchFamily="2" charset="2"/>
              <a:buChar char=""/>
            </a:pPr>
            <a:r>
              <a:rPr lang="en-US" altLang="en-US" sz="2000">
                <a:solidFill>
                  <a:srgbClr val="000000"/>
                </a:solidFill>
              </a:rPr>
              <a:t>A host knows one of the addresses (logical or physical), and can find the other at run time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ext Box 1">
            <a:extLst>
              <a:ext uri="{FF2B5EF4-FFF2-40B4-BE49-F238E27FC236}">
                <a16:creationId xmlns:a16="http://schemas.microsoft.com/office/drawing/2014/main" id="{5E7D7A07-3C15-3D6B-0342-4E7E9B89F28D}"/>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Address Resolution Protocol (ARP)</a:t>
            </a:r>
          </a:p>
        </p:txBody>
      </p:sp>
      <p:sp>
        <p:nvSpPr>
          <p:cNvPr id="120835" name="Text Box 2">
            <a:extLst>
              <a:ext uri="{FF2B5EF4-FFF2-40B4-BE49-F238E27FC236}">
                <a16:creationId xmlns:a16="http://schemas.microsoft.com/office/drawing/2014/main" id="{00CD2AC2-2F16-8BC1-EDAE-6506D3FC51BD}"/>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ext Box 1">
            <a:extLst>
              <a:ext uri="{FF2B5EF4-FFF2-40B4-BE49-F238E27FC236}">
                <a16:creationId xmlns:a16="http://schemas.microsoft.com/office/drawing/2014/main" id="{1ECDCA02-3D38-D529-D1A0-A26D9422C83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22883" name="Text Box 2">
            <a:extLst>
              <a:ext uri="{FF2B5EF4-FFF2-40B4-BE49-F238E27FC236}">
                <a16:creationId xmlns:a16="http://schemas.microsoft.com/office/drawing/2014/main" id="{496E9C08-5A14-8529-CF96-874D34D6B71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580A8E7-8F6F-44EA-B66E-0FEF2C4328BC}" type="slidenum">
              <a:rPr lang="en-US" altLang="en-US" sz="1400">
                <a:solidFill>
                  <a:srgbClr val="000000"/>
                </a:solidFill>
              </a:rPr>
              <a:pPr algn="r" eaLnBrk="1" hangingPunct="1">
                <a:buClrTx/>
                <a:buSzPct val="60000"/>
                <a:buFontTx/>
                <a:buNone/>
              </a:pPr>
              <a:t>59</a:t>
            </a:fld>
            <a:endParaRPr lang="en-US" altLang="en-US" sz="1400">
              <a:solidFill>
                <a:srgbClr val="000000"/>
              </a:solidFill>
            </a:endParaRPr>
          </a:p>
        </p:txBody>
      </p:sp>
      <p:grpSp>
        <p:nvGrpSpPr>
          <p:cNvPr id="122884" name="Group 3">
            <a:extLst>
              <a:ext uri="{FF2B5EF4-FFF2-40B4-BE49-F238E27FC236}">
                <a16:creationId xmlns:a16="http://schemas.microsoft.com/office/drawing/2014/main" id="{739C4316-1F74-96E1-10A2-9C2849DD8FAD}"/>
              </a:ext>
            </a:extLst>
          </p:cNvPr>
          <p:cNvGrpSpPr>
            <a:grpSpLocks/>
          </p:cNvGrpSpPr>
          <p:nvPr/>
        </p:nvGrpSpPr>
        <p:grpSpPr bwMode="auto">
          <a:xfrm>
            <a:off x="762000" y="1676400"/>
            <a:ext cx="7542213" cy="4189413"/>
            <a:chOff x="480" y="1056"/>
            <a:chExt cx="4751" cy="2639"/>
          </a:xfrm>
        </p:grpSpPr>
        <p:sp>
          <p:nvSpPr>
            <p:cNvPr id="122886" name="Rectangle 4">
              <a:extLst>
                <a:ext uri="{FF2B5EF4-FFF2-40B4-BE49-F238E27FC236}">
                  <a16:creationId xmlns:a16="http://schemas.microsoft.com/office/drawing/2014/main" id="{6F04E0DB-1C1C-FEFC-3BB8-0FAE42D27AD2}"/>
                </a:ext>
              </a:extLst>
            </p:cNvPr>
            <p:cNvSpPr>
              <a:spLocks noChangeArrowheads="1"/>
            </p:cNvSpPr>
            <p:nvPr/>
          </p:nvSpPr>
          <p:spPr bwMode="auto">
            <a:xfrm>
              <a:off x="480" y="1056"/>
              <a:ext cx="4751" cy="2639"/>
            </a:xfrm>
            <a:prstGeom prst="rect">
              <a:avLst/>
            </a:prstGeom>
            <a:solidFill>
              <a:srgbClr val="E9FFE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2887" name="Text Box 5">
              <a:extLst>
                <a:ext uri="{FF2B5EF4-FFF2-40B4-BE49-F238E27FC236}">
                  <a16:creationId xmlns:a16="http://schemas.microsoft.com/office/drawing/2014/main" id="{2C4BAF8F-3DBC-BE7A-73B9-B343AD1A2D5C}"/>
                </a:ext>
              </a:extLst>
            </p:cNvPr>
            <p:cNvSpPr txBox="1">
              <a:spLocks noChangeArrowheads="1"/>
            </p:cNvSpPr>
            <p:nvPr/>
          </p:nvSpPr>
          <p:spPr bwMode="auto">
            <a:xfrm>
              <a:off x="1352" y="1287"/>
              <a:ext cx="1225" cy="40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IP</a:t>
              </a:r>
            </a:p>
            <a:p>
              <a:pPr algn="ctr">
                <a:buClrTx/>
                <a:buSzPct val="60000"/>
                <a:buFontTx/>
                <a:buNone/>
              </a:pPr>
              <a:r>
                <a:rPr lang="en-US" altLang="en-US" sz="1400" b="1">
                  <a:solidFill>
                    <a:srgbClr val="000000"/>
                  </a:solidFill>
                  <a:latin typeface="Times New Roman" panose="02020603050405020304" pitchFamily="18" charset="0"/>
                </a:rPr>
                <a:t>address</a:t>
              </a:r>
            </a:p>
          </p:txBody>
        </p:sp>
        <p:sp>
          <p:nvSpPr>
            <p:cNvPr id="122888" name="Line 6">
              <a:extLst>
                <a:ext uri="{FF2B5EF4-FFF2-40B4-BE49-F238E27FC236}">
                  <a16:creationId xmlns:a16="http://schemas.microsoft.com/office/drawing/2014/main" id="{BA93863F-0319-D7B7-7380-FBB99F3B31B9}"/>
                </a:ext>
              </a:extLst>
            </p:cNvPr>
            <p:cNvSpPr>
              <a:spLocks noChangeShapeType="1"/>
            </p:cNvSpPr>
            <p:nvPr/>
          </p:nvSpPr>
          <p:spPr bwMode="auto">
            <a:xfrm>
              <a:off x="1974" y="1688"/>
              <a:ext cx="0" cy="43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2889" name="Text Box 7">
              <a:extLst>
                <a:ext uri="{FF2B5EF4-FFF2-40B4-BE49-F238E27FC236}">
                  <a16:creationId xmlns:a16="http://schemas.microsoft.com/office/drawing/2014/main" id="{E9479CC7-3910-D76E-61C4-ECCD5A919063}"/>
                </a:ext>
              </a:extLst>
            </p:cNvPr>
            <p:cNvSpPr txBox="1">
              <a:spLocks noChangeArrowheads="1"/>
            </p:cNvSpPr>
            <p:nvPr/>
          </p:nvSpPr>
          <p:spPr bwMode="auto">
            <a:xfrm>
              <a:off x="889" y="2128"/>
              <a:ext cx="2068" cy="42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Address Resolution Protocol </a:t>
              </a:r>
            </a:p>
            <a:p>
              <a:pPr algn="ctr">
                <a:buClrTx/>
                <a:buSzPct val="60000"/>
                <a:buFontTx/>
                <a:buNone/>
              </a:pPr>
              <a:r>
                <a:rPr lang="en-US" altLang="en-US" sz="1400" b="1">
                  <a:solidFill>
                    <a:srgbClr val="000000"/>
                  </a:solidFill>
                  <a:latin typeface="Times New Roman" panose="02020603050405020304" pitchFamily="18" charset="0"/>
                </a:rPr>
                <a:t>(ARP)</a:t>
              </a:r>
            </a:p>
          </p:txBody>
        </p:sp>
        <p:sp>
          <p:nvSpPr>
            <p:cNvPr id="122890" name="Text Box 8">
              <a:extLst>
                <a:ext uri="{FF2B5EF4-FFF2-40B4-BE49-F238E27FC236}">
                  <a16:creationId xmlns:a16="http://schemas.microsoft.com/office/drawing/2014/main" id="{D41CD681-3BF1-44AA-0B07-680DA78787D6}"/>
                </a:ext>
              </a:extLst>
            </p:cNvPr>
            <p:cNvSpPr txBox="1">
              <a:spLocks noChangeArrowheads="1"/>
            </p:cNvSpPr>
            <p:nvPr/>
          </p:nvSpPr>
          <p:spPr bwMode="auto">
            <a:xfrm>
              <a:off x="1320" y="2999"/>
              <a:ext cx="1289" cy="40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Physical address</a:t>
              </a:r>
            </a:p>
          </p:txBody>
        </p:sp>
        <p:sp>
          <p:nvSpPr>
            <p:cNvPr id="122891" name="Line 9">
              <a:extLst>
                <a:ext uri="{FF2B5EF4-FFF2-40B4-BE49-F238E27FC236}">
                  <a16:creationId xmlns:a16="http://schemas.microsoft.com/office/drawing/2014/main" id="{BEF99C58-E8A4-BEF2-BEE7-9D2796DCDF90}"/>
                </a:ext>
              </a:extLst>
            </p:cNvPr>
            <p:cNvSpPr>
              <a:spLocks noChangeShapeType="1"/>
            </p:cNvSpPr>
            <p:nvPr/>
          </p:nvSpPr>
          <p:spPr bwMode="auto">
            <a:xfrm>
              <a:off x="1980" y="2556"/>
              <a:ext cx="0" cy="43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2892" name="Text Box 10">
              <a:extLst>
                <a:ext uri="{FF2B5EF4-FFF2-40B4-BE49-F238E27FC236}">
                  <a16:creationId xmlns:a16="http://schemas.microsoft.com/office/drawing/2014/main" id="{E0D642ED-5E1C-FA7B-D6D6-73EDCC22289C}"/>
                </a:ext>
              </a:extLst>
            </p:cNvPr>
            <p:cNvSpPr txBox="1">
              <a:spLocks noChangeArrowheads="1"/>
            </p:cNvSpPr>
            <p:nvPr/>
          </p:nvSpPr>
          <p:spPr bwMode="auto">
            <a:xfrm>
              <a:off x="3409" y="1296"/>
              <a:ext cx="1225" cy="401"/>
            </a:xfrm>
            <a:prstGeom prst="rect">
              <a:avLst/>
            </a:prstGeom>
            <a:solidFill>
              <a:srgbClr val="EBFFEB"/>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Input</a:t>
              </a:r>
            </a:p>
          </p:txBody>
        </p:sp>
        <p:sp>
          <p:nvSpPr>
            <p:cNvPr id="122893" name="Text Box 11">
              <a:extLst>
                <a:ext uri="{FF2B5EF4-FFF2-40B4-BE49-F238E27FC236}">
                  <a16:creationId xmlns:a16="http://schemas.microsoft.com/office/drawing/2014/main" id="{624FAFBA-B62C-F74F-0704-3F61B040E9A3}"/>
                </a:ext>
              </a:extLst>
            </p:cNvPr>
            <p:cNvSpPr txBox="1">
              <a:spLocks noChangeArrowheads="1"/>
            </p:cNvSpPr>
            <p:nvPr/>
          </p:nvSpPr>
          <p:spPr bwMode="auto">
            <a:xfrm>
              <a:off x="3376" y="2999"/>
              <a:ext cx="1290" cy="401"/>
            </a:xfrm>
            <a:prstGeom prst="rect">
              <a:avLst/>
            </a:prstGeom>
            <a:solidFill>
              <a:srgbClr val="EBFFEB"/>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Output</a:t>
              </a:r>
            </a:p>
          </p:txBody>
        </p:sp>
      </p:grpSp>
      <p:sp>
        <p:nvSpPr>
          <p:cNvPr id="122885" name="Text Box 12">
            <a:extLst>
              <a:ext uri="{FF2B5EF4-FFF2-40B4-BE49-F238E27FC236}">
                <a16:creationId xmlns:a16="http://schemas.microsoft.com/office/drawing/2014/main" id="{4D87C8B1-F6D6-14F4-FD59-B4FD461A22B3}"/>
              </a:ext>
            </a:extLst>
          </p:cNvPr>
          <p:cNvSpPr txBox="1">
            <a:spLocks noChangeArrowheads="1"/>
          </p:cNvSpPr>
          <p:nvPr/>
        </p:nvSpPr>
        <p:spPr bwMode="auto">
          <a:xfrm>
            <a:off x="762000" y="762000"/>
            <a:ext cx="536575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Address Resolution Protocol (ARP)</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ext Box 1">
            <a:extLst>
              <a:ext uri="{FF2B5EF4-FFF2-40B4-BE49-F238E27FC236}">
                <a16:creationId xmlns:a16="http://schemas.microsoft.com/office/drawing/2014/main" id="{978FEFED-6061-058A-94B1-6C4FCC8E041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24931" name="Text Box 2">
            <a:extLst>
              <a:ext uri="{FF2B5EF4-FFF2-40B4-BE49-F238E27FC236}">
                <a16:creationId xmlns:a16="http://schemas.microsoft.com/office/drawing/2014/main" id="{BF9255E2-0755-311E-BA9D-57DF4DBE2DA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102CE61-3958-4CAA-91A4-2C6FB01AC694}" type="slidenum">
              <a:rPr lang="en-US" altLang="en-US" sz="1400">
                <a:solidFill>
                  <a:srgbClr val="000000"/>
                </a:solidFill>
              </a:rPr>
              <a:pPr algn="r" eaLnBrk="1" hangingPunct="1">
                <a:buClrTx/>
                <a:buSzPct val="60000"/>
                <a:buFontTx/>
                <a:buNone/>
              </a:pPr>
              <a:t>60</a:t>
            </a:fld>
            <a:endParaRPr lang="en-US" altLang="en-US" sz="1400">
              <a:solidFill>
                <a:srgbClr val="000000"/>
              </a:solidFill>
            </a:endParaRPr>
          </a:p>
        </p:txBody>
      </p:sp>
      <p:grpSp>
        <p:nvGrpSpPr>
          <p:cNvPr id="124932" name="Group 3">
            <a:extLst>
              <a:ext uri="{FF2B5EF4-FFF2-40B4-BE49-F238E27FC236}">
                <a16:creationId xmlns:a16="http://schemas.microsoft.com/office/drawing/2014/main" id="{81B80C11-9296-F3DB-52AD-EF6B460E8F61}"/>
              </a:ext>
            </a:extLst>
          </p:cNvPr>
          <p:cNvGrpSpPr>
            <a:grpSpLocks/>
          </p:cNvGrpSpPr>
          <p:nvPr/>
        </p:nvGrpSpPr>
        <p:grpSpPr bwMode="auto">
          <a:xfrm>
            <a:off x="533400" y="-9525"/>
            <a:ext cx="8075613" cy="6561138"/>
            <a:chOff x="336" y="-6"/>
            <a:chExt cx="5087" cy="4133"/>
          </a:xfrm>
        </p:grpSpPr>
        <p:sp>
          <p:nvSpPr>
            <p:cNvPr id="124933" name="Text Box 4">
              <a:extLst>
                <a:ext uri="{FF2B5EF4-FFF2-40B4-BE49-F238E27FC236}">
                  <a16:creationId xmlns:a16="http://schemas.microsoft.com/office/drawing/2014/main" id="{7CEE958A-8061-C062-A82F-9C79A6E2A432}"/>
                </a:ext>
              </a:extLst>
            </p:cNvPr>
            <p:cNvSpPr txBox="1">
              <a:spLocks noChangeArrowheads="1"/>
            </p:cNvSpPr>
            <p:nvPr/>
          </p:nvSpPr>
          <p:spPr bwMode="auto">
            <a:xfrm>
              <a:off x="336" y="384"/>
              <a:ext cx="5087" cy="374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buSzPct val="60000"/>
                <a:buFont typeface="Times New Roman" panose="02020603050405020304" pitchFamily="18" charset="0"/>
                <a:buChar char="("/>
              </a:pPr>
              <a:r>
                <a:rPr lang="en-US" altLang="en-US" sz="1200" b="1">
                  <a:solidFill>
                    <a:srgbClr val="000000"/>
                  </a:solidFill>
                  <a:latin typeface="Times New Roman" panose="02020603050405020304" pitchFamily="18" charset="0"/>
                </a:rPr>
                <a:t>a) A  router or a host sends an ARP query datagram.</a:t>
              </a: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r>
                <a:rPr lang="en-US" altLang="en-US" sz="1200" b="1">
                  <a:solidFill>
                    <a:srgbClr val="000000"/>
                  </a:solidFill>
                  <a:latin typeface="Times New Roman" panose="02020603050405020304" pitchFamily="18" charset="0"/>
                </a:rPr>
                <a:t>(b) Only the concerned host replies back and also sends its physical address</a:t>
              </a:r>
            </a:p>
          </p:txBody>
        </p:sp>
        <p:sp>
          <p:nvSpPr>
            <p:cNvPr id="124934" name="Freeform 5">
              <a:extLst>
                <a:ext uri="{FF2B5EF4-FFF2-40B4-BE49-F238E27FC236}">
                  <a16:creationId xmlns:a16="http://schemas.microsoft.com/office/drawing/2014/main" id="{4C0144B6-E8C1-AC2F-7175-393AC8F21F4C}"/>
                </a:ext>
              </a:extLst>
            </p:cNvPr>
            <p:cNvSpPr>
              <a:spLocks noChangeArrowheads="1"/>
            </p:cNvSpPr>
            <p:nvPr/>
          </p:nvSpPr>
          <p:spPr bwMode="auto">
            <a:xfrm>
              <a:off x="455" y="582"/>
              <a:ext cx="550"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8 w 21600"/>
                <a:gd name="T43" fmla="*/ 2549 h 21600"/>
                <a:gd name="T44" fmla="*/ 16730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35" name="Line 6">
              <a:extLst>
                <a:ext uri="{FF2B5EF4-FFF2-40B4-BE49-F238E27FC236}">
                  <a16:creationId xmlns:a16="http://schemas.microsoft.com/office/drawing/2014/main" id="{00878CC2-1FBF-868C-8442-2CF101ED1D60}"/>
                </a:ext>
              </a:extLst>
            </p:cNvPr>
            <p:cNvSpPr>
              <a:spLocks noChangeShapeType="1"/>
            </p:cNvSpPr>
            <p:nvPr/>
          </p:nvSpPr>
          <p:spPr bwMode="auto">
            <a:xfrm>
              <a:off x="959" y="708"/>
              <a:ext cx="330"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36" name="Text Box 7">
              <a:extLst>
                <a:ext uri="{FF2B5EF4-FFF2-40B4-BE49-F238E27FC236}">
                  <a16:creationId xmlns:a16="http://schemas.microsoft.com/office/drawing/2014/main" id="{9163AA16-CFF9-AAD5-E48E-4BE54B82E09C}"/>
                </a:ext>
              </a:extLst>
            </p:cNvPr>
            <p:cNvSpPr txBox="1">
              <a:spLocks noChangeArrowheads="1"/>
            </p:cNvSpPr>
            <p:nvPr/>
          </p:nvSpPr>
          <p:spPr bwMode="auto">
            <a:xfrm>
              <a:off x="1253" y="510"/>
              <a:ext cx="2777" cy="346"/>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Hi! I am looking for a node whose IP address is 120.91.10.157.</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124937" name="Freeform 8">
              <a:extLst>
                <a:ext uri="{FF2B5EF4-FFF2-40B4-BE49-F238E27FC236}">
                  <a16:creationId xmlns:a16="http://schemas.microsoft.com/office/drawing/2014/main" id="{00A191E0-3C9B-09FF-8424-26F830893AB9}"/>
                </a:ext>
              </a:extLst>
            </p:cNvPr>
            <p:cNvSpPr>
              <a:spLocks noChangeArrowheads="1"/>
            </p:cNvSpPr>
            <p:nvPr/>
          </p:nvSpPr>
          <p:spPr bwMode="auto">
            <a:xfrm>
              <a:off x="2128" y="1149"/>
              <a:ext cx="551" cy="3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56 h 21600"/>
                <a:gd name="T44" fmla="*/ 16739 w 21600"/>
                <a:gd name="T45" fmla="*/ 1112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38" name="Freeform 9">
              <a:extLst>
                <a:ext uri="{FF2B5EF4-FFF2-40B4-BE49-F238E27FC236}">
                  <a16:creationId xmlns:a16="http://schemas.microsoft.com/office/drawing/2014/main" id="{640256FD-9D3C-F7EF-5D14-93BFCF98E813}"/>
                </a:ext>
              </a:extLst>
            </p:cNvPr>
            <p:cNvSpPr>
              <a:spLocks noChangeArrowheads="1"/>
            </p:cNvSpPr>
            <p:nvPr/>
          </p:nvSpPr>
          <p:spPr bwMode="auto">
            <a:xfrm>
              <a:off x="2799" y="1156"/>
              <a:ext cx="551" cy="3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56 h 21600"/>
                <a:gd name="T44" fmla="*/ 16739 w 21600"/>
                <a:gd name="T45" fmla="*/ 1112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39" name="Freeform 10">
              <a:extLst>
                <a:ext uri="{FF2B5EF4-FFF2-40B4-BE49-F238E27FC236}">
                  <a16:creationId xmlns:a16="http://schemas.microsoft.com/office/drawing/2014/main" id="{4032D018-04C8-CEAD-C29E-27D4180E58A3}"/>
                </a:ext>
              </a:extLst>
            </p:cNvPr>
            <p:cNvSpPr>
              <a:spLocks noChangeArrowheads="1"/>
            </p:cNvSpPr>
            <p:nvPr/>
          </p:nvSpPr>
          <p:spPr bwMode="auto">
            <a:xfrm>
              <a:off x="3479" y="1149"/>
              <a:ext cx="551" cy="3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56 h 21600"/>
                <a:gd name="T44" fmla="*/ 16739 w 21600"/>
                <a:gd name="T45" fmla="*/ 1112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40" name="Freeform 11">
              <a:extLst>
                <a:ext uri="{FF2B5EF4-FFF2-40B4-BE49-F238E27FC236}">
                  <a16:creationId xmlns:a16="http://schemas.microsoft.com/office/drawing/2014/main" id="{C4C60E6A-4777-085A-C535-84A0A2B577AB}"/>
                </a:ext>
              </a:extLst>
            </p:cNvPr>
            <p:cNvSpPr>
              <a:spLocks noChangeArrowheads="1"/>
            </p:cNvSpPr>
            <p:nvPr/>
          </p:nvSpPr>
          <p:spPr bwMode="auto">
            <a:xfrm>
              <a:off x="4132" y="1141"/>
              <a:ext cx="551"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49 h 21600"/>
                <a:gd name="T44" fmla="*/ 16739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41" name="Freeform 12">
              <a:extLst>
                <a:ext uri="{FF2B5EF4-FFF2-40B4-BE49-F238E27FC236}">
                  <a16:creationId xmlns:a16="http://schemas.microsoft.com/office/drawing/2014/main" id="{BFE0516C-D842-9901-AA9D-88ED2A0D9B56}"/>
                </a:ext>
              </a:extLst>
            </p:cNvPr>
            <p:cNvSpPr>
              <a:spLocks noChangeArrowheads="1"/>
            </p:cNvSpPr>
            <p:nvPr/>
          </p:nvSpPr>
          <p:spPr bwMode="auto">
            <a:xfrm>
              <a:off x="4776" y="1134"/>
              <a:ext cx="550"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8 w 21600"/>
                <a:gd name="T43" fmla="*/ 2549 h 21600"/>
                <a:gd name="T44" fmla="*/ 16730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42" name="Line 13">
              <a:extLst>
                <a:ext uri="{FF2B5EF4-FFF2-40B4-BE49-F238E27FC236}">
                  <a16:creationId xmlns:a16="http://schemas.microsoft.com/office/drawing/2014/main" id="{FA378577-52E3-2A71-957D-5355833AB042}"/>
                </a:ext>
              </a:extLst>
            </p:cNvPr>
            <p:cNvSpPr>
              <a:spLocks noChangeShapeType="1"/>
            </p:cNvSpPr>
            <p:nvPr/>
          </p:nvSpPr>
          <p:spPr bwMode="auto">
            <a:xfrm>
              <a:off x="463" y="1027"/>
              <a:ext cx="4834" cy="0"/>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3" name="Line 14">
              <a:extLst>
                <a:ext uri="{FF2B5EF4-FFF2-40B4-BE49-F238E27FC236}">
                  <a16:creationId xmlns:a16="http://schemas.microsoft.com/office/drawing/2014/main" id="{92BE7792-13CA-EEE5-1B1F-625412888A64}"/>
                </a:ext>
              </a:extLst>
            </p:cNvPr>
            <p:cNvSpPr>
              <a:spLocks noChangeShapeType="1"/>
            </p:cNvSpPr>
            <p:nvPr/>
          </p:nvSpPr>
          <p:spPr bwMode="auto">
            <a:xfrm>
              <a:off x="739" y="922"/>
              <a:ext cx="0" cy="10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4" name="Line 15">
              <a:extLst>
                <a:ext uri="{FF2B5EF4-FFF2-40B4-BE49-F238E27FC236}">
                  <a16:creationId xmlns:a16="http://schemas.microsoft.com/office/drawing/2014/main" id="{53B57235-73C8-9AB9-6A15-A0D891B7E540}"/>
                </a:ext>
              </a:extLst>
            </p:cNvPr>
            <p:cNvSpPr>
              <a:spLocks noChangeShapeType="1"/>
            </p:cNvSpPr>
            <p:nvPr/>
          </p:nvSpPr>
          <p:spPr bwMode="auto">
            <a:xfrm>
              <a:off x="2421" y="1027"/>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5" name="Line 16">
              <a:extLst>
                <a:ext uri="{FF2B5EF4-FFF2-40B4-BE49-F238E27FC236}">
                  <a16:creationId xmlns:a16="http://schemas.microsoft.com/office/drawing/2014/main" id="{391A339E-6FD0-7DE6-3D31-104699A624DB}"/>
                </a:ext>
              </a:extLst>
            </p:cNvPr>
            <p:cNvSpPr>
              <a:spLocks noChangeShapeType="1"/>
            </p:cNvSpPr>
            <p:nvPr/>
          </p:nvSpPr>
          <p:spPr bwMode="auto">
            <a:xfrm>
              <a:off x="3146" y="1020"/>
              <a:ext cx="0" cy="12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6" name="Line 17">
              <a:extLst>
                <a:ext uri="{FF2B5EF4-FFF2-40B4-BE49-F238E27FC236}">
                  <a16:creationId xmlns:a16="http://schemas.microsoft.com/office/drawing/2014/main" id="{97FA1011-3401-64EB-9348-3760170A5481}"/>
                </a:ext>
              </a:extLst>
            </p:cNvPr>
            <p:cNvSpPr>
              <a:spLocks noChangeShapeType="1"/>
            </p:cNvSpPr>
            <p:nvPr/>
          </p:nvSpPr>
          <p:spPr bwMode="auto">
            <a:xfrm>
              <a:off x="3726" y="1034"/>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7" name="Line 18">
              <a:extLst>
                <a:ext uri="{FF2B5EF4-FFF2-40B4-BE49-F238E27FC236}">
                  <a16:creationId xmlns:a16="http://schemas.microsoft.com/office/drawing/2014/main" id="{D0F558AB-7647-1433-3B43-58C04ABA346D}"/>
                </a:ext>
              </a:extLst>
            </p:cNvPr>
            <p:cNvSpPr>
              <a:spLocks noChangeShapeType="1"/>
            </p:cNvSpPr>
            <p:nvPr/>
          </p:nvSpPr>
          <p:spPr bwMode="auto">
            <a:xfrm>
              <a:off x="4425" y="1034"/>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8" name="Line 19">
              <a:extLst>
                <a:ext uri="{FF2B5EF4-FFF2-40B4-BE49-F238E27FC236}">
                  <a16:creationId xmlns:a16="http://schemas.microsoft.com/office/drawing/2014/main" id="{7B360AE6-08F3-D158-F945-7AB10153E64A}"/>
                </a:ext>
              </a:extLst>
            </p:cNvPr>
            <p:cNvSpPr>
              <a:spLocks noChangeShapeType="1"/>
            </p:cNvSpPr>
            <p:nvPr/>
          </p:nvSpPr>
          <p:spPr bwMode="auto">
            <a:xfrm>
              <a:off x="5023" y="1013"/>
              <a:ext cx="0" cy="12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49" name="Line 20">
              <a:extLst>
                <a:ext uri="{FF2B5EF4-FFF2-40B4-BE49-F238E27FC236}">
                  <a16:creationId xmlns:a16="http://schemas.microsoft.com/office/drawing/2014/main" id="{E40A182C-2A55-E9AA-D247-7FFF2DFA644B}"/>
                </a:ext>
              </a:extLst>
            </p:cNvPr>
            <p:cNvSpPr>
              <a:spLocks noChangeShapeType="1"/>
            </p:cNvSpPr>
            <p:nvPr/>
          </p:nvSpPr>
          <p:spPr bwMode="auto">
            <a:xfrm>
              <a:off x="2128" y="857"/>
              <a:ext cx="271" cy="1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50" name="Line 21">
              <a:extLst>
                <a:ext uri="{FF2B5EF4-FFF2-40B4-BE49-F238E27FC236}">
                  <a16:creationId xmlns:a16="http://schemas.microsoft.com/office/drawing/2014/main" id="{A4FF4DEC-658C-A5D5-74B7-02CF35CDB35E}"/>
                </a:ext>
              </a:extLst>
            </p:cNvPr>
            <p:cNvSpPr>
              <a:spLocks noChangeShapeType="1"/>
            </p:cNvSpPr>
            <p:nvPr/>
          </p:nvSpPr>
          <p:spPr bwMode="auto">
            <a:xfrm>
              <a:off x="2799" y="857"/>
              <a:ext cx="320" cy="1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51" name="Line 22">
              <a:extLst>
                <a:ext uri="{FF2B5EF4-FFF2-40B4-BE49-F238E27FC236}">
                  <a16:creationId xmlns:a16="http://schemas.microsoft.com/office/drawing/2014/main" id="{5A8D9667-13C5-A9F5-FAFD-BC6040C405D7}"/>
                </a:ext>
              </a:extLst>
            </p:cNvPr>
            <p:cNvSpPr>
              <a:spLocks noChangeShapeType="1"/>
            </p:cNvSpPr>
            <p:nvPr/>
          </p:nvSpPr>
          <p:spPr bwMode="auto">
            <a:xfrm>
              <a:off x="3479" y="857"/>
              <a:ext cx="264" cy="1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52" name="Line 23">
              <a:extLst>
                <a:ext uri="{FF2B5EF4-FFF2-40B4-BE49-F238E27FC236}">
                  <a16:creationId xmlns:a16="http://schemas.microsoft.com/office/drawing/2014/main" id="{752329AC-0E2E-4354-F173-7108E2E0AF1A}"/>
                </a:ext>
              </a:extLst>
            </p:cNvPr>
            <p:cNvSpPr>
              <a:spLocks noChangeShapeType="1"/>
            </p:cNvSpPr>
            <p:nvPr/>
          </p:nvSpPr>
          <p:spPr bwMode="auto">
            <a:xfrm>
              <a:off x="3948" y="857"/>
              <a:ext cx="515" cy="1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53" name="Line 24">
              <a:extLst>
                <a:ext uri="{FF2B5EF4-FFF2-40B4-BE49-F238E27FC236}">
                  <a16:creationId xmlns:a16="http://schemas.microsoft.com/office/drawing/2014/main" id="{CA82F485-E60B-25AB-8939-56F8A50010FB}"/>
                </a:ext>
              </a:extLst>
            </p:cNvPr>
            <p:cNvSpPr>
              <a:spLocks noChangeShapeType="1"/>
            </p:cNvSpPr>
            <p:nvPr/>
          </p:nvSpPr>
          <p:spPr bwMode="auto">
            <a:xfrm>
              <a:off x="4031" y="686"/>
              <a:ext cx="1008" cy="32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54" name="Text Box 25">
              <a:extLst>
                <a:ext uri="{FF2B5EF4-FFF2-40B4-BE49-F238E27FC236}">
                  <a16:creationId xmlns:a16="http://schemas.microsoft.com/office/drawing/2014/main" id="{21865203-64DB-17C0-8E4F-9F0629F52AF1}"/>
                </a:ext>
              </a:extLst>
            </p:cNvPr>
            <p:cNvSpPr txBox="1">
              <a:spLocks noChangeArrowheads="1"/>
            </p:cNvSpPr>
            <p:nvPr/>
          </p:nvSpPr>
          <p:spPr bwMode="auto">
            <a:xfrm>
              <a:off x="4091" y="418"/>
              <a:ext cx="845" cy="26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ARP query datagram</a:t>
              </a:r>
            </a:p>
          </p:txBody>
        </p:sp>
        <p:sp>
          <p:nvSpPr>
            <p:cNvPr id="124955" name="Freeform 26">
              <a:extLst>
                <a:ext uri="{FF2B5EF4-FFF2-40B4-BE49-F238E27FC236}">
                  <a16:creationId xmlns:a16="http://schemas.microsoft.com/office/drawing/2014/main" id="{81751DBF-53A0-BADE-24BD-75A0C2529563}"/>
                </a:ext>
              </a:extLst>
            </p:cNvPr>
            <p:cNvSpPr>
              <a:spLocks noChangeArrowheads="1"/>
            </p:cNvSpPr>
            <p:nvPr/>
          </p:nvSpPr>
          <p:spPr bwMode="auto">
            <a:xfrm>
              <a:off x="455" y="2083"/>
              <a:ext cx="550" cy="3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8 w 21600"/>
                <a:gd name="T43" fmla="*/ 2556 h 21600"/>
                <a:gd name="T44" fmla="*/ 16730 w 21600"/>
                <a:gd name="T45" fmla="*/ 1112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56" name="Text Box 27">
              <a:extLst>
                <a:ext uri="{FF2B5EF4-FFF2-40B4-BE49-F238E27FC236}">
                  <a16:creationId xmlns:a16="http://schemas.microsoft.com/office/drawing/2014/main" id="{C19C1D00-60D9-09AB-6967-2333DEA86033}"/>
                </a:ext>
              </a:extLst>
            </p:cNvPr>
            <p:cNvSpPr txBox="1">
              <a:spLocks noChangeArrowheads="1"/>
            </p:cNvSpPr>
            <p:nvPr/>
          </p:nvSpPr>
          <p:spPr bwMode="auto">
            <a:xfrm>
              <a:off x="1906" y="3334"/>
              <a:ext cx="2777" cy="411"/>
            </a:xfrm>
            <a:prstGeom prst="rect">
              <a:avLst/>
            </a:prstGeom>
            <a:solidFill>
              <a:srgbClr val="FF7C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Here you go! I am the one whose IP address is 120.91.10.157. My physical address is A71FG1415TA</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124957" name="Freeform 28">
              <a:extLst>
                <a:ext uri="{FF2B5EF4-FFF2-40B4-BE49-F238E27FC236}">
                  <a16:creationId xmlns:a16="http://schemas.microsoft.com/office/drawing/2014/main" id="{53ADFE9D-3A38-0A13-BEEA-BBD63E5B8FF7}"/>
                </a:ext>
              </a:extLst>
            </p:cNvPr>
            <p:cNvSpPr>
              <a:spLocks noChangeArrowheads="1"/>
            </p:cNvSpPr>
            <p:nvPr/>
          </p:nvSpPr>
          <p:spPr bwMode="auto">
            <a:xfrm>
              <a:off x="2128" y="2649"/>
              <a:ext cx="551"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49 h 21600"/>
                <a:gd name="T44" fmla="*/ 16739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58" name="Freeform 29">
              <a:extLst>
                <a:ext uri="{FF2B5EF4-FFF2-40B4-BE49-F238E27FC236}">
                  <a16:creationId xmlns:a16="http://schemas.microsoft.com/office/drawing/2014/main" id="{529ADBCA-59F9-F1FA-E4BE-9C5C2B255393}"/>
                </a:ext>
              </a:extLst>
            </p:cNvPr>
            <p:cNvSpPr>
              <a:spLocks noChangeArrowheads="1"/>
            </p:cNvSpPr>
            <p:nvPr/>
          </p:nvSpPr>
          <p:spPr bwMode="auto">
            <a:xfrm>
              <a:off x="2799" y="2656"/>
              <a:ext cx="551"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49 h 21600"/>
                <a:gd name="T44" fmla="*/ 16739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59" name="Freeform 30">
              <a:extLst>
                <a:ext uri="{FF2B5EF4-FFF2-40B4-BE49-F238E27FC236}">
                  <a16:creationId xmlns:a16="http://schemas.microsoft.com/office/drawing/2014/main" id="{EAD455B5-C2AD-7D11-D093-A3486CD51BE6}"/>
                </a:ext>
              </a:extLst>
            </p:cNvPr>
            <p:cNvSpPr>
              <a:spLocks noChangeArrowheads="1"/>
            </p:cNvSpPr>
            <p:nvPr/>
          </p:nvSpPr>
          <p:spPr bwMode="auto">
            <a:xfrm>
              <a:off x="3479" y="2649"/>
              <a:ext cx="551"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49 h 21600"/>
                <a:gd name="T44" fmla="*/ 16739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60" name="Freeform 31">
              <a:extLst>
                <a:ext uri="{FF2B5EF4-FFF2-40B4-BE49-F238E27FC236}">
                  <a16:creationId xmlns:a16="http://schemas.microsoft.com/office/drawing/2014/main" id="{194C87DE-9B18-E32A-427C-3B8AB5DDAF74}"/>
                </a:ext>
              </a:extLst>
            </p:cNvPr>
            <p:cNvSpPr>
              <a:spLocks noChangeArrowheads="1"/>
            </p:cNvSpPr>
            <p:nvPr/>
          </p:nvSpPr>
          <p:spPr bwMode="auto">
            <a:xfrm>
              <a:off x="4132" y="2642"/>
              <a:ext cx="551"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49 h 21600"/>
                <a:gd name="T44" fmla="*/ 16739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61" name="Freeform 32">
              <a:extLst>
                <a:ext uri="{FF2B5EF4-FFF2-40B4-BE49-F238E27FC236}">
                  <a16:creationId xmlns:a16="http://schemas.microsoft.com/office/drawing/2014/main" id="{A8742C75-77E5-7CE4-22C6-C2498D9F7C5A}"/>
                </a:ext>
              </a:extLst>
            </p:cNvPr>
            <p:cNvSpPr>
              <a:spLocks noChangeArrowheads="1"/>
            </p:cNvSpPr>
            <p:nvPr/>
          </p:nvSpPr>
          <p:spPr bwMode="auto">
            <a:xfrm>
              <a:off x="4776" y="2635"/>
              <a:ext cx="550" cy="3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8 w 21600"/>
                <a:gd name="T43" fmla="*/ 2549 h 21600"/>
                <a:gd name="T44" fmla="*/ 16730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CC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24962" name="Line 33">
              <a:extLst>
                <a:ext uri="{FF2B5EF4-FFF2-40B4-BE49-F238E27FC236}">
                  <a16:creationId xmlns:a16="http://schemas.microsoft.com/office/drawing/2014/main" id="{24912664-ECF6-CF7F-25B3-0DD8408ED35D}"/>
                </a:ext>
              </a:extLst>
            </p:cNvPr>
            <p:cNvSpPr>
              <a:spLocks noChangeShapeType="1"/>
            </p:cNvSpPr>
            <p:nvPr/>
          </p:nvSpPr>
          <p:spPr bwMode="auto">
            <a:xfrm>
              <a:off x="463" y="2527"/>
              <a:ext cx="4834" cy="0"/>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3" name="Line 34">
              <a:extLst>
                <a:ext uri="{FF2B5EF4-FFF2-40B4-BE49-F238E27FC236}">
                  <a16:creationId xmlns:a16="http://schemas.microsoft.com/office/drawing/2014/main" id="{342973FB-F5DC-1E22-74C0-C9DA8B34B7FD}"/>
                </a:ext>
              </a:extLst>
            </p:cNvPr>
            <p:cNvSpPr>
              <a:spLocks noChangeShapeType="1"/>
            </p:cNvSpPr>
            <p:nvPr/>
          </p:nvSpPr>
          <p:spPr bwMode="auto">
            <a:xfrm>
              <a:off x="2421" y="2527"/>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4" name="Line 35">
              <a:extLst>
                <a:ext uri="{FF2B5EF4-FFF2-40B4-BE49-F238E27FC236}">
                  <a16:creationId xmlns:a16="http://schemas.microsoft.com/office/drawing/2014/main" id="{C7A768F4-EA39-2285-EF75-9B32BBFE4A1C}"/>
                </a:ext>
              </a:extLst>
            </p:cNvPr>
            <p:cNvSpPr>
              <a:spLocks noChangeShapeType="1"/>
            </p:cNvSpPr>
            <p:nvPr/>
          </p:nvSpPr>
          <p:spPr bwMode="auto">
            <a:xfrm>
              <a:off x="3146" y="2520"/>
              <a:ext cx="0" cy="12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5" name="Line 36">
              <a:extLst>
                <a:ext uri="{FF2B5EF4-FFF2-40B4-BE49-F238E27FC236}">
                  <a16:creationId xmlns:a16="http://schemas.microsoft.com/office/drawing/2014/main" id="{D3DF3629-59AA-C761-ED4F-7E2C7B2477DF}"/>
                </a:ext>
              </a:extLst>
            </p:cNvPr>
            <p:cNvSpPr>
              <a:spLocks noChangeShapeType="1"/>
            </p:cNvSpPr>
            <p:nvPr/>
          </p:nvSpPr>
          <p:spPr bwMode="auto">
            <a:xfrm>
              <a:off x="3726" y="2534"/>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6" name="Line 37">
              <a:extLst>
                <a:ext uri="{FF2B5EF4-FFF2-40B4-BE49-F238E27FC236}">
                  <a16:creationId xmlns:a16="http://schemas.microsoft.com/office/drawing/2014/main" id="{ECB30818-5C8C-2EA1-8F48-8F4CC05F7C23}"/>
                </a:ext>
              </a:extLst>
            </p:cNvPr>
            <p:cNvSpPr>
              <a:spLocks noChangeShapeType="1"/>
            </p:cNvSpPr>
            <p:nvPr/>
          </p:nvSpPr>
          <p:spPr bwMode="auto">
            <a:xfrm>
              <a:off x="4425" y="2534"/>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7" name="Line 38">
              <a:extLst>
                <a:ext uri="{FF2B5EF4-FFF2-40B4-BE49-F238E27FC236}">
                  <a16:creationId xmlns:a16="http://schemas.microsoft.com/office/drawing/2014/main" id="{120A6660-0AFB-BE94-E64B-7C960A8B8397}"/>
                </a:ext>
              </a:extLst>
            </p:cNvPr>
            <p:cNvSpPr>
              <a:spLocks noChangeShapeType="1"/>
            </p:cNvSpPr>
            <p:nvPr/>
          </p:nvSpPr>
          <p:spPr bwMode="auto">
            <a:xfrm>
              <a:off x="5023" y="2513"/>
              <a:ext cx="0" cy="12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68" name="Text Box 39">
              <a:extLst>
                <a:ext uri="{FF2B5EF4-FFF2-40B4-BE49-F238E27FC236}">
                  <a16:creationId xmlns:a16="http://schemas.microsoft.com/office/drawing/2014/main" id="{39679B7D-DF2F-C696-4BE1-CEB88D987487}"/>
                </a:ext>
              </a:extLst>
            </p:cNvPr>
            <p:cNvSpPr txBox="1">
              <a:spLocks noChangeArrowheads="1"/>
            </p:cNvSpPr>
            <p:nvPr/>
          </p:nvSpPr>
          <p:spPr bwMode="auto">
            <a:xfrm>
              <a:off x="4747" y="3334"/>
              <a:ext cx="676" cy="34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ARP response</a:t>
              </a:r>
            </a:p>
          </p:txBody>
        </p:sp>
        <p:sp>
          <p:nvSpPr>
            <p:cNvPr id="124969" name="Line 40">
              <a:extLst>
                <a:ext uri="{FF2B5EF4-FFF2-40B4-BE49-F238E27FC236}">
                  <a16:creationId xmlns:a16="http://schemas.microsoft.com/office/drawing/2014/main" id="{6D261D80-F2AB-F523-920C-5500472BAC11}"/>
                </a:ext>
              </a:extLst>
            </p:cNvPr>
            <p:cNvSpPr>
              <a:spLocks noChangeShapeType="1"/>
            </p:cNvSpPr>
            <p:nvPr/>
          </p:nvSpPr>
          <p:spPr bwMode="auto">
            <a:xfrm>
              <a:off x="739" y="2429"/>
              <a:ext cx="0" cy="10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70" name="Line 41">
              <a:extLst>
                <a:ext uri="{FF2B5EF4-FFF2-40B4-BE49-F238E27FC236}">
                  <a16:creationId xmlns:a16="http://schemas.microsoft.com/office/drawing/2014/main" id="{A0665390-BCD6-63D6-8CE5-608BA48045E3}"/>
                </a:ext>
              </a:extLst>
            </p:cNvPr>
            <p:cNvSpPr>
              <a:spLocks noChangeShapeType="1"/>
            </p:cNvSpPr>
            <p:nvPr/>
          </p:nvSpPr>
          <p:spPr bwMode="auto">
            <a:xfrm>
              <a:off x="3744" y="3024"/>
              <a:ext cx="0"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71" name="Line 42">
              <a:extLst>
                <a:ext uri="{FF2B5EF4-FFF2-40B4-BE49-F238E27FC236}">
                  <a16:creationId xmlns:a16="http://schemas.microsoft.com/office/drawing/2014/main" id="{1A225437-13FD-296F-0071-FD77E0FF5B51}"/>
                </a:ext>
              </a:extLst>
            </p:cNvPr>
            <p:cNvSpPr>
              <a:spLocks noChangeShapeType="1"/>
            </p:cNvSpPr>
            <p:nvPr/>
          </p:nvSpPr>
          <p:spPr bwMode="auto">
            <a:xfrm flipH="1">
              <a:off x="853" y="3245"/>
              <a:ext cx="287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72" name="Line 43">
              <a:extLst>
                <a:ext uri="{FF2B5EF4-FFF2-40B4-BE49-F238E27FC236}">
                  <a16:creationId xmlns:a16="http://schemas.microsoft.com/office/drawing/2014/main" id="{18C9AC38-578E-37FC-58D0-5993C7D7C2C1}"/>
                </a:ext>
              </a:extLst>
            </p:cNvPr>
            <p:cNvSpPr>
              <a:spLocks noChangeShapeType="1"/>
            </p:cNvSpPr>
            <p:nvPr/>
          </p:nvSpPr>
          <p:spPr bwMode="auto">
            <a:xfrm flipV="1">
              <a:off x="854" y="2543"/>
              <a:ext cx="9" cy="70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4973" name="Text Box 44">
              <a:extLst>
                <a:ext uri="{FF2B5EF4-FFF2-40B4-BE49-F238E27FC236}">
                  <a16:creationId xmlns:a16="http://schemas.microsoft.com/office/drawing/2014/main" id="{D2303A79-0A49-6B1D-606C-F2696EEC6F24}"/>
                </a:ext>
              </a:extLst>
            </p:cNvPr>
            <p:cNvSpPr txBox="1">
              <a:spLocks noChangeArrowheads="1"/>
            </p:cNvSpPr>
            <p:nvPr/>
          </p:nvSpPr>
          <p:spPr bwMode="auto">
            <a:xfrm>
              <a:off x="615" y="-6"/>
              <a:ext cx="1714" cy="3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Example of ARP</a:t>
              </a:r>
              <a:r>
                <a:rPr lang="en-US" altLang="en-US" sz="2400">
                  <a:solidFill>
                    <a:srgbClr val="000000"/>
                  </a:solidFill>
                  <a:latin typeface="Times New Roman" panose="02020603050405020304" pitchFamily="18" charset="0"/>
                </a:rPr>
                <a:t> </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ext Box 1">
            <a:extLst>
              <a:ext uri="{FF2B5EF4-FFF2-40B4-BE49-F238E27FC236}">
                <a16:creationId xmlns:a16="http://schemas.microsoft.com/office/drawing/2014/main" id="{92110230-9E0F-458D-FF2D-F68DF38E018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26979" name="Text Box 2">
            <a:extLst>
              <a:ext uri="{FF2B5EF4-FFF2-40B4-BE49-F238E27FC236}">
                <a16:creationId xmlns:a16="http://schemas.microsoft.com/office/drawing/2014/main" id="{6FEC650A-3413-2D4A-5115-A7F515A2539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399AB9C-E500-4E76-BAE3-287F20FF6B9A}" type="slidenum">
              <a:rPr lang="en-US" altLang="en-US" sz="1400">
                <a:solidFill>
                  <a:srgbClr val="000000"/>
                </a:solidFill>
              </a:rPr>
              <a:pPr algn="r" eaLnBrk="1" hangingPunct="1">
                <a:buClrTx/>
                <a:buSzPct val="60000"/>
                <a:buFontTx/>
                <a:buNone/>
              </a:pPr>
              <a:t>61</a:t>
            </a:fld>
            <a:endParaRPr lang="en-US" altLang="en-US" sz="1400">
              <a:solidFill>
                <a:srgbClr val="000000"/>
              </a:solidFill>
            </a:endParaRPr>
          </a:p>
        </p:txBody>
      </p:sp>
      <p:sp>
        <p:nvSpPr>
          <p:cNvPr id="126980" name="Text Box 3">
            <a:extLst>
              <a:ext uri="{FF2B5EF4-FFF2-40B4-BE49-F238E27FC236}">
                <a16:creationId xmlns:a16="http://schemas.microsoft.com/office/drawing/2014/main" id="{3D6F5C9A-32DE-A7F1-9E58-74DD2989CB0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ARP Packet Format</a:t>
            </a:r>
          </a:p>
        </p:txBody>
      </p:sp>
      <p:sp>
        <p:nvSpPr>
          <p:cNvPr id="126981" name="Text Box 4">
            <a:extLst>
              <a:ext uri="{FF2B5EF4-FFF2-40B4-BE49-F238E27FC236}">
                <a16:creationId xmlns:a16="http://schemas.microsoft.com/office/drawing/2014/main" id="{C9124B09-B973-7935-23AB-DDD9EDD3276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26982" name="Group 5">
            <a:extLst>
              <a:ext uri="{FF2B5EF4-FFF2-40B4-BE49-F238E27FC236}">
                <a16:creationId xmlns:a16="http://schemas.microsoft.com/office/drawing/2014/main" id="{48DA8AEC-61FA-1C2B-A165-41B7E7F774A0}"/>
              </a:ext>
            </a:extLst>
          </p:cNvPr>
          <p:cNvGrpSpPr>
            <a:grpSpLocks/>
          </p:cNvGrpSpPr>
          <p:nvPr/>
        </p:nvGrpSpPr>
        <p:grpSpPr bwMode="auto">
          <a:xfrm>
            <a:off x="1371600" y="2209800"/>
            <a:ext cx="7237413" cy="3503613"/>
            <a:chOff x="864" y="1392"/>
            <a:chExt cx="4559" cy="2207"/>
          </a:xfrm>
        </p:grpSpPr>
        <p:sp>
          <p:nvSpPr>
            <p:cNvPr id="126983" name="Rectangle 6">
              <a:extLst>
                <a:ext uri="{FF2B5EF4-FFF2-40B4-BE49-F238E27FC236}">
                  <a16:creationId xmlns:a16="http://schemas.microsoft.com/office/drawing/2014/main" id="{5A80712D-268B-1B6E-9729-F0BA69B7E554}"/>
                </a:ext>
              </a:extLst>
            </p:cNvPr>
            <p:cNvSpPr>
              <a:spLocks noChangeArrowheads="1"/>
            </p:cNvSpPr>
            <p:nvPr/>
          </p:nvSpPr>
          <p:spPr bwMode="auto">
            <a:xfrm>
              <a:off x="864" y="1392"/>
              <a:ext cx="4559" cy="220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6984" name="Text Box 7">
              <a:extLst>
                <a:ext uri="{FF2B5EF4-FFF2-40B4-BE49-F238E27FC236}">
                  <a16:creationId xmlns:a16="http://schemas.microsoft.com/office/drawing/2014/main" id="{C326760A-0113-A4B0-A261-775F1FF06E21}"/>
                </a:ext>
              </a:extLst>
            </p:cNvPr>
            <p:cNvSpPr txBox="1">
              <a:spLocks noChangeArrowheads="1"/>
            </p:cNvSpPr>
            <p:nvPr/>
          </p:nvSpPr>
          <p:spPr bwMode="auto">
            <a:xfrm>
              <a:off x="1172" y="1526"/>
              <a:ext cx="3895" cy="18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rPr>
                <a:t>8 bits		8 bits			       16 bits</a:t>
              </a:r>
            </a:p>
          </p:txBody>
        </p:sp>
        <p:sp>
          <p:nvSpPr>
            <p:cNvPr id="126985" name="Text Box 8">
              <a:extLst>
                <a:ext uri="{FF2B5EF4-FFF2-40B4-BE49-F238E27FC236}">
                  <a16:creationId xmlns:a16="http://schemas.microsoft.com/office/drawing/2014/main" id="{697F73B5-8E9D-BBB7-8AE3-72D5E59E1C64}"/>
                </a:ext>
              </a:extLst>
            </p:cNvPr>
            <p:cNvSpPr txBox="1">
              <a:spLocks noChangeArrowheads="1"/>
            </p:cNvSpPr>
            <p:nvPr/>
          </p:nvSpPr>
          <p:spPr bwMode="auto">
            <a:xfrm>
              <a:off x="1117" y="1798"/>
              <a:ext cx="2017"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Hardware type (e.g. Ethernet = 1)</a:t>
              </a:r>
            </a:p>
          </p:txBody>
        </p:sp>
        <p:sp>
          <p:nvSpPr>
            <p:cNvPr id="126986" name="Text Box 9">
              <a:extLst>
                <a:ext uri="{FF2B5EF4-FFF2-40B4-BE49-F238E27FC236}">
                  <a16:creationId xmlns:a16="http://schemas.microsoft.com/office/drawing/2014/main" id="{66A915E7-C809-C05C-60C3-BF29157ADD2F}"/>
                </a:ext>
              </a:extLst>
            </p:cNvPr>
            <p:cNvSpPr txBox="1">
              <a:spLocks noChangeArrowheads="1"/>
            </p:cNvSpPr>
            <p:nvPr/>
          </p:nvSpPr>
          <p:spPr bwMode="auto">
            <a:xfrm>
              <a:off x="3138" y="1798"/>
              <a:ext cx="2017"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Protocol type (e.g. IP = Hex 0800)</a:t>
              </a:r>
            </a:p>
          </p:txBody>
        </p:sp>
        <p:sp>
          <p:nvSpPr>
            <p:cNvPr id="126987" name="Text Box 10">
              <a:extLst>
                <a:ext uri="{FF2B5EF4-FFF2-40B4-BE49-F238E27FC236}">
                  <a16:creationId xmlns:a16="http://schemas.microsoft.com/office/drawing/2014/main" id="{85A46D7F-058C-C3F7-7073-525EDD64B6B8}"/>
                </a:ext>
              </a:extLst>
            </p:cNvPr>
            <p:cNvSpPr txBox="1">
              <a:spLocks noChangeArrowheads="1"/>
            </p:cNvSpPr>
            <p:nvPr/>
          </p:nvSpPr>
          <p:spPr bwMode="auto">
            <a:xfrm>
              <a:off x="1120" y="2062"/>
              <a:ext cx="990"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Hardware length (e.g. 6 for Ethernet)</a:t>
              </a:r>
            </a:p>
          </p:txBody>
        </p:sp>
        <p:sp>
          <p:nvSpPr>
            <p:cNvPr id="126988" name="Text Box 11">
              <a:extLst>
                <a:ext uri="{FF2B5EF4-FFF2-40B4-BE49-F238E27FC236}">
                  <a16:creationId xmlns:a16="http://schemas.microsoft.com/office/drawing/2014/main" id="{72E7928A-ED7A-8474-DF64-964F30B797A6}"/>
                </a:ext>
              </a:extLst>
            </p:cNvPr>
            <p:cNvSpPr txBox="1">
              <a:spLocks noChangeArrowheads="1"/>
            </p:cNvSpPr>
            <p:nvPr/>
          </p:nvSpPr>
          <p:spPr bwMode="auto">
            <a:xfrm>
              <a:off x="2103" y="2057"/>
              <a:ext cx="1036"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Protocol length (e.g. 4 for IP Version 4)</a:t>
              </a:r>
            </a:p>
          </p:txBody>
        </p:sp>
        <p:sp>
          <p:nvSpPr>
            <p:cNvPr id="126989" name="Text Box 12">
              <a:extLst>
                <a:ext uri="{FF2B5EF4-FFF2-40B4-BE49-F238E27FC236}">
                  <a16:creationId xmlns:a16="http://schemas.microsoft.com/office/drawing/2014/main" id="{F1D45329-FA1A-2FD8-DAD4-6EC60E621C57}"/>
                </a:ext>
              </a:extLst>
            </p:cNvPr>
            <p:cNvSpPr txBox="1">
              <a:spLocks noChangeArrowheads="1"/>
            </p:cNvSpPr>
            <p:nvPr/>
          </p:nvSpPr>
          <p:spPr bwMode="auto">
            <a:xfrm>
              <a:off x="3133" y="2062"/>
              <a:ext cx="2017"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Operation (Request = 1, Reply = 2)</a:t>
              </a:r>
            </a:p>
          </p:txBody>
        </p:sp>
        <p:sp>
          <p:nvSpPr>
            <p:cNvPr id="126990" name="Text Box 13">
              <a:extLst>
                <a:ext uri="{FF2B5EF4-FFF2-40B4-BE49-F238E27FC236}">
                  <a16:creationId xmlns:a16="http://schemas.microsoft.com/office/drawing/2014/main" id="{280783C1-52DE-7553-9D8A-C3D258560CA3}"/>
                </a:ext>
              </a:extLst>
            </p:cNvPr>
            <p:cNvSpPr txBox="1">
              <a:spLocks noChangeArrowheads="1"/>
            </p:cNvSpPr>
            <p:nvPr/>
          </p:nvSpPr>
          <p:spPr bwMode="auto">
            <a:xfrm>
              <a:off x="1116" y="2304"/>
              <a:ext cx="4036"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Sender’s physical address</a:t>
              </a:r>
            </a:p>
          </p:txBody>
        </p:sp>
        <p:sp>
          <p:nvSpPr>
            <p:cNvPr id="126991" name="Text Box 14">
              <a:extLst>
                <a:ext uri="{FF2B5EF4-FFF2-40B4-BE49-F238E27FC236}">
                  <a16:creationId xmlns:a16="http://schemas.microsoft.com/office/drawing/2014/main" id="{96939C5A-02C3-4B0E-1C32-98FA70D96F9E}"/>
                </a:ext>
              </a:extLst>
            </p:cNvPr>
            <p:cNvSpPr txBox="1">
              <a:spLocks noChangeArrowheads="1"/>
            </p:cNvSpPr>
            <p:nvPr/>
          </p:nvSpPr>
          <p:spPr bwMode="auto">
            <a:xfrm>
              <a:off x="1119" y="2560"/>
              <a:ext cx="4036"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Sender’s IP address</a:t>
              </a:r>
            </a:p>
          </p:txBody>
        </p:sp>
        <p:sp>
          <p:nvSpPr>
            <p:cNvPr id="126992" name="Text Box 15">
              <a:extLst>
                <a:ext uri="{FF2B5EF4-FFF2-40B4-BE49-F238E27FC236}">
                  <a16:creationId xmlns:a16="http://schemas.microsoft.com/office/drawing/2014/main" id="{000F74E7-E5B6-0919-4E05-350E4519F8AA}"/>
                </a:ext>
              </a:extLst>
            </p:cNvPr>
            <p:cNvSpPr txBox="1">
              <a:spLocks noChangeArrowheads="1"/>
            </p:cNvSpPr>
            <p:nvPr/>
          </p:nvSpPr>
          <p:spPr bwMode="auto">
            <a:xfrm>
              <a:off x="1119" y="2814"/>
              <a:ext cx="4036"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Receiver’s physical address (Empty in a </a:t>
              </a:r>
              <a:r>
                <a:rPr lang="en-US" altLang="en-US" sz="1200" b="1" i="1">
                  <a:solidFill>
                    <a:srgbClr val="000000"/>
                  </a:solidFill>
                </a:rPr>
                <a:t>Request</a:t>
              </a:r>
              <a:r>
                <a:rPr lang="en-US" altLang="en-US" sz="1200" b="1">
                  <a:solidFill>
                    <a:srgbClr val="000000"/>
                  </a:solidFill>
                </a:rPr>
                <a:t> message)</a:t>
              </a:r>
            </a:p>
          </p:txBody>
        </p:sp>
        <p:sp>
          <p:nvSpPr>
            <p:cNvPr id="126993" name="Text Box 16">
              <a:extLst>
                <a:ext uri="{FF2B5EF4-FFF2-40B4-BE49-F238E27FC236}">
                  <a16:creationId xmlns:a16="http://schemas.microsoft.com/office/drawing/2014/main" id="{F3A5B95E-CB9B-FB46-49A5-849CAEBD8C89}"/>
                </a:ext>
              </a:extLst>
            </p:cNvPr>
            <p:cNvSpPr txBox="1">
              <a:spLocks noChangeArrowheads="1"/>
            </p:cNvSpPr>
            <p:nvPr/>
          </p:nvSpPr>
          <p:spPr bwMode="auto">
            <a:xfrm>
              <a:off x="1122" y="3063"/>
              <a:ext cx="4028"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Receiver’s IP address</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Text Box 1">
            <a:extLst>
              <a:ext uri="{FF2B5EF4-FFF2-40B4-BE49-F238E27FC236}">
                <a16:creationId xmlns:a16="http://schemas.microsoft.com/office/drawing/2014/main" id="{248EF277-EE01-48A4-4BB7-8A1AB2444E3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29027" name="Text Box 2">
            <a:extLst>
              <a:ext uri="{FF2B5EF4-FFF2-40B4-BE49-F238E27FC236}">
                <a16:creationId xmlns:a16="http://schemas.microsoft.com/office/drawing/2014/main" id="{C1BCD8A3-BD5D-B300-0AD0-CDF97530360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9133B81-BE28-4BEB-8656-BB73FFE69E86}" type="slidenum">
              <a:rPr lang="en-US" altLang="en-US" sz="1400">
                <a:solidFill>
                  <a:srgbClr val="000000"/>
                </a:solidFill>
              </a:rPr>
              <a:pPr algn="r" eaLnBrk="1" hangingPunct="1">
                <a:buClrTx/>
                <a:buSzPct val="60000"/>
                <a:buFontTx/>
                <a:buNone/>
              </a:pPr>
              <a:t>62</a:t>
            </a:fld>
            <a:endParaRPr lang="en-US" altLang="en-US" sz="1400">
              <a:solidFill>
                <a:srgbClr val="000000"/>
              </a:solidFill>
            </a:endParaRPr>
          </a:p>
        </p:txBody>
      </p:sp>
      <p:sp>
        <p:nvSpPr>
          <p:cNvPr id="129028" name="Text Box 3">
            <a:extLst>
              <a:ext uri="{FF2B5EF4-FFF2-40B4-BE49-F238E27FC236}">
                <a16:creationId xmlns:a16="http://schemas.microsoft.com/office/drawing/2014/main" id="{AFBCB681-010A-30E9-ADE6-32D4F48CC83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Encapsulation</a:t>
            </a:r>
          </a:p>
        </p:txBody>
      </p:sp>
      <p:sp>
        <p:nvSpPr>
          <p:cNvPr id="129029" name="Text Box 4">
            <a:extLst>
              <a:ext uri="{FF2B5EF4-FFF2-40B4-BE49-F238E27FC236}">
                <a16:creationId xmlns:a16="http://schemas.microsoft.com/office/drawing/2014/main" id="{CA9488C0-F6D4-270A-3CB3-67691C60C5B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An ARP packet is encapsulated inside a data link layer frame (e.g. Ethernet)</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The </a:t>
            </a:r>
            <a:r>
              <a:rPr lang="en-US" altLang="en-US" sz="2800" i="1">
                <a:solidFill>
                  <a:srgbClr val="000000"/>
                </a:solidFill>
              </a:rPr>
              <a:t>frame type</a:t>
            </a:r>
            <a:r>
              <a:rPr lang="en-US" altLang="en-US" sz="2800">
                <a:solidFill>
                  <a:srgbClr val="000000"/>
                </a:solidFill>
              </a:rPr>
              <a:t> indicates that this frame contains an ARP packet</a:t>
            </a:r>
          </a:p>
        </p:txBody>
      </p:sp>
      <p:grpSp>
        <p:nvGrpSpPr>
          <p:cNvPr id="129030" name="Group 5">
            <a:extLst>
              <a:ext uri="{FF2B5EF4-FFF2-40B4-BE49-F238E27FC236}">
                <a16:creationId xmlns:a16="http://schemas.microsoft.com/office/drawing/2014/main" id="{4354990A-8CB2-24B2-7432-BA9E49F8C7C0}"/>
              </a:ext>
            </a:extLst>
          </p:cNvPr>
          <p:cNvGrpSpPr>
            <a:grpSpLocks/>
          </p:cNvGrpSpPr>
          <p:nvPr/>
        </p:nvGrpSpPr>
        <p:grpSpPr bwMode="auto">
          <a:xfrm>
            <a:off x="1447800" y="4191000"/>
            <a:ext cx="7161213" cy="2084388"/>
            <a:chOff x="912" y="2640"/>
            <a:chExt cx="4511" cy="1313"/>
          </a:xfrm>
        </p:grpSpPr>
        <p:sp>
          <p:nvSpPr>
            <p:cNvPr id="129031" name="Rectangle 6">
              <a:extLst>
                <a:ext uri="{FF2B5EF4-FFF2-40B4-BE49-F238E27FC236}">
                  <a16:creationId xmlns:a16="http://schemas.microsoft.com/office/drawing/2014/main" id="{500B8700-B1E3-050F-C58E-68389D8139FD}"/>
                </a:ext>
              </a:extLst>
            </p:cNvPr>
            <p:cNvSpPr>
              <a:spLocks noChangeArrowheads="1"/>
            </p:cNvSpPr>
            <p:nvPr/>
          </p:nvSpPr>
          <p:spPr bwMode="auto">
            <a:xfrm>
              <a:off x="912" y="2640"/>
              <a:ext cx="4511" cy="131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29032" name="Text Box 7">
              <a:extLst>
                <a:ext uri="{FF2B5EF4-FFF2-40B4-BE49-F238E27FC236}">
                  <a16:creationId xmlns:a16="http://schemas.microsoft.com/office/drawing/2014/main" id="{8FCE1BD3-E2C6-FEEB-572D-0E1F6297E7CD}"/>
                </a:ext>
              </a:extLst>
            </p:cNvPr>
            <p:cNvSpPr txBox="1">
              <a:spLocks noChangeArrowheads="1"/>
            </p:cNvSpPr>
            <p:nvPr/>
          </p:nvSpPr>
          <p:spPr bwMode="auto">
            <a:xfrm>
              <a:off x="1093" y="2844"/>
              <a:ext cx="638"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Preamble</a:t>
              </a:r>
            </a:p>
          </p:txBody>
        </p:sp>
        <p:sp>
          <p:nvSpPr>
            <p:cNvPr id="129033" name="Text Box 8">
              <a:extLst>
                <a:ext uri="{FF2B5EF4-FFF2-40B4-BE49-F238E27FC236}">
                  <a16:creationId xmlns:a16="http://schemas.microsoft.com/office/drawing/2014/main" id="{3AABD31D-18C0-FA73-720B-0E31E43C7D92}"/>
                </a:ext>
              </a:extLst>
            </p:cNvPr>
            <p:cNvSpPr txBox="1">
              <a:spLocks noChangeArrowheads="1"/>
            </p:cNvSpPr>
            <p:nvPr/>
          </p:nvSpPr>
          <p:spPr bwMode="auto">
            <a:xfrm>
              <a:off x="1732" y="2844"/>
              <a:ext cx="362"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SFD</a:t>
              </a:r>
            </a:p>
          </p:txBody>
        </p:sp>
        <p:sp>
          <p:nvSpPr>
            <p:cNvPr id="129034" name="Text Box 9">
              <a:extLst>
                <a:ext uri="{FF2B5EF4-FFF2-40B4-BE49-F238E27FC236}">
                  <a16:creationId xmlns:a16="http://schemas.microsoft.com/office/drawing/2014/main" id="{D81FCC0D-8F8E-A987-B35F-484614B33CD0}"/>
                </a:ext>
              </a:extLst>
            </p:cNvPr>
            <p:cNvSpPr txBox="1">
              <a:spLocks noChangeArrowheads="1"/>
            </p:cNvSpPr>
            <p:nvPr/>
          </p:nvSpPr>
          <p:spPr bwMode="auto">
            <a:xfrm>
              <a:off x="2095" y="2844"/>
              <a:ext cx="677"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Destination address</a:t>
              </a:r>
            </a:p>
          </p:txBody>
        </p:sp>
        <p:sp>
          <p:nvSpPr>
            <p:cNvPr id="129035" name="Text Box 10">
              <a:extLst>
                <a:ext uri="{FF2B5EF4-FFF2-40B4-BE49-F238E27FC236}">
                  <a16:creationId xmlns:a16="http://schemas.microsoft.com/office/drawing/2014/main" id="{4F36786A-C69E-8E0B-F1F8-3C5102133F34}"/>
                </a:ext>
              </a:extLst>
            </p:cNvPr>
            <p:cNvSpPr txBox="1">
              <a:spLocks noChangeArrowheads="1"/>
            </p:cNvSpPr>
            <p:nvPr/>
          </p:nvSpPr>
          <p:spPr bwMode="auto">
            <a:xfrm>
              <a:off x="2773" y="2844"/>
              <a:ext cx="677"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Source address</a:t>
              </a:r>
            </a:p>
          </p:txBody>
        </p:sp>
        <p:sp>
          <p:nvSpPr>
            <p:cNvPr id="129036" name="Text Box 11">
              <a:extLst>
                <a:ext uri="{FF2B5EF4-FFF2-40B4-BE49-F238E27FC236}">
                  <a16:creationId xmlns:a16="http://schemas.microsoft.com/office/drawing/2014/main" id="{F517D7BF-9174-DB9B-96AB-C1AB55207F77}"/>
                </a:ext>
              </a:extLst>
            </p:cNvPr>
            <p:cNvSpPr txBox="1">
              <a:spLocks noChangeArrowheads="1"/>
            </p:cNvSpPr>
            <p:nvPr/>
          </p:nvSpPr>
          <p:spPr bwMode="auto">
            <a:xfrm>
              <a:off x="3452" y="2844"/>
              <a:ext cx="393"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Type</a:t>
              </a:r>
            </a:p>
          </p:txBody>
        </p:sp>
        <p:sp>
          <p:nvSpPr>
            <p:cNvPr id="129037" name="Text Box 12">
              <a:extLst>
                <a:ext uri="{FF2B5EF4-FFF2-40B4-BE49-F238E27FC236}">
                  <a16:creationId xmlns:a16="http://schemas.microsoft.com/office/drawing/2014/main" id="{D6850D71-7807-C6A8-C0A3-8D996E40021B}"/>
                </a:ext>
              </a:extLst>
            </p:cNvPr>
            <p:cNvSpPr txBox="1">
              <a:spLocks noChangeArrowheads="1"/>
            </p:cNvSpPr>
            <p:nvPr/>
          </p:nvSpPr>
          <p:spPr bwMode="auto">
            <a:xfrm>
              <a:off x="3846" y="2844"/>
              <a:ext cx="993" cy="275"/>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Data</a:t>
              </a:r>
            </a:p>
          </p:txBody>
        </p:sp>
        <p:sp>
          <p:nvSpPr>
            <p:cNvPr id="129038" name="Text Box 13">
              <a:extLst>
                <a:ext uri="{FF2B5EF4-FFF2-40B4-BE49-F238E27FC236}">
                  <a16:creationId xmlns:a16="http://schemas.microsoft.com/office/drawing/2014/main" id="{A909FEC9-E5E4-75FD-D8CE-BD896138F239}"/>
                </a:ext>
              </a:extLst>
            </p:cNvPr>
            <p:cNvSpPr txBox="1">
              <a:spLocks noChangeArrowheads="1"/>
            </p:cNvSpPr>
            <p:nvPr/>
          </p:nvSpPr>
          <p:spPr bwMode="auto">
            <a:xfrm>
              <a:off x="4840" y="2844"/>
              <a:ext cx="393" cy="2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CRC</a:t>
              </a:r>
            </a:p>
          </p:txBody>
        </p:sp>
        <p:grpSp>
          <p:nvGrpSpPr>
            <p:cNvPr id="129039" name="Group 14">
              <a:extLst>
                <a:ext uri="{FF2B5EF4-FFF2-40B4-BE49-F238E27FC236}">
                  <a16:creationId xmlns:a16="http://schemas.microsoft.com/office/drawing/2014/main" id="{A94F0168-6D20-BCF8-25B9-AF3C0873B043}"/>
                </a:ext>
              </a:extLst>
            </p:cNvPr>
            <p:cNvGrpSpPr>
              <a:grpSpLocks/>
            </p:cNvGrpSpPr>
            <p:nvPr/>
          </p:nvGrpSpPr>
          <p:grpSpPr bwMode="auto">
            <a:xfrm>
              <a:off x="1093" y="3150"/>
              <a:ext cx="4140" cy="275"/>
              <a:chOff x="1093" y="3150"/>
              <a:chExt cx="4140" cy="275"/>
            </a:xfrm>
          </p:grpSpPr>
          <p:sp>
            <p:nvSpPr>
              <p:cNvPr id="129042" name="Text Box 15">
                <a:extLst>
                  <a:ext uri="{FF2B5EF4-FFF2-40B4-BE49-F238E27FC236}">
                    <a16:creationId xmlns:a16="http://schemas.microsoft.com/office/drawing/2014/main" id="{1E6252C9-038F-708E-9F6C-69839D064BCA}"/>
                  </a:ext>
                </a:extLst>
              </p:cNvPr>
              <p:cNvSpPr txBox="1">
                <a:spLocks noChangeArrowheads="1"/>
              </p:cNvSpPr>
              <p:nvPr/>
            </p:nvSpPr>
            <p:spPr bwMode="auto">
              <a:xfrm>
                <a:off x="1093" y="3150"/>
                <a:ext cx="638"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7 bytes</a:t>
                </a:r>
              </a:p>
            </p:txBody>
          </p:sp>
          <p:sp>
            <p:nvSpPr>
              <p:cNvPr id="129043" name="Text Box 16">
                <a:extLst>
                  <a:ext uri="{FF2B5EF4-FFF2-40B4-BE49-F238E27FC236}">
                    <a16:creationId xmlns:a16="http://schemas.microsoft.com/office/drawing/2014/main" id="{62D9053E-B862-E9DE-58B3-F2490CC04829}"/>
                  </a:ext>
                </a:extLst>
              </p:cNvPr>
              <p:cNvSpPr txBox="1">
                <a:spLocks noChangeArrowheads="1"/>
              </p:cNvSpPr>
              <p:nvPr/>
            </p:nvSpPr>
            <p:spPr bwMode="auto">
              <a:xfrm>
                <a:off x="1732" y="3150"/>
                <a:ext cx="362"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1 byte</a:t>
                </a:r>
              </a:p>
            </p:txBody>
          </p:sp>
          <p:sp>
            <p:nvSpPr>
              <p:cNvPr id="129044" name="Text Box 17">
                <a:extLst>
                  <a:ext uri="{FF2B5EF4-FFF2-40B4-BE49-F238E27FC236}">
                    <a16:creationId xmlns:a16="http://schemas.microsoft.com/office/drawing/2014/main" id="{DAFB04B5-4F20-368B-EAD3-E6926977758D}"/>
                  </a:ext>
                </a:extLst>
              </p:cNvPr>
              <p:cNvSpPr txBox="1">
                <a:spLocks noChangeArrowheads="1"/>
              </p:cNvSpPr>
              <p:nvPr/>
            </p:nvSpPr>
            <p:spPr bwMode="auto">
              <a:xfrm>
                <a:off x="2095" y="3150"/>
                <a:ext cx="677"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6 bytes</a:t>
                </a:r>
              </a:p>
            </p:txBody>
          </p:sp>
          <p:sp>
            <p:nvSpPr>
              <p:cNvPr id="129045" name="Text Box 18">
                <a:extLst>
                  <a:ext uri="{FF2B5EF4-FFF2-40B4-BE49-F238E27FC236}">
                    <a16:creationId xmlns:a16="http://schemas.microsoft.com/office/drawing/2014/main" id="{7007AAA9-26BC-8EE1-4CAA-C309952F9A9A}"/>
                  </a:ext>
                </a:extLst>
              </p:cNvPr>
              <p:cNvSpPr txBox="1">
                <a:spLocks noChangeArrowheads="1"/>
              </p:cNvSpPr>
              <p:nvPr/>
            </p:nvSpPr>
            <p:spPr bwMode="auto">
              <a:xfrm>
                <a:off x="2773" y="3150"/>
                <a:ext cx="677"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6 bytes</a:t>
                </a:r>
              </a:p>
              <a:p>
                <a:pPr>
                  <a:buClrTx/>
                  <a:buSzPct val="60000"/>
                  <a:buFontTx/>
                  <a:buNone/>
                </a:pPr>
                <a:endParaRPr lang="en-US" altLang="en-US" sz="1000" b="1">
                  <a:solidFill>
                    <a:srgbClr val="000000"/>
                  </a:solidFill>
                </a:endParaRPr>
              </a:p>
            </p:txBody>
          </p:sp>
          <p:sp>
            <p:nvSpPr>
              <p:cNvPr id="129046" name="Text Box 19">
                <a:extLst>
                  <a:ext uri="{FF2B5EF4-FFF2-40B4-BE49-F238E27FC236}">
                    <a16:creationId xmlns:a16="http://schemas.microsoft.com/office/drawing/2014/main" id="{86407420-2AEC-693D-4CF7-041E778BFADF}"/>
                  </a:ext>
                </a:extLst>
              </p:cNvPr>
              <p:cNvSpPr txBox="1">
                <a:spLocks noChangeArrowheads="1"/>
              </p:cNvSpPr>
              <p:nvPr/>
            </p:nvSpPr>
            <p:spPr bwMode="auto">
              <a:xfrm>
                <a:off x="3452" y="3150"/>
                <a:ext cx="393"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2 bytes</a:t>
                </a:r>
              </a:p>
            </p:txBody>
          </p:sp>
          <p:sp>
            <p:nvSpPr>
              <p:cNvPr id="129047" name="Text Box 20">
                <a:extLst>
                  <a:ext uri="{FF2B5EF4-FFF2-40B4-BE49-F238E27FC236}">
                    <a16:creationId xmlns:a16="http://schemas.microsoft.com/office/drawing/2014/main" id="{9228EB72-4133-38B2-DCA8-70B062D46BF4}"/>
                  </a:ext>
                </a:extLst>
              </p:cNvPr>
              <p:cNvSpPr txBox="1">
                <a:spLocks noChangeArrowheads="1"/>
              </p:cNvSpPr>
              <p:nvPr/>
            </p:nvSpPr>
            <p:spPr bwMode="auto">
              <a:xfrm>
                <a:off x="3846" y="3150"/>
                <a:ext cx="993" cy="275"/>
              </a:xfrm>
              <a:prstGeom prst="rect">
                <a:avLst/>
              </a:prstGeom>
              <a:solidFill>
                <a:srgbClr val="CC99FF">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ARP request or response</a:t>
                </a:r>
              </a:p>
            </p:txBody>
          </p:sp>
          <p:sp>
            <p:nvSpPr>
              <p:cNvPr id="129048" name="Text Box 21">
                <a:extLst>
                  <a:ext uri="{FF2B5EF4-FFF2-40B4-BE49-F238E27FC236}">
                    <a16:creationId xmlns:a16="http://schemas.microsoft.com/office/drawing/2014/main" id="{A979BA83-7C18-26E4-FD5E-34BAB9B76C2B}"/>
                  </a:ext>
                </a:extLst>
              </p:cNvPr>
              <p:cNvSpPr txBox="1">
                <a:spLocks noChangeArrowheads="1"/>
              </p:cNvSpPr>
              <p:nvPr/>
            </p:nvSpPr>
            <p:spPr bwMode="auto">
              <a:xfrm>
                <a:off x="4840" y="3150"/>
                <a:ext cx="393" cy="27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4 bytes</a:t>
                </a:r>
              </a:p>
            </p:txBody>
          </p:sp>
        </p:grpSp>
        <p:sp>
          <p:nvSpPr>
            <p:cNvPr id="129040" name="Line 22">
              <a:extLst>
                <a:ext uri="{FF2B5EF4-FFF2-40B4-BE49-F238E27FC236}">
                  <a16:creationId xmlns:a16="http://schemas.microsoft.com/office/drawing/2014/main" id="{0A505A01-6587-87F9-A9B0-68CA1A7CB2C8}"/>
                </a:ext>
              </a:extLst>
            </p:cNvPr>
            <p:cNvSpPr>
              <a:spLocks noChangeShapeType="1"/>
            </p:cNvSpPr>
            <p:nvPr/>
          </p:nvSpPr>
          <p:spPr bwMode="auto">
            <a:xfrm>
              <a:off x="3673" y="3414"/>
              <a:ext cx="0" cy="23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29041" name="Text Box 23">
              <a:extLst>
                <a:ext uri="{FF2B5EF4-FFF2-40B4-BE49-F238E27FC236}">
                  <a16:creationId xmlns:a16="http://schemas.microsoft.com/office/drawing/2014/main" id="{E900F8AB-158F-65A3-6958-93DA5EE743D0}"/>
                </a:ext>
              </a:extLst>
            </p:cNvPr>
            <p:cNvSpPr txBox="1">
              <a:spLocks noChangeArrowheads="1"/>
            </p:cNvSpPr>
            <p:nvPr/>
          </p:nvSpPr>
          <p:spPr bwMode="auto">
            <a:xfrm>
              <a:off x="3026" y="3678"/>
              <a:ext cx="1458"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Contains Hex 0806 for ARP</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ext Box 1">
            <a:extLst>
              <a:ext uri="{FF2B5EF4-FFF2-40B4-BE49-F238E27FC236}">
                <a16:creationId xmlns:a16="http://schemas.microsoft.com/office/drawing/2014/main" id="{65651A03-DFBA-44F4-E822-2FFC86F995C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31075" name="Text Box 2">
            <a:extLst>
              <a:ext uri="{FF2B5EF4-FFF2-40B4-BE49-F238E27FC236}">
                <a16:creationId xmlns:a16="http://schemas.microsoft.com/office/drawing/2014/main" id="{F9D594E3-C100-B8AC-25C9-34E8D8114CF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A338CE4-07D8-4114-B0EB-2D0C5A49A657}" type="slidenum">
              <a:rPr lang="en-US" altLang="en-US" sz="1400">
                <a:solidFill>
                  <a:srgbClr val="000000"/>
                </a:solidFill>
              </a:rPr>
              <a:pPr algn="r" eaLnBrk="1" hangingPunct="1">
                <a:buClrTx/>
                <a:buSzPct val="60000"/>
                <a:buFontTx/>
                <a:buNone/>
              </a:pPr>
              <a:t>63</a:t>
            </a:fld>
            <a:endParaRPr lang="en-US" altLang="en-US" sz="1400">
              <a:solidFill>
                <a:srgbClr val="000000"/>
              </a:solidFill>
            </a:endParaRPr>
          </a:p>
        </p:txBody>
      </p:sp>
      <p:sp>
        <p:nvSpPr>
          <p:cNvPr id="131076" name="Text Box 3">
            <a:extLst>
              <a:ext uri="{FF2B5EF4-FFF2-40B4-BE49-F238E27FC236}">
                <a16:creationId xmlns:a16="http://schemas.microsoft.com/office/drawing/2014/main" id="{A06B8BC9-4989-1BAB-EB97-6C2E156C841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Operation</a:t>
            </a:r>
          </a:p>
        </p:txBody>
      </p:sp>
      <p:sp>
        <p:nvSpPr>
          <p:cNvPr id="131077" name="Text Box 4">
            <a:extLst>
              <a:ext uri="{FF2B5EF4-FFF2-40B4-BE49-F238E27FC236}">
                <a16:creationId xmlns:a16="http://schemas.microsoft.com/office/drawing/2014/main" id="{16CDE9E0-3AED-CF28-02D4-CB9A2F4A22A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Sender knows the target IP address.</a:t>
            </a:r>
          </a:p>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IP asks ARP to create an ARP request message. It fills the sender’s physical address, the sender’s IP address, and the target IP address. The target physical address is filled with all zeroes.</a:t>
            </a:r>
          </a:p>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This message is given to the data link layer. It is encapsulated inside a data link layer frame. The source address is the sender’s physical address, and the physical broadcast address as the destination address.</a:t>
            </a:r>
          </a:p>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Every host or router attached to the network receiver the frame. All of them remove the frame header and pass it to the ARP module. All hosts/routers except the actual target drop the packet. The target recognizes its IP address.</a:t>
            </a:r>
          </a:p>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The target responds with an ARP reply message, filling its physical address in the ARP packet. It sends it only to the original sender.  That is, this is not broadcasted.</a:t>
            </a:r>
          </a:p>
          <a:p>
            <a:pPr eaLnBrk="1" hangingPunct="1">
              <a:lnSpc>
                <a:spcPct val="80000"/>
              </a:lnSpc>
              <a:spcBef>
                <a:spcPts val="400"/>
              </a:spcBef>
              <a:buClr>
                <a:srgbClr val="3333CC"/>
              </a:buClr>
              <a:buSzPct val="60000"/>
              <a:buFont typeface="Times New Roman" panose="02020603050405020304" pitchFamily="18" charset="0"/>
              <a:buAutoNum type="arabicPeriod"/>
            </a:pPr>
            <a:r>
              <a:rPr lang="en-US" altLang="en-US" sz="1600">
                <a:solidFill>
                  <a:srgbClr val="000000"/>
                </a:solidFill>
              </a:rPr>
              <a:t>The sender now knows the physical address of the target, and hence can communicate with it. For this, it creates an IP datagram, encapsulates it inside a data link layer frame, and sends it to he target.</a:t>
            </a:r>
          </a:p>
          <a:p>
            <a:pPr eaLnBrk="1" hangingPunct="1">
              <a:lnSpc>
                <a:spcPct val="80000"/>
              </a:lnSpc>
              <a:spcBef>
                <a:spcPts val="400"/>
              </a:spcBef>
              <a:buClr>
                <a:srgbClr val="3333CC"/>
              </a:buClr>
              <a:buSzPct val="60000"/>
            </a:pPr>
            <a:endParaRPr lang="en-US" altLang="en-US" sz="16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Text Box 1">
            <a:extLst>
              <a:ext uri="{FF2B5EF4-FFF2-40B4-BE49-F238E27FC236}">
                <a16:creationId xmlns:a16="http://schemas.microsoft.com/office/drawing/2014/main" id="{DDE8EC21-0D94-B9EB-1596-8617D37E210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33123" name="Text Box 2">
            <a:extLst>
              <a:ext uri="{FF2B5EF4-FFF2-40B4-BE49-F238E27FC236}">
                <a16:creationId xmlns:a16="http://schemas.microsoft.com/office/drawing/2014/main" id="{907424D7-3B76-374C-BE27-A5A4169E809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EF61C40-6615-4DE6-BEB5-26286415193F}" type="slidenum">
              <a:rPr lang="en-US" altLang="en-US" sz="1400">
                <a:solidFill>
                  <a:srgbClr val="000000"/>
                </a:solidFill>
              </a:rPr>
              <a:pPr algn="r" eaLnBrk="1" hangingPunct="1">
                <a:buClrTx/>
                <a:buSzPct val="60000"/>
                <a:buFontTx/>
                <a:buNone/>
              </a:pPr>
              <a:t>64</a:t>
            </a:fld>
            <a:endParaRPr lang="en-US" altLang="en-US" sz="1400">
              <a:solidFill>
                <a:srgbClr val="000000"/>
              </a:solidFill>
            </a:endParaRPr>
          </a:p>
        </p:txBody>
      </p:sp>
      <p:sp>
        <p:nvSpPr>
          <p:cNvPr id="133124" name="Text Box 3">
            <a:extLst>
              <a:ext uri="{FF2B5EF4-FFF2-40B4-BE49-F238E27FC236}">
                <a16:creationId xmlns:a16="http://schemas.microsoft.com/office/drawing/2014/main" id="{AEA8572A-9CC2-D865-83CD-862A52876BAC}"/>
              </a:ext>
            </a:extLst>
          </p:cNvPr>
          <p:cNvSpPr txBox="1">
            <a:spLocks noChangeArrowheads="1"/>
          </p:cNvSpPr>
          <p:nvPr/>
        </p:nvSpPr>
        <p:spPr bwMode="auto">
          <a:xfrm>
            <a:off x="1150938" y="214313"/>
            <a:ext cx="7793037" cy="623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ARP Example</a:t>
            </a:r>
          </a:p>
        </p:txBody>
      </p:sp>
      <p:sp>
        <p:nvSpPr>
          <p:cNvPr id="133125" name="Text Box 4">
            <a:extLst>
              <a:ext uri="{FF2B5EF4-FFF2-40B4-BE49-F238E27FC236}">
                <a16:creationId xmlns:a16="http://schemas.microsoft.com/office/drawing/2014/main" id="{7D030DA7-903F-7FD2-5E3D-19969D0B1CE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33126" name="Group 5">
            <a:extLst>
              <a:ext uri="{FF2B5EF4-FFF2-40B4-BE49-F238E27FC236}">
                <a16:creationId xmlns:a16="http://schemas.microsoft.com/office/drawing/2014/main" id="{CAD14A10-1E76-CA7F-5BF3-5BE8B2BA3225}"/>
              </a:ext>
            </a:extLst>
          </p:cNvPr>
          <p:cNvGrpSpPr>
            <a:grpSpLocks/>
          </p:cNvGrpSpPr>
          <p:nvPr/>
        </p:nvGrpSpPr>
        <p:grpSpPr bwMode="auto">
          <a:xfrm>
            <a:off x="1219200" y="990600"/>
            <a:ext cx="7466013" cy="5732463"/>
            <a:chOff x="768" y="624"/>
            <a:chExt cx="4703" cy="3611"/>
          </a:xfrm>
        </p:grpSpPr>
        <p:sp>
          <p:nvSpPr>
            <p:cNvPr id="133127" name="Rectangle 6">
              <a:extLst>
                <a:ext uri="{FF2B5EF4-FFF2-40B4-BE49-F238E27FC236}">
                  <a16:creationId xmlns:a16="http://schemas.microsoft.com/office/drawing/2014/main" id="{DE9FF92D-CCA0-EF6B-14A4-947160F69CF7}"/>
                </a:ext>
              </a:extLst>
            </p:cNvPr>
            <p:cNvSpPr>
              <a:spLocks noChangeArrowheads="1"/>
            </p:cNvSpPr>
            <p:nvPr/>
          </p:nvSpPr>
          <p:spPr bwMode="auto">
            <a:xfrm>
              <a:off x="768" y="624"/>
              <a:ext cx="4703" cy="361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33128" name="Group 7">
              <a:extLst>
                <a:ext uri="{FF2B5EF4-FFF2-40B4-BE49-F238E27FC236}">
                  <a16:creationId xmlns:a16="http://schemas.microsoft.com/office/drawing/2014/main" id="{0C82414A-F3CA-398C-BBDD-CCA8AA7F38DB}"/>
                </a:ext>
              </a:extLst>
            </p:cNvPr>
            <p:cNvGrpSpPr>
              <a:grpSpLocks/>
            </p:cNvGrpSpPr>
            <p:nvPr/>
          </p:nvGrpSpPr>
          <p:grpSpPr bwMode="auto">
            <a:xfrm>
              <a:off x="1489" y="1679"/>
              <a:ext cx="1542" cy="802"/>
              <a:chOff x="1489" y="1679"/>
              <a:chExt cx="1542" cy="802"/>
            </a:xfrm>
          </p:grpSpPr>
          <p:sp>
            <p:nvSpPr>
              <p:cNvPr id="133149" name="Text Box 8">
                <a:extLst>
                  <a:ext uri="{FF2B5EF4-FFF2-40B4-BE49-F238E27FC236}">
                    <a16:creationId xmlns:a16="http://schemas.microsoft.com/office/drawing/2014/main" id="{C9A749A7-F7E4-7B4A-AB07-FE410BD14DB7}"/>
                  </a:ext>
                </a:extLst>
              </p:cNvPr>
              <p:cNvSpPr txBox="1">
                <a:spLocks noChangeArrowheads="1"/>
              </p:cNvSpPr>
              <p:nvPr/>
            </p:nvSpPr>
            <p:spPr bwMode="auto">
              <a:xfrm>
                <a:off x="1489" y="1679"/>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0x0001</a:t>
                </a:r>
              </a:p>
            </p:txBody>
          </p:sp>
          <p:sp>
            <p:nvSpPr>
              <p:cNvPr id="133150" name="Text Box 9">
                <a:extLst>
                  <a:ext uri="{FF2B5EF4-FFF2-40B4-BE49-F238E27FC236}">
                    <a16:creationId xmlns:a16="http://schemas.microsoft.com/office/drawing/2014/main" id="{2ABE9267-44CA-DFE2-39F5-7089AC173FC2}"/>
                  </a:ext>
                </a:extLst>
              </p:cNvPr>
              <p:cNvSpPr txBox="1">
                <a:spLocks noChangeArrowheads="1"/>
              </p:cNvSpPr>
              <p:nvPr/>
            </p:nvSpPr>
            <p:spPr bwMode="auto">
              <a:xfrm>
                <a:off x="2260" y="1679"/>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0x0800</a:t>
                </a:r>
              </a:p>
            </p:txBody>
          </p:sp>
          <p:sp>
            <p:nvSpPr>
              <p:cNvPr id="133151" name="Text Box 10">
                <a:extLst>
                  <a:ext uri="{FF2B5EF4-FFF2-40B4-BE49-F238E27FC236}">
                    <a16:creationId xmlns:a16="http://schemas.microsoft.com/office/drawing/2014/main" id="{025DACC8-F11E-937B-C379-81B90726A832}"/>
                  </a:ext>
                </a:extLst>
              </p:cNvPr>
              <p:cNvSpPr txBox="1">
                <a:spLocks noChangeArrowheads="1"/>
              </p:cNvSpPr>
              <p:nvPr/>
            </p:nvSpPr>
            <p:spPr bwMode="auto">
              <a:xfrm>
                <a:off x="1489" y="1813"/>
                <a:ext cx="385"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0x06</a:t>
                </a:r>
              </a:p>
            </p:txBody>
          </p:sp>
          <p:sp>
            <p:nvSpPr>
              <p:cNvPr id="133152" name="Text Box 11">
                <a:extLst>
                  <a:ext uri="{FF2B5EF4-FFF2-40B4-BE49-F238E27FC236}">
                    <a16:creationId xmlns:a16="http://schemas.microsoft.com/office/drawing/2014/main" id="{9404D470-CFE7-03C2-CCE6-FE54BE65012A}"/>
                  </a:ext>
                </a:extLst>
              </p:cNvPr>
              <p:cNvSpPr txBox="1">
                <a:spLocks noChangeArrowheads="1"/>
              </p:cNvSpPr>
              <p:nvPr/>
            </p:nvSpPr>
            <p:spPr bwMode="auto">
              <a:xfrm>
                <a:off x="1866" y="1813"/>
                <a:ext cx="393"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0x04</a:t>
                </a:r>
              </a:p>
            </p:txBody>
          </p:sp>
          <p:sp>
            <p:nvSpPr>
              <p:cNvPr id="133153" name="Text Box 12">
                <a:extLst>
                  <a:ext uri="{FF2B5EF4-FFF2-40B4-BE49-F238E27FC236}">
                    <a16:creationId xmlns:a16="http://schemas.microsoft.com/office/drawing/2014/main" id="{E3D5D33A-7CDE-D9C1-FA26-22D0831D1B8D}"/>
                  </a:ext>
                </a:extLst>
              </p:cNvPr>
              <p:cNvSpPr txBox="1">
                <a:spLocks noChangeArrowheads="1"/>
              </p:cNvSpPr>
              <p:nvPr/>
            </p:nvSpPr>
            <p:spPr bwMode="auto">
              <a:xfrm>
                <a:off x="2260" y="1813"/>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0x0001</a:t>
                </a:r>
              </a:p>
            </p:txBody>
          </p:sp>
          <p:sp>
            <p:nvSpPr>
              <p:cNvPr id="133154" name="Text Box 13">
                <a:extLst>
                  <a:ext uri="{FF2B5EF4-FFF2-40B4-BE49-F238E27FC236}">
                    <a16:creationId xmlns:a16="http://schemas.microsoft.com/office/drawing/2014/main" id="{60C9482B-A1C2-C481-A0E6-604D63A64116}"/>
                  </a:ext>
                </a:extLst>
              </p:cNvPr>
              <p:cNvSpPr txBox="1">
                <a:spLocks noChangeArrowheads="1"/>
              </p:cNvSpPr>
              <p:nvPr/>
            </p:nvSpPr>
            <p:spPr bwMode="auto">
              <a:xfrm>
                <a:off x="1489" y="1947"/>
                <a:ext cx="1542"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0xB43126931010</a:t>
                </a:r>
              </a:p>
            </p:txBody>
          </p:sp>
          <p:sp>
            <p:nvSpPr>
              <p:cNvPr id="133155" name="Text Box 14">
                <a:extLst>
                  <a:ext uri="{FF2B5EF4-FFF2-40B4-BE49-F238E27FC236}">
                    <a16:creationId xmlns:a16="http://schemas.microsoft.com/office/drawing/2014/main" id="{8CEC1A27-BA84-3F26-C3ED-FD8FC299C48A}"/>
                  </a:ext>
                </a:extLst>
              </p:cNvPr>
              <p:cNvSpPr txBox="1">
                <a:spLocks noChangeArrowheads="1"/>
              </p:cNvSpPr>
              <p:nvPr/>
            </p:nvSpPr>
            <p:spPr bwMode="auto">
              <a:xfrm>
                <a:off x="1489" y="2080"/>
                <a:ext cx="1542"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129.26.44.21</a:t>
                </a:r>
              </a:p>
            </p:txBody>
          </p:sp>
          <p:sp>
            <p:nvSpPr>
              <p:cNvPr id="133156" name="Text Box 15">
                <a:extLst>
                  <a:ext uri="{FF2B5EF4-FFF2-40B4-BE49-F238E27FC236}">
                    <a16:creationId xmlns:a16="http://schemas.microsoft.com/office/drawing/2014/main" id="{A8D08FB7-4121-B92B-7A6A-5ACA48F8B1AA}"/>
                  </a:ext>
                </a:extLst>
              </p:cNvPr>
              <p:cNvSpPr txBox="1">
                <a:spLocks noChangeArrowheads="1"/>
              </p:cNvSpPr>
              <p:nvPr/>
            </p:nvSpPr>
            <p:spPr bwMode="auto">
              <a:xfrm>
                <a:off x="1489" y="2214"/>
                <a:ext cx="1542"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0x000000000000</a:t>
                </a:r>
              </a:p>
            </p:txBody>
          </p:sp>
          <p:sp>
            <p:nvSpPr>
              <p:cNvPr id="133157" name="Text Box 16">
                <a:extLst>
                  <a:ext uri="{FF2B5EF4-FFF2-40B4-BE49-F238E27FC236}">
                    <a16:creationId xmlns:a16="http://schemas.microsoft.com/office/drawing/2014/main" id="{DB9A4261-DAF2-0860-B81D-F107205178B6}"/>
                  </a:ext>
                </a:extLst>
              </p:cNvPr>
              <p:cNvSpPr txBox="1">
                <a:spLocks noChangeArrowheads="1"/>
              </p:cNvSpPr>
              <p:nvPr/>
            </p:nvSpPr>
            <p:spPr bwMode="auto">
              <a:xfrm>
                <a:off x="1489" y="2348"/>
                <a:ext cx="1542"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129.26.44.10</a:t>
                </a:r>
              </a:p>
            </p:txBody>
          </p:sp>
        </p:grpSp>
        <p:sp>
          <p:nvSpPr>
            <p:cNvPr id="133129" name="Freeform 17">
              <a:extLst>
                <a:ext uri="{FF2B5EF4-FFF2-40B4-BE49-F238E27FC236}">
                  <a16:creationId xmlns:a16="http://schemas.microsoft.com/office/drawing/2014/main" id="{245C79F9-BF1D-A782-CF92-4AB238A4D032}"/>
                </a:ext>
              </a:extLst>
            </p:cNvPr>
            <p:cNvSpPr>
              <a:spLocks noChangeArrowheads="1"/>
            </p:cNvSpPr>
            <p:nvPr/>
          </p:nvSpPr>
          <p:spPr bwMode="auto">
            <a:xfrm>
              <a:off x="1081" y="797"/>
              <a:ext cx="573" cy="35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8 w 21600"/>
                <a:gd name="T43" fmla="*/ 2534 h 21600"/>
                <a:gd name="T44" fmla="*/ 16737 w 21600"/>
                <a:gd name="T45" fmla="*/ 1110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33130" name="Text Box 18">
              <a:extLst>
                <a:ext uri="{FF2B5EF4-FFF2-40B4-BE49-F238E27FC236}">
                  <a16:creationId xmlns:a16="http://schemas.microsoft.com/office/drawing/2014/main" id="{EBE008A7-3EA5-B320-CD03-8CD6A4FE17DA}"/>
                </a:ext>
              </a:extLst>
            </p:cNvPr>
            <p:cNvSpPr txBox="1">
              <a:spLocks noChangeArrowheads="1"/>
            </p:cNvSpPr>
            <p:nvPr/>
          </p:nvSpPr>
          <p:spPr bwMode="auto">
            <a:xfrm>
              <a:off x="1422" y="1177"/>
              <a:ext cx="1567" cy="243"/>
            </a:xfrm>
            <a:prstGeom prst="rect">
              <a:avLst/>
            </a:prstGeom>
            <a:solidFill>
              <a:srgbClr val="00E4A8"/>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IP address = 129.26.44.21</a:t>
              </a:r>
            </a:p>
            <a:p>
              <a:pPr>
                <a:buClrTx/>
                <a:buSzPct val="60000"/>
                <a:buFontTx/>
                <a:buNone/>
              </a:pPr>
              <a:r>
                <a:rPr lang="en-US" altLang="en-US" sz="900" b="1">
                  <a:solidFill>
                    <a:srgbClr val="000000"/>
                  </a:solidFill>
                </a:rPr>
                <a:t>Physical address = 0xB43126931010</a:t>
              </a:r>
            </a:p>
            <a:p>
              <a:pPr>
                <a:buClrTx/>
                <a:buSzPct val="60000"/>
                <a:buFontTx/>
                <a:buNone/>
              </a:pPr>
              <a:endParaRPr lang="en-US" altLang="en-US" sz="900" b="1">
                <a:solidFill>
                  <a:srgbClr val="000000"/>
                </a:solidFill>
              </a:endParaRPr>
            </a:p>
          </p:txBody>
        </p:sp>
        <p:sp>
          <p:nvSpPr>
            <p:cNvPr id="133131" name="Line 19">
              <a:extLst>
                <a:ext uri="{FF2B5EF4-FFF2-40B4-BE49-F238E27FC236}">
                  <a16:creationId xmlns:a16="http://schemas.microsoft.com/office/drawing/2014/main" id="{6D63A9AC-8983-9055-AE60-17E61515A07F}"/>
                </a:ext>
              </a:extLst>
            </p:cNvPr>
            <p:cNvSpPr>
              <a:spLocks noChangeShapeType="1"/>
            </p:cNvSpPr>
            <p:nvPr/>
          </p:nvSpPr>
          <p:spPr bwMode="auto">
            <a:xfrm>
              <a:off x="1363" y="1153"/>
              <a:ext cx="0" cy="2721"/>
            </a:xfrm>
            <a:prstGeom prst="line">
              <a:avLst/>
            </a:prstGeom>
            <a:noFill/>
            <a:ln w="9360" cap="sq">
              <a:solidFill>
                <a:srgbClr val="000000"/>
              </a:solidFill>
              <a:miter lim="800000"/>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33132" name="AutoShape 20">
              <a:extLst>
                <a:ext uri="{FF2B5EF4-FFF2-40B4-BE49-F238E27FC236}">
                  <a16:creationId xmlns:a16="http://schemas.microsoft.com/office/drawing/2014/main" id="{8D50409D-693D-56FF-D828-0BE3041B0485}"/>
                </a:ext>
              </a:extLst>
            </p:cNvPr>
            <p:cNvSpPr>
              <a:spLocks noChangeArrowheads="1"/>
            </p:cNvSpPr>
            <p:nvPr/>
          </p:nvSpPr>
          <p:spPr bwMode="auto">
            <a:xfrm>
              <a:off x="1833" y="2543"/>
              <a:ext cx="988" cy="220"/>
            </a:xfrm>
            <a:prstGeom prst="rightArrow">
              <a:avLst>
                <a:gd name="adj1" fmla="val 50000"/>
                <a:gd name="adj2" fmla="val 112273"/>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ARP Request</a:t>
              </a:r>
            </a:p>
          </p:txBody>
        </p:sp>
        <p:grpSp>
          <p:nvGrpSpPr>
            <p:cNvPr id="133133" name="Group 21">
              <a:extLst>
                <a:ext uri="{FF2B5EF4-FFF2-40B4-BE49-F238E27FC236}">
                  <a16:creationId xmlns:a16="http://schemas.microsoft.com/office/drawing/2014/main" id="{110D1418-C613-63EF-174A-63C3E30FB143}"/>
                </a:ext>
              </a:extLst>
            </p:cNvPr>
            <p:cNvGrpSpPr>
              <a:grpSpLocks/>
            </p:cNvGrpSpPr>
            <p:nvPr/>
          </p:nvGrpSpPr>
          <p:grpSpPr bwMode="auto">
            <a:xfrm>
              <a:off x="3175" y="2628"/>
              <a:ext cx="1541" cy="801"/>
              <a:chOff x="3175" y="2628"/>
              <a:chExt cx="1541" cy="801"/>
            </a:xfrm>
          </p:grpSpPr>
          <p:sp>
            <p:nvSpPr>
              <p:cNvPr id="133140" name="Text Box 22">
                <a:extLst>
                  <a:ext uri="{FF2B5EF4-FFF2-40B4-BE49-F238E27FC236}">
                    <a16:creationId xmlns:a16="http://schemas.microsoft.com/office/drawing/2014/main" id="{AC14FF86-2103-5FB6-D976-36D794B64821}"/>
                  </a:ext>
                </a:extLst>
              </p:cNvPr>
              <p:cNvSpPr txBox="1">
                <a:spLocks noChangeArrowheads="1"/>
              </p:cNvSpPr>
              <p:nvPr/>
            </p:nvSpPr>
            <p:spPr bwMode="auto">
              <a:xfrm>
                <a:off x="3175" y="2628"/>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0x0001</a:t>
                </a:r>
              </a:p>
            </p:txBody>
          </p:sp>
          <p:sp>
            <p:nvSpPr>
              <p:cNvPr id="133141" name="Text Box 23">
                <a:extLst>
                  <a:ext uri="{FF2B5EF4-FFF2-40B4-BE49-F238E27FC236}">
                    <a16:creationId xmlns:a16="http://schemas.microsoft.com/office/drawing/2014/main" id="{2D36D497-0FB9-9FAE-C5F5-D1AFDD488C67}"/>
                  </a:ext>
                </a:extLst>
              </p:cNvPr>
              <p:cNvSpPr txBox="1">
                <a:spLocks noChangeArrowheads="1"/>
              </p:cNvSpPr>
              <p:nvPr/>
            </p:nvSpPr>
            <p:spPr bwMode="auto">
              <a:xfrm>
                <a:off x="3946" y="2628"/>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0x0800</a:t>
                </a:r>
              </a:p>
            </p:txBody>
          </p:sp>
          <p:sp>
            <p:nvSpPr>
              <p:cNvPr id="133142" name="Text Box 24">
                <a:extLst>
                  <a:ext uri="{FF2B5EF4-FFF2-40B4-BE49-F238E27FC236}">
                    <a16:creationId xmlns:a16="http://schemas.microsoft.com/office/drawing/2014/main" id="{826B540C-3B4A-951B-F7CD-2F964385DD29}"/>
                  </a:ext>
                </a:extLst>
              </p:cNvPr>
              <p:cNvSpPr txBox="1">
                <a:spLocks noChangeArrowheads="1"/>
              </p:cNvSpPr>
              <p:nvPr/>
            </p:nvSpPr>
            <p:spPr bwMode="auto">
              <a:xfrm>
                <a:off x="3175" y="2762"/>
                <a:ext cx="384"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0x06</a:t>
                </a:r>
              </a:p>
            </p:txBody>
          </p:sp>
          <p:sp>
            <p:nvSpPr>
              <p:cNvPr id="133143" name="Text Box 25">
                <a:extLst>
                  <a:ext uri="{FF2B5EF4-FFF2-40B4-BE49-F238E27FC236}">
                    <a16:creationId xmlns:a16="http://schemas.microsoft.com/office/drawing/2014/main" id="{10D4BC7E-28B9-F890-A1E2-24CD2901E457}"/>
                  </a:ext>
                </a:extLst>
              </p:cNvPr>
              <p:cNvSpPr txBox="1">
                <a:spLocks noChangeArrowheads="1"/>
              </p:cNvSpPr>
              <p:nvPr/>
            </p:nvSpPr>
            <p:spPr bwMode="auto">
              <a:xfrm>
                <a:off x="3552" y="2762"/>
                <a:ext cx="393"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0x04</a:t>
                </a:r>
              </a:p>
            </p:txBody>
          </p:sp>
          <p:sp>
            <p:nvSpPr>
              <p:cNvPr id="133144" name="Text Box 26">
                <a:extLst>
                  <a:ext uri="{FF2B5EF4-FFF2-40B4-BE49-F238E27FC236}">
                    <a16:creationId xmlns:a16="http://schemas.microsoft.com/office/drawing/2014/main" id="{FA7D3960-15DC-3C41-A307-75B429AE0E21}"/>
                  </a:ext>
                </a:extLst>
              </p:cNvPr>
              <p:cNvSpPr txBox="1">
                <a:spLocks noChangeArrowheads="1"/>
              </p:cNvSpPr>
              <p:nvPr/>
            </p:nvSpPr>
            <p:spPr bwMode="auto">
              <a:xfrm>
                <a:off x="3946" y="2762"/>
                <a:ext cx="770"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0x0002</a:t>
                </a:r>
              </a:p>
            </p:txBody>
          </p:sp>
          <p:sp>
            <p:nvSpPr>
              <p:cNvPr id="133145" name="Text Box 27">
                <a:extLst>
                  <a:ext uri="{FF2B5EF4-FFF2-40B4-BE49-F238E27FC236}">
                    <a16:creationId xmlns:a16="http://schemas.microsoft.com/office/drawing/2014/main" id="{1174C0D1-8C2F-C336-4E70-BBD051B14454}"/>
                  </a:ext>
                </a:extLst>
              </p:cNvPr>
              <p:cNvSpPr txBox="1">
                <a:spLocks noChangeArrowheads="1"/>
              </p:cNvSpPr>
              <p:nvPr/>
            </p:nvSpPr>
            <p:spPr bwMode="auto">
              <a:xfrm>
                <a:off x="3175" y="2895"/>
                <a:ext cx="1541" cy="133"/>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0xA57BAB1223C1</a:t>
                </a:r>
              </a:p>
            </p:txBody>
          </p:sp>
          <p:sp>
            <p:nvSpPr>
              <p:cNvPr id="133146" name="Text Box 28">
                <a:extLst>
                  <a:ext uri="{FF2B5EF4-FFF2-40B4-BE49-F238E27FC236}">
                    <a16:creationId xmlns:a16="http://schemas.microsoft.com/office/drawing/2014/main" id="{3C558825-0070-FED4-7FB6-028A1CD944B7}"/>
                  </a:ext>
                </a:extLst>
              </p:cNvPr>
              <p:cNvSpPr txBox="1">
                <a:spLocks noChangeArrowheads="1"/>
              </p:cNvSpPr>
              <p:nvPr/>
            </p:nvSpPr>
            <p:spPr bwMode="auto">
              <a:xfrm>
                <a:off x="3175" y="3029"/>
                <a:ext cx="1541"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129.26.44.10</a:t>
                </a:r>
              </a:p>
              <a:p>
                <a:pPr>
                  <a:buClrTx/>
                  <a:buSzPct val="60000"/>
                  <a:buFontTx/>
                  <a:buNone/>
                </a:pPr>
                <a:endParaRPr lang="en-US" altLang="en-US" sz="900" b="1">
                  <a:solidFill>
                    <a:srgbClr val="000000"/>
                  </a:solidFill>
                </a:endParaRPr>
              </a:p>
            </p:txBody>
          </p:sp>
          <p:sp>
            <p:nvSpPr>
              <p:cNvPr id="133147" name="Text Box 29">
                <a:extLst>
                  <a:ext uri="{FF2B5EF4-FFF2-40B4-BE49-F238E27FC236}">
                    <a16:creationId xmlns:a16="http://schemas.microsoft.com/office/drawing/2014/main" id="{167A928F-EF91-6C35-4F77-9470DEF81858}"/>
                  </a:ext>
                </a:extLst>
              </p:cNvPr>
              <p:cNvSpPr txBox="1">
                <a:spLocks noChangeArrowheads="1"/>
              </p:cNvSpPr>
              <p:nvPr/>
            </p:nvSpPr>
            <p:spPr bwMode="auto">
              <a:xfrm>
                <a:off x="3175" y="3163"/>
                <a:ext cx="1541"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0xB43126931010</a:t>
                </a:r>
              </a:p>
              <a:p>
                <a:pPr>
                  <a:buClrTx/>
                  <a:buSzPct val="60000"/>
                  <a:buFontTx/>
                  <a:buNone/>
                </a:pPr>
                <a:endParaRPr lang="en-US" altLang="en-US" sz="900" b="1">
                  <a:solidFill>
                    <a:srgbClr val="000000"/>
                  </a:solidFill>
                </a:endParaRPr>
              </a:p>
            </p:txBody>
          </p:sp>
          <p:sp>
            <p:nvSpPr>
              <p:cNvPr id="133148" name="Text Box 30">
                <a:extLst>
                  <a:ext uri="{FF2B5EF4-FFF2-40B4-BE49-F238E27FC236}">
                    <a16:creationId xmlns:a16="http://schemas.microsoft.com/office/drawing/2014/main" id="{3725712B-FCB3-DD62-07EA-C632DC31330D}"/>
                  </a:ext>
                </a:extLst>
              </p:cNvPr>
              <p:cNvSpPr txBox="1">
                <a:spLocks noChangeArrowheads="1"/>
              </p:cNvSpPr>
              <p:nvPr/>
            </p:nvSpPr>
            <p:spPr bwMode="auto">
              <a:xfrm>
                <a:off x="3175" y="3296"/>
                <a:ext cx="1541"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129.26.44.21</a:t>
                </a:r>
              </a:p>
              <a:p>
                <a:pPr>
                  <a:buClrTx/>
                  <a:buSzPct val="60000"/>
                  <a:buFontTx/>
                  <a:buNone/>
                </a:pPr>
                <a:endParaRPr lang="en-US" altLang="en-US" sz="900" b="1">
                  <a:solidFill>
                    <a:srgbClr val="000000"/>
                  </a:solidFill>
                </a:endParaRPr>
              </a:p>
            </p:txBody>
          </p:sp>
        </p:grpSp>
        <p:sp>
          <p:nvSpPr>
            <p:cNvPr id="133134" name="Freeform 31">
              <a:extLst>
                <a:ext uri="{FF2B5EF4-FFF2-40B4-BE49-F238E27FC236}">
                  <a16:creationId xmlns:a16="http://schemas.microsoft.com/office/drawing/2014/main" id="{1DB53922-04EA-8B81-7D37-FCA80CAB5605}"/>
                </a:ext>
              </a:extLst>
            </p:cNvPr>
            <p:cNvSpPr>
              <a:spLocks noChangeArrowheads="1"/>
            </p:cNvSpPr>
            <p:nvPr/>
          </p:nvSpPr>
          <p:spPr bwMode="auto">
            <a:xfrm>
              <a:off x="4561" y="762"/>
              <a:ext cx="573" cy="35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8 w 21600"/>
                <a:gd name="T43" fmla="*/ 2534 h 21600"/>
                <a:gd name="T44" fmla="*/ 16737 w 21600"/>
                <a:gd name="T45" fmla="*/ 11102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133135" name="Text Box 32">
              <a:extLst>
                <a:ext uri="{FF2B5EF4-FFF2-40B4-BE49-F238E27FC236}">
                  <a16:creationId xmlns:a16="http://schemas.microsoft.com/office/drawing/2014/main" id="{DFBBB66F-46F7-E572-F065-07A43C0D17ED}"/>
                </a:ext>
              </a:extLst>
            </p:cNvPr>
            <p:cNvSpPr txBox="1">
              <a:spLocks noChangeArrowheads="1"/>
            </p:cNvSpPr>
            <p:nvPr/>
          </p:nvSpPr>
          <p:spPr bwMode="auto">
            <a:xfrm>
              <a:off x="3149" y="1177"/>
              <a:ext cx="1626" cy="243"/>
            </a:xfrm>
            <a:prstGeom prst="rect">
              <a:avLst/>
            </a:prstGeom>
            <a:solidFill>
              <a:srgbClr val="00E4A8"/>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IP address = 129.26.44.10</a:t>
              </a:r>
            </a:p>
            <a:p>
              <a:pPr>
                <a:buClrTx/>
                <a:buSzPct val="60000"/>
                <a:buFontTx/>
                <a:buNone/>
              </a:pPr>
              <a:r>
                <a:rPr lang="en-US" altLang="en-US" sz="900" b="1">
                  <a:solidFill>
                    <a:srgbClr val="000000"/>
                  </a:solidFill>
                </a:rPr>
                <a:t>Physical address = 0xA57BAB1223C1</a:t>
              </a:r>
            </a:p>
            <a:p>
              <a:pPr>
                <a:buClrTx/>
                <a:buSzPct val="60000"/>
                <a:buFontTx/>
                <a:buNone/>
              </a:pPr>
              <a:endParaRPr lang="en-US" altLang="en-US" sz="900" b="1">
                <a:solidFill>
                  <a:srgbClr val="000000"/>
                </a:solidFill>
              </a:endParaRPr>
            </a:p>
          </p:txBody>
        </p:sp>
        <p:sp>
          <p:nvSpPr>
            <p:cNvPr id="133136" name="Line 33">
              <a:extLst>
                <a:ext uri="{FF2B5EF4-FFF2-40B4-BE49-F238E27FC236}">
                  <a16:creationId xmlns:a16="http://schemas.microsoft.com/office/drawing/2014/main" id="{6B26E975-1024-317B-CDB9-2953DCF83EE5}"/>
                </a:ext>
              </a:extLst>
            </p:cNvPr>
            <p:cNvSpPr>
              <a:spLocks noChangeShapeType="1"/>
            </p:cNvSpPr>
            <p:nvPr/>
          </p:nvSpPr>
          <p:spPr bwMode="auto">
            <a:xfrm>
              <a:off x="4843" y="1118"/>
              <a:ext cx="0" cy="2768"/>
            </a:xfrm>
            <a:prstGeom prst="line">
              <a:avLst/>
            </a:prstGeom>
            <a:noFill/>
            <a:ln w="9360" cap="sq">
              <a:solidFill>
                <a:srgbClr val="000000"/>
              </a:solidFill>
              <a:miter lim="800000"/>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33137" name="AutoShape 34">
              <a:extLst>
                <a:ext uri="{FF2B5EF4-FFF2-40B4-BE49-F238E27FC236}">
                  <a16:creationId xmlns:a16="http://schemas.microsoft.com/office/drawing/2014/main" id="{5DA152D8-758F-253F-3BD7-B99B0D136AD6}"/>
                </a:ext>
              </a:extLst>
            </p:cNvPr>
            <p:cNvSpPr>
              <a:spLocks noChangeArrowheads="1"/>
            </p:cNvSpPr>
            <p:nvPr/>
          </p:nvSpPr>
          <p:spPr bwMode="auto">
            <a:xfrm>
              <a:off x="3594" y="3486"/>
              <a:ext cx="862" cy="214"/>
            </a:xfrm>
            <a:prstGeom prst="leftArrow">
              <a:avLst>
                <a:gd name="adj1" fmla="val 50000"/>
                <a:gd name="adj2" fmla="val 100701"/>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ARP Response</a:t>
              </a:r>
            </a:p>
          </p:txBody>
        </p:sp>
        <p:sp>
          <p:nvSpPr>
            <p:cNvPr id="133138" name="Text Box 35">
              <a:extLst>
                <a:ext uri="{FF2B5EF4-FFF2-40B4-BE49-F238E27FC236}">
                  <a16:creationId xmlns:a16="http://schemas.microsoft.com/office/drawing/2014/main" id="{8441A214-A491-A8D3-EE78-03809FCAE035}"/>
                </a:ext>
              </a:extLst>
            </p:cNvPr>
            <p:cNvSpPr txBox="1">
              <a:spLocks noChangeArrowheads="1"/>
            </p:cNvSpPr>
            <p:nvPr/>
          </p:nvSpPr>
          <p:spPr bwMode="auto">
            <a:xfrm>
              <a:off x="1137" y="3887"/>
              <a:ext cx="469" cy="18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Time</a:t>
              </a:r>
            </a:p>
          </p:txBody>
        </p:sp>
        <p:sp>
          <p:nvSpPr>
            <p:cNvPr id="133139" name="Text Box 36">
              <a:extLst>
                <a:ext uri="{FF2B5EF4-FFF2-40B4-BE49-F238E27FC236}">
                  <a16:creationId xmlns:a16="http://schemas.microsoft.com/office/drawing/2014/main" id="{15910EDD-56AE-B6CA-2EE7-359A3A21BDF1}"/>
                </a:ext>
              </a:extLst>
            </p:cNvPr>
            <p:cNvSpPr txBox="1">
              <a:spLocks noChangeArrowheads="1"/>
            </p:cNvSpPr>
            <p:nvPr/>
          </p:nvSpPr>
          <p:spPr bwMode="auto">
            <a:xfrm>
              <a:off x="4633" y="3899"/>
              <a:ext cx="469" cy="18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Time</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Text Box 1">
            <a:extLst>
              <a:ext uri="{FF2B5EF4-FFF2-40B4-BE49-F238E27FC236}">
                <a16:creationId xmlns:a16="http://schemas.microsoft.com/office/drawing/2014/main" id="{37B9328A-E32E-52FC-1BC4-CEA4A0725863}"/>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RARP, BOOTP, and DHCP</a:t>
            </a:r>
          </a:p>
        </p:txBody>
      </p:sp>
      <p:sp>
        <p:nvSpPr>
          <p:cNvPr id="135171" name="Text Box 2">
            <a:extLst>
              <a:ext uri="{FF2B5EF4-FFF2-40B4-BE49-F238E27FC236}">
                <a16:creationId xmlns:a16="http://schemas.microsoft.com/office/drawing/2014/main" id="{5C555E07-F739-C825-7FEE-413F98F688F8}"/>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ext Box 1">
            <a:extLst>
              <a:ext uri="{FF2B5EF4-FFF2-40B4-BE49-F238E27FC236}">
                <a16:creationId xmlns:a16="http://schemas.microsoft.com/office/drawing/2014/main" id="{A9D1EEC4-482B-34AB-7D64-F657126A58E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37219" name="Text Box 2">
            <a:extLst>
              <a:ext uri="{FF2B5EF4-FFF2-40B4-BE49-F238E27FC236}">
                <a16:creationId xmlns:a16="http://schemas.microsoft.com/office/drawing/2014/main" id="{F87B8E83-F1A0-6E7C-5D02-24A4638D123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5EF06F5-39C6-448D-9164-147C857CF520}" type="slidenum">
              <a:rPr lang="en-US" altLang="en-US" sz="1400">
                <a:solidFill>
                  <a:srgbClr val="000000"/>
                </a:solidFill>
              </a:rPr>
              <a:pPr algn="r" eaLnBrk="1" hangingPunct="1">
                <a:buClrTx/>
                <a:buSzPct val="60000"/>
                <a:buFontTx/>
                <a:buNone/>
              </a:pPr>
              <a:t>66</a:t>
            </a:fld>
            <a:endParaRPr lang="en-US" altLang="en-US" sz="1400">
              <a:solidFill>
                <a:srgbClr val="000000"/>
              </a:solidFill>
            </a:endParaRPr>
          </a:p>
        </p:txBody>
      </p:sp>
      <p:sp>
        <p:nvSpPr>
          <p:cNvPr id="137220" name="Text Box 3">
            <a:extLst>
              <a:ext uri="{FF2B5EF4-FFF2-40B4-BE49-F238E27FC236}">
                <a16:creationId xmlns:a16="http://schemas.microsoft.com/office/drawing/2014/main" id="{03D400B4-7AA8-11BA-630B-895E762AACE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3600">
                <a:solidFill>
                  <a:srgbClr val="333399"/>
                </a:solidFill>
              </a:rPr>
              <a:t>Mapping Physical to Logical Addresses: RARP, BOOTP, and DHCP</a:t>
            </a:r>
          </a:p>
        </p:txBody>
      </p:sp>
      <p:sp>
        <p:nvSpPr>
          <p:cNvPr id="137221" name="Text Box 4">
            <a:extLst>
              <a:ext uri="{FF2B5EF4-FFF2-40B4-BE49-F238E27FC236}">
                <a16:creationId xmlns:a16="http://schemas.microsoft.com/office/drawing/2014/main" id="{0C1BA1C5-891E-6DFE-A671-EAAE1A21568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A host may know its physical address, and may want to find out its IP address</a:t>
            </a:r>
          </a:p>
          <a:p>
            <a:pPr lvl="1" eaLnBrk="1" hangingPunct="1">
              <a:lnSpc>
                <a:spcPct val="90000"/>
              </a:lnSpc>
              <a:spcBef>
                <a:spcPts val="600"/>
              </a:spcBef>
              <a:buClr>
                <a:srgbClr val="FF0000"/>
              </a:buClr>
              <a:buSzPct val="55000"/>
              <a:buFont typeface="Tahoma" panose="020B0604030504040204" pitchFamily="34" charset="0"/>
              <a:buAutoNum type="arabicPeriod"/>
            </a:pPr>
            <a:r>
              <a:rPr lang="en-US" altLang="en-US" sz="2400">
                <a:solidFill>
                  <a:srgbClr val="000000"/>
                </a:solidFill>
              </a:rPr>
              <a:t>A diskless workstation boots. Its physical address is on the NIC, but the IP address is unknown.</a:t>
            </a:r>
          </a:p>
          <a:p>
            <a:pPr lvl="1" eaLnBrk="1" hangingPunct="1">
              <a:lnSpc>
                <a:spcPct val="90000"/>
              </a:lnSpc>
              <a:spcBef>
                <a:spcPts val="600"/>
              </a:spcBef>
              <a:buClr>
                <a:srgbClr val="FF0000"/>
              </a:buClr>
              <a:buSzPct val="55000"/>
              <a:buFont typeface="Tahoma" panose="020B0604030504040204" pitchFamily="34" charset="0"/>
              <a:buAutoNum type="arabicPeriod"/>
            </a:pPr>
            <a:r>
              <a:rPr lang="en-US" altLang="en-US" sz="2400">
                <a:solidFill>
                  <a:srgbClr val="000000"/>
                </a:solidFill>
              </a:rPr>
              <a:t>An organization is short on IP addresses. It asks stations to send requests for IP addresses, and serves them on demand.</a:t>
            </a:r>
          </a:p>
          <a:p>
            <a:pPr lvl="1" eaLnBrk="1" hangingPunct="1">
              <a:lnSpc>
                <a:spcPct val="90000"/>
              </a:lnSpc>
              <a:spcBef>
                <a:spcPts val="600"/>
              </a:spcBef>
              <a:buClr>
                <a:srgbClr val="FF0000"/>
              </a:buClr>
              <a:buSzPct val="55000"/>
              <a:buFont typeface="Tahoma" panose="020B0604030504040204" pitchFamily="34" charset="0"/>
              <a:buAutoNum type="arabicPeriod"/>
            </a:pPr>
            <a:r>
              <a:rPr lang="en-US" altLang="en-US" sz="2400">
                <a:solidFill>
                  <a:srgbClr val="000000"/>
                </a:solidFill>
              </a:rPr>
              <a:t>People can move from one office to another and want to seamlessly connect to the corporate network and to the Internet while on the move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Text Box 1">
            <a:extLst>
              <a:ext uri="{FF2B5EF4-FFF2-40B4-BE49-F238E27FC236}">
                <a16:creationId xmlns:a16="http://schemas.microsoft.com/office/drawing/2014/main" id="{B82B6A12-D51F-243C-BC62-BE184EBA4A77}"/>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Reverse Address Resolution Protocol (RARP)</a:t>
            </a:r>
          </a:p>
        </p:txBody>
      </p:sp>
      <p:sp>
        <p:nvSpPr>
          <p:cNvPr id="139267" name="Text Box 2">
            <a:extLst>
              <a:ext uri="{FF2B5EF4-FFF2-40B4-BE49-F238E27FC236}">
                <a16:creationId xmlns:a16="http://schemas.microsoft.com/office/drawing/2014/main" id="{039A0752-D932-E932-FA30-42714831525B}"/>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Text Box 1">
            <a:extLst>
              <a:ext uri="{FF2B5EF4-FFF2-40B4-BE49-F238E27FC236}">
                <a16:creationId xmlns:a16="http://schemas.microsoft.com/office/drawing/2014/main" id="{F7EDEDC4-73F0-75A2-A646-EF512260B10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41315" name="Text Box 2">
            <a:extLst>
              <a:ext uri="{FF2B5EF4-FFF2-40B4-BE49-F238E27FC236}">
                <a16:creationId xmlns:a16="http://schemas.microsoft.com/office/drawing/2014/main" id="{A57861D8-544C-3550-D31F-3A73C90D0C2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5680778-7674-423E-96AC-F3FDCCED999A}" type="slidenum">
              <a:rPr lang="en-US" altLang="en-US" sz="1400">
                <a:solidFill>
                  <a:srgbClr val="000000"/>
                </a:solidFill>
              </a:rPr>
              <a:pPr algn="r" eaLnBrk="1" hangingPunct="1">
                <a:buClrTx/>
                <a:buSzPct val="60000"/>
                <a:buFontTx/>
                <a:buNone/>
              </a:pPr>
              <a:t>68</a:t>
            </a:fld>
            <a:endParaRPr lang="en-US" altLang="en-US" sz="1400">
              <a:solidFill>
                <a:srgbClr val="000000"/>
              </a:solidFill>
            </a:endParaRPr>
          </a:p>
        </p:txBody>
      </p:sp>
      <p:sp>
        <p:nvSpPr>
          <p:cNvPr id="141316" name="Text Box 3">
            <a:extLst>
              <a:ext uri="{FF2B5EF4-FFF2-40B4-BE49-F238E27FC236}">
                <a16:creationId xmlns:a16="http://schemas.microsoft.com/office/drawing/2014/main" id="{1DCA4D1C-3C4D-9DFA-6062-B5C1E37D8A5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Reverse Address Resolution Protocol (RARP) – 1</a:t>
            </a:r>
          </a:p>
        </p:txBody>
      </p:sp>
      <p:sp>
        <p:nvSpPr>
          <p:cNvPr id="141317" name="Text Box 4">
            <a:extLst>
              <a:ext uri="{FF2B5EF4-FFF2-40B4-BE49-F238E27FC236}">
                <a16:creationId xmlns:a16="http://schemas.microsoft.com/office/drawing/2014/main" id="{F4B0F202-76F9-B363-E5E5-30EB0F37166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The IP address of a host is usually stored in some configuration file on its disk</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The host uses this IP address to communicate with the rest of the computers</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However, a diskless workstation only has ROM; and it does not contain the IP address, because the IP address is assigned by the local system administrator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Text Box 1">
            <a:extLst>
              <a:ext uri="{FF2B5EF4-FFF2-40B4-BE49-F238E27FC236}">
                <a16:creationId xmlns:a16="http://schemas.microsoft.com/office/drawing/2014/main" id="{DA323273-842A-AEC9-0101-5654CE3C4FC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43363" name="Text Box 2">
            <a:extLst>
              <a:ext uri="{FF2B5EF4-FFF2-40B4-BE49-F238E27FC236}">
                <a16:creationId xmlns:a16="http://schemas.microsoft.com/office/drawing/2014/main" id="{B8211AE1-18C0-6D64-49C2-24182FEA168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BC1CF46-F161-4E2B-A011-FB23AAD73331}" type="slidenum">
              <a:rPr lang="en-US" altLang="en-US" sz="1400">
                <a:solidFill>
                  <a:srgbClr val="000000"/>
                </a:solidFill>
              </a:rPr>
              <a:pPr algn="r" eaLnBrk="1" hangingPunct="1">
                <a:buClrTx/>
                <a:buSzPct val="60000"/>
                <a:buFontTx/>
                <a:buNone/>
              </a:pPr>
              <a:t>69</a:t>
            </a:fld>
            <a:endParaRPr lang="en-US" altLang="en-US" sz="1400">
              <a:solidFill>
                <a:srgbClr val="000000"/>
              </a:solidFill>
            </a:endParaRPr>
          </a:p>
        </p:txBody>
      </p:sp>
      <p:sp>
        <p:nvSpPr>
          <p:cNvPr id="143364" name="Text Box 3">
            <a:extLst>
              <a:ext uri="{FF2B5EF4-FFF2-40B4-BE49-F238E27FC236}">
                <a16:creationId xmlns:a16="http://schemas.microsoft.com/office/drawing/2014/main" id="{B8263382-E31C-D905-9211-C25AFD10648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Reverse Address Resolution Protocol (RARP) – 2</a:t>
            </a:r>
          </a:p>
        </p:txBody>
      </p:sp>
      <p:sp>
        <p:nvSpPr>
          <p:cNvPr id="143365" name="Text Box 4">
            <a:extLst>
              <a:ext uri="{FF2B5EF4-FFF2-40B4-BE49-F238E27FC236}">
                <a16:creationId xmlns:a16="http://schemas.microsoft.com/office/drawing/2014/main" id="{711CD88F-DD1E-B93F-BEB0-7242696D899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The host needing to know its IP address broadcasts an RARP request, containing its physical address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Another host that knows the IP addresses of all the hosts on the network responds with the IP address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Problem: Broadcasting is at data link layer</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The physical broadcast address (all ones in Ethernet) does not cross boundaries of a network (e.g. if subnets are created)</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Hence, RARP is obsolete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Text Box 1">
            <a:extLst>
              <a:ext uri="{FF2B5EF4-FFF2-40B4-BE49-F238E27FC236}">
                <a16:creationId xmlns:a16="http://schemas.microsoft.com/office/drawing/2014/main" id="{30F05A10-CF78-DB96-4F3B-93ACC5A5F56F}"/>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Bootstrap Protocol (BOOTP)</a:t>
            </a:r>
          </a:p>
        </p:txBody>
      </p:sp>
      <p:sp>
        <p:nvSpPr>
          <p:cNvPr id="145411" name="Text Box 2">
            <a:extLst>
              <a:ext uri="{FF2B5EF4-FFF2-40B4-BE49-F238E27FC236}">
                <a16:creationId xmlns:a16="http://schemas.microsoft.com/office/drawing/2014/main" id="{82B66147-7236-D7F4-A851-D41BE372E957}"/>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Text Box 1">
            <a:extLst>
              <a:ext uri="{FF2B5EF4-FFF2-40B4-BE49-F238E27FC236}">
                <a16:creationId xmlns:a16="http://schemas.microsoft.com/office/drawing/2014/main" id="{9F826E82-A70B-EBB3-29F4-21EFF32F368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47459" name="Text Box 2">
            <a:extLst>
              <a:ext uri="{FF2B5EF4-FFF2-40B4-BE49-F238E27FC236}">
                <a16:creationId xmlns:a16="http://schemas.microsoft.com/office/drawing/2014/main" id="{67CF93B7-FA8B-833C-B56B-2E809E0FE49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2E8D20E-B797-4574-BDC3-EB9AFAE30C65}" type="slidenum">
              <a:rPr lang="en-US" altLang="en-US" sz="1400">
                <a:solidFill>
                  <a:srgbClr val="000000"/>
                </a:solidFill>
              </a:rPr>
              <a:pPr algn="r" eaLnBrk="1" hangingPunct="1">
                <a:buClrTx/>
                <a:buSzPct val="60000"/>
                <a:buFontTx/>
                <a:buNone/>
              </a:pPr>
              <a:t>71</a:t>
            </a:fld>
            <a:endParaRPr lang="en-US" altLang="en-US" sz="1400">
              <a:solidFill>
                <a:srgbClr val="000000"/>
              </a:solidFill>
            </a:endParaRPr>
          </a:p>
        </p:txBody>
      </p:sp>
      <p:sp>
        <p:nvSpPr>
          <p:cNvPr id="147460" name="Text Box 3">
            <a:extLst>
              <a:ext uri="{FF2B5EF4-FFF2-40B4-BE49-F238E27FC236}">
                <a16:creationId xmlns:a16="http://schemas.microsoft.com/office/drawing/2014/main" id="{AB95E802-0639-8831-3C28-46B2DD01501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BOOTP Versus RARP</a:t>
            </a:r>
          </a:p>
        </p:txBody>
      </p:sp>
      <p:sp>
        <p:nvSpPr>
          <p:cNvPr id="147461" name="Text Box 4">
            <a:extLst>
              <a:ext uri="{FF2B5EF4-FFF2-40B4-BE49-F238E27FC236}">
                <a16:creationId xmlns:a16="http://schemas.microsoft.com/office/drawing/2014/main" id="{EA037B8F-2DD5-1374-E7E0-EDA476FACB6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dirty="0">
                <a:solidFill>
                  <a:srgbClr val="000000"/>
                </a:solidFill>
              </a:rPr>
              <a:t>RARP limitations</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Operates as a low-level broadcast protocol</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Requires adjustments for various hardware types</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RARP server needs to be configured on every network</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Provides for only IP address, and nothing else</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dirty="0">
                <a:solidFill>
                  <a:srgbClr val="000000"/>
                </a:solidFill>
              </a:rPr>
              <a:t>BOOTP</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Uses UDP, and is hence independent of hardware</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Supports additional configuration information to be sent to the client, in addition to its IP address</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dirty="0">
                <a:solidFill>
                  <a:srgbClr val="000000"/>
                </a:solidFill>
              </a:rPr>
              <a:t>Client and server can be on different networks, thus supports internetworking</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Text Box 1">
            <a:extLst>
              <a:ext uri="{FF2B5EF4-FFF2-40B4-BE49-F238E27FC236}">
                <a16:creationId xmlns:a16="http://schemas.microsoft.com/office/drawing/2014/main" id="{7CE43ACA-C40B-5DE3-6CE3-B5FDA94C6DA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49507" name="Text Box 2">
            <a:extLst>
              <a:ext uri="{FF2B5EF4-FFF2-40B4-BE49-F238E27FC236}">
                <a16:creationId xmlns:a16="http://schemas.microsoft.com/office/drawing/2014/main" id="{5A4FEFA7-3B8B-ACF5-49BA-3B53BE5B28F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1AF8723-5B25-4325-886A-135FBF56F0EB}" type="slidenum">
              <a:rPr lang="en-US" altLang="en-US" sz="1400">
                <a:solidFill>
                  <a:srgbClr val="000000"/>
                </a:solidFill>
              </a:rPr>
              <a:pPr algn="r" eaLnBrk="1" hangingPunct="1">
                <a:buClrTx/>
                <a:buSzPct val="60000"/>
                <a:buFontTx/>
                <a:buNone/>
              </a:pPr>
              <a:t>72</a:t>
            </a:fld>
            <a:endParaRPr lang="en-US" altLang="en-US" sz="1400">
              <a:solidFill>
                <a:srgbClr val="000000"/>
              </a:solidFill>
            </a:endParaRPr>
          </a:p>
        </p:txBody>
      </p:sp>
      <p:sp>
        <p:nvSpPr>
          <p:cNvPr id="149508" name="Text Box 3">
            <a:extLst>
              <a:ext uri="{FF2B5EF4-FFF2-40B4-BE49-F238E27FC236}">
                <a16:creationId xmlns:a16="http://schemas.microsoft.com/office/drawing/2014/main" id="{61F08B1A-526E-3F01-15FD-4AACC4829E2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BOOTP Operation</a:t>
            </a:r>
          </a:p>
        </p:txBody>
      </p:sp>
      <p:sp>
        <p:nvSpPr>
          <p:cNvPr id="149509" name="Text Box 4">
            <a:extLst>
              <a:ext uri="{FF2B5EF4-FFF2-40B4-BE49-F238E27FC236}">
                <a16:creationId xmlns:a16="http://schemas.microsoft.com/office/drawing/2014/main" id="{79DC2DBF-EF59-F828-F1C8-1D1C609D5E4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BOOTP server maintains mapping between IP and physical addresses</a:t>
            </a:r>
          </a:p>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Client sends a request with its physical address, asking for IP address</a:t>
            </a:r>
          </a:p>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Server looks up physical address of the client in its tables, and returns IP address</a:t>
            </a:r>
          </a:p>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A special well-known port (67) is used for BOOTP UDP requests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 Box 1">
            <a:extLst>
              <a:ext uri="{FF2B5EF4-FFF2-40B4-BE49-F238E27FC236}">
                <a16:creationId xmlns:a16="http://schemas.microsoft.com/office/drawing/2014/main" id="{BC68BA52-7F22-7F31-85C9-985B31C88D0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51555" name="Text Box 2">
            <a:extLst>
              <a:ext uri="{FF2B5EF4-FFF2-40B4-BE49-F238E27FC236}">
                <a16:creationId xmlns:a16="http://schemas.microsoft.com/office/drawing/2014/main" id="{EC711A7B-6A9E-E8AA-2049-DD4D338AB69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08057A3-362D-4EB8-9899-A61F663F3626}" type="slidenum">
              <a:rPr lang="en-US" altLang="en-US" sz="1400">
                <a:solidFill>
                  <a:srgbClr val="000000"/>
                </a:solidFill>
              </a:rPr>
              <a:pPr algn="r" eaLnBrk="1" hangingPunct="1">
                <a:buClrTx/>
                <a:buSzPct val="60000"/>
                <a:buFontTx/>
                <a:buNone/>
              </a:pPr>
              <a:t>73</a:t>
            </a:fld>
            <a:endParaRPr lang="en-US" altLang="en-US" sz="1400">
              <a:solidFill>
                <a:srgbClr val="000000"/>
              </a:solidFill>
            </a:endParaRPr>
          </a:p>
        </p:txBody>
      </p:sp>
      <p:sp>
        <p:nvSpPr>
          <p:cNvPr id="151556" name="Text Box 3">
            <a:extLst>
              <a:ext uri="{FF2B5EF4-FFF2-40B4-BE49-F238E27FC236}">
                <a16:creationId xmlns:a16="http://schemas.microsoft.com/office/drawing/2014/main" id="{F404413D-547E-6688-5786-AF3EDF1CE66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How BOOTP Works?</a:t>
            </a:r>
          </a:p>
        </p:txBody>
      </p:sp>
      <p:sp>
        <p:nvSpPr>
          <p:cNvPr id="151557" name="Text Box 4">
            <a:extLst>
              <a:ext uri="{FF2B5EF4-FFF2-40B4-BE49-F238E27FC236}">
                <a16:creationId xmlns:a16="http://schemas.microsoft.com/office/drawing/2014/main" id="{612AD95B-5142-6E91-CF0B-C83A2A5CAC0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Application layer client/server protocol; client and server can be remote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BOOTP messages are encapsulated inside UDP datagrams, which are encapsulated inside IP datagrams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Client does not know its and the server’s IP address</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dirty="0">
                <a:solidFill>
                  <a:srgbClr val="000000"/>
                </a:solidFill>
              </a:rPr>
              <a:t>Puts all 0s as source IP address and all 1s as destination IP address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Problem: Request is broadcasted, and hence cannot pass routers. Hence, one host/router is configured as a </a:t>
            </a:r>
            <a:r>
              <a:rPr lang="en-US" altLang="en-US" sz="2400" b="1" dirty="0">
                <a:solidFill>
                  <a:srgbClr val="000000"/>
                </a:solidFill>
              </a:rPr>
              <a:t>relay agent</a:t>
            </a:r>
            <a:r>
              <a:rPr lang="en-US" altLang="en-US" sz="2400" dirty="0">
                <a:solidFill>
                  <a:srgbClr val="000000"/>
                </a:solidFill>
              </a:rPr>
              <a:t>. It knows the unicast address of a BOOTP server, and passes the packet to it.</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dirty="0">
                <a:solidFill>
                  <a:srgbClr val="000000"/>
                </a:solidFill>
              </a:rPr>
              <a:t>See next slide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Text Box 1">
            <a:extLst>
              <a:ext uri="{FF2B5EF4-FFF2-40B4-BE49-F238E27FC236}">
                <a16:creationId xmlns:a16="http://schemas.microsoft.com/office/drawing/2014/main" id="{12F3117F-69CD-B65B-51C3-30DC1F3C9A0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53603" name="Text Box 2">
            <a:extLst>
              <a:ext uri="{FF2B5EF4-FFF2-40B4-BE49-F238E27FC236}">
                <a16:creationId xmlns:a16="http://schemas.microsoft.com/office/drawing/2014/main" id="{73BEC837-5FD2-733F-676C-692F260C242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6062EA6-F559-4EF4-BC60-394BDF98E4C7}" type="slidenum">
              <a:rPr lang="en-US" altLang="en-US" sz="1400">
                <a:solidFill>
                  <a:srgbClr val="000000"/>
                </a:solidFill>
              </a:rPr>
              <a:pPr algn="r" eaLnBrk="1" hangingPunct="1">
                <a:buClrTx/>
                <a:buSzPct val="60000"/>
                <a:buFontTx/>
                <a:buNone/>
              </a:pPr>
              <a:t>74</a:t>
            </a:fld>
            <a:endParaRPr lang="en-US" altLang="en-US" sz="1400">
              <a:solidFill>
                <a:srgbClr val="000000"/>
              </a:solidFill>
            </a:endParaRPr>
          </a:p>
        </p:txBody>
      </p:sp>
      <p:sp>
        <p:nvSpPr>
          <p:cNvPr id="153604" name="Text Box 3">
            <a:extLst>
              <a:ext uri="{FF2B5EF4-FFF2-40B4-BE49-F238E27FC236}">
                <a16:creationId xmlns:a16="http://schemas.microsoft.com/office/drawing/2014/main" id="{3859D8DF-5A01-945D-900D-1B15CF8EC6A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Need for Relay Agents</a:t>
            </a:r>
          </a:p>
        </p:txBody>
      </p:sp>
      <p:sp>
        <p:nvSpPr>
          <p:cNvPr id="153605" name="Text Box 4">
            <a:extLst>
              <a:ext uri="{FF2B5EF4-FFF2-40B4-BE49-F238E27FC236}">
                <a16:creationId xmlns:a16="http://schemas.microsoft.com/office/drawing/2014/main" id="{38DC08DA-A765-1F61-8AB5-C1C7D27B738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450"/>
              </a:spcBef>
              <a:buClr>
                <a:srgbClr val="3333CC"/>
              </a:buClr>
              <a:buSzPct val="60000"/>
              <a:buFont typeface="Wingdings" panose="05000000000000000000" pitchFamily="2" charset="2"/>
              <a:buChar char=""/>
            </a:pPr>
            <a:r>
              <a:rPr lang="en-US" altLang="en-US">
                <a:solidFill>
                  <a:srgbClr val="000000"/>
                </a:solidFill>
              </a:rPr>
              <a:t>BOOTP is designed to allow the BOOTP server and clients to be on different networks</a:t>
            </a:r>
          </a:p>
          <a:p>
            <a:pPr eaLnBrk="1" hangingPunct="1">
              <a:lnSpc>
                <a:spcPct val="80000"/>
              </a:lnSpc>
              <a:spcBef>
                <a:spcPts val="450"/>
              </a:spcBef>
              <a:buClr>
                <a:srgbClr val="3333CC"/>
              </a:buClr>
              <a:buSzPct val="60000"/>
              <a:buFont typeface="Wingdings" panose="05000000000000000000" pitchFamily="2" charset="2"/>
              <a:buChar char=""/>
            </a:pPr>
            <a:r>
              <a:rPr lang="en-US" altLang="en-US">
                <a:solidFill>
                  <a:srgbClr val="000000"/>
                </a:solidFill>
              </a:rPr>
              <a:t>This centralizes the BOOTP server and greatly reduces the amount of work for system administrators</a:t>
            </a:r>
          </a:p>
          <a:p>
            <a:pPr eaLnBrk="1" hangingPunct="1">
              <a:lnSpc>
                <a:spcPct val="80000"/>
              </a:lnSpc>
              <a:spcBef>
                <a:spcPts val="450"/>
              </a:spcBef>
              <a:buClr>
                <a:srgbClr val="3333CC"/>
              </a:buClr>
              <a:buSzPct val="60000"/>
              <a:buFont typeface="Wingdings" panose="05000000000000000000" pitchFamily="2" charset="2"/>
              <a:buChar char=""/>
            </a:pPr>
            <a:r>
              <a:rPr lang="en-US" altLang="en-US">
                <a:solidFill>
                  <a:srgbClr val="000000"/>
                </a:solidFill>
              </a:rPr>
              <a:t>However, this means the protocol is more complex</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Why? RARP works at data link layer, so cannot allow clients and server to be on different physical networks</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The whole point about BOOTP is to allow use of IP, and if IP is used, we should be able to send packets from one network to another arbitrarily!</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True, but BOOTP (like RARP) uses broadcasting</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Client does not know the address of a BOOTP server, and hence sends a broadcast request</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For efficiency reasons, routers do not route broadcasts – this clogs the network</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Hence, if client and server are on different networks, server cannot hear client’s broadcast</a:t>
            </a:r>
          </a:p>
          <a:p>
            <a:pPr eaLnBrk="1" hangingPunct="1">
              <a:lnSpc>
                <a:spcPct val="80000"/>
              </a:lnSpc>
              <a:spcBef>
                <a:spcPts val="450"/>
              </a:spcBef>
              <a:buClr>
                <a:srgbClr val="3333CC"/>
              </a:buClr>
              <a:buSzPct val="60000"/>
              <a:buFont typeface="Wingdings" panose="05000000000000000000" pitchFamily="2" charset="2"/>
              <a:buChar char=""/>
            </a:pPr>
            <a:r>
              <a:rPr lang="en-US" altLang="en-US">
                <a:solidFill>
                  <a:srgbClr val="000000"/>
                </a:solidFill>
              </a:rPr>
              <a:t>Hence, we need a Relay Agent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Text Box 1">
            <a:extLst>
              <a:ext uri="{FF2B5EF4-FFF2-40B4-BE49-F238E27FC236}">
                <a16:creationId xmlns:a16="http://schemas.microsoft.com/office/drawing/2014/main" id="{9FB60F6C-5F39-EB2A-8F28-FC93C58874F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55651" name="Text Box 2">
            <a:extLst>
              <a:ext uri="{FF2B5EF4-FFF2-40B4-BE49-F238E27FC236}">
                <a16:creationId xmlns:a16="http://schemas.microsoft.com/office/drawing/2014/main" id="{D7912853-BDCC-BD9D-26B1-256CD5B06DB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98EB19F-C046-4436-8529-1C739953C601}" type="slidenum">
              <a:rPr lang="en-US" altLang="en-US" sz="1400">
                <a:solidFill>
                  <a:srgbClr val="000000"/>
                </a:solidFill>
              </a:rPr>
              <a:pPr algn="r" eaLnBrk="1" hangingPunct="1">
                <a:buClrTx/>
                <a:buSzPct val="60000"/>
                <a:buFontTx/>
                <a:buNone/>
              </a:pPr>
              <a:t>75</a:t>
            </a:fld>
            <a:endParaRPr lang="en-US" altLang="en-US" sz="1400">
              <a:solidFill>
                <a:srgbClr val="000000"/>
              </a:solidFill>
            </a:endParaRPr>
          </a:p>
        </p:txBody>
      </p:sp>
      <p:sp>
        <p:nvSpPr>
          <p:cNvPr id="155652" name="Text Box 3">
            <a:extLst>
              <a:ext uri="{FF2B5EF4-FFF2-40B4-BE49-F238E27FC236}">
                <a16:creationId xmlns:a16="http://schemas.microsoft.com/office/drawing/2014/main" id="{F82D790F-9617-B9EC-4565-421126E424E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Function of BOOTP Relay Agent</a:t>
            </a:r>
          </a:p>
        </p:txBody>
      </p:sp>
      <p:sp>
        <p:nvSpPr>
          <p:cNvPr id="155653" name="Text Box 4">
            <a:extLst>
              <a:ext uri="{FF2B5EF4-FFF2-40B4-BE49-F238E27FC236}">
                <a16:creationId xmlns:a16="http://schemas.microsoft.com/office/drawing/2014/main" id="{3C0E8EF3-06BF-C57B-A345-DB5567B5006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Sits on a physical network where BOOTP clients may be located and acts as a proxy for the BOOTP server</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Relays messages between a client and a server, and hence called as </a:t>
            </a:r>
            <a:r>
              <a:rPr lang="en-US" altLang="en-US" sz="3200" i="1">
                <a:solidFill>
                  <a:srgbClr val="000000"/>
                </a:solidFill>
              </a:rPr>
              <a:t>Relay Agent</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Usually implemented in software on an existing router – dual role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Text Box 1">
            <a:extLst>
              <a:ext uri="{FF2B5EF4-FFF2-40B4-BE49-F238E27FC236}">
                <a16:creationId xmlns:a16="http://schemas.microsoft.com/office/drawing/2014/main" id="{E44E8453-EC71-6016-60EF-478BBF31126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57699" name="Text Box 2">
            <a:extLst>
              <a:ext uri="{FF2B5EF4-FFF2-40B4-BE49-F238E27FC236}">
                <a16:creationId xmlns:a16="http://schemas.microsoft.com/office/drawing/2014/main" id="{869EDB23-81BB-E83D-B78A-9646F01103E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4AB9E3A-61CD-4071-8E5F-5A031AFC3723}" type="slidenum">
              <a:rPr lang="en-US" altLang="en-US" sz="1400">
                <a:solidFill>
                  <a:srgbClr val="000000"/>
                </a:solidFill>
              </a:rPr>
              <a:pPr algn="r" eaLnBrk="1" hangingPunct="1">
                <a:buClrTx/>
                <a:buSzPct val="60000"/>
                <a:buFontTx/>
                <a:buNone/>
              </a:pPr>
              <a:t>76</a:t>
            </a:fld>
            <a:endParaRPr lang="en-US" altLang="en-US" sz="1400">
              <a:solidFill>
                <a:srgbClr val="000000"/>
              </a:solidFill>
            </a:endParaRPr>
          </a:p>
        </p:txBody>
      </p:sp>
      <p:sp>
        <p:nvSpPr>
          <p:cNvPr id="157700" name="Text Box 3">
            <a:extLst>
              <a:ext uri="{FF2B5EF4-FFF2-40B4-BE49-F238E27FC236}">
                <a16:creationId xmlns:a16="http://schemas.microsoft.com/office/drawing/2014/main" id="{3819A4A8-4AAC-2366-4A11-ADFC7434F33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BOOTP Operation Using a Relay Agent</a:t>
            </a:r>
          </a:p>
        </p:txBody>
      </p:sp>
      <p:sp>
        <p:nvSpPr>
          <p:cNvPr id="157701" name="Text Box 4">
            <a:extLst>
              <a:ext uri="{FF2B5EF4-FFF2-40B4-BE49-F238E27FC236}">
                <a16:creationId xmlns:a16="http://schemas.microsoft.com/office/drawing/2014/main" id="{B3EFA719-4D5E-C318-D13A-6EB7F651196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Client creates a BOOTP request and broadcasts it to address 255.255.255.255.</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Relay agent on the client’s physical network is listening on UDP port 67 on the server’s behalf.</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Relay agent sends the BOOTP request to BOOTP server.</a:t>
            </a:r>
          </a:p>
          <a:p>
            <a:pPr lvl="1" eaLnBrk="1" hangingPunct="1">
              <a:lnSpc>
                <a:spcPct val="80000"/>
              </a:lnSpc>
              <a:spcBef>
                <a:spcPts val="450"/>
              </a:spcBef>
              <a:buClr>
                <a:srgbClr val="FF0000"/>
              </a:buClr>
              <a:buSzPct val="55000"/>
              <a:buFont typeface="Times New Roman" panose="02020603050405020304" pitchFamily="18" charset="0"/>
              <a:buAutoNum type="arabicPeriod"/>
            </a:pPr>
            <a:r>
              <a:rPr lang="en-US" altLang="en-US" dirty="0">
                <a:solidFill>
                  <a:srgbClr val="000000"/>
                </a:solidFill>
              </a:rPr>
              <a:t>If the Relay Agent knows the address of the BOOTP server, it would be a unicast transmission.</a:t>
            </a:r>
          </a:p>
          <a:p>
            <a:pPr lvl="1" eaLnBrk="1" hangingPunct="1">
              <a:lnSpc>
                <a:spcPct val="80000"/>
              </a:lnSpc>
              <a:spcBef>
                <a:spcPts val="450"/>
              </a:spcBef>
              <a:buClr>
                <a:srgbClr val="FF0000"/>
              </a:buClr>
              <a:buSzPct val="55000"/>
              <a:buFont typeface="Times New Roman" panose="02020603050405020304" pitchFamily="18" charset="0"/>
              <a:buAutoNum type="arabicPeriod"/>
            </a:pPr>
            <a:r>
              <a:rPr lang="en-US" altLang="en-US" dirty="0">
                <a:solidFill>
                  <a:srgbClr val="000000"/>
                </a:solidFill>
              </a:rPr>
              <a:t>Otherwise the Relay Agent broadcasts the BOOTP requests on the other interface to which it connects.</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Server receives the request and creates a BOOTP reply message.</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Server sends the BOOTP reply to Relay Agent.</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dirty="0">
                <a:solidFill>
                  <a:srgbClr val="000000"/>
                </a:solidFill>
              </a:rPr>
              <a:t>Relay agent sends the response to the original client as unicast or broadcast.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1">
            <a:extLst>
              <a:ext uri="{FF2B5EF4-FFF2-40B4-BE49-F238E27FC236}">
                <a16:creationId xmlns:a16="http://schemas.microsoft.com/office/drawing/2014/main" id="{736D0C9B-18C3-29D0-2DB7-8C3BAE84954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59747" name="Text Box 2">
            <a:extLst>
              <a:ext uri="{FF2B5EF4-FFF2-40B4-BE49-F238E27FC236}">
                <a16:creationId xmlns:a16="http://schemas.microsoft.com/office/drawing/2014/main" id="{8CE5D71B-F612-8751-100E-84359B43E16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5A51898-AACC-4631-8E4B-89F4F6C00F7F}" type="slidenum">
              <a:rPr lang="en-US" altLang="en-US" sz="1400">
                <a:solidFill>
                  <a:srgbClr val="000000"/>
                </a:solidFill>
              </a:rPr>
              <a:pPr algn="r" eaLnBrk="1" hangingPunct="1">
                <a:buClrTx/>
                <a:buSzPct val="60000"/>
                <a:buFontTx/>
                <a:buNone/>
              </a:pPr>
              <a:t>77</a:t>
            </a:fld>
            <a:endParaRPr lang="en-US" altLang="en-US" sz="1400">
              <a:solidFill>
                <a:srgbClr val="000000"/>
              </a:solidFill>
            </a:endParaRPr>
          </a:p>
        </p:txBody>
      </p:sp>
      <p:sp>
        <p:nvSpPr>
          <p:cNvPr id="159748" name="Text Box 3">
            <a:extLst>
              <a:ext uri="{FF2B5EF4-FFF2-40B4-BE49-F238E27FC236}">
                <a16:creationId xmlns:a16="http://schemas.microsoft.com/office/drawing/2014/main" id="{4673B142-AA6C-C8D6-7CF6-60C462C98C9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BOOTP Limitations</a:t>
            </a:r>
          </a:p>
        </p:txBody>
      </p:sp>
      <p:sp>
        <p:nvSpPr>
          <p:cNvPr id="159749" name="Text Box 4">
            <a:extLst>
              <a:ext uri="{FF2B5EF4-FFF2-40B4-BE49-F238E27FC236}">
                <a16:creationId xmlns:a16="http://schemas.microsoft.com/office/drawing/2014/main" id="{4ABA6833-C98D-8D41-F198-C31BD2B04B6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Lack of support for dynamic addresses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Led to the development of DHCP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Text Box 1">
            <a:extLst>
              <a:ext uri="{FF2B5EF4-FFF2-40B4-BE49-F238E27FC236}">
                <a16:creationId xmlns:a16="http://schemas.microsoft.com/office/drawing/2014/main" id="{7F62DFA6-AC47-A3F1-B45B-A0CAA5E00305}"/>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Dynamic Host Configuration Protocol (DHCP)</a:t>
            </a:r>
          </a:p>
        </p:txBody>
      </p:sp>
      <p:sp>
        <p:nvSpPr>
          <p:cNvPr id="161795" name="Text Box 2">
            <a:extLst>
              <a:ext uri="{FF2B5EF4-FFF2-40B4-BE49-F238E27FC236}">
                <a16:creationId xmlns:a16="http://schemas.microsoft.com/office/drawing/2014/main" id="{0536A30B-A50C-7AD2-C01D-BB4958501E5F}"/>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ext Box 1">
            <a:extLst>
              <a:ext uri="{FF2B5EF4-FFF2-40B4-BE49-F238E27FC236}">
                <a16:creationId xmlns:a16="http://schemas.microsoft.com/office/drawing/2014/main" id="{0DFE2F29-20AB-B79B-2205-957DC2D2727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63843" name="Text Box 2">
            <a:extLst>
              <a:ext uri="{FF2B5EF4-FFF2-40B4-BE49-F238E27FC236}">
                <a16:creationId xmlns:a16="http://schemas.microsoft.com/office/drawing/2014/main" id="{61817CE5-6738-EBDC-D53B-38B88D931B8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5A63856-0800-4C4B-AD3B-9658D372923E}" type="slidenum">
              <a:rPr lang="en-US" altLang="en-US" sz="1400">
                <a:solidFill>
                  <a:srgbClr val="000000"/>
                </a:solidFill>
              </a:rPr>
              <a:pPr algn="r" eaLnBrk="1" hangingPunct="1">
                <a:buClrTx/>
                <a:buSzPct val="60000"/>
                <a:buFontTx/>
                <a:buNone/>
              </a:pPr>
              <a:t>79</a:t>
            </a:fld>
            <a:endParaRPr lang="en-US" altLang="en-US" sz="1400">
              <a:solidFill>
                <a:srgbClr val="000000"/>
              </a:solidFill>
            </a:endParaRPr>
          </a:p>
        </p:txBody>
      </p:sp>
      <p:sp>
        <p:nvSpPr>
          <p:cNvPr id="163844" name="Text Box 3">
            <a:extLst>
              <a:ext uri="{FF2B5EF4-FFF2-40B4-BE49-F238E27FC236}">
                <a16:creationId xmlns:a16="http://schemas.microsoft.com/office/drawing/2014/main" id="{E217564C-E315-CF7A-AA4B-C0F996FA21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Dynamic Configuration Protocol (DHCP)</a:t>
            </a:r>
          </a:p>
        </p:txBody>
      </p:sp>
      <p:sp>
        <p:nvSpPr>
          <p:cNvPr id="163845" name="Text Box 4">
            <a:extLst>
              <a:ext uri="{FF2B5EF4-FFF2-40B4-BE49-F238E27FC236}">
                <a16:creationId xmlns:a16="http://schemas.microsoft.com/office/drawing/2014/main" id="{BAC25F84-5359-ED15-02B2-2827BFA5A50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Unlike BOOTP, which considers a mapping table, DHCP can also allocate IP addresses dynamically</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dirty="0">
                <a:solidFill>
                  <a:srgbClr val="000000"/>
                </a:solidFill>
              </a:rPr>
              <a:t>Useful when hosts move </a:t>
            </a:r>
            <a:r>
              <a:rPr lang="en-US" altLang="en-US" sz="2000" dirty="0" err="1">
                <a:solidFill>
                  <a:srgbClr val="000000"/>
                </a:solidFill>
              </a:rPr>
              <a:t>etc</a:t>
            </a:r>
            <a:endParaRPr lang="en-US" altLang="en-US" sz="2000" dirty="0">
              <a:solidFill>
                <a:srgbClr val="000000"/>
              </a:solidFill>
            </a:endParaRP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Static allocation: Can work in the static mode like BOOTP – Done manually</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Dynamic allocation: Maintains another table of “available” IP addresses, from which one can be assigned – Done automatically</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Normally, a DHCP server would check the static database to see if it finds a match on the host so as to return the static address; if not it returns the dynamic address</a:t>
            </a:r>
          </a:p>
          <a:p>
            <a:pPr eaLnBrk="1" hangingPunct="1">
              <a:lnSpc>
                <a:spcPct val="80000"/>
              </a:lnSpc>
              <a:spcBef>
                <a:spcPts val="600"/>
              </a:spcBef>
              <a:buClr>
                <a:srgbClr val="3333CC"/>
              </a:buClr>
              <a:buSzPct val="60000"/>
              <a:buFont typeface="Wingdings" panose="05000000000000000000" pitchFamily="2" charset="2"/>
              <a:buNone/>
            </a:pPr>
            <a:endParaRPr lang="en-US" altLang="en-US" sz="2400" dirty="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ext Box 1">
            <a:extLst>
              <a:ext uri="{FF2B5EF4-FFF2-40B4-BE49-F238E27FC236}">
                <a16:creationId xmlns:a16="http://schemas.microsoft.com/office/drawing/2014/main" id="{0DFE2F29-20AB-B79B-2205-957DC2D2727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63843" name="Text Box 2">
            <a:extLst>
              <a:ext uri="{FF2B5EF4-FFF2-40B4-BE49-F238E27FC236}">
                <a16:creationId xmlns:a16="http://schemas.microsoft.com/office/drawing/2014/main" id="{61817CE5-6738-EBDC-D53B-38B88D931B8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5A63856-0800-4C4B-AD3B-9658D372923E}" type="slidenum">
              <a:rPr lang="en-US" altLang="en-US" sz="1400">
                <a:solidFill>
                  <a:srgbClr val="000000"/>
                </a:solidFill>
              </a:rPr>
              <a:pPr algn="r" eaLnBrk="1" hangingPunct="1">
                <a:buClrTx/>
                <a:buSzPct val="60000"/>
                <a:buFontTx/>
                <a:buNone/>
              </a:pPr>
              <a:t>80</a:t>
            </a:fld>
            <a:endParaRPr lang="en-US" altLang="en-US" sz="1400">
              <a:solidFill>
                <a:srgbClr val="000000"/>
              </a:solidFill>
            </a:endParaRPr>
          </a:p>
        </p:txBody>
      </p:sp>
      <p:sp>
        <p:nvSpPr>
          <p:cNvPr id="163844" name="Text Box 3">
            <a:extLst>
              <a:ext uri="{FF2B5EF4-FFF2-40B4-BE49-F238E27FC236}">
                <a16:creationId xmlns:a16="http://schemas.microsoft.com/office/drawing/2014/main" id="{E217564C-E315-CF7A-AA4B-C0F996FA21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DHCP Messages</a:t>
            </a:r>
          </a:p>
        </p:txBody>
      </p:sp>
      <p:sp>
        <p:nvSpPr>
          <p:cNvPr id="163845" name="Text Box 4">
            <a:extLst>
              <a:ext uri="{FF2B5EF4-FFF2-40B4-BE49-F238E27FC236}">
                <a16:creationId xmlns:a16="http://schemas.microsoft.com/office/drawing/2014/main" id="{BAC25F84-5359-ED15-02B2-2827BFA5A50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None/>
            </a:pPr>
            <a:endParaRPr lang="en-US" altLang="en-US" sz="2400" dirty="0">
              <a:solidFill>
                <a:srgbClr val="000000"/>
              </a:solidFill>
            </a:endParaRPr>
          </a:p>
        </p:txBody>
      </p:sp>
      <p:pic>
        <p:nvPicPr>
          <p:cNvPr id="3" name="Picture 2">
            <a:extLst>
              <a:ext uri="{FF2B5EF4-FFF2-40B4-BE49-F238E27FC236}">
                <a16:creationId xmlns:a16="http://schemas.microsoft.com/office/drawing/2014/main" id="{5D4F07C7-A808-D308-7014-C7C35F326DF8}"/>
              </a:ext>
            </a:extLst>
          </p:cNvPr>
          <p:cNvPicPr>
            <a:picLocks noChangeAspect="1"/>
          </p:cNvPicPr>
          <p:nvPr/>
        </p:nvPicPr>
        <p:blipFill>
          <a:blip r:embed="rId3"/>
          <a:stretch>
            <a:fillRect/>
          </a:stretch>
        </p:blipFill>
        <p:spPr>
          <a:xfrm>
            <a:off x="2267744" y="1626909"/>
            <a:ext cx="3962604" cy="4527783"/>
          </a:xfrm>
          <a:prstGeom prst="rect">
            <a:avLst/>
          </a:prstGeom>
        </p:spPr>
      </p:pic>
    </p:spTree>
    <p:extLst>
      <p:ext uri="{BB962C8B-B14F-4D97-AF65-F5344CB8AC3E}">
        <p14:creationId xmlns:p14="http://schemas.microsoft.com/office/powerpoint/2010/main" val="114471525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1">
            <a:extLst>
              <a:ext uri="{FF2B5EF4-FFF2-40B4-BE49-F238E27FC236}">
                <a16:creationId xmlns:a16="http://schemas.microsoft.com/office/drawing/2014/main" id="{B6327771-37BD-C28F-053F-82BE6D4B439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65891" name="Text Box 2">
            <a:extLst>
              <a:ext uri="{FF2B5EF4-FFF2-40B4-BE49-F238E27FC236}">
                <a16:creationId xmlns:a16="http://schemas.microsoft.com/office/drawing/2014/main" id="{9AE2F1D3-F5AD-8073-D082-29A3A01EE26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A92B58B-C02D-4E52-B742-612F97E59AED}" type="slidenum">
              <a:rPr lang="en-US" altLang="en-US" sz="1400">
                <a:solidFill>
                  <a:srgbClr val="000000"/>
                </a:solidFill>
              </a:rPr>
              <a:pPr algn="r" eaLnBrk="1" hangingPunct="1">
                <a:buClrTx/>
                <a:buSzPct val="60000"/>
                <a:buFontTx/>
                <a:buNone/>
              </a:pPr>
              <a:t>81</a:t>
            </a:fld>
            <a:endParaRPr lang="en-US" altLang="en-US" sz="1400">
              <a:solidFill>
                <a:srgbClr val="000000"/>
              </a:solidFill>
            </a:endParaRPr>
          </a:p>
        </p:txBody>
      </p:sp>
      <p:sp>
        <p:nvSpPr>
          <p:cNvPr id="165892" name="Text Box 3">
            <a:extLst>
              <a:ext uri="{FF2B5EF4-FFF2-40B4-BE49-F238E27FC236}">
                <a16:creationId xmlns:a16="http://schemas.microsoft.com/office/drawing/2014/main" id="{DEB3BF5F-69FC-5EAE-F6FE-3E668143385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DHCP Operation – 1/2</a:t>
            </a:r>
          </a:p>
        </p:txBody>
      </p:sp>
      <p:sp>
        <p:nvSpPr>
          <p:cNvPr id="165893" name="Text Box 4">
            <a:extLst>
              <a:ext uri="{FF2B5EF4-FFF2-40B4-BE49-F238E27FC236}">
                <a16:creationId xmlns:a16="http://schemas.microsoft.com/office/drawing/2014/main" id="{B2305E04-2A5C-AD12-452B-13706014B7B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450"/>
              </a:spcBef>
              <a:buClr>
                <a:srgbClr val="3333CC"/>
              </a:buClr>
              <a:buSzPct val="60000"/>
              <a:buFont typeface="Times New Roman" panose="02020603050405020304" pitchFamily="18" charset="0"/>
              <a:buAutoNum type="arabicPeriod"/>
            </a:pPr>
            <a:r>
              <a:rPr lang="en-US" altLang="en-US">
                <a:solidFill>
                  <a:srgbClr val="000000"/>
                </a:solidFill>
              </a:rPr>
              <a:t>Client creates DHCPDISCOVER message.</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It fills its own hardware address in the CHAddr field and uses a random transaction ID (XID).</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Client broadcasts the DHCPDISCOVER message.</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Each DHCP server on the local network receives this message. It tries to locate the client’s physical address in its mapping tables, and free IP addresses etc.</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Servers create DHCPOFFER messages, containing:</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The IP address to be assigned to the client in the YIAddr field.</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The time for which this IP address is being assigned, etc.</a:t>
            </a:r>
          </a:p>
          <a:p>
            <a:pPr lvl="1" eaLnBrk="1" hangingPunct="1">
              <a:lnSpc>
                <a:spcPct val="80000"/>
              </a:lnSpc>
              <a:spcBef>
                <a:spcPts val="400"/>
              </a:spcBef>
              <a:buClr>
                <a:srgbClr val="FF0000"/>
              </a:buClr>
              <a:buSzPct val="55000"/>
              <a:buFont typeface="Wingdings" panose="05000000000000000000" pitchFamily="2" charset="2"/>
              <a:buChar char=""/>
            </a:pPr>
            <a:r>
              <a:rPr lang="en-US" altLang="en-US" sz="1600">
                <a:solidFill>
                  <a:srgbClr val="000000"/>
                </a:solidFill>
              </a:rPr>
              <a:t>The same transaction ID (XID).</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Servers ensure that the same IP address is not in use by sending an ICMP ECHO message (and not getting a response).</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Servers send the DHCPOFFER messages (unicast/broadcast).</a:t>
            </a:r>
          </a:p>
          <a:p>
            <a:pPr eaLnBrk="1" hangingPunct="1">
              <a:lnSpc>
                <a:spcPct val="80000"/>
              </a:lnSpc>
              <a:spcBef>
                <a:spcPts val="450"/>
              </a:spcBef>
              <a:buClr>
                <a:srgbClr val="3333CC"/>
              </a:buClr>
              <a:buSzPct val="60000"/>
              <a:buFont typeface="Tahoma" panose="020B0604030504040204" pitchFamily="34" charset="0"/>
              <a:buAutoNum type="arabicPeriod"/>
            </a:pPr>
            <a:r>
              <a:rPr lang="en-US" altLang="en-US">
                <a:solidFill>
                  <a:srgbClr val="000000"/>
                </a:solidFill>
              </a:rPr>
              <a:t>Client receives and processes DHCPOFFER messages. Client can decide which one to accept.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ext Box 1">
            <a:extLst>
              <a:ext uri="{FF2B5EF4-FFF2-40B4-BE49-F238E27FC236}">
                <a16:creationId xmlns:a16="http://schemas.microsoft.com/office/drawing/2014/main" id="{7A06D538-8ED7-D744-2CA0-369DEE2C8DF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67939" name="Text Box 2">
            <a:extLst>
              <a:ext uri="{FF2B5EF4-FFF2-40B4-BE49-F238E27FC236}">
                <a16:creationId xmlns:a16="http://schemas.microsoft.com/office/drawing/2014/main" id="{B2914133-F256-DF4D-77BA-51E0A87C506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C732F61-091A-40B7-9063-376ECEC2AABD}" type="slidenum">
              <a:rPr lang="en-US" altLang="en-US" sz="1400">
                <a:solidFill>
                  <a:srgbClr val="000000"/>
                </a:solidFill>
              </a:rPr>
              <a:pPr algn="r" eaLnBrk="1" hangingPunct="1">
                <a:buClrTx/>
                <a:buSzPct val="60000"/>
                <a:buFontTx/>
                <a:buNone/>
              </a:pPr>
              <a:t>82</a:t>
            </a:fld>
            <a:endParaRPr lang="en-US" altLang="en-US" sz="1400">
              <a:solidFill>
                <a:srgbClr val="000000"/>
              </a:solidFill>
            </a:endParaRPr>
          </a:p>
        </p:txBody>
      </p:sp>
      <p:sp>
        <p:nvSpPr>
          <p:cNvPr id="167940" name="Text Box 3">
            <a:extLst>
              <a:ext uri="{FF2B5EF4-FFF2-40B4-BE49-F238E27FC236}">
                <a16:creationId xmlns:a16="http://schemas.microsoft.com/office/drawing/2014/main" id="{9029A085-A267-304B-431B-CBBEC1ACA6C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DHCP Operation – 2/2</a:t>
            </a:r>
          </a:p>
        </p:txBody>
      </p:sp>
      <p:sp>
        <p:nvSpPr>
          <p:cNvPr id="167941" name="Text Box 4">
            <a:extLst>
              <a:ext uri="{FF2B5EF4-FFF2-40B4-BE49-F238E27FC236}">
                <a16:creationId xmlns:a16="http://schemas.microsoft.com/office/drawing/2014/main" id="{1D0098AE-0C49-DE3D-AC92-30E87C233C6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Times New Roman" panose="02020603050405020304" pitchFamily="18" charset="0"/>
              <a:buAutoNum type="arabicPeriod" startAt="8"/>
            </a:pPr>
            <a:r>
              <a:rPr lang="en-US" altLang="en-US" sz="2000">
                <a:solidFill>
                  <a:srgbClr val="000000"/>
                </a:solidFill>
              </a:rPr>
              <a:t>Client creates DHCPREQUEST message for the selected server. The message contains:</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The identifier of the server to indicate which one is chosen.</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The IP address that the server had assigned to this client.</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Client broadcasts DHCPREQUEST message.</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Servers receive and process the DHCPREQUEST message. Servers not selected will simply ignore this message.</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Selected server sends back DHCPACK or DHCPNAK message to indicate whether the offered IP address is still available.</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Client receives and processes DHCPACK or DHCPNAK message received from the server.</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Client checks whether the IP address is in use, by sending an ARP request packet.</a:t>
            </a:r>
          </a:p>
          <a:p>
            <a:pPr eaLnBrk="1" hangingPunct="1">
              <a:lnSpc>
                <a:spcPct val="80000"/>
              </a:lnSpc>
              <a:spcBef>
                <a:spcPts val="500"/>
              </a:spcBef>
              <a:buClr>
                <a:srgbClr val="3333CC"/>
              </a:buClr>
              <a:buSzPct val="60000"/>
              <a:buFont typeface="Tahoma" panose="020B0604030504040204" pitchFamily="34" charset="0"/>
              <a:buAutoNum type="arabicPeriod" startAt="8"/>
            </a:pPr>
            <a:r>
              <a:rPr lang="en-US" altLang="en-US" sz="2000">
                <a:solidFill>
                  <a:srgbClr val="000000"/>
                </a:solidFill>
              </a:rPr>
              <a:t>Client finalizes the allocation.</a:t>
            </a:r>
          </a:p>
          <a:p>
            <a:pPr eaLnBrk="1" hangingPunct="1">
              <a:lnSpc>
                <a:spcPct val="80000"/>
              </a:lnSpc>
              <a:spcBef>
                <a:spcPts val="500"/>
              </a:spcBef>
              <a:buClr>
                <a:srgbClr val="3333CC"/>
              </a:buClr>
              <a:buSzPct val="60000"/>
              <a:buFont typeface="Wingdings" panose="05000000000000000000" pitchFamily="2" charset="2"/>
              <a:buNone/>
            </a:pPr>
            <a:endParaRPr lang="en-US" altLang="en-US" sz="20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Text Box 1">
            <a:extLst>
              <a:ext uri="{FF2B5EF4-FFF2-40B4-BE49-F238E27FC236}">
                <a16:creationId xmlns:a16="http://schemas.microsoft.com/office/drawing/2014/main" id="{E7210179-CBD7-A2FF-6504-46F5F52E6EC1}"/>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IP Addressing</a:t>
            </a:r>
          </a:p>
        </p:txBody>
      </p:sp>
      <p:sp>
        <p:nvSpPr>
          <p:cNvPr id="169987" name="Text Box 2">
            <a:extLst>
              <a:ext uri="{FF2B5EF4-FFF2-40B4-BE49-F238E27FC236}">
                <a16:creationId xmlns:a16="http://schemas.microsoft.com/office/drawing/2014/main" id="{8B3B1196-B8C6-7CB0-8739-020CCD116761}"/>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Text Box 1">
            <a:extLst>
              <a:ext uri="{FF2B5EF4-FFF2-40B4-BE49-F238E27FC236}">
                <a16:creationId xmlns:a16="http://schemas.microsoft.com/office/drawing/2014/main" id="{F22E1814-5908-05CE-F36C-7FA2507AE48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72035" name="Text Box 2">
            <a:extLst>
              <a:ext uri="{FF2B5EF4-FFF2-40B4-BE49-F238E27FC236}">
                <a16:creationId xmlns:a16="http://schemas.microsoft.com/office/drawing/2014/main" id="{C8462387-1FDB-9F00-0C03-C8AC46BCDB1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22C3192-07A9-4695-A497-52783FD83E7E}" type="slidenum">
              <a:rPr lang="en-US" altLang="en-US" sz="1400">
                <a:solidFill>
                  <a:srgbClr val="000000"/>
                </a:solidFill>
              </a:rPr>
              <a:pPr algn="r" eaLnBrk="1" hangingPunct="1">
                <a:buClrTx/>
                <a:buSzPct val="60000"/>
                <a:buFontTx/>
                <a:buNone/>
              </a:pPr>
              <a:t>84</a:t>
            </a:fld>
            <a:endParaRPr lang="en-US" altLang="en-US" sz="1400">
              <a:solidFill>
                <a:srgbClr val="000000"/>
              </a:solidFill>
            </a:endParaRPr>
          </a:p>
        </p:txBody>
      </p:sp>
      <p:sp>
        <p:nvSpPr>
          <p:cNvPr id="172036" name="Text Box 3">
            <a:extLst>
              <a:ext uri="{FF2B5EF4-FFF2-40B4-BE49-F238E27FC236}">
                <a16:creationId xmlns:a16="http://schemas.microsoft.com/office/drawing/2014/main" id="{816BF343-B7D8-C0F4-EC0A-C0DA1847A32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IP Address Format</a:t>
            </a:r>
          </a:p>
        </p:txBody>
      </p:sp>
      <p:sp>
        <p:nvSpPr>
          <p:cNvPr id="172037" name="Text Box 4">
            <a:extLst>
              <a:ext uri="{FF2B5EF4-FFF2-40B4-BE49-F238E27FC236}">
                <a16:creationId xmlns:a16="http://schemas.microsoft.com/office/drawing/2014/main" id="{732CCF87-BF83-DFD9-913B-64F21A1B2E9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72038" name="Group 5">
            <a:extLst>
              <a:ext uri="{FF2B5EF4-FFF2-40B4-BE49-F238E27FC236}">
                <a16:creationId xmlns:a16="http://schemas.microsoft.com/office/drawing/2014/main" id="{FBD255CB-872A-F2E0-C62B-BA85340F0596}"/>
              </a:ext>
            </a:extLst>
          </p:cNvPr>
          <p:cNvGrpSpPr>
            <a:grpSpLocks/>
          </p:cNvGrpSpPr>
          <p:nvPr/>
        </p:nvGrpSpPr>
        <p:grpSpPr bwMode="auto">
          <a:xfrm>
            <a:off x="1447800" y="3352800"/>
            <a:ext cx="5942013" cy="639763"/>
            <a:chOff x="912" y="2112"/>
            <a:chExt cx="3743" cy="403"/>
          </a:xfrm>
        </p:grpSpPr>
        <p:sp>
          <p:nvSpPr>
            <p:cNvPr id="172039" name="Rectangle 6">
              <a:extLst>
                <a:ext uri="{FF2B5EF4-FFF2-40B4-BE49-F238E27FC236}">
                  <a16:creationId xmlns:a16="http://schemas.microsoft.com/office/drawing/2014/main" id="{9627D37C-8266-BB76-7097-BC4607628D5C}"/>
                </a:ext>
              </a:extLst>
            </p:cNvPr>
            <p:cNvSpPr>
              <a:spLocks noChangeArrowheads="1"/>
            </p:cNvSpPr>
            <p:nvPr/>
          </p:nvSpPr>
          <p:spPr bwMode="auto">
            <a:xfrm>
              <a:off x="912" y="2112"/>
              <a:ext cx="3743" cy="40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72040" name="Text Box 7">
              <a:extLst>
                <a:ext uri="{FF2B5EF4-FFF2-40B4-BE49-F238E27FC236}">
                  <a16:creationId xmlns:a16="http://schemas.microsoft.com/office/drawing/2014/main" id="{3A4DE654-DEEE-22C5-CB7D-E8A49DFD3817}"/>
                </a:ext>
              </a:extLst>
            </p:cNvPr>
            <p:cNvSpPr txBox="1">
              <a:spLocks noChangeArrowheads="1"/>
            </p:cNvSpPr>
            <p:nvPr/>
          </p:nvSpPr>
          <p:spPr bwMode="auto">
            <a:xfrm>
              <a:off x="1440" y="2231"/>
              <a:ext cx="2852" cy="17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rPr>
                <a:t>Class 	Network number          Host number</a:t>
              </a:r>
            </a:p>
          </p:txBody>
        </p:sp>
        <p:sp>
          <p:nvSpPr>
            <p:cNvPr id="172041" name="Line 8">
              <a:extLst>
                <a:ext uri="{FF2B5EF4-FFF2-40B4-BE49-F238E27FC236}">
                  <a16:creationId xmlns:a16="http://schemas.microsoft.com/office/drawing/2014/main" id="{0BE41050-1488-584E-0E95-F0EE6DBD5658}"/>
                </a:ext>
              </a:extLst>
            </p:cNvPr>
            <p:cNvSpPr>
              <a:spLocks noChangeShapeType="1"/>
            </p:cNvSpPr>
            <p:nvPr/>
          </p:nvSpPr>
          <p:spPr bwMode="auto">
            <a:xfrm>
              <a:off x="3086" y="2231"/>
              <a:ext cx="0" cy="17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2042" name="Line 9">
              <a:extLst>
                <a:ext uri="{FF2B5EF4-FFF2-40B4-BE49-F238E27FC236}">
                  <a16:creationId xmlns:a16="http://schemas.microsoft.com/office/drawing/2014/main" id="{4DEB9A7C-1AC3-190C-AA3B-687AD4B96887}"/>
                </a:ext>
              </a:extLst>
            </p:cNvPr>
            <p:cNvSpPr>
              <a:spLocks noChangeShapeType="1"/>
            </p:cNvSpPr>
            <p:nvPr/>
          </p:nvSpPr>
          <p:spPr bwMode="auto">
            <a:xfrm>
              <a:off x="1878" y="2231"/>
              <a:ext cx="0" cy="17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Text Box 1">
            <a:extLst>
              <a:ext uri="{FF2B5EF4-FFF2-40B4-BE49-F238E27FC236}">
                <a16:creationId xmlns:a16="http://schemas.microsoft.com/office/drawing/2014/main" id="{757BA1D2-B0E9-5A7E-15C7-9F541E8FF96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74083" name="Text Box 2">
            <a:extLst>
              <a:ext uri="{FF2B5EF4-FFF2-40B4-BE49-F238E27FC236}">
                <a16:creationId xmlns:a16="http://schemas.microsoft.com/office/drawing/2014/main" id="{B508145F-2611-53C2-9EEA-548F2933119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59C0B0B-9C52-4474-A06C-D3AD8F48D215}" type="slidenum">
              <a:rPr lang="en-US" altLang="en-US" sz="1400">
                <a:solidFill>
                  <a:srgbClr val="000000"/>
                </a:solidFill>
              </a:rPr>
              <a:pPr algn="r" eaLnBrk="1" hangingPunct="1">
                <a:buClrTx/>
                <a:buSzPct val="60000"/>
                <a:buFontTx/>
                <a:buNone/>
              </a:pPr>
              <a:t>85</a:t>
            </a:fld>
            <a:endParaRPr lang="en-US" altLang="en-US" sz="1400">
              <a:solidFill>
                <a:srgbClr val="000000"/>
              </a:solidFill>
            </a:endParaRPr>
          </a:p>
        </p:txBody>
      </p:sp>
      <p:sp>
        <p:nvSpPr>
          <p:cNvPr id="174084" name="Text Box 3">
            <a:extLst>
              <a:ext uri="{FF2B5EF4-FFF2-40B4-BE49-F238E27FC236}">
                <a16:creationId xmlns:a16="http://schemas.microsoft.com/office/drawing/2014/main" id="{86776C30-2DDD-E864-AA9A-C52A26DB03A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74085" name="Group 4">
            <a:extLst>
              <a:ext uri="{FF2B5EF4-FFF2-40B4-BE49-F238E27FC236}">
                <a16:creationId xmlns:a16="http://schemas.microsoft.com/office/drawing/2014/main" id="{7D098075-6B68-CF9A-E2C2-092F4498AA94}"/>
              </a:ext>
            </a:extLst>
          </p:cNvPr>
          <p:cNvGrpSpPr>
            <a:grpSpLocks/>
          </p:cNvGrpSpPr>
          <p:nvPr/>
        </p:nvGrpSpPr>
        <p:grpSpPr bwMode="auto">
          <a:xfrm>
            <a:off x="914400" y="381000"/>
            <a:ext cx="7770813" cy="5857875"/>
            <a:chOff x="576" y="240"/>
            <a:chExt cx="4895" cy="3690"/>
          </a:xfrm>
        </p:grpSpPr>
        <p:sp>
          <p:nvSpPr>
            <p:cNvPr id="174086" name="Text Box 5">
              <a:extLst>
                <a:ext uri="{FF2B5EF4-FFF2-40B4-BE49-F238E27FC236}">
                  <a16:creationId xmlns:a16="http://schemas.microsoft.com/office/drawing/2014/main" id="{D6C39F31-EA79-7F19-1224-4CD8553E1176}"/>
                </a:ext>
              </a:extLst>
            </p:cNvPr>
            <p:cNvSpPr txBox="1">
              <a:spLocks noChangeArrowheads="1"/>
            </p:cNvSpPr>
            <p:nvPr/>
          </p:nvSpPr>
          <p:spPr bwMode="auto">
            <a:xfrm>
              <a:off x="576" y="1003"/>
              <a:ext cx="4895" cy="292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a:solidFill>
                    <a:srgbClr val="000000"/>
                  </a:solidFill>
                  <a:latin typeface="Times New Roman" panose="02020603050405020304" pitchFamily="18" charset="0"/>
                </a:rPr>
                <a:t> </a:t>
              </a:r>
            </a:p>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lgn="r">
                <a:buClrTx/>
                <a:buSzPct val="60000"/>
                <a:buFontTx/>
                <a:buNone/>
              </a:pPr>
              <a:r>
                <a:rPr lang="en-US" altLang="en-US" sz="1200">
                  <a:solidFill>
                    <a:srgbClr val="000000"/>
                  </a:solidFill>
                  <a:latin typeface="Times New Roman" panose="02020603050405020304" pitchFamily="18" charset="0"/>
                </a:rPr>
                <a:t>     															          </a:t>
              </a:r>
              <a:r>
                <a:rPr lang="en-US" altLang="en-US" sz="1200" b="1">
                  <a:solidFill>
                    <a:srgbClr val="000000"/>
                  </a:solidFill>
                  <a:latin typeface="Times New Roman" panose="02020603050405020304" pitchFamily="18" charset="0"/>
                </a:rPr>
                <a:t>Class A</a:t>
              </a:r>
            </a:p>
            <a:p>
              <a:pP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Class B</a:t>
              </a: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Class C</a:t>
              </a:r>
            </a:p>
            <a:p>
              <a:pP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a:t>
              </a: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Class D</a:t>
              </a:r>
            </a:p>
            <a:p>
              <a:pPr>
                <a:buClrTx/>
                <a:buSzPct val="60000"/>
                <a:buFontTx/>
                <a:buNone/>
              </a:pPr>
              <a:endParaRPr lang="en-US" altLang="en-US" sz="1200" b="1">
                <a:solidFill>
                  <a:srgbClr val="000000"/>
                </a:solidFill>
                <a:latin typeface="Times New Roman" panose="02020603050405020304" pitchFamily="18" charset="0"/>
              </a:endParaRPr>
            </a:p>
            <a:p>
              <a:pP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a:t>
              </a:r>
            </a:p>
            <a:p>
              <a:pPr algn="r">
                <a:buClrTx/>
                <a:buSzPct val="60000"/>
                <a:buFontTx/>
                <a:buNone/>
              </a:pPr>
              <a:endParaRPr lang="en-US" altLang="en-US" sz="1200" b="1">
                <a:solidFill>
                  <a:srgbClr val="000000"/>
                </a:solidFill>
                <a:latin typeface="Times New Roman" panose="02020603050405020304" pitchFamily="18" charset="0"/>
              </a:endParaRPr>
            </a:p>
            <a:p>
              <a:pPr algn="r">
                <a:buClrTx/>
                <a:buSzPct val="60000"/>
                <a:buFontTx/>
                <a:buNone/>
              </a:pPr>
              <a:r>
                <a:rPr lang="en-US" altLang="en-US" sz="1200" b="1">
                  <a:solidFill>
                    <a:srgbClr val="000000"/>
                  </a:solidFill>
                  <a:latin typeface="Times New Roman" panose="02020603050405020304" pitchFamily="18" charset="0"/>
                </a:rPr>
                <a:t> Class E</a:t>
              </a:r>
            </a:p>
          </p:txBody>
        </p:sp>
        <p:sp>
          <p:nvSpPr>
            <p:cNvPr id="174087" name="Text Box 6">
              <a:extLst>
                <a:ext uri="{FF2B5EF4-FFF2-40B4-BE49-F238E27FC236}">
                  <a16:creationId xmlns:a16="http://schemas.microsoft.com/office/drawing/2014/main" id="{6C98281D-23CE-D7AB-45C7-3D3D0F584AF0}"/>
                </a:ext>
              </a:extLst>
            </p:cNvPr>
            <p:cNvSpPr txBox="1">
              <a:spLocks noChangeArrowheads="1"/>
            </p:cNvSpPr>
            <p:nvPr/>
          </p:nvSpPr>
          <p:spPr bwMode="auto">
            <a:xfrm>
              <a:off x="720" y="1435"/>
              <a:ext cx="4120" cy="26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0      Network number                    Host number</a:t>
              </a:r>
            </a:p>
          </p:txBody>
        </p:sp>
        <p:sp>
          <p:nvSpPr>
            <p:cNvPr id="174088" name="Line 7">
              <a:extLst>
                <a:ext uri="{FF2B5EF4-FFF2-40B4-BE49-F238E27FC236}">
                  <a16:creationId xmlns:a16="http://schemas.microsoft.com/office/drawing/2014/main" id="{5EAFF7F9-AE28-0066-368D-DFADACC99DC8}"/>
                </a:ext>
              </a:extLst>
            </p:cNvPr>
            <p:cNvSpPr>
              <a:spLocks noChangeShapeType="1"/>
            </p:cNvSpPr>
            <p:nvPr/>
          </p:nvSpPr>
          <p:spPr bwMode="auto">
            <a:xfrm>
              <a:off x="912" y="1435"/>
              <a:ext cx="0" cy="2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89" name="Line 8">
              <a:extLst>
                <a:ext uri="{FF2B5EF4-FFF2-40B4-BE49-F238E27FC236}">
                  <a16:creationId xmlns:a16="http://schemas.microsoft.com/office/drawing/2014/main" id="{AE11C12D-F36D-F006-2451-00AEA019E11C}"/>
                </a:ext>
              </a:extLst>
            </p:cNvPr>
            <p:cNvSpPr>
              <a:spLocks noChangeShapeType="1"/>
            </p:cNvSpPr>
            <p:nvPr/>
          </p:nvSpPr>
          <p:spPr bwMode="auto">
            <a:xfrm>
              <a:off x="1728" y="1435"/>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0" name="Line 9">
              <a:extLst>
                <a:ext uri="{FF2B5EF4-FFF2-40B4-BE49-F238E27FC236}">
                  <a16:creationId xmlns:a16="http://schemas.microsoft.com/office/drawing/2014/main" id="{612238B7-58E8-18DC-E1BE-0602BE079969}"/>
                </a:ext>
              </a:extLst>
            </p:cNvPr>
            <p:cNvSpPr>
              <a:spLocks noChangeShapeType="1"/>
            </p:cNvSpPr>
            <p:nvPr/>
          </p:nvSpPr>
          <p:spPr bwMode="auto">
            <a:xfrm flipH="1" flipV="1">
              <a:off x="695" y="1162"/>
              <a:ext cx="265" cy="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1" name="Text Box 10">
              <a:extLst>
                <a:ext uri="{FF2B5EF4-FFF2-40B4-BE49-F238E27FC236}">
                  <a16:creationId xmlns:a16="http://schemas.microsoft.com/office/drawing/2014/main" id="{F6D33B83-778C-6913-34F1-8F96900F72F3}"/>
                </a:ext>
              </a:extLst>
            </p:cNvPr>
            <p:cNvSpPr txBox="1">
              <a:spLocks noChangeArrowheads="1"/>
            </p:cNvSpPr>
            <p:nvPr/>
          </p:nvSpPr>
          <p:spPr bwMode="auto">
            <a:xfrm>
              <a:off x="720" y="1819"/>
              <a:ext cx="4120" cy="26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1      0       Network number                                                Host number</a:t>
              </a:r>
            </a:p>
          </p:txBody>
        </p:sp>
        <p:sp>
          <p:nvSpPr>
            <p:cNvPr id="174092" name="Line 11">
              <a:extLst>
                <a:ext uri="{FF2B5EF4-FFF2-40B4-BE49-F238E27FC236}">
                  <a16:creationId xmlns:a16="http://schemas.microsoft.com/office/drawing/2014/main" id="{037A702D-62B4-3F9D-48EE-74729197CDA5}"/>
                </a:ext>
              </a:extLst>
            </p:cNvPr>
            <p:cNvSpPr>
              <a:spLocks noChangeShapeType="1"/>
            </p:cNvSpPr>
            <p:nvPr/>
          </p:nvSpPr>
          <p:spPr bwMode="auto">
            <a:xfrm>
              <a:off x="912" y="1819"/>
              <a:ext cx="0" cy="25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3" name="Line 12">
              <a:extLst>
                <a:ext uri="{FF2B5EF4-FFF2-40B4-BE49-F238E27FC236}">
                  <a16:creationId xmlns:a16="http://schemas.microsoft.com/office/drawing/2014/main" id="{6BB49315-0E46-7665-DF0E-847D5C948DB4}"/>
                </a:ext>
              </a:extLst>
            </p:cNvPr>
            <p:cNvSpPr>
              <a:spLocks noChangeShapeType="1"/>
            </p:cNvSpPr>
            <p:nvPr/>
          </p:nvSpPr>
          <p:spPr bwMode="auto">
            <a:xfrm>
              <a:off x="2640" y="1819"/>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4" name="Line 13">
              <a:extLst>
                <a:ext uri="{FF2B5EF4-FFF2-40B4-BE49-F238E27FC236}">
                  <a16:creationId xmlns:a16="http://schemas.microsoft.com/office/drawing/2014/main" id="{0157905F-D0D7-1E46-3275-4FE7A7D56F7F}"/>
                </a:ext>
              </a:extLst>
            </p:cNvPr>
            <p:cNvSpPr>
              <a:spLocks noChangeShapeType="1"/>
            </p:cNvSpPr>
            <p:nvPr/>
          </p:nvSpPr>
          <p:spPr bwMode="auto">
            <a:xfrm>
              <a:off x="1104" y="1819"/>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5" name="Text Box 14">
              <a:extLst>
                <a:ext uri="{FF2B5EF4-FFF2-40B4-BE49-F238E27FC236}">
                  <a16:creationId xmlns:a16="http://schemas.microsoft.com/office/drawing/2014/main" id="{90BFB10A-E809-12E2-B176-3509D7849F62}"/>
                </a:ext>
              </a:extLst>
            </p:cNvPr>
            <p:cNvSpPr txBox="1">
              <a:spLocks noChangeArrowheads="1"/>
            </p:cNvSpPr>
            <p:nvPr/>
          </p:nvSpPr>
          <p:spPr bwMode="auto">
            <a:xfrm>
              <a:off x="720" y="2251"/>
              <a:ext cx="4120" cy="26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1      1    0    Network number                                                                          Host number</a:t>
              </a:r>
            </a:p>
          </p:txBody>
        </p:sp>
        <p:sp>
          <p:nvSpPr>
            <p:cNvPr id="174096" name="Line 15">
              <a:extLst>
                <a:ext uri="{FF2B5EF4-FFF2-40B4-BE49-F238E27FC236}">
                  <a16:creationId xmlns:a16="http://schemas.microsoft.com/office/drawing/2014/main" id="{75CA8EF5-3EE7-9947-2530-FBAE53D96B58}"/>
                </a:ext>
              </a:extLst>
            </p:cNvPr>
            <p:cNvSpPr>
              <a:spLocks noChangeShapeType="1"/>
            </p:cNvSpPr>
            <p:nvPr/>
          </p:nvSpPr>
          <p:spPr bwMode="auto">
            <a:xfrm>
              <a:off x="912" y="2251"/>
              <a:ext cx="0" cy="2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7" name="Line 16">
              <a:extLst>
                <a:ext uri="{FF2B5EF4-FFF2-40B4-BE49-F238E27FC236}">
                  <a16:creationId xmlns:a16="http://schemas.microsoft.com/office/drawing/2014/main" id="{E3494D78-376A-3907-D2D1-AFDCEE525E98}"/>
                </a:ext>
              </a:extLst>
            </p:cNvPr>
            <p:cNvSpPr>
              <a:spLocks noChangeShapeType="1"/>
            </p:cNvSpPr>
            <p:nvPr/>
          </p:nvSpPr>
          <p:spPr bwMode="auto">
            <a:xfrm>
              <a:off x="3648" y="2251"/>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8" name="Line 17">
              <a:extLst>
                <a:ext uri="{FF2B5EF4-FFF2-40B4-BE49-F238E27FC236}">
                  <a16:creationId xmlns:a16="http://schemas.microsoft.com/office/drawing/2014/main" id="{5E49BA9A-9CC5-DE93-C600-F553CCD292E9}"/>
                </a:ext>
              </a:extLst>
            </p:cNvPr>
            <p:cNvSpPr>
              <a:spLocks noChangeShapeType="1"/>
            </p:cNvSpPr>
            <p:nvPr/>
          </p:nvSpPr>
          <p:spPr bwMode="auto">
            <a:xfrm>
              <a:off x="1056" y="2251"/>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099" name="Line 18">
              <a:extLst>
                <a:ext uri="{FF2B5EF4-FFF2-40B4-BE49-F238E27FC236}">
                  <a16:creationId xmlns:a16="http://schemas.microsoft.com/office/drawing/2014/main" id="{1D51217F-0A14-1051-6E1F-85F09CE423FA}"/>
                </a:ext>
              </a:extLst>
            </p:cNvPr>
            <p:cNvSpPr>
              <a:spLocks noChangeShapeType="1"/>
            </p:cNvSpPr>
            <p:nvPr/>
          </p:nvSpPr>
          <p:spPr bwMode="auto">
            <a:xfrm>
              <a:off x="1200" y="2251"/>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0" name="Text Box 19">
              <a:extLst>
                <a:ext uri="{FF2B5EF4-FFF2-40B4-BE49-F238E27FC236}">
                  <a16:creationId xmlns:a16="http://schemas.microsoft.com/office/drawing/2014/main" id="{FD487485-37BA-4F2C-A49A-5FBEFD2B8AF9}"/>
                </a:ext>
              </a:extLst>
            </p:cNvPr>
            <p:cNvSpPr txBox="1">
              <a:spLocks noChangeArrowheads="1"/>
            </p:cNvSpPr>
            <p:nvPr/>
          </p:nvSpPr>
          <p:spPr bwMode="auto">
            <a:xfrm>
              <a:off x="720" y="2779"/>
              <a:ext cx="4120" cy="26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1     1    1     0                                             Multicast address</a:t>
              </a:r>
            </a:p>
          </p:txBody>
        </p:sp>
        <p:sp>
          <p:nvSpPr>
            <p:cNvPr id="174101" name="Line 20">
              <a:extLst>
                <a:ext uri="{FF2B5EF4-FFF2-40B4-BE49-F238E27FC236}">
                  <a16:creationId xmlns:a16="http://schemas.microsoft.com/office/drawing/2014/main" id="{CFB7110B-7735-0468-21AE-0E1DA0B85F3D}"/>
                </a:ext>
              </a:extLst>
            </p:cNvPr>
            <p:cNvSpPr>
              <a:spLocks noChangeShapeType="1"/>
            </p:cNvSpPr>
            <p:nvPr/>
          </p:nvSpPr>
          <p:spPr bwMode="auto">
            <a:xfrm>
              <a:off x="912" y="2779"/>
              <a:ext cx="0" cy="2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2" name="Line 21">
              <a:extLst>
                <a:ext uri="{FF2B5EF4-FFF2-40B4-BE49-F238E27FC236}">
                  <a16:creationId xmlns:a16="http://schemas.microsoft.com/office/drawing/2014/main" id="{FBF101C3-D4C9-FDAA-69BE-75B4224A5A86}"/>
                </a:ext>
              </a:extLst>
            </p:cNvPr>
            <p:cNvSpPr>
              <a:spLocks noChangeShapeType="1"/>
            </p:cNvSpPr>
            <p:nvPr/>
          </p:nvSpPr>
          <p:spPr bwMode="auto">
            <a:xfrm>
              <a:off x="1056" y="2779"/>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3" name="Line 22">
              <a:extLst>
                <a:ext uri="{FF2B5EF4-FFF2-40B4-BE49-F238E27FC236}">
                  <a16:creationId xmlns:a16="http://schemas.microsoft.com/office/drawing/2014/main" id="{26A627E5-2FB5-BA97-BF69-A56F7A291ED4}"/>
                </a:ext>
              </a:extLst>
            </p:cNvPr>
            <p:cNvSpPr>
              <a:spLocks noChangeShapeType="1"/>
            </p:cNvSpPr>
            <p:nvPr/>
          </p:nvSpPr>
          <p:spPr bwMode="auto">
            <a:xfrm>
              <a:off x="1200" y="2779"/>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4" name="Text Box 23">
              <a:extLst>
                <a:ext uri="{FF2B5EF4-FFF2-40B4-BE49-F238E27FC236}">
                  <a16:creationId xmlns:a16="http://schemas.microsoft.com/office/drawing/2014/main" id="{A928A70A-5BEB-FC63-F4A8-66CE064F0712}"/>
                </a:ext>
              </a:extLst>
            </p:cNvPr>
            <p:cNvSpPr txBox="1">
              <a:spLocks noChangeArrowheads="1"/>
            </p:cNvSpPr>
            <p:nvPr/>
          </p:nvSpPr>
          <p:spPr bwMode="auto">
            <a:xfrm>
              <a:off x="696" y="3321"/>
              <a:ext cx="4120" cy="264"/>
            </a:xfrm>
            <a:prstGeom prst="rect">
              <a:avLst/>
            </a:prstGeom>
            <a:solidFill>
              <a:srgbClr val="FF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1     1    1     1   0                                       Reserved for future use</a:t>
              </a:r>
            </a:p>
          </p:txBody>
        </p:sp>
        <p:sp>
          <p:nvSpPr>
            <p:cNvPr id="174105" name="Line 24">
              <a:extLst>
                <a:ext uri="{FF2B5EF4-FFF2-40B4-BE49-F238E27FC236}">
                  <a16:creationId xmlns:a16="http://schemas.microsoft.com/office/drawing/2014/main" id="{804112EA-322F-15F2-05A5-9CE22BF34B91}"/>
                </a:ext>
              </a:extLst>
            </p:cNvPr>
            <p:cNvSpPr>
              <a:spLocks noChangeShapeType="1"/>
            </p:cNvSpPr>
            <p:nvPr/>
          </p:nvSpPr>
          <p:spPr bwMode="auto">
            <a:xfrm>
              <a:off x="882" y="3333"/>
              <a:ext cx="0" cy="25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6" name="Line 25">
              <a:extLst>
                <a:ext uri="{FF2B5EF4-FFF2-40B4-BE49-F238E27FC236}">
                  <a16:creationId xmlns:a16="http://schemas.microsoft.com/office/drawing/2014/main" id="{45463204-D794-2C95-4C05-E4EF118FF4EF}"/>
                </a:ext>
              </a:extLst>
            </p:cNvPr>
            <p:cNvSpPr>
              <a:spLocks noChangeShapeType="1"/>
            </p:cNvSpPr>
            <p:nvPr/>
          </p:nvSpPr>
          <p:spPr bwMode="auto">
            <a:xfrm>
              <a:off x="1030" y="3321"/>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7" name="Line 26">
              <a:extLst>
                <a:ext uri="{FF2B5EF4-FFF2-40B4-BE49-F238E27FC236}">
                  <a16:creationId xmlns:a16="http://schemas.microsoft.com/office/drawing/2014/main" id="{96D565E6-0503-3655-673F-29E4E5B00CDA}"/>
                </a:ext>
              </a:extLst>
            </p:cNvPr>
            <p:cNvSpPr>
              <a:spLocks noChangeShapeType="1"/>
            </p:cNvSpPr>
            <p:nvPr/>
          </p:nvSpPr>
          <p:spPr bwMode="auto">
            <a:xfrm>
              <a:off x="1177" y="3321"/>
              <a:ext cx="0"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8" name="Line 27">
              <a:extLst>
                <a:ext uri="{FF2B5EF4-FFF2-40B4-BE49-F238E27FC236}">
                  <a16:creationId xmlns:a16="http://schemas.microsoft.com/office/drawing/2014/main" id="{B59E768B-4990-FFDC-AEAE-CC160C850E9C}"/>
                </a:ext>
              </a:extLst>
            </p:cNvPr>
            <p:cNvSpPr>
              <a:spLocks noChangeShapeType="1"/>
            </p:cNvSpPr>
            <p:nvPr/>
          </p:nvSpPr>
          <p:spPr bwMode="auto">
            <a:xfrm>
              <a:off x="1392" y="2779"/>
              <a:ext cx="0" cy="2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09" name="Line 28">
              <a:extLst>
                <a:ext uri="{FF2B5EF4-FFF2-40B4-BE49-F238E27FC236}">
                  <a16:creationId xmlns:a16="http://schemas.microsoft.com/office/drawing/2014/main" id="{3919B18F-04A3-CD50-1898-B64E399B4281}"/>
                </a:ext>
              </a:extLst>
            </p:cNvPr>
            <p:cNvSpPr>
              <a:spLocks noChangeShapeType="1"/>
            </p:cNvSpPr>
            <p:nvPr/>
          </p:nvSpPr>
          <p:spPr bwMode="auto">
            <a:xfrm>
              <a:off x="1320" y="3321"/>
              <a:ext cx="0" cy="2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0" name="Line 29">
              <a:extLst>
                <a:ext uri="{FF2B5EF4-FFF2-40B4-BE49-F238E27FC236}">
                  <a16:creationId xmlns:a16="http://schemas.microsoft.com/office/drawing/2014/main" id="{9AB7C2BE-0528-08AC-1900-D5C01CC19916}"/>
                </a:ext>
              </a:extLst>
            </p:cNvPr>
            <p:cNvSpPr>
              <a:spLocks noChangeShapeType="1"/>
            </p:cNvSpPr>
            <p:nvPr/>
          </p:nvSpPr>
          <p:spPr bwMode="auto">
            <a:xfrm>
              <a:off x="1446" y="3333"/>
              <a:ext cx="0" cy="25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1" name="Line 30">
              <a:extLst>
                <a:ext uri="{FF2B5EF4-FFF2-40B4-BE49-F238E27FC236}">
                  <a16:creationId xmlns:a16="http://schemas.microsoft.com/office/drawing/2014/main" id="{4BA5526A-72F2-4A82-4377-7DC4446DCF98}"/>
                </a:ext>
              </a:extLst>
            </p:cNvPr>
            <p:cNvSpPr>
              <a:spLocks noChangeShapeType="1"/>
            </p:cNvSpPr>
            <p:nvPr/>
          </p:nvSpPr>
          <p:spPr bwMode="auto">
            <a:xfrm>
              <a:off x="1392" y="1147"/>
              <a:ext cx="214"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2" name="Line 31">
              <a:extLst>
                <a:ext uri="{FF2B5EF4-FFF2-40B4-BE49-F238E27FC236}">
                  <a16:creationId xmlns:a16="http://schemas.microsoft.com/office/drawing/2014/main" id="{20BB96C9-E151-695F-5155-ABC8752E9EBB}"/>
                </a:ext>
              </a:extLst>
            </p:cNvPr>
            <p:cNvSpPr>
              <a:spLocks noChangeShapeType="1"/>
            </p:cNvSpPr>
            <p:nvPr/>
          </p:nvSpPr>
          <p:spPr bwMode="auto">
            <a:xfrm flipH="1" flipV="1">
              <a:off x="1583" y="1146"/>
              <a:ext cx="342" cy="4"/>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3" name="Line 32">
              <a:extLst>
                <a:ext uri="{FF2B5EF4-FFF2-40B4-BE49-F238E27FC236}">
                  <a16:creationId xmlns:a16="http://schemas.microsoft.com/office/drawing/2014/main" id="{07984B6D-AB3B-3C3A-9294-A812C5E93CC7}"/>
                </a:ext>
              </a:extLst>
            </p:cNvPr>
            <p:cNvSpPr>
              <a:spLocks noChangeShapeType="1"/>
            </p:cNvSpPr>
            <p:nvPr/>
          </p:nvSpPr>
          <p:spPr bwMode="auto">
            <a:xfrm>
              <a:off x="2448" y="1147"/>
              <a:ext cx="208"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4" name="Line 33">
              <a:extLst>
                <a:ext uri="{FF2B5EF4-FFF2-40B4-BE49-F238E27FC236}">
                  <a16:creationId xmlns:a16="http://schemas.microsoft.com/office/drawing/2014/main" id="{3E2BCB12-FDE5-FFA2-D581-0AA59922CDA6}"/>
                </a:ext>
              </a:extLst>
            </p:cNvPr>
            <p:cNvSpPr>
              <a:spLocks noChangeShapeType="1"/>
            </p:cNvSpPr>
            <p:nvPr/>
          </p:nvSpPr>
          <p:spPr bwMode="auto">
            <a:xfrm flipH="1">
              <a:off x="2639" y="1147"/>
              <a:ext cx="210"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5" name="Line 34">
              <a:extLst>
                <a:ext uri="{FF2B5EF4-FFF2-40B4-BE49-F238E27FC236}">
                  <a16:creationId xmlns:a16="http://schemas.microsoft.com/office/drawing/2014/main" id="{EBC6B67C-E142-7939-633B-4BB8B9EB50AA}"/>
                </a:ext>
              </a:extLst>
            </p:cNvPr>
            <p:cNvSpPr>
              <a:spLocks noChangeShapeType="1"/>
            </p:cNvSpPr>
            <p:nvPr/>
          </p:nvSpPr>
          <p:spPr bwMode="auto">
            <a:xfrm>
              <a:off x="3312" y="1147"/>
              <a:ext cx="420" cy="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6" name="Line 35">
              <a:extLst>
                <a:ext uri="{FF2B5EF4-FFF2-40B4-BE49-F238E27FC236}">
                  <a16:creationId xmlns:a16="http://schemas.microsoft.com/office/drawing/2014/main" id="{5777FD10-2C24-778A-D489-C9369E7749AB}"/>
                </a:ext>
              </a:extLst>
            </p:cNvPr>
            <p:cNvSpPr>
              <a:spLocks noChangeShapeType="1"/>
            </p:cNvSpPr>
            <p:nvPr/>
          </p:nvSpPr>
          <p:spPr bwMode="auto">
            <a:xfrm flipH="1">
              <a:off x="3695" y="1147"/>
              <a:ext cx="421"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7" name="Line 36">
              <a:extLst>
                <a:ext uri="{FF2B5EF4-FFF2-40B4-BE49-F238E27FC236}">
                  <a16:creationId xmlns:a16="http://schemas.microsoft.com/office/drawing/2014/main" id="{44D5DCDE-C3B9-49CF-4440-9F6648308982}"/>
                </a:ext>
              </a:extLst>
            </p:cNvPr>
            <p:cNvSpPr>
              <a:spLocks noChangeShapeType="1"/>
            </p:cNvSpPr>
            <p:nvPr/>
          </p:nvSpPr>
          <p:spPr bwMode="auto">
            <a:xfrm flipV="1">
              <a:off x="4656" y="1146"/>
              <a:ext cx="319" cy="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74118" name="Text Box 37">
              <a:extLst>
                <a:ext uri="{FF2B5EF4-FFF2-40B4-BE49-F238E27FC236}">
                  <a16:creationId xmlns:a16="http://schemas.microsoft.com/office/drawing/2014/main" id="{239FDBFB-2AEA-0B75-05AD-C3D5F9C9AD1D}"/>
                </a:ext>
              </a:extLst>
            </p:cNvPr>
            <p:cNvSpPr txBox="1">
              <a:spLocks noChangeArrowheads="1"/>
            </p:cNvSpPr>
            <p:nvPr/>
          </p:nvSpPr>
          <p:spPr bwMode="auto">
            <a:xfrm>
              <a:off x="1476" y="240"/>
              <a:ext cx="3435" cy="4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4400">
                  <a:solidFill>
                    <a:srgbClr val="333399"/>
                  </a:solidFill>
                  <a:cs typeface="Times New Roman" panose="02020603050405020304" pitchFamily="18" charset="0"/>
                </a:rPr>
                <a:t>Classes of IP Address</a:t>
              </a:r>
            </a:p>
          </p:txBody>
        </p:sp>
        <p:sp>
          <p:nvSpPr>
            <p:cNvPr id="174119" name="Text Box 38">
              <a:extLst>
                <a:ext uri="{FF2B5EF4-FFF2-40B4-BE49-F238E27FC236}">
                  <a16:creationId xmlns:a16="http://schemas.microsoft.com/office/drawing/2014/main" id="{E23564DE-0779-5037-9DE5-D0D31CA977BD}"/>
                </a:ext>
              </a:extLst>
            </p:cNvPr>
            <p:cNvSpPr txBox="1">
              <a:spLocks noChangeArrowheads="1"/>
            </p:cNvSpPr>
            <p:nvPr/>
          </p:nvSpPr>
          <p:spPr bwMode="auto">
            <a:xfrm>
              <a:off x="949" y="1027"/>
              <a:ext cx="496" cy="2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a:solidFill>
                    <a:srgbClr val="000000"/>
                  </a:solidFill>
                  <a:latin typeface="Times New Roman" panose="02020603050405020304" pitchFamily="18" charset="0"/>
                </a:rPr>
                <a:t>Byte 1</a:t>
              </a:r>
            </a:p>
          </p:txBody>
        </p:sp>
        <p:sp>
          <p:nvSpPr>
            <p:cNvPr id="174120" name="Text Box 39">
              <a:extLst>
                <a:ext uri="{FF2B5EF4-FFF2-40B4-BE49-F238E27FC236}">
                  <a16:creationId xmlns:a16="http://schemas.microsoft.com/office/drawing/2014/main" id="{6C0B5A5D-2C39-863F-0F95-3F3863986817}"/>
                </a:ext>
              </a:extLst>
            </p:cNvPr>
            <p:cNvSpPr txBox="1">
              <a:spLocks noChangeArrowheads="1"/>
            </p:cNvSpPr>
            <p:nvPr/>
          </p:nvSpPr>
          <p:spPr bwMode="auto">
            <a:xfrm>
              <a:off x="1920" y="1003"/>
              <a:ext cx="496" cy="2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a:solidFill>
                    <a:srgbClr val="000000"/>
                  </a:solidFill>
                  <a:latin typeface="Times New Roman" panose="02020603050405020304" pitchFamily="18" charset="0"/>
                </a:rPr>
                <a:t>Byte 2</a:t>
              </a:r>
            </a:p>
          </p:txBody>
        </p:sp>
        <p:sp>
          <p:nvSpPr>
            <p:cNvPr id="174121" name="Text Box 40">
              <a:extLst>
                <a:ext uri="{FF2B5EF4-FFF2-40B4-BE49-F238E27FC236}">
                  <a16:creationId xmlns:a16="http://schemas.microsoft.com/office/drawing/2014/main" id="{695F9A85-8E3F-9881-26E9-51C2C96B1A6B}"/>
                </a:ext>
              </a:extLst>
            </p:cNvPr>
            <p:cNvSpPr txBox="1">
              <a:spLocks noChangeArrowheads="1"/>
            </p:cNvSpPr>
            <p:nvPr/>
          </p:nvSpPr>
          <p:spPr bwMode="auto">
            <a:xfrm>
              <a:off x="2880" y="1051"/>
              <a:ext cx="767" cy="2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latin typeface="Times New Roman" panose="02020603050405020304" pitchFamily="18" charset="0"/>
                </a:rPr>
                <a:t>Byte 3</a:t>
              </a:r>
            </a:p>
          </p:txBody>
        </p:sp>
        <p:sp>
          <p:nvSpPr>
            <p:cNvPr id="174122" name="Text Box 41">
              <a:extLst>
                <a:ext uri="{FF2B5EF4-FFF2-40B4-BE49-F238E27FC236}">
                  <a16:creationId xmlns:a16="http://schemas.microsoft.com/office/drawing/2014/main" id="{9128FC8A-0780-FCF5-190D-EF5A042C33DE}"/>
                </a:ext>
              </a:extLst>
            </p:cNvPr>
            <p:cNvSpPr txBox="1">
              <a:spLocks noChangeArrowheads="1"/>
            </p:cNvSpPr>
            <p:nvPr/>
          </p:nvSpPr>
          <p:spPr bwMode="auto">
            <a:xfrm>
              <a:off x="4176" y="1003"/>
              <a:ext cx="527" cy="23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latin typeface="Times New Roman" panose="02020603050405020304" pitchFamily="18" charset="0"/>
                </a:rPr>
                <a:t>Byte 4</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Text Box 1">
            <a:extLst>
              <a:ext uri="{FF2B5EF4-FFF2-40B4-BE49-F238E27FC236}">
                <a16:creationId xmlns:a16="http://schemas.microsoft.com/office/drawing/2014/main" id="{9439FD6D-4105-6E3E-3746-33749456EF1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76131" name="Text Box 2">
            <a:extLst>
              <a:ext uri="{FF2B5EF4-FFF2-40B4-BE49-F238E27FC236}">
                <a16:creationId xmlns:a16="http://schemas.microsoft.com/office/drawing/2014/main" id="{4B4B03A5-5916-48A7-8239-2F57CBD70B1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9A92F0A-30F5-49D2-980B-4DFC6A53C1A9}" type="slidenum">
              <a:rPr lang="en-US" altLang="en-US" sz="1400">
                <a:solidFill>
                  <a:srgbClr val="000000"/>
                </a:solidFill>
              </a:rPr>
              <a:pPr algn="r" eaLnBrk="1" hangingPunct="1">
                <a:buClrTx/>
                <a:buSzPct val="60000"/>
                <a:buFontTx/>
                <a:buNone/>
              </a:pPr>
              <a:t>86</a:t>
            </a:fld>
            <a:endParaRPr lang="en-US" altLang="en-US" sz="1400">
              <a:solidFill>
                <a:srgbClr val="000000"/>
              </a:solidFill>
            </a:endParaRPr>
          </a:p>
        </p:txBody>
      </p:sp>
      <p:sp>
        <p:nvSpPr>
          <p:cNvPr id="176132" name="Text Box 3">
            <a:extLst>
              <a:ext uri="{FF2B5EF4-FFF2-40B4-BE49-F238E27FC236}">
                <a16:creationId xmlns:a16="http://schemas.microsoft.com/office/drawing/2014/main" id="{785AA59B-A819-46D5-8934-311F8CBAE55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IP Addresses Allocation to Classes</a:t>
            </a:r>
          </a:p>
        </p:txBody>
      </p:sp>
      <p:graphicFrame>
        <p:nvGraphicFramePr>
          <p:cNvPr id="176133" name="Object 4">
            <a:extLst>
              <a:ext uri="{FF2B5EF4-FFF2-40B4-BE49-F238E27FC236}">
                <a16:creationId xmlns:a16="http://schemas.microsoft.com/office/drawing/2014/main" id="{3092C5DC-6BCB-5290-530C-DC91C47BA146}"/>
              </a:ext>
            </a:extLst>
          </p:cNvPr>
          <p:cNvGraphicFramePr>
            <a:graphicFrameLocks noChangeAspect="1"/>
          </p:cNvGraphicFramePr>
          <p:nvPr/>
        </p:nvGraphicFramePr>
        <p:xfrm>
          <a:off x="1219200" y="1981200"/>
          <a:ext cx="7620000" cy="4192588"/>
        </p:xfrm>
        <a:graphic>
          <a:graphicData uri="http://schemas.openxmlformats.org/presentationml/2006/ole">
            <mc:AlternateContent xmlns:mc="http://schemas.openxmlformats.org/markup-compatibility/2006">
              <mc:Choice xmlns:v="urn:schemas-microsoft-com:vml" Requires="v">
                <p:oleObj r:id="rId3" imgW="4638751" imgH="2552700" progId="">
                  <p:embed/>
                </p:oleObj>
              </mc:Choice>
              <mc:Fallback>
                <p:oleObj r:id="rId3" imgW="4638751" imgH="2552700" progId="">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1981200"/>
                        <a:ext cx="7620000" cy="4192588"/>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Text Box 1">
            <a:extLst>
              <a:ext uri="{FF2B5EF4-FFF2-40B4-BE49-F238E27FC236}">
                <a16:creationId xmlns:a16="http://schemas.microsoft.com/office/drawing/2014/main" id="{2C28EA88-4D72-CCFD-292C-7A06C2B8F01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78179" name="Text Box 2">
            <a:extLst>
              <a:ext uri="{FF2B5EF4-FFF2-40B4-BE49-F238E27FC236}">
                <a16:creationId xmlns:a16="http://schemas.microsoft.com/office/drawing/2014/main" id="{58289977-4C65-ADCE-C817-5BFA2215C59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3E02B58-4DE0-4549-A054-40188D2C7047}" type="slidenum">
              <a:rPr lang="en-US" altLang="en-US" sz="1400">
                <a:solidFill>
                  <a:srgbClr val="000000"/>
                </a:solidFill>
              </a:rPr>
              <a:pPr algn="r" eaLnBrk="1" hangingPunct="1">
                <a:buClrTx/>
                <a:buSzPct val="60000"/>
                <a:buFontTx/>
                <a:buNone/>
              </a:pPr>
              <a:t>87</a:t>
            </a:fld>
            <a:endParaRPr lang="en-US" altLang="en-US" sz="1400">
              <a:solidFill>
                <a:srgbClr val="000000"/>
              </a:solidFill>
            </a:endParaRPr>
          </a:p>
        </p:txBody>
      </p:sp>
      <p:sp>
        <p:nvSpPr>
          <p:cNvPr id="178180" name="Text Box 3">
            <a:extLst>
              <a:ext uri="{FF2B5EF4-FFF2-40B4-BE49-F238E27FC236}">
                <a16:creationId xmlns:a16="http://schemas.microsoft.com/office/drawing/2014/main" id="{3EA03BA4-7690-9E29-B365-2159192DA9E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Exercise</a:t>
            </a:r>
          </a:p>
        </p:txBody>
      </p:sp>
      <p:sp>
        <p:nvSpPr>
          <p:cNvPr id="178181" name="Text Box 4">
            <a:extLst>
              <a:ext uri="{FF2B5EF4-FFF2-40B4-BE49-F238E27FC236}">
                <a16:creationId xmlns:a16="http://schemas.microsoft.com/office/drawing/2014/main" id="{F8AFD517-6B21-7975-F8D4-E3308289C90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How many addresses can each of the classes have?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Text Box 1">
            <a:extLst>
              <a:ext uri="{FF2B5EF4-FFF2-40B4-BE49-F238E27FC236}">
                <a16:creationId xmlns:a16="http://schemas.microsoft.com/office/drawing/2014/main" id="{0471F014-92A1-DBA3-D8CA-09BEE3F65BD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0227" name="Text Box 2">
            <a:extLst>
              <a:ext uri="{FF2B5EF4-FFF2-40B4-BE49-F238E27FC236}">
                <a16:creationId xmlns:a16="http://schemas.microsoft.com/office/drawing/2014/main" id="{D4785EC2-46EE-EDFA-991D-064ADCC83FA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F8D4D5E-31CC-4B9C-B125-0941ECBD917F}" type="slidenum">
              <a:rPr lang="en-US" altLang="en-US" sz="1400">
                <a:solidFill>
                  <a:srgbClr val="000000"/>
                </a:solidFill>
              </a:rPr>
              <a:pPr algn="r" eaLnBrk="1" hangingPunct="1">
                <a:buClrTx/>
                <a:buSzPct val="60000"/>
                <a:buFontTx/>
                <a:buNone/>
              </a:pPr>
              <a:t>88</a:t>
            </a:fld>
            <a:endParaRPr lang="en-US" altLang="en-US" sz="1400">
              <a:solidFill>
                <a:srgbClr val="000000"/>
              </a:solidFill>
            </a:endParaRPr>
          </a:p>
        </p:txBody>
      </p:sp>
      <p:sp>
        <p:nvSpPr>
          <p:cNvPr id="180228" name="Text Box 3">
            <a:extLst>
              <a:ext uri="{FF2B5EF4-FFF2-40B4-BE49-F238E27FC236}">
                <a16:creationId xmlns:a16="http://schemas.microsoft.com/office/drawing/2014/main" id="{79D43CDD-5563-C73D-C631-2F4CD76F03A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Addresses Per Class</a:t>
            </a:r>
          </a:p>
        </p:txBody>
      </p:sp>
      <p:graphicFrame>
        <p:nvGraphicFramePr>
          <p:cNvPr id="92164" name="Group 4">
            <a:extLst>
              <a:ext uri="{FF2B5EF4-FFF2-40B4-BE49-F238E27FC236}">
                <a16:creationId xmlns:a16="http://schemas.microsoft.com/office/drawing/2014/main" id="{4D561306-DD3D-42F1-BD67-642C9C8CB97E}"/>
              </a:ext>
            </a:extLst>
          </p:cNvPr>
          <p:cNvGraphicFramePr>
            <a:graphicFrameLocks noGrp="1"/>
          </p:cNvGraphicFramePr>
          <p:nvPr/>
        </p:nvGraphicFramePr>
        <p:xfrm>
          <a:off x="1182688" y="2017713"/>
          <a:ext cx="7773987" cy="3881439"/>
        </p:xfrm>
        <a:graphic>
          <a:graphicData uri="http://schemas.openxmlformats.org/drawingml/2006/table">
            <a:tbl>
              <a:tblPr/>
              <a:tblGrid>
                <a:gridCol w="2590800">
                  <a:extLst>
                    <a:ext uri="{9D8B030D-6E8A-4147-A177-3AD203B41FA5}">
                      <a16:colId xmlns:a16="http://schemas.microsoft.com/office/drawing/2014/main" val="2953080843"/>
                    </a:ext>
                  </a:extLst>
                </a:gridCol>
                <a:gridCol w="2592387">
                  <a:extLst>
                    <a:ext uri="{9D8B030D-6E8A-4147-A177-3AD203B41FA5}">
                      <a16:colId xmlns:a16="http://schemas.microsoft.com/office/drawing/2014/main" val="478234281"/>
                    </a:ext>
                  </a:extLst>
                </a:gridCol>
                <a:gridCol w="2590800">
                  <a:extLst>
                    <a:ext uri="{9D8B030D-6E8A-4147-A177-3AD203B41FA5}">
                      <a16:colId xmlns:a16="http://schemas.microsoft.com/office/drawing/2014/main" val="3828645482"/>
                    </a:ext>
                  </a:extLst>
                </a:gridCol>
              </a:tblGrid>
              <a:tr h="9445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Class</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Number of Addresses</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Percentage</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0330255"/>
                  </a:ext>
                </a:extLst>
              </a:tr>
              <a:tr h="58578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20 Lakh</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50%</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29431229"/>
                  </a:ext>
                </a:extLst>
              </a:tr>
              <a:tr h="58896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10 Lakh</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57278873"/>
                  </a:ext>
                </a:extLst>
              </a:tr>
              <a:tr h="58737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5 Lakh</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12.5%</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86388283"/>
                  </a:ext>
                </a:extLst>
              </a:tr>
              <a:tr h="58896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 Lakh</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6.25%</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98061070"/>
                  </a:ext>
                </a:extLst>
              </a:tr>
              <a:tr h="58578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E</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 Lakh</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6.25%</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19743841"/>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Text Box 1">
            <a:extLst>
              <a:ext uri="{FF2B5EF4-FFF2-40B4-BE49-F238E27FC236}">
                <a16:creationId xmlns:a16="http://schemas.microsoft.com/office/drawing/2014/main" id="{EBF59533-62FF-DEDF-EFDB-A6D85CB3578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2275" name="Text Box 2">
            <a:extLst>
              <a:ext uri="{FF2B5EF4-FFF2-40B4-BE49-F238E27FC236}">
                <a16:creationId xmlns:a16="http://schemas.microsoft.com/office/drawing/2014/main" id="{86803F39-FF87-8020-C1C3-AA448FC26A8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9161387-629E-4DD9-B901-0F6DB7EDE809}" type="slidenum">
              <a:rPr lang="en-US" altLang="en-US" sz="1400">
                <a:solidFill>
                  <a:srgbClr val="000000"/>
                </a:solidFill>
              </a:rPr>
              <a:pPr algn="r" eaLnBrk="1" hangingPunct="1">
                <a:buClrTx/>
                <a:buSzPct val="60000"/>
                <a:buFontTx/>
                <a:buNone/>
              </a:pPr>
              <a:t>89</a:t>
            </a:fld>
            <a:endParaRPr lang="en-US" altLang="en-US" sz="1400">
              <a:solidFill>
                <a:srgbClr val="000000"/>
              </a:solidFill>
            </a:endParaRPr>
          </a:p>
        </p:txBody>
      </p:sp>
      <p:sp>
        <p:nvSpPr>
          <p:cNvPr id="182276" name="Text Box 3">
            <a:extLst>
              <a:ext uri="{FF2B5EF4-FFF2-40B4-BE49-F238E27FC236}">
                <a16:creationId xmlns:a16="http://schemas.microsoft.com/office/drawing/2014/main" id="{4805B953-8669-E7BD-1D50-ED144A90051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Exercise</a:t>
            </a:r>
          </a:p>
        </p:txBody>
      </p:sp>
      <p:sp>
        <p:nvSpPr>
          <p:cNvPr id="182277" name="Text Box 4">
            <a:extLst>
              <a:ext uri="{FF2B5EF4-FFF2-40B4-BE49-F238E27FC236}">
                <a16:creationId xmlns:a16="http://schemas.microsoft.com/office/drawing/2014/main" id="{5169E67C-68F9-CCDD-8866-BDE1BEA8127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Find the class of the following addresses</a:t>
            </a:r>
          </a:p>
          <a:p>
            <a:pPr eaLnBrk="1" hangingPunct="1">
              <a:spcBef>
                <a:spcPts val="800"/>
              </a:spcBef>
              <a:buClr>
                <a:srgbClr val="3333CC"/>
              </a:buClr>
              <a:buSzPct val="60000"/>
              <a:buFont typeface="Tahoma" panose="020B0604030504040204" pitchFamily="34" charset="0"/>
              <a:buAutoNum type="arabicPeriod"/>
            </a:pPr>
            <a:r>
              <a:rPr lang="en-US" altLang="en-US" sz="3200">
                <a:solidFill>
                  <a:srgbClr val="000000"/>
                </a:solidFill>
              </a:rPr>
              <a:t>227.12.14.87</a:t>
            </a:r>
          </a:p>
          <a:p>
            <a:pPr eaLnBrk="1" hangingPunct="1">
              <a:spcBef>
                <a:spcPts val="800"/>
              </a:spcBef>
              <a:buClr>
                <a:srgbClr val="3333CC"/>
              </a:buClr>
              <a:buSzPct val="60000"/>
              <a:buFont typeface="Tahoma" panose="020B0604030504040204" pitchFamily="34" charset="0"/>
              <a:buAutoNum type="arabicPeriod"/>
            </a:pPr>
            <a:r>
              <a:rPr lang="en-US" altLang="en-US" sz="3200">
                <a:solidFill>
                  <a:srgbClr val="000000"/>
                </a:solidFill>
              </a:rPr>
              <a:t>193.14.56.22</a:t>
            </a:r>
          </a:p>
          <a:p>
            <a:pPr eaLnBrk="1" hangingPunct="1">
              <a:spcBef>
                <a:spcPts val="800"/>
              </a:spcBef>
              <a:buClr>
                <a:srgbClr val="3333CC"/>
              </a:buClr>
              <a:buSzPct val="60000"/>
              <a:buFont typeface="Tahoma" panose="020B0604030504040204" pitchFamily="34" charset="0"/>
              <a:buAutoNum type="arabicPeriod"/>
            </a:pPr>
            <a:r>
              <a:rPr lang="en-US" altLang="en-US" sz="3200">
                <a:solidFill>
                  <a:srgbClr val="000000"/>
                </a:solidFill>
              </a:rPr>
              <a:t>14.23.120.8</a:t>
            </a:r>
          </a:p>
          <a:p>
            <a:pPr eaLnBrk="1" hangingPunct="1">
              <a:spcBef>
                <a:spcPts val="800"/>
              </a:spcBef>
              <a:buClr>
                <a:srgbClr val="3333CC"/>
              </a:buClr>
              <a:buSzPct val="60000"/>
              <a:buFont typeface="Tahoma" panose="020B0604030504040204" pitchFamily="34" charset="0"/>
              <a:buAutoNum type="arabicPeriod"/>
            </a:pPr>
            <a:r>
              <a:rPr lang="en-US" altLang="en-US" sz="3200">
                <a:solidFill>
                  <a:srgbClr val="000000"/>
                </a:solidFill>
              </a:rPr>
              <a:t>252.5.15.111</a:t>
            </a:r>
          </a:p>
          <a:p>
            <a:pPr eaLnBrk="1" hangingPunct="1">
              <a:spcBef>
                <a:spcPts val="800"/>
              </a:spcBef>
              <a:buClr>
                <a:srgbClr val="3333CC"/>
              </a:buClr>
              <a:buSzPct val="60000"/>
              <a:buFont typeface="Tahoma" panose="020B0604030504040204" pitchFamily="34" charset="0"/>
              <a:buAutoNum type="arabicPeriod"/>
            </a:pPr>
            <a:r>
              <a:rPr lang="en-US" altLang="en-US" sz="3200">
                <a:solidFill>
                  <a:srgbClr val="000000"/>
                </a:solidFill>
              </a:rPr>
              <a:t>134.11.78.56</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Text Box 1">
            <a:extLst>
              <a:ext uri="{FF2B5EF4-FFF2-40B4-BE49-F238E27FC236}">
                <a16:creationId xmlns:a16="http://schemas.microsoft.com/office/drawing/2014/main" id="{FE0DC16C-AA59-87AA-49F9-658EF8BFE8A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4323" name="Text Box 2">
            <a:extLst>
              <a:ext uri="{FF2B5EF4-FFF2-40B4-BE49-F238E27FC236}">
                <a16:creationId xmlns:a16="http://schemas.microsoft.com/office/drawing/2014/main" id="{E587D642-04DA-2772-DE45-8D3545EF89E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9148238-0812-4F86-A612-1B55219E602E}" type="slidenum">
              <a:rPr lang="en-US" altLang="en-US" sz="1400">
                <a:solidFill>
                  <a:srgbClr val="000000"/>
                </a:solidFill>
              </a:rPr>
              <a:pPr algn="r" eaLnBrk="1" hangingPunct="1">
                <a:buClrTx/>
                <a:buSzPct val="60000"/>
                <a:buFontTx/>
                <a:buNone/>
              </a:pPr>
              <a:t>90</a:t>
            </a:fld>
            <a:endParaRPr lang="en-US" altLang="en-US" sz="1400">
              <a:solidFill>
                <a:srgbClr val="000000"/>
              </a:solidFill>
            </a:endParaRPr>
          </a:p>
        </p:txBody>
      </p:sp>
      <p:sp>
        <p:nvSpPr>
          <p:cNvPr id="184324" name="Text Box 3">
            <a:extLst>
              <a:ext uri="{FF2B5EF4-FFF2-40B4-BE49-F238E27FC236}">
                <a16:creationId xmlns:a16="http://schemas.microsoft.com/office/drawing/2014/main" id="{C175704E-EF93-3FD0-D29E-040B4F128A1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Determining Class Based on an IP Address</a:t>
            </a:r>
          </a:p>
        </p:txBody>
      </p:sp>
      <p:graphicFrame>
        <p:nvGraphicFramePr>
          <p:cNvPr id="94212" name="Group 4">
            <a:extLst>
              <a:ext uri="{FF2B5EF4-FFF2-40B4-BE49-F238E27FC236}">
                <a16:creationId xmlns:a16="http://schemas.microsoft.com/office/drawing/2014/main" id="{27F05DB2-D732-42DA-85E1-C3E92F0D91B7}"/>
              </a:ext>
            </a:extLst>
          </p:cNvPr>
          <p:cNvGraphicFramePr>
            <a:graphicFrameLocks noGrp="1"/>
          </p:cNvGraphicFramePr>
          <p:nvPr/>
        </p:nvGraphicFramePr>
        <p:xfrm>
          <a:off x="1182688" y="2017713"/>
          <a:ext cx="7773987" cy="3881439"/>
        </p:xfrm>
        <a:graphic>
          <a:graphicData uri="http://schemas.openxmlformats.org/drawingml/2006/table">
            <a:tbl>
              <a:tblPr/>
              <a:tblGrid>
                <a:gridCol w="1789112">
                  <a:extLst>
                    <a:ext uri="{9D8B030D-6E8A-4147-A177-3AD203B41FA5}">
                      <a16:colId xmlns:a16="http://schemas.microsoft.com/office/drawing/2014/main" val="1342882006"/>
                    </a:ext>
                  </a:extLst>
                </a:gridCol>
                <a:gridCol w="5984875">
                  <a:extLst>
                    <a:ext uri="{9D8B030D-6E8A-4147-A177-3AD203B41FA5}">
                      <a16:colId xmlns:a16="http://schemas.microsoft.com/office/drawing/2014/main" val="1800238096"/>
                    </a:ext>
                  </a:extLst>
                </a:gridCol>
              </a:tblGrid>
              <a:tr h="9445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Class</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Contents of First Byte (Last three are not shown)</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88462059"/>
                  </a:ext>
                </a:extLst>
              </a:tr>
              <a:tr h="58578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0 to 127</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8832187"/>
                  </a:ext>
                </a:extLst>
              </a:tr>
              <a:tr h="58896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128 to 191</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3935999"/>
                  </a:ext>
                </a:extLst>
              </a:tr>
              <a:tr h="58737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192 to 223</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20756217"/>
                  </a:ext>
                </a:extLst>
              </a:tr>
              <a:tr h="58896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224 to 239</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12670020"/>
                  </a:ext>
                </a:extLst>
              </a:tr>
              <a:tr h="58578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E</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240 to 255</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97190841"/>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ext Box 1">
            <a:extLst>
              <a:ext uri="{FF2B5EF4-FFF2-40B4-BE49-F238E27FC236}">
                <a16:creationId xmlns:a16="http://schemas.microsoft.com/office/drawing/2014/main" id="{5BAB9E12-B6B5-B5AC-85A7-0420B8B7874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6371" name="Text Box 2">
            <a:extLst>
              <a:ext uri="{FF2B5EF4-FFF2-40B4-BE49-F238E27FC236}">
                <a16:creationId xmlns:a16="http://schemas.microsoft.com/office/drawing/2014/main" id="{CA048E8C-58F5-0D0A-B6B3-D71FDA8D2CE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1995639-0659-4D83-AD31-029A88D231D1}" type="slidenum">
              <a:rPr lang="en-US" altLang="en-US" sz="1400">
                <a:solidFill>
                  <a:srgbClr val="000000"/>
                </a:solidFill>
              </a:rPr>
              <a:pPr algn="r" eaLnBrk="1" hangingPunct="1">
                <a:buClrTx/>
                <a:buSzPct val="60000"/>
                <a:buFontTx/>
                <a:buNone/>
              </a:pPr>
              <a:t>91</a:t>
            </a:fld>
            <a:endParaRPr lang="en-US" altLang="en-US" sz="1400">
              <a:solidFill>
                <a:srgbClr val="000000"/>
              </a:solidFill>
            </a:endParaRPr>
          </a:p>
        </p:txBody>
      </p:sp>
      <p:sp>
        <p:nvSpPr>
          <p:cNvPr id="186372" name="Text Box 3">
            <a:extLst>
              <a:ext uri="{FF2B5EF4-FFF2-40B4-BE49-F238E27FC236}">
                <a16:creationId xmlns:a16="http://schemas.microsoft.com/office/drawing/2014/main" id="{2B1589F9-302D-C89F-DED1-89BEFEE87BB6}"/>
              </a:ext>
            </a:extLst>
          </p:cNvPr>
          <p:cNvSpPr txBox="1">
            <a:spLocks noChangeArrowheads="1"/>
          </p:cNvSpPr>
          <p:nvPr/>
        </p:nvSpPr>
        <p:spPr bwMode="auto">
          <a:xfrm>
            <a:off x="1150938" y="214313"/>
            <a:ext cx="7793037" cy="623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Determining Class</a:t>
            </a:r>
          </a:p>
        </p:txBody>
      </p:sp>
      <p:sp>
        <p:nvSpPr>
          <p:cNvPr id="186373" name="Text Box 4">
            <a:extLst>
              <a:ext uri="{FF2B5EF4-FFF2-40B4-BE49-F238E27FC236}">
                <a16:creationId xmlns:a16="http://schemas.microsoft.com/office/drawing/2014/main" id="{9D6F4AAE-F9E7-0CD2-27C5-BF93C01AC73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186374" name="Group 5">
            <a:extLst>
              <a:ext uri="{FF2B5EF4-FFF2-40B4-BE49-F238E27FC236}">
                <a16:creationId xmlns:a16="http://schemas.microsoft.com/office/drawing/2014/main" id="{A9C440BE-7B5D-61A3-4A8B-BCF9E5A606C2}"/>
              </a:ext>
            </a:extLst>
          </p:cNvPr>
          <p:cNvGrpSpPr>
            <a:grpSpLocks/>
          </p:cNvGrpSpPr>
          <p:nvPr/>
        </p:nvGrpSpPr>
        <p:grpSpPr bwMode="auto">
          <a:xfrm>
            <a:off x="1533525" y="1028700"/>
            <a:ext cx="6618288" cy="5065713"/>
            <a:chOff x="966" y="648"/>
            <a:chExt cx="4169" cy="3191"/>
          </a:xfrm>
        </p:grpSpPr>
        <p:sp>
          <p:nvSpPr>
            <p:cNvPr id="186375" name="Rectangle 6">
              <a:extLst>
                <a:ext uri="{FF2B5EF4-FFF2-40B4-BE49-F238E27FC236}">
                  <a16:creationId xmlns:a16="http://schemas.microsoft.com/office/drawing/2014/main" id="{897B172E-840A-5123-5A5D-7A28328F1232}"/>
                </a:ext>
              </a:extLst>
            </p:cNvPr>
            <p:cNvSpPr>
              <a:spLocks noChangeArrowheads="1"/>
            </p:cNvSpPr>
            <p:nvPr/>
          </p:nvSpPr>
          <p:spPr bwMode="auto">
            <a:xfrm>
              <a:off x="966" y="648"/>
              <a:ext cx="4169" cy="319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186376" name="AutoShape 7">
              <a:extLst>
                <a:ext uri="{FF2B5EF4-FFF2-40B4-BE49-F238E27FC236}">
                  <a16:creationId xmlns:a16="http://schemas.microsoft.com/office/drawing/2014/main" id="{621D32EC-EA5B-A9AD-4F2D-B36192EE0D49}"/>
                </a:ext>
              </a:extLst>
            </p:cNvPr>
            <p:cNvSpPr>
              <a:spLocks noChangeArrowheads="1"/>
            </p:cNvSpPr>
            <p:nvPr/>
          </p:nvSpPr>
          <p:spPr bwMode="auto">
            <a:xfrm>
              <a:off x="1489" y="730"/>
              <a:ext cx="1347" cy="460"/>
            </a:xfrm>
            <a:prstGeom prst="flowChartDecision">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First bit = 0?</a:t>
              </a:r>
            </a:p>
          </p:txBody>
        </p:sp>
        <p:sp>
          <p:nvSpPr>
            <p:cNvPr id="186377" name="Line 8">
              <a:extLst>
                <a:ext uri="{FF2B5EF4-FFF2-40B4-BE49-F238E27FC236}">
                  <a16:creationId xmlns:a16="http://schemas.microsoft.com/office/drawing/2014/main" id="{0AC2AF69-401F-6292-7C53-8D46CC2D9148}"/>
                </a:ext>
              </a:extLst>
            </p:cNvPr>
            <p:cNvSpPr>
              <a:spLocks noChangeShapeType="1"/>
            </p:cNvSpPr>
            <p:nvPr/>
          </p:nvSpPr>
          <p:spPr bwMode="auto">
            <a:xfrm>
              <a:off x="2157" y="1191"/>
              <a:ext cx="0" cy="25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78" name="AutoShape 9">
              <a:extLst>
                <a:ext uri="{FF2B5EF4-FFF2-40B4-BE49-F238E27FC236}">
                  <a16:creationId xmlns:a16="http://schemas.microsoft.com/office/drawing/2014/main" id="{F6AF9567-FB4A-8136-E712-FC11429C53D7}"/>
                </a:ext>
              </a:extLst>
            </p:cNvPr>
            <p:cNvSpPr>
              <a:spLocks noChangeArrowheads="1"/>
            </p:cNvSpPr>
            <p:nvPr/>
          </p:nvSpPr>
          <p:spPr bwMode="auto">
            <a:xfrm>
              <a:off x="1489" y="1445"/>
              <a:ext cx="1347" cy="460"/>
            </a:xfrm>
            <a:prstGeom prst="flowChartDecision">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Second bit = 0?</a:t>
              </a:r>
            </a:p>
          </p:txBody>
        </p:sp>
        <p:sp>
          <p:nvSpPr>
            <p:cNvPr id="186379" name="Line 10">
              <a:extLst>
                <a:ext uri="{FF2B5EF4-FFF2-40B4-BE49-F238E27FC236}">
                  <a16:creationId xmlns:a16="http://schemas.microsoft.com/office/drawing/2014/main" id="{CB414EEF-74E7-B5B9-5305-6F8879B3F4A3}"/>
                </a:ext>
              </a:extLst>
            </p:cNvPr>
            <p:cNvSpPr>
              <a:spLocks noChangeShapeType="1"/>
            </p:cNvSpPr>
            <p:nvPr/>
          </p:nvSpPr>
          <p:spPr bwMode="auto">
            <a:xfrm>
              <a:off x="2157" y="1902"/>
              <a:ext cx="0" cy="25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0" name="AutoShape 11">
              <a:extLst>
                <a:ext uri="{FF2B5EF4-FFF2-40B4-BE49-F238E27FC236}">
                  <a16:creationId xmlns:a16="http://schemas.microsoft.com/office/drawing/2014/main" id="{B7C0BB17-B03C-6F16-5846-95E8232FE2AD}"/>
                </a:ext>
              </a:extLst>
            </p:cNvPr>
            <p:cNvSpPr>
              <a:spLocks noChangeArrowheads="1"/>
            </p:cNvSpPr>
            <p:nvPr/>
          </p:nvSpPr>
          <p:spPr bwMode="auto">
            <a:xfrm>
              <a:off x="1489" y="2156"/>
              <a:ext cx="1347" cy="460"/>
            </a:xfrm>
            <a:prstGeom prst="flowChartDecision">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Third bit = 0?</a:t>
              </a:r>
            </a:p>
          </p:txBody>
        </p:sp>
        <p:sp>
          <p:nvSpPr>
            <p:cNvPr id="186381" name="Line 12">
              <a:extLst>
                <a:ext uri="{FF2B5EF4-FFF2-40B4-BE49-F238E27FC236}">
                  <a16:creationId xmlns:a16="http://schemas.microsoft.com/office/drawing/2014/main" id="{5BA873DC-AD0D-E052-4B4B-1283D9F29913}"/>
                </a:ext>
              </a:extLst>
            </p:cNvPr>
            <p:cNvSpPr>
              <a:spLocks noChangeShapeType="1"/>
            </p:cNvSpPr>
            <p:nvPr/>
          </p:nvSpPr>
          <p:spPr bwMode="auto">
            <a:xfrm>
              <a:off x="2157" y="2617"/>
              <a:ext cx="0" cy="25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2" name="AutoShape 13">
              <a:extLst>
                <a:ext uri="{FF2B5EF4-FFF2-40B4-BE49-F238E27FC236}">
                  <a16:creationId xmlns:a16="http://schemas.microsoft.com/office/drawing/2014/main" id="{1089493D-A268-6FA6-D786-83DBFB0A9EBF}"/>
                </a:ext>
              </a:extLst>
            </p:cNvPr>
            <p:cNvSpPr>
              <a:spLocks noChangeArrowheads="1"/>
            </p:cNvSpPr>
            <p:nvPr/>
          </p:nvSpPr>
          <p:spPr bwMode="auto">
            <a:xfrm>
              <a:off x="1489" y="2871"/>
              <a:ext cx="1347" cy="460"/>
            </a:xfrm>
            <a:prstGeom prst="flowChartDecision">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Fourth bit = 0?</a:t>
              </a:r>
            </a:p>
          </p:txBody>
        </p:sp>
        <p:sp>
          <p:nvSpPr>
            <p:cNvPr id="186383" name="Line 14">
              <a:extLst>
                <a:ext uri="{FF2B5EF4-FFF2-40B4-BE49-F238E27FC236}">
                  <a16:creationId xmlns:a16="http://schemas.microsoft.com/office/drawing/2014/main" id="{4BDAD791-6932-3AAB-3BB9-454672AA53F8}"/>
                </a:ext>
              </a:extLst>
            </p:cNvPr>
            <p:cNvSpPr>
              <a:spLocks noChangeShapeType="1"/>
            </p:cNvSpPr>
            <p:nvPr/>
          </p:nvSpPr>
          <p:spPr bwMode="auto">
            <a:xfrm>
              <a:off x="2826" y="958"/>
              <a:ext cx="501"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4" name="Line 15">
              <a:extLst>
                <a:ext uri="{FF2B5EF4-FFF2-40B4-BE49-F238E27FC236}">
                  <a16:creationId xmlns:a16="http://schemas.microsoft.com/office/drawing/2014/main" id="{7FC97DA5-4A11-231D-A36E-3E57CF60AE1E}"/>
                </a:ext>
              </a:extLst>
            </p:cNvPr>
            <p:cNvSpPr>
              <a:spLocks noChangeShapeType="1"/>
            </p:cNvSpPr>
            <p:nvPr/>
          </p:nvSpPr>
          <p:spPr bwMode="auto">
            <a:xfrm>
              <a:off x="2837" y="1673"/>
              <a:ext cx="500"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5" name="Line 16">
              <a:extLst>
                <a:ext uri="{FF2B5EF4-FFF2-40B4-BE49-F238E27FC236}">
                  <a16:creationId xmlns:a16="http://schemas.microsoft.com/office/drawing/2014/main" id="{8D476B5A-ED29-2A4D-16A1-110475DA61E5}"/>
                </a:ext>
              </a:extLst>
            </p:cNvPr>
            <p:cNvSpPr>
              <a:spLocks noChangeShapeType="1"/>
            </p:cNvSpPr>
            <p:nvPr/>
          </p:nvSpPr>
          <p:spPr bwMode="auto">
            <a:xfrm>
              <a:off x="2826" y="2384"/>
              <a:ext cx="501"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6" name="Line 17">
              <a:extLst>
                <a:ext uri="{FF2B5EF4-FFF2-40B4-BE49-F238E27FC236}">
                  <a16:creationId xmlns:a16="http://schemas.microsoft.com/office/drawing/2014/main" id="{0E42812B-A391-180E-31C4-CD2138A3ACC7}"/>
                </a:ext>
              </a:extLst>
            </p:cNvPr>
            <p:cNvSpPr>
              <a:spLocks noChangeShapeType="1"/>
            </p:cNvSpPr>
            <p:nvPr/>
          </p:nvSpPr>
          <p:spPr bwMode="auto">
            <a:xfrm>
              <a:off x="2826" y="3099"/>
              <a:ext cx="501"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87" name="Text Box 18">
              <a:extLst>
                <a:ext uri="{FF2B5EF4-FFF2-40B4-BE49-F238E27FC236}">
                  <a16:creationId xmlns:a16="http://schemas.microsoft.com/office/drawing/2014/main" id="{23DBDB51-5204-CFC4-5772-9A8386A1401A}"/>
                </a:ext>
              </a:extLst>
            </p:cNvPr>
            <p:cNvSpPr txBox="1">
              <a:spLocks noChangeArrowheads="1"/>
            </p:cNvSpPr>
            <p:nvPr/>
          </p:nvSpPr>
          <p:spPr bwMode="auto">
            <a:xfrm>
              <a:off x="2722" y="794"/>
              <a:ext cx="574" cy="10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Yes</a:t>
              </a:r>
            </a:p>
          </p:txBody>
        </p:sp>
        <p:sp>
          <p:nvSpPr>
            <p:cNvPr id="186388" name="Text Box 19">
              <a:extLst>
                <a:ext uri="{FF2B5EF4-FFF2-40B4-BE49-F238E27FC236}">
                  <a16:creationId xmlns:a16="http://schemas.microsoft.com/office/drawing/2014/main" id="{F31D8084-5D9F-E14D-59E4-B2C878BBAC5B}"/>
                </a:ext>
              </a:extLst>
            </p:cNvPr>
            <p:cNvSpPr txBox="1">
              <a:spLocks noChangeArrowheads="1"/>
            </p:cNvSpPr>
            <p:nvPr/>
          </p:nvSpPr>
          <p:spPr bwMode="auto">
            <a:xfrm>
              <a:off x="2795" y="1531"/>
              <a:ext cx="574" cy="10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Yes</a:t>
              </a:r>
            </a:p>
          </p:txBody>
        </p:sp>
        <p:sp>
          <p:nvSpPr>
            <p:cNvPr id="186389" name="Text Box 20">
              <a:extLst>
                <a:ext uri="{FF2B5EF4-FFF2-40B4-BE49-F238E27FC236}">
                  <a16:creationId xmlns:a16="http://schemas.microsoft.com/office/drawing/2014/main" id="{BAB49AFA-C31E-9075-D168-49CF7FE49083}"/>
                </a:ext>
              </a:extLst>
            </p:cNvPr>
            <p:cNvSpPr txBox="1">
              <a:spLocks noChangeArrowheads="1"/>
            </p:cNvSpPr>
            <p:nvPr/>
          </p:nvSpPr>
          <p:spPr bwMode="auto">
            <a:xfrm>
              <a:off x="2764" y="2246"/>
              <a:ext cx="573" cy="10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Yes</a:t>
              </a:r>
            </a:p>
          </p:txBody>
        </p:sp>
        <p:sp>
          <p:nvSpPr>
            <p:cNvPr id="186390" name="Text Box 21">
              <a:extLst>
                <a:ext uri="{FF2B5EF4-FFF2-40B4-BE49-F238E27FC236}">
                  <a16:creationId xmlns:a16="http://schemas.microsoft.com/office/drawing/2014/main" id="{CB2A09E9-10DA-C524-66A5-66389AC71433}"/>
                </a:ext>
              </a:extLst>
            </p:cNvPr>
            <p:cNvSpPr txBox="1">
              <a:spLocks noChangeArrowheads="1"/>
            </p:cNvSpPr>
            <p:nvPr/>
          </p:nvSpPr>
          <p:spPr bwMode="auto">
            <a:xfrm>
              <a:off x="2805" y="2966"/>
              <a:ext cx="574" cy="10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Yes</a:t>
              </a:r>
            </a:p>
          </p:txBody>
        </p:sp>
        <p:sp>
          <p:nvSpPr>
            <p:cNvPr id="186391" name="Text Box 22">
              <a:extLst>
                <a:ext uri="{FF2B5EF4-FFF2-40B4-BE49-F238E27FC236}">
                  <a16:creationId xmlns:a16="http://schemas.microsoft.com/office/drawing/2014/main" id="{B634FF3D-5E95-5C70-C0DB-754F91369C69}"/>
                </a:ext>
              </a:extLst>
            </p:cNvPr>
            <p:cNvSpPr txBox="1">
              <a:spLocks noChangeArrowheads="1"/>
            </p:cNvSpPr>
            <p:nvPr/>
          </p:nvSpPr>
          <p:spPr bwMode="auto">
            <a:xfrm>
              <a:off x="2262" y="1230"/>
              <a:ext cx="574" cy="10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No</a:t>
              </a:r>
            </a:p>
          </p:txBody>
        </p:sp>
        <p:sp>
          <p:nvSpPr>
            <p:cNvPr id="186392" name="Text Box 23">
              <a:extLst>
                <a:ext uri="{FF2B5EF4-FFF2-40B4-BE49-F238E27FC236}">
                  <a16:creationId xmlns:a16="http://schemas.microsoft.com/office/drawing/2014/main" id="{AA985122-17D0-DEE2-D4D1-22E51BDE7855}"/>
                </a:ext>
              </a:extLst>
            </p:cNvPr>
            <p:cNvSpPr txBox="1">
              <a:spLocks noChangeArrowheads="1"/>
            </p:cNvSpPr>
            <p:nvPr/>
          </p:nvSpPr>
          <p:spPr bwMode="auto">
            <a:xfrm>
              <a:off x="2293" y="1966"/>
              <a:ext cx="574" cy="10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No</a:t>
              </a:r>
            </a:p>
          </p:txBody>
        </p:sp>
        <p:sp>
          <p:nvSpPr>
            <p:cNvPr id="186393" name="Text Box 24">
              <a:extLst>
                <a:ext uri="{FF2B5EF4-FFF2-40B4-BE49-F238E27FC236}">
                  <a16:creationId xmlns:a16="http://schemas.microsoft.com/office/drawing/2014/main" id="{E6FF791D-BE7B-3493-DAB0-31E0DF572885}"/>
                </a:ext>
              </a:extLst>
            </p:cNvPr>
            <p:cNvSpPr txBox="1">
              <a:spLocks noChangeArrowheads="1"/>
            </p:cNvSpPr>
            <p:nvPr/>
          </p:nvSpPr>
          <p:spPr bwMode="auto">
            <a:xfrm>
              <a:off x="2283" y="2690"/>
              <a:ext cx="574" cy="10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No</a:t>
              </a:r>
            </a:p>
          </p:txBody>
        </p:sp>
        <p:sp>
          <p:nvSpPr>
            <p:cNvPr id="186394" name="Line 25">
              <a:extLst>
                <a:ext uri="{FF2B5EF4-FFF2-40B4-BE49-F238E27FC236}">
                  <a16:creationId xmlns:a16="http://schemas.microsoft.com/office/drawing/2014/main" id="{35C9B8C6-EAB6-384A-47BB-096F32795F8D}"/>
                </a:ext>
              </a:extLst>
            </p:cNvPr>
            <p:cNvSpPr>
              <a:spLocks noChangeShapeType="1"/>
            </p:cNvSpPr>
            <p:nvPr/>
          </p:nvSpPr>
          <p:spPr bwMode="auto">
            <a:xfrm>
              <a:off x="2157" y="3327"/>
              <a:ext cx="0" cy="25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86395" name="Text Box 26">
              <a:extLst>
                <a:ext uri="{FF2B5EF4-FFF2-40B4-BE49-F238E27FC236}">
                  <a16:creationId xmlns:a16="http://schemas.microsoft.com/office/drawing/2014/main" id="{756DB521-CE76-6348-76A4-E0E607A8E01A}"/>
                </a:ext>
              </a:extLst>
            </p:cNvPr>
            <p:cNvSpPr txBox="1">
              <a:spLocks noChangeArrowheads="1"/>
            </p:cNvSpPr>
            <p:nvPr/>
          </p:nvSpPr>
          <p:spPr bwMode="auto">
            <a:xfrm>
              <a:off x="2293" y="3392"/>
              <a:ext cx="574" cy="10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No</a:t>
              </a:r>
            </a:p>
          </p:txBody>
        </p:sp>
        <p:sp>
          <p:nvSpPr>
            <p:cNvPr id="186396" name="Text Box 27">
              <a:extLst>
                <a:ext uri="{FF2B5EF4-FFF2-40B4-BE49-F238E27FC236}">
                  <a16:creationId xmlns:a16="http://schemas.microsoft.com/office/drawing/2014/main" id="{FEC81CEB-B22A-15A7-AC59-940A33E0CBA7}"/>
                </a:ext>
              </a:extLst>
            </p:cNvPr>
            <p:cNvSpPr txBox="1">
              <a:spLocks noChangeArrowheads="1"/>
            </p:cNvSpPr>
            <p:nvPr/>
          </p:nvSpPr>
          <p:spPr bwMode="auto">
            <a:xfrm>
              <a:off x="3338" y="898"/>
              <a:ext cx="1201" cy="15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Class A address</a:t>
              </a:r>
            </a:p>
          </p:txBody>
        </p:sp>
        <p:sp>
          <p:nvSpPr>
            <p:cNvPr id="186397" name="Text Box 28">
              <a:extLst>
                <a:ext uri="{FF2B5EF4-FFF2-40B4-BE49-F238E27FC236}">
                  <a16:creationId xmlns:a16="http://schemas.microsoft.com/office/drawing/2014/main" id="{11D880B9-6B13-0B39-B704-8F441E661423}"/>
                </a:ext>
              </a:extLst>
            </p:cNvPr>
            <p:cNvSpPr txBox="1">
              <a:spLocks noChangeArrowheads="1"/>
            </p:cNvSpPr>
            <p:nvPr/>
          </p:nvSpPr>
          <p:spPr bwMode="auto">
            <a:xfrm>
              <a:off x="3338" y="1617"/>
              <a:ext cx="1201"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Class B address</a:t>
              </a:r>
            </a:p>
          </p:txBody>
        </p:sp>
        <p:sp>
          <p:nvSpPr>
            <p:cNvPr id="186398" name="Text Box 29">
              <a:extLst>
                <a:ext uri="{FF2B5EF4-FFF2-40B4-BE49-F238E27FC236}">
                  <a16:creationId xmlns:a16="http://schemas.microsoft.com/office/drawing/2014/main" id="{9234F3D3-015D-04D5-6E48-629A58675837}"/>
                </a:ext>
              </a:extLst>
            </p:cNvPr>
            <p:cNvSpPr txBox="1">
              <a:spLocks noChangeArrowheads="1"/>
            </p:cNvSpPr>
            <p:nvPr/>
          </p:nvSpPr>
          <p:spPr bwMode="auto">
            <a:xfrm>
              <a:off x="3338" y="2328"/>
              <a:ext cx="1201" cy="1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Class C address</a:t>
              </a:r>
            </a:p>
          </p:txBody>
        </p:sp>
        <p:sp>
          <p:nvSpPr>
            <p:cNvPr id="186399" name="Text Box 30">
              <a:extLst>
                <a:ext uri="{FF2B5EF4-FFF2-40B4-BE49-F238E27FC236}">
                  <a16:creationId xmlns:a16="http://schemas.microsoft.com/office/drawing/2014/main" id="{A03AA34D-1D57-B863-0147-EB85F2B6D5D2}"/>
                </a:ext>
              </a:extLst>
            </p:cNvPr>
            <p:cNvSpPr txBox="1">
              <a:spLocks noChangeArrowheads="1"/>
            </p:cNvSpPr>
            <p:nvPr/>
          </p:nvSpPr>
          <p:spPr bwMode="auto">
            <a:xfrm>
              <a:off x="3328" y="3024"/>
              <a:ext cx="1201" cy="14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Class D address</a:t>
              </a:r>
            </a:p>
          </p:txBody>
        </p:sp>
        <p:sp>
          <p:nvSpPr>
            <p:cNvPr id="186400" name="Text Box 31">
              <a:extLst>
                <a:ext uri="{FF2B5EF4-FFF2-40B4-BE49-F238E27FC236}">
                  <a16:creationId xmlns:a16="http://schemas.microsoft.com/office/drawing/2014/main" id="{4093CB64-D872-15A8-BD06-170D6D51EE70}"/>
                </a:ext>
              </a:extLst>
            </p:cNvPr>
            <p:cNvSpPr txBox="1">
              <a:spLocks noChangeArrowheads="1"/>
            </p:cNvSpPr>
            <p:nvPr/>
          </p:nvSpPr>
          <p:spPr bwMode="auto">
            <a:xfrm>
              <a:off x="1562" y="3586"/>
              <a:ext cx="1201" cy="15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Class E address</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Text Box 1">
            <a:extLst>
              <a:ext uri="{FF2B5EF4-FFF2-40B4-BE49-F238E27FC236}">
                <a16:creationId xmlns:a16="http://schemas.microsoft.com/office/drawing/2014/main" id="{26679051-91A5-ED53-2038-E6EBD6D630D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88419" name="Text Box 2">
            <a:extLst>
              <a:ext uri="{FF2B5EF4-FFF2-40B4-BE49-F238E27FC236}">
                <a16:creationId xmlns:a16="http://schemas.microsoft.com/office/drawing/2014/main" id="{94B118EC-8238-F361-8139-1A2A0A3A279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6C2BBC2-D974-4AD4-B487-F0C40279F144}" type="slidenum">
              <a:rPr lang="en-US" altLang="en-US" sz="1400">
                <a:solidFill>
                  <a:srgbClr val="000000"/>
                </a:solidFill>
              </a:rPr>
              <a:pPr algn="r" eaLnBrk="1" hangingPunct="1">
                <a:buClrTx/>
                <a:buSzPct val="60000"/>
                <a:buFontTx/>
                <a:buNone/>
              </a:pPr>
              <a:t>92</a:t>
            </a:fld>
            <a:endParaRPr lang="en-US" altLang="en-US" sz="1400">
              <a:solidFill>
                <a:srgbClr val="000000"/>
              </a:solidFill>
            </a:endParaRPr>
          </a:p>
        </p:txBody>
      </p:sp>
      <p:sp>
        <p:nvSpPr>
          <p:cNvPr id="188420" name="Text Box 3">
            <a:extLst>
              <a:ext uri="{FF2B5EF4-FFF2-40B4-BE49-F238E27FC236}">
                <a16:creationId xmlns:a16="http://schemas.microsoft.com/office/drawing/2014/main" id="{577B1D47-BC82-DEEA-352D-6E481B8C15B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Masking</a:t>
            </a:r>
          </a:p>
        </p:txBody>
      </p:sp>
      <p:sp>
        <p:nvSpPr>
          <p:cNvPr id="188421" name="Text Box 4">
            <a:extLst>
              <a:ext uri="{FF2B5EF4-FFF2-40B4-BE49-F238E27FC236}">
                <a16:creationId xmlns:a16="http://schemas.microsoft.com/office/drawing/2014/main" id="{8A4792CB-358F-2ED2-5AB1-849EBD31A30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marL="1371600" indent="-457200">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marL="457200" indent="-457200" eaLnBrk="1" hangingPunct="1">
              <a:spcBef>
                <a:spcPts val="700"/>
              </a:spcBef>
              <a:buClr>
                <a:srgbClr val="FF0000"/>
              </a:buClr>
              <a:buSzPct val="55000"/>
              <a:buFont typeface="Arial" panose="020B0604020202020204" pitchFamily="34" charset="0"/>
              <a:buChar char="•"/>
            </a:pPr>
            <a:r>
              <a:rPr lang="en-US" altLang="en-US" sz="2800" dirty="0">
                <a:solidFill>
                  <a:srgbClr val="000000"/>
                </a:solidFill>
              </a:rPr>
              <a:t>Given the IP address of a host, can we find its network address?</a:t>
            </a:r>
          </a:p>
          <a:p>
            <a:pPr lvl="1" eaLnBrk="1" hangingPunct="1">
              <a:spcBef>
                <a:spcPts val="600"/>
              </a:spcBef>
              <a:buClr>
                <a:srgbClr val="3333CC"/>
              </a:buClr>
              <a:buSzPct val="50000"/>
              <a:buFont typeface="Wingdings" panose="05000000000000000000" pitchFamily="2" charset="2"/>
              <a:buChar char=""/>
            </a:pPr>
            <a:r>
              <a:rPr lang="en-US" altLang="en-US" sz="2400" dirty="0">
                <a:solidFill>
                  <a:srgbClr val="000000"/>
                </a:solidFill>
              </a:rPr>
              <a:t>“Masking” concept: AND the complete IP address with a “Mask”, result is the network address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Text Box 1">
            <a:extLst>
              <a:ext uri="{FF2B5EF4-FFF2-40B4-BE49-F238E27FC236}">
                <a16:creationId xmlns:a16="http://schemas.microsoft.com/office/drawing/2014/main" id="{F1F632F6-460D-76C0-6983-4CDD028D026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90467" name="Text Box 2">
            <a:extLst>
              <a:ext uri="{FF2B5EF4-FFF2-40B4-BE49-F238E27FC236}">
                <a16:creationId xmlns:a16="http://schemas.microsoft.com/office/drawing/2014/main" id="{D414DBB9-C2AD-EB62-869F-BB5AE170562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CAF6160-2364-4671-88B7-9B539C47EBCD}" type="slidenum">
              <a:rPr lang="en-US" altLang="en-US" sz="1400">
                <a:solidFill>
                  <a:srgbClr val="000000"/>
                </a:solidFill>
              </a:rPr>
              <a:pPr algn="r" eaLnBrk="1" hangingPunct="1">
                <a:buClrTx/>
                <a:buSzPct val="60000"/>
                <a:buFontTx/>
                <a:buNone/>
              </a:pPr>
              <a:t>93</a:t>
            </a:fld>
            <a:endParaRPr lang="en-US" altLang="en-US" sz="1400">
              <a:solidFill>
                <a:srgbClr val="000000"/>
              </a:solidFill>
            </a:endParaRPr>
          </a:p>
        </p:txBody>
      </p:sp>
      <p:sp>
        <p:nvSpPr>
          <p:cNvPr id="190468" name="Text Box 3">
            <a:extLst>
              <a:ext uri="{FF2B5EF4-FFF2-40B4-BE49-F238E27FC236}">
                <a16:creationId xmlns:a16="http://schemas.microsoft.com/office/drawing/2014/main" id="{45874BD6-C16A-490D-64C3-B91F7B601C3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Masking concept</a:t>
            </a:r>
          </a:p>
        </p:txBody>
      </p:sp>
      <p:sp>
        <p:nvSpPr>
          <p:cNvPr id="190469" name="Text Box 4">
            <a:extLst>
              <a:ext uri="{FF2B5EF4-FFF2-40B4-BE49-F238E27FC236}">
                <a16:creationId xmlns:a16="http://schemas.microsoft.com/office/drawing/2014/main" id="{D780DD8C-CB5E-BCB5-46C7-5665DAC1F74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If IP address is 134.45.78.2, network ID is 134.45</a:t>
            </a:r>
          </a:p>
        </p:txBody>
      </p:sp>
      <p:sp>
        <p:nvSpPr>
          <p:cNvPr id="190470" name="Text Box 5">
            <a:extLst>
              <a:ext uri="{FF2B5EF4-FFF2-40B4-BE49-F238E27FC236}">
                <a16:creationId xmlns:a16="http://schemas.microsoft.com/office/drawing/2014/main" id="{0F37D4F9-E7F5-5AA6-329B-7A7D090F852C}"/>
              </a:ext>
            </a:extLst>
          </p:cNvPr>
          <p:cNvSpPr txBox="1">
            <a:spLocks noChangeArrowheads="1"/>
          </p:cNvSpPr>
          <p:nvPr/>
        </p:nvSpPr>
        <p:spPr bwMode="auto">
          <a:xfrm>
            <a:off x="1600200" y="3886200"/>
            <a:ext cx="1295400" cy="917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An address in the block</a:t>
            </a:r>
          </a:p>
        </p:txBody>
      </p:sp>
      <p:sp>
        <p:nvSpPr>
          <p:cNvPr id="190471" name="Line 6">
            <a:extLst>
              <a:ext uri="{FF2B5EF4-FFF2-40B4-BE49-F238E27FC236}">
                <a16:creationId xmlns:a16="http://schemas.microsoft.com/office/drawing/2014/main" id="{5B899C40-08E4-2072-E26E-4F8F55E05BAE}"/>
              </a:ext>
            </a:extLst>
          </p:cNvPr>
          <p:cNvSpPr>
            <a:spLocks noChangeShapeType="1"/>
          </p:cNvSpPr>
          <p:nvPr/>
        </p:nvSpPr>
        <p:spPr bwMode="auto">
          <a:xfrm>
            <a:off x="3048000" y="4343400"/>
            <a:ext cx="6096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0472" name="Text Box 7">
            <a:extLst>
              <a:ext uri="{FF2B5EF4-FFF2-40B4-BE49-F238E27FC236}">
                <a16:creationId xmlns:a16="http://schemas.microsoft.com/office/drawing/2014/main" id="{F930A9D3-1372-807C-5178-8BBA2BA5A1BC}"/>
              </a:ext>
            </a:extLst>
          </p:cNvPr>
          <p:cNvSpPr txBox="1">
            <a:spLocks noChangeArrowheads="1"/>
          </p:cNvSpPr>
          <p:nvPr/>
        </p:nvSpPr>
        <p:spPr bwMode="auto">
          <a:xfrm>
            <a:off x="4038600" y="4876800"/>
            <a:ext cx="12954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Mask</a:t>
            </a:r>
          </a:p>
        </p:txBody>
      </p:sp>
      <p:sp>
        <p:nvSpPr>
          <p:cNvPr id="190473" name="Line 8">
            <a:extLst>
              <a:ext uri="{FF2B5EF4-FFF2-40B4-BE49-F238E27FC236}">
                <a16:creationId xmlns:a16="http://schemas.microsoft.com/office/drawing/2014/main" id="{44D53965-D7D3-4895-06F2-F4D123093212}"/>
              </a:ext>
            </a:extLst>
          </p:cNvPr>
          <p:cNvSpPr>
            <a:spLocks noChangeShapeType="1"/>
          </p:cNvSpPr>
          <p:nvPr/>
        </p:nvSpPr>
        <p:spPr bwMode="auto">
          <a:xfrm flipV="1">
            <a:off x="4343400" y="4341813"/>
            <a:ext cx="1588" cy="46037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0474" name="Text Box 9">
            <a:extLst>
              <a:ext uri="{FF2B5EF4-FFF2-40B4-BE49-F238E27FC236}">
                <a16:creationId xmlns:a16="http://schemas.microsoft.com/office/drawing/2014/main" id="{EB9B0C1E-D6C0-A2B2-118B-916AA5DBEEA6}"/>
              </a:ext>
            </a:extLst>
          </p:cNvPr>
          <p:cNvSpPr txBox="1">
            <a:spLocks noChangeArrowheads="1"/>
          </p:cNvSpPr>
          <p:nvPr/>
        </p:nvSpPr>
        <p:spPr bwMode="auto">
          <a:xfrm>
            <a:off x="3886200" y="3886200"/>
            <a:ext cx="990600" cy="368300"/>
          </a:xfrm>
          <a:prstGeom prst="rect">
            <a:avLst/>
          </a:prstGeom>
          <a:solidFill>
            <a:srgbClr val="00E4A8"/>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Bef>
                <a:spcPts val="1125"/>
              </a:spcBef>
              <a:buClrTx/>
              <a:buSzPct val="60000"/>
              <a:buFontTx/>
              <a:buNone/>
            </a:pPr>
            <a:r>
              <a:rPr lang="en-US" altLang="en-US" b="1">
                <a:solidFill>
                  <a:srgbClr val="000000"/>
                </a:solidFill>
              </a:rPr>
              <a:t>AND</a:t>
            </a:r>
          </a:p>
        </p:txBody>
      </p:sp>
      <p:sp>
        <p:nvSpPr>
          <p:cNvPr id="190475" name="Line 10">
            <a:extLst>
              <a:ext uri="{FF2B5EF4-FFF2-40B4-BE49-F238E27FC236}">
                <a16:creationId xmlns:a16="http://schemas.microsoft.com/office/drawing/2014/main" id="{46C0C12A-AA18-9861-ECAD-88FAD605395E}"/>
              </a:ext>
            </a:extLst>
          </p:cNvPr>
          <p:cNvSpPr>
            <a:spLocks noChangeShapeType="1"/>
          </p:cNvSpPr>
          <p:nvPr/>
        </p:nvSpPr>
        <p:spPr bwMode="auto">
          <a:xfrm>
            <a:off x="5257800" y="4267200"/>
            <a:ext cx="6096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0476" name="Text Box 11">
            <a:extLst>
              <a:ext uri="{FF2B5EF4-FFF2-40B4-BE49-F238E27FC236}">
                <a16:creationId xmlns:a16="http://schemas.microsoft.com/office/drawing/2014/main" id="{03FE1479-B977-FB43-4099-960D3EB9DF45}"/>
              </a:ext>
            </a:extLst>
          </p:cNvPr>
          <p:cNvSpPr txBox="1">
            <a:spLocks noChangeArrowheads="1"/>
          </p:cNvSpPr>
          <p:nvPr/>
        </p:nvSpPr>
        <p:spPr bwMode="auto">
          <a:xfrm>
            <a:off x="6172200" y="3810000"/>
            <a:ext cx="129540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Network portion of the IP address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Text Box 1">
            <a:extLst>
              <a:ext uri="{FF2B5EF4-FFF2-40B4-BE49-F238E27FC236}">
                <a16:creationId xmlns:a16="http://schemas.microsoft.com/office/drawing/2014/main" id="{3A05C063-9D84-480F-1278-F273997AF52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92515" name="Text Box 2">
            <a:extLst>
              <a:ext uri="{FF2B5EF4-FFF2-40B4-BE49-F238E27FC236}">
                <a16:creationId xmlns:a16="http://schemas.microsoft.com/office/drawing/2014/main" id="{A72E482A-8454-5906-2D4A-B49600078BA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BCF4037-319F-406F-AD53-22DCCFE350FE}" type="slidenum">
              <a:rPr lang="en-US" altLang="en-US" sz="1400">
                <a:solidFill>
                  <a:srgbClr val="000000"/>
                </a:solidFill>
              </a:rPr>
              <a:pPr algn="r" eaLnBrk="1" hangingPunct="1">
                <a:buClrTx/>
                <a:buSzPct val="60000"/>
                <a:buFontTx/>
                <a:buNone/>
              </a:pPr>
              <a:t>94</a:t>
            </a:fld>
            <a:endParaRPr lang="en-US" altLang="en-US" sz="1400">
              <a:solidFill>
                <a:srgbClr val="000000"/>
              </a:solidFill>
            </a:endParaRPr>
          </a:p>
        </p:txBody>
      </p:sp>
      <p:sp>
        <p:nvSpPr>
          <p:cNvPr id="192516" name="Text Box 3">
            <a:extLst>
              <a:ext uri="{FF2B5EF4-FFF2-40B4-BE49-F238E27FC236}">
                <a16:creationId xmlns:a16="http://schemas.microsoft.com/office/drawing/2014/main" id="{97DA13A2-1CE6-BA76-68DF-461E87628D1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Masking Example</a:t>
            </a:r>
          </a:p>
        </p:txBody>
      </p:sp>
      <p:sp>
        <p:nvSpPr>
          <p:cNvPr id="192517" name="Text Box 4">
            <a:extLst>
              <a:ext uri="{FF2B5EF4-FFF2-40B4-BE49-F238E27FC236}">
                <a16:creationId xmlns:a16="http://schemas.microsoft.com/office/drawing/2014/main" id="{444C3CF5-9729-9776-51A8-BDDF13B48BE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If IP address is 134.45.78.2, network ID is 134.45 (See next slide)</a:t>
            </a:r>
          </a:p>
        </p:txBody>
      </p:sp>
      <p:sp>
        <p:nvSpPr>
          <p:cNvPr id="192518" name="Text Box 5">
            <a:extLst>
              <a:ext uri="{FF2B5EF4-FFF2-40B4-BE49-F238E27FC236}">
                <a16:creationId xmlns:a16="http://schemas.microsoft.com/office/drawing/2014/main" id="{702D0020-0863-B94D-35DC-35BD483ED02E}"/>
              </a:ext>
            </a:extLst>
          </p:cNvPr>
          <p:cNvSpPr txBox="1">
            <a:spLocks noChangeArrowheads="1"/>
          </p:cNvSpPr>
          <p:nvPr/>
        </p:nvSpPr>
        <p:spPr bwMode="auto">
          <a:xfrm>
            <a:off x="1447800" y="3886200"/>
            <a:ext cx="14478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134.45.78.2</a:t>
            </a:r>
          </a:p>
        </p:txBody>
      </p:sp>
      <p:sp>
        <p:nvSpPr>
          <p:cNvPr id="192519" name="Line 6">
            <a:extLst>
              <a:ext uri="{FF2B5EF4-FFF2-40B4-BE49-F238E27FC236}">
                <a16:creationId xmlns:a16="http://schemas.microsoft.com/office/drawing/2014/main" id="{F16600C0-CC4E-7FAC-AB78-F063DC5A415E}"/>
              </a:ext>
            </a:extLst>
          </p:cNvPr>
          <p:cNvSpPr>
            <a:spLocks noChangeShapeType="1"/>
          </p:cNvSpPr>
          <p:nvPr/>
        </p:nvSpPr>
        <p:spPr bwMode="auto">
          <a:xfrm>
            <a:off x="3048000" y="4343400"/>
            <a:ext cx="6096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2520" name="Text Box 7">
            <a:extLst>
              <a:ext uri="{FF2B5EF4-FFF2-40B4-BE49-F238E27FC236}">
                <a16:creationId xmlns:a16="http://schemas.microsoft.com/office/drawing/2014/main" id="{9F420971-5F69-E4AB-BC73-C6D203DD9578}"/>
              </a:ext>
            </a:extLst>
          </p:cNvPr>
          <p:cNvSpPr txBox="1">
            <a:spLocks noChangeArrowheads="1"/>
          </p:cNvSpPr>
          <p:nvPr/>
        </p:nvSpPr>
        <p:spPr bwMode="auto">
          <a:xfrm>
            <a:off x="3581400" y="4876800"/>
            <a:ext cx="14478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255.255.0.0</a:t>
            </a:r>
          </a:p>
        </p:txBody>
      </p:sp>
      <p:sp>
        <p:nvSpPr>
          <p:cNvPr id="192521" name="Line 8">
            <a:extLst>
              <a:ext uri="{FF2B5EF4-FFF2-40B4-BE49-F238E27FC236}">
                <a16:creationId xmlns:a16="http://schemas.microsoft.com/office/drawing/2014/main" id="{FD32C280-93F0-EB75-B2D8-A42EACCADFB2}"/>
              </a:ext>
            </a:extLst>
          </p:cNvPr>
          <p:cNvSpPr>
            <a:spLocks noChangeShapeType="1"/>
          </p:cNvSpPr>
          <p:nvPr/>
        </p:nvSpPr>
        <p:spPr bwMode="auto">
          <a:xfrm flipV="1">
            <a:off x="4343400" y="4341813"/>
            <a:ext cx="1588" cy="46037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2522" name="Text Box 9">
            <a:extLst>
              <a:ext uri="{FF2B5EF4-FFF2-40B4-BE49-F238E27FC236}">
                <a16:creationId xmlns:a16="http://schemas.microsoft.com/office/drawing/2014/main" id="{59208247-FCF3-BA50-E4EB-4B49740E8885}"/>
              </a:ext>
            </a:extLst>
          </p:cNvPr>
          <p:cNvSpPr txBox="1">
            <a:spLocks noChangeArrowheads="1"/>
          </p:cNvSpPr>
          <p:nvPr/>
        </p:nvSpPr>
        <p:spPr bwMode="auto">
          <a:xfrm>
            <a:off x="3886200" y="3886200"/>
            <a:ext cx="990600" cy="368300"/>
          </a:xfrm>
          <a:prstGeom prst="rect">
            <a:avLst/>
          </a:prstGeom>
          <a:solidFill>
            <a:srgbClr val="00E4A8"/>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Bef>
                <a:spcPts val="1125"/>
              </a:spcBef>
              <a:buClrTx/>
              <a:buSzPct val="60000"/>
              <a:buFontTx/>
              <a:buNone/>
            </a:pPr>
            <a:r>
              <a:rPr lang="en-US" altLang="en-US" b="1">
                <a:solidFill>
                  <a:srgbClr val="000000"/>
                </a:solidFill>
              </a:rPr>
              <a:t>AND</a:t>
            </a:r>
          </a:p>
        </p:txBody>
      </p:sp>
      <p:sp>
        <p:nvSpPr>
          <p:cNvPr id="192523" name="Line 10">
            <a:extLst>
              <a:ext uri="{FF2B5EF4-FFF2-40B4-BE49-F238E27FC236}">
                <a16:creationId xmlns:a16="http://schemas.microsoft.com/office/drawing/2014/main" id="{DA0FC8E4-61ED-B898-483F-8862E5A2E812}"/>
              </a:ext>
            </a:extLst>
          </p:cNvPr>
          <p:cNvSpPr>
            <a:spLocks noChangeShapeType="1"/>
          </p:cNvSpPr>
          <p:nvPr/>
        </p:nvSpPr>
        <p:spPr bwMode="auto">
          <a:xfrm>
            <a:off x="5257800" y="4267200"/>
            <a:ext cx="6096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192524" name="Text Box 11">
            <a:extLst>
              <a:ext uri="{FF2B5EF4-FFF2-40B4-BE49-F238E27FC236}">
                <a16:creationId xmlns:a16="http://schemas.microsoft.com/office/drawing/2014/main" id="{A30D9408-9F62-8F8A-F187-8528FA055546}"/>
              </a:ext>
            </a:extLst>
          </p:cNvPr>
          <p:cNvSpPr txBox="1">
            <a:spLocks noChangeArrowheads="1"/>
          </p:cNvSpPr>
          <p:nvPr/>
        </p:nvSpPr>
        <p:spPr bwMode="auto">
          <a:xfrm>
            <a:off x="6172200" y="4038600"/>
            <a:ext cx="1295400" cy="368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1125"/>
              </a:spcBef>
              <a:buClrTx/>
              <a:buSzPct val="60000"/>
              <a:buFontTx/>
              <a:buNone/>
            </a:pPr>
            <a:r>
              <a:rPr lang="en-US" altLang="en-US">
                <a:solidFill>
                  <a:srgbClr val="000000"/>
                </a:solidFill>
              </a:rPr>
              <a:t>134.45</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73EE60-3C0D-8150-703F-B47BE02345DC}"/>
              </a:ext>
            </a:extLst>
          </p:cNvPr>
          <p:cNvSpPr>
            <a:spLocks noGrp="1"/>
          </p:cNvSpPr>
          <p:nvPr>
            <p:ph type="title"/>
          </p:nvPr>
        </p:nvSpPr>
        <p:spPr/>
        <p:txBody>
          <a:bodyPr/>
          <a:lstStyle/>
          <a:p>
            <a:r>
              <a:rPr lang="en-IN" dirty="0"/>
              <a:t>Calculation</a:t>
            </a:r>
          </a:p>
        </p:txBody>
      </p:sp>
      <p:sp>
        <p:nvSpPr>
          <p:cNvPr id="3" name="Content Placeholder 2">
            <a:extLst>
              <a:ext uri="{FF2B5EF4-FFF2-40B4-BE49-F238E27FC236}">
                <a16:creationId xmlns:a16="http://schemas.microsoft.com/office/drawing/2014/main" id="{1E6D4926-11DB-7797-1944-57958DDECB40}"/>
              </a:ext>
            </a:extLst>
          </p:cNvPr>
          <p:cNvSpPr>
            <a:spLocks noGrp="1"/>
          </p:cNvSpPr>
          <p:nvPr>
            <p:ph idx="1"/>
          </p:nvPr>
        </p:nvSpPr>
        <p:spPr/>
        <p:txBody>
          <a:bodyPr/>
          <a:lstStyle/>
          <a:p>
            <a:endParaRPr lang="en-IN" dirty="0"/>
          </a:p>
        </p:txBody>
      </p:sp>
      <p:sp>
        <p:nvSpPr>
          <p:cNvPr id="4" name="TextBox 3">
            <a:extLst>
              <a:ext uri="{FF2B5EF4-FFF2-40B4-BE49-F238E27FC236}">
                <a16:creationId xmlns:a16="http://schemas.microsoft.com/office/drawing/2014/main" id="{02C50315-2FED-A4C7-005F-99A9287EEC78}"/>
              </a:ext>
            </a:extLst>
          </p:cNvPr>
          <p:cNvSpPr txBox="1"/>
          <p:nvPr/>
        </p:nvSpPr>
        <p:spPr>
          <a:xfrm>
            <a:off x="2915816" y="2348880"/>
            <a:ext cx="2304256" cy="523220"/>
          </a:xfrm>
          <a:prstGeom prst="rect">
            <a:avLst/>
          </a:prstGeom>
          <a:solidFill>
            <a:schemeClr val="accent6">
              <a:lumMod val="20000"/>
              <a:lumOff val="80000"/>
            </a:schemeClr>
          </a:solidFill>
        </p:spPr>
        <p:txBody>
          <a:bodyPr wrap="square" rtlCol="0">
            <a:spAutoFit/>
          </a:bodyPr>
          <a:lstStyle/>
          <a:p>
            <a:r>
              <a:rPr lang="en-IN" sz="2800" dirty="0">
                <a:solidFill>
                  <a:schemeClr val="tx1"/>
                </a:solidFill>
              </a:rPr>
              <a:t>134.45.78.2</a:t>
            </a:r>
            <a:endParaRPr lang="en-IN" dirty="0">
              <a:solidFill>
                <a:schemeClr val="tx1"/>
              </a:solidFill>
            </a:endParaRPr>
          </a:p>
        </p:txBody>
      </p:sp>
      <p:sp>
        <p:nvSpPr>
          <p:cNvPr id="5" name="TextBox 4">
            <a:extLst>
              <a:ext uri="{FF2B5EF4-FFF2-40B4-BE49-F238E27FC236}">
                <a16:creationId xmlns:a16="http://schemas.microsoft.com/office/drawing/2014/main" id="{0C98586A-985A-09FA-CB3C-AAF39B430569}"/>
              </a:ext>
            </a:extLst>
          </p:cNvPr>
          <p:cNvSpPr txBox="1"/>
          <p:nvPr/>
        </p:nvSpPr>
        <p:spPr>
          <a:xfrm>
            <a:off x="2915816" y="3645024"/>
            <a:ext cx="2304256" cy="523220"/>
          </a:xfrm>
          <a:prstGeom prst="rect">
            <a:avLst/>
          </a:prstGeom>
          <a:solidFill>
            <a:schemeClr val="accent6">
              <a:lumMod val="20000"/>
              <a:lumOff val="80000"/>
            </a:schemeClr>
          </a:solidFill>
        </p:spPr>
        <p:txBody>
          <a:bodyPr wrap="square" rtlCol="0">
            <a:spAutoFit/>
          </a:bodyPr>
          <a:lstStyle/>
          <a:p>
            <a:r>
              <a:rPr lang="en-IN" sz="2800" dirty="0">
                <a:solidFill>
                  <a:schemeClr val="tx1"/>
                </a:solidFill>
              </a:rPr>
              <a:t>255.255.0.0</a:t>
            </a:r>
            <a:endParaRPr lang="en-IN" dirty="0">
              <a:solidFill>
                <a:schemeClr val="tx1"/>
              </a:solidFill>
            </a:endParaRPr>
          </a:p>
        </p:txBody>
      </p:sp>
      <p:sp>
        <p:nvSpPr>
          <p:cNvPr id="6" name="TextBox 5">
            <a:extLst>
              <a:ext uri="{FF2B5EF4-FFF2-40B4-BE49-F238E27FC236}">
                <a16:creationId xmlns:a16="http://schemas.microsoft.com/office/drawing/2014/main" id="{FB784BF2-5AD4-B196-DCCB-C6BDE7A3E1A0}"/>
              </a:ext>
            </a:extLst>
          </p:cNvPr>
          <p:cNvSpPr txBox="1"/>
          <p:nvPr/>
        </p:nvSpPr>
        <p:spPr>
          <a:xfrm>
            <a:off x="1763688" y="3068960"/>
            <a:ext cx="1296144" cy="400110"/>
          </a:xfrm>
          <a:prstGeom prst="rect">
            <a:avLst/>
          </a:prstGeom>
          <a:solidFill>
            <a:schemeClr val="accent2">
              <a:lumMod val="60000"/>
              <a:lumOff val="40000"/>
            </a:schemeClr>
          </a:solidFill>
        </p:spPr>
        <p:txBody>
          <a:bodyPr wrap="square" rtlCol="0">
            <a:spAutoFit/>
          </a:bodyPr>
          <a:lstStyle/>
          <a:p>
            <a:pPr algn="ctr"/>
            <a:r>
              <a:rPr lang="en-IN" sz="2000" dirty="0">
                <a:solidFill>
                  <a:schemeClr val="tx1"/>
                </a:solidFill>
              </a:rPr>
              <a:t>AND</a:t>
            </a:r>
            <a:endParaRPr lang="en-IN" dirty="0">
              <a:solidFill>
                <a:schemeClr val="tx1"/>
              </a:solidFill>
            </a:endParaRPr>
          </a:p>
        </p:txBody>
      </p:sp>
      <p:sp>
        <p:nvSpPr>
          <p:cNvPr id="7" name="TextBox 6">
            <a:extLst>
              <a:ext uri="{FF2B5EF4-FFF2-40B4-BE49-F238E27FC236}">
                <a16:creationId xmlns:a16="http://schemas.microsoft.com/office/drawing/2014/main" id="{ACE3C158-19F4-E375-FC2A-DBB1D86AD2AE}"/>
              </a:ext>
            </a:extLst>
          </p:cNvPr>
          <p:cNvSpPr txBox="1"/>
          <p:nvPr/>
        </p:nvSpPr>
        <p:spPr>
          <a:xfrm>
            <a:off x="2915816" y="4679558"/>
            <a:ext cx="2304256" cy="523220"/>
          </a:xfrm>
          <a:prstGeom prst="rect">
            <a:avLst/>
          </a:prstGeom>
          <a:solidFill>
            <a:srgbClr val="FFFF00"/>
          </a:solidFill>
        </p:spPr>
        <p:txBody>
          <a:bodyPr wrap="square" rtlCol="0">
            <a:spAutoFit/>
          </a:bodyPr>
          <a:lstStyle/>
          <a:p>
            <a:r>
              <a:rPr lang="en-IN" sz="2800" dirty="0">
                <a:solidFill>
                  <a:schemeClr val="tx1"/>
                </a:solidFill>
              </a:rPr>
              <a:t>134.45.0.0</a:t>
            </a:r>
            <a:endParaRPr lang="en-IN" dirty="0">
              <a:solidFill>
                <a:schemeClr val="tx1"/>
              </a:solidFill>
            </a:endParaRPr>
          </a:p>
        </p:txBody>
      </p:sp>
      <p:sp>
        <p:nvSpPr>
          <p:cNvPr id="8" name="Callout: Line with Border and Accent Bar 7">
            <a:extLst>
              <a:ext uri="{FF2B5EF4-FFF2-40B4-BE49-F238E27FC236}">
                <a16:creationId xmlns:a16="http://schemas.microsoft.com/office/drawing/2014/main" id="{563E7C02-5664-C835-D8A7-5F26C3342124}"/>
              </a:ext>
            </a:extLst>
          </p:cNvPr>
          <p:cNvSpPr/>
          <p:nvPr/>
        </p:nvSpPr>
        <p:spPr>
          <a:xfrm>
            <a:off x="5940152" y="1455500"/>
            <a:ext cx="2304256" cy="677355"/>
          </a:xfrm>
          <a:prstGeom prst="accentBorderCallout1">
            <a:avLst>
              <a:gd name="adj1" fmla="val 18750"/>
              <a:gd name="adj2" fmla="val -8333"/>
              <a:gd name="adj3" fmla="val 176705"/>
              <a:gd name="adj4" fmla="val -3881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The address whose network ID we want</a:t>
            </a:r>
          </a:p>
        </p:txBody>
      </p:sp>
      <p:sp>
        <p:nvSpPr>
          <p:cNvPr id="9" name="Callout: Line with Border and Accent Bar 8">
            <a:extLst>
              <a:ext uri="{FF2B5EF4-FFF2-40B4-BE49-F238E27FC236}">
                <a16:creationId xmlns:a16="http://schemas.microsoft.com/office/drawing/2014/main" id="{D2639D0C-2802-348A-8882-1F03E08FFD63}"/>
              </a:ext>
            </a:extLst>
          </p:cNvPr>
          <p:cNvSpPr/>
          <p:nvPr/>
        </p:nvSpPr>
        <p:spPr>
          <a:xfrm>
            <a:off x="6084170" y="2730282"/>
            <a:ext cx="2304256" cy="1058758"/>
          </a:xfrm>
          <a:prstGeom prst="accentBorderCallout1">
            <a:avLst>
              <a:gd name="adj1" fmla="val 18750"/>
              <a:gd name="adj2" fmla="val -8333"/>
              <a:gd name="adj3" fmla="val 108245"/>
              <a:gd name="adj4" fmla="val -3397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Default mask for class B (since the address above is from class B)</a:t>
            </a:r>
          </a:p>
        </p:txBody>
      </p:sp>
      <p:sp>
        <p:nvSpPr>
          <p:cNvPr id="10" name="Callout: Line with Border and Accent Bar 9">
            <a:extLst>
              <a:ext uri="{FF2B5EF4-FFF2-40B4-BE49-F238E27FC236}">
                <a16:creationId xmlns:a16="http://schemas.microsoft.com/office/drawing/2014/main" id="{98CEEE0C-DB68-6C69-941B-E7ED984C4F78}"/>
              </a:ext>
            </a:extLst>
          </p:cNvPr>
          <p:cNvSpPr/>
          <p:nvPr/>
        </p:nvSpPr>
        <p:spPr>
          <a:xfrm>
            <a:off x="6084170" y="4293653"/>
            <a:ext cx="2304256" cy="1058758"/>
          </a:xfrm>
          <a:prstGeom prst="accentBorderCallout1">
            <a:avLst>
              <a:gd name="adj1" fmla="val 18750"/>
              <a:gd name="adj2" fmla="val -8333"/>
              <a:gd name="adj3" fmla="val 65062"/>
              <a:gd name="adj4" fmla="val -3591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Network ID for the address</a:t>
            </a:r>
          </a:p>
        </p:txBody>
      </p:sp>
    </p:spTree>
    <p:extLst>
      <p:ext uri="{BB962C8B-B14F-4D97-AF65-F5344CB8AC3E}">
        <p14:creationId xmlns:p14="http://schemas.microsoft.com/office/powerpoint/2010/main" val="280962967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2D087-8C2D-D2B4-B442-5FB01209DDCC}"/>
              </a:ext>
            </a:extLst>
          </p:cNvPr>
          <p:cNvSpPr>
            <a:spLocks noGrp="1"/>
          </p:cNvSpPr>
          <p:nvPr>
            <p:ph type="title"/>
          </p:nvPr>
        </p:nvSpPr>
        <p:spPr/>
        <p:txBody>
          <a:bodyPr/>
          <a:lstStyle/>
          <a:p>
            <a:r>
              <a:rPr lang="en-IN" dirty="0"/>
              <a:t>Default Mask</a:t>
            </a:r>
          </a:p>
        </p:txBody>
      </p:sp>
      <p:sp>
        <p:nvSpPr>
          <p:cNvPr id="3" name="Content Placeholder 2">
            <a:extLst>
              <a:ext uri="{FF2B5EF4-FFF2-40B4-BE49-F238E27FC236}">
                <a16:creationId xmlns:a16="http://schemas.microsoft.com/office/drawing/2014/main" id="{38CED634-98B3-D6B3-4C8D-8894B202E0D4}"/>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17E1EFA3-F298-3D67-ED3F-DDC9CF87D0D8}"/>
              </a:ext>
            </a:extLst>
          </p:cNvPr>
          <p:cNvPicPr>
            <a:picLocks noChangeAspect="1"/>
          </p:cNvPicPr>
          <p:nvPr/>
        </p:nvPicPr>
        <p:blipFill>
          <a:blip r:embed="rId2"/>
          <a:stretch>
            <a:fillRect/>
          </a:stretch>
        </p:blipFill>
        <p:spPr>
          <a:xfrm>
            <a:off x="944141" y="1628800"/>
            <a:ext cx="7255718" cy="4409877"/>
          </a:xfrm>
          <a:prstGeom prst="rect">
            <a:avLst/>
          </a:prstGeom>
        </p:spPr>
      </p:pic>
    </p:spTree>
    <p:extLst>
      <p:ext uri="{BB962C8B-B14F-4D97-AF65-F5344CB8AC3E}">
        <p14:creationId xmlns:p14="http://schemas.microsoft.com/office/powerpoint/2010/main" val="103196311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Text Box 1">
            <a:extLst>
              <a:ext uri="{FF2B5EF4-FFF2-40B4-BE49-F238E27FC236}">
                <a16:creationId xmlns:a16="http://schemas.microsoft.com/office/drawing/2014/main" id="{7436CD1E-4431-1F4A-4713-AE951ED29D6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94563" name="Text Box 2">
            <a:extLst>
              <a:ext uri="{FF2B5EF4-FFF2-40B4-BE49-F238E27FC236}">
                <a16:creationId xmlns:a16="http://schemas.microsoft.com/office/drawing/2014/main" id="{2F715C5C-937A-CCD0-CB09-811B3024E4F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3CA826E-05D1-4181-9B55-1E1F34C4A5BF}" type="slidenum">
              <a:rPr lang="en-US" altLang="en-US" sz="1400">
                <a:solidFill>
                  <a:srgbClr val="000000"/>
                </a:solidFill>
              </a:rPr>
              <a:pPr algn="r" eaLnBrk="1" hangingPunct="1">
                <a:buClrTx/>
                <a:buSzPct val="60000"/>
                <a:buFontTx/>
                <a:buNone/>
              </a:pPr>
              <a:t>97</a:t>
            </a:fld>
            <a:endParaRPr lang="en-US" altLang="en-US" sz="1400">
              <a:solidFill>
                <a:srgbClr val="000000"/>
              </a:solidFill>
            </a:endParaRPr>
          </a:p>
        </p:txBody>
      </p:sp>
      <p:sp>
        <p:nvSpPr>
          <p:cNvPr id="194564" name="Text Box 3">
            <a:extLst>
              <a:ext uri="{FF2B5EF4-FFF2-40B4-BE49-F238E27FC236}">
                <a16:creationId xmlns:a16="http://schemas.microsoft.com/office/drawing/2014/main" id="{18C4EC9A-1C45-CC88-0F0B-1B4ABFF6CD2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Default Masks</a:t>
            </a:r>
          </a:p>
        </p:txBody>
      </p:sp>
      <p:graphicFrame>
        <p:nvGraphicFramePr>
          <p:cNvPr id="99332" name="Group 4">
            <a:extLst>
              <a:ext uri="{FF2B5EF4-FFF2-40B4-BE49-F238E27FC236}">
                <a16:creationId xmlns:a16="http://schemas.microsoft.com/office/drawing/2014/main" id="{420558D5-FD72-4B42-892E-5A9FB44F99D9}"/>
              </a:ext>
            </a:extLst>
          </p:cNvPr>
          <p:cNvGraphicFramePr>
            <a:graphicFrameLocks noGrp="1"/>
          </p:cNvGraphicFramePr>
          <p:nvPr/>
        </p:nvGraphicFramePr>
        <p:xfrm>
          <a:off x="1182688" y="2017713"/>
          <a:ext cx="7773987" cy="4114801"/>
        </p:xfrm>
        <a:graphic>
          <a:graphicData uri="http://schemas.openxmlformats.org/drawingml/2006/table">
            <a:tbl>
              <a:tblPr/>
              <a:tblGrid>
                <a:gridCol w="1331912">
                  <a:extLst>
                    <a:ext uri="{9D8B030D-6E8A-4147-A177-3AD203B41FA5}">
                      <a16:colId xmlns:a16="http://schemas.microsoft.com/office/drawing/2014/main" val="2881544331"/>
                    </a:ext>
                  </a:extLst>
                </a:gridCol>
                <a:gridCol w="3851275">
                  <a:extLst>
                    <a:ext uri="{9D8B030D-6E8A-4147-A177-3AD203B41FA5}">
                      <a16:colId xmlns:a16="http://schemas.microsoft.com/office/drawing/2014/main" val="419392430"/>
                    </a:ext>
                  </a:extLst>
                </a:gridCol>
                <a:gridCol w="2590800">
                  <a:extLst>
                    <a:ext uri="{9D8B030D-6E8A-4147-A177-3AD203B41FA5}">
                      <a16:colId xmlns:a16="http://schemas.microsoft.com/office/drawing/2014/main" val="2286977511"/>
                    </a:ext>
                  </a:extLst>
                </a:gridCol>
              </a:tblGrid>
              <a:tr h="1027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Class</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Mask in Binary</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Mask in dotted-decimal</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57804841"/>
                  </a:ext>
                </a:extLst>
              </a:tr>
              <a:tr h="1027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11111111 00000000 00000000 00000000</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255.0.0.0</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18140463"/>
                  </a:ext>
                </a:extLst>
              </a:tr>
              <a:tr h="1027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11111111 11111111 00000000 00000000</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255.255.0.0</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59216955"/>
                  </a:ext>
                </a:extLst>
              </a:tr>
              <a:tr h="10334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11111111 11111111</a:t>
                      </a:r>
                    </a:p>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11111111 00000000</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255.255.255.0</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51376654"/>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Text Box 1">
            <a:extLst>
              <a:ext uri="{FF2B5EF4-FFF2-40B4-BE49-F238E27FC236}">
                <a16:creationId xmlns:a16="http://schemas.microsoft.com/office/drawing/2014/main" id="{D137E52F-7750-E306-5A7D-2AAF26DEC6A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96611" name="Text Box 2">
            <a:extLst>
              <a:ext uri="{FF2B5EF4-FFF2-40B4-BE49-F238E27FC236}">
                <a16:creationId xmlns:a16="http://schemas.microsoft.com/office/drawing/2014/main" id="{BBDCC7E8-528F-FFB8-09DF-B386ACE830B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2DAECF4-D3F7-4708-8089-23974C67F25B}" type="slidenum">
              <a:rPr lang="en-US" altLang="en-US" sz="1400">
                <a:solidFill>
                  <a:srgbClr val="000000"/>
                </a:solidFill>
              </a:rPr>
              <a:pPr algn="r" eaLnBrk="1" hangingPunct="1">
                <a:buClrTx/>
                <a:buSzPct val="60000"/>
                <a:buFontTx/>
                <a:buNone/>
              </a:pPr>
              <a:t>98</a:t>
            </a:fld>
            <a:endParaRPr lang="en-US" altLang="en-US" sz="1400">
              <a:solidFill>
                <a:srgbClr val="000000"/>
              </a:solidFill>
            </a:endParaRPr>
          </a:p>
        </p:txBody>
      </p:sp>
      <p:sp>
        <p:nvSpPr>
          <p:cNvPr id="196612" name="Text Box 3">
            <a:extLst>
              <a:ext uri="{FF2B5EF4-FFF2-40B4-BE49-F238E27FC236}">
                <a16:creationId xmlns:a16="http://schemas.microsoft.com/office/drawing/2014/main" id="{6B8C3136-49E2-8A16-4CD4-2C383857040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Masking Examples</a:t>
            </a:r>
          </a:p>
        </p:txBody>
      </p:sp>
      <p:sp>
        <p:nvSpPr>
          <p:cNvPr id="196613" name="Text Box 4">
            <a:extLst>
              <a:ext uri="{FF2B5EF4-FFF2-40B4-BE49-F238E27FC236}">
                <a16:creationId xmlns:a16="http://schemas.microsoft.com/office/drawing/2014/main" id="{C273F75A-23D8-C5E6-D2DE-BD55DB7E4E8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Given an IP address of 23.56.7.91, find the network address.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Given an IP address of 132.6.17.85, find the network address.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Text Box 1">
            <a:extLst>
              <a:ext uri="{FF2B5EF4-FFF2-40B4-BE49-F238E27FC236}">
                <a16:creationId xmlns:a16="http://schemas.microsoft.com/office/drawing/2014/main" id="{FB4EC49F-EA9F-DC19-C99E-20190EC594D8}"/>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Subnetting</a:t>
            </a:r>
          </a:p>
        </p:txBody>
      </p:sp>
      <p:sp>
        <p:nvSpPr>
          <p:cNvPr id="200707" name="Text Box 2">
            <a:extLst>
              <a:ext uri="{FF2B5EF4-FFF2-40B4-BE49-F238E27FC236}">
                <a16:creationId xmlns:a16="http://schemas.microsoft.com/office/drawing/2014/main" id="{3A0E0A81-13D1-B3D4-C65D-3B5500239C8A}"/>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Text Box 1">
            <a:extLst>
              <a:ext uri="{FF2B5EF4-FFF2-40B4-BE49-F238E27FC236}">
                <a16:creationId xmlns:a16="http://schemas.microsoft.com/office/drawing/2014/main" id="{D137E52F-7750-E306-5A7D-2AAF26DEC6A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196611" name="Text Box 2">
            <a:extLst>
              <a:ext uri="{FF2B5EF4-FFF2-40B4-BE49-F238E27FC236}">
                <a16:creationId xmlns:a16="http://schemas.microsoft.com/office/drawing/2014/main" id="{BBDCC7E8-528F-FFB8-09DF-B386ACE830B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2DAECF4-D3F7-4708-8089-23974C67F25B}" type="slidenum">
              <a:rPr lang="en-US" altLang="en-US" sz="1400">
                <a:solidFill>
                  <a:srgbClr val="000000"/>
                </a:solidFill>
              </a:rPr>
              <a:pPr algn="r" eaLnBrk="1" hangingPunct="1">
                <a:buClrTx/>
                <a:buSzPct val="60000"/>
                <a:buFontTx/>
                <a:buNone/>
              </a:pPr>
              <a:t>100</a:t>
            </a:fld>
            <a:endParaRPr lang="en-US" altLang="en-US" sz="1400">
              <a:solidFill>
                <a:srgbClr val="000000"/>
              </a:solidFill>
            </a:endParaRPr>
          </a:p>
        </p:txBody>
      </p:sp>
      <p:sp>
        <p:nvSpPr>
          <p:cNvPr id="196612" name="Text Box 3">
            <a:extLst>
              <a:ext uri="{FF2B5EF4-FFF2-40B4-BE49-F238E27FC236}">
                <a16:creationId xmlns:a16="http://schemas.microsoft.com/office/drawing/2014/main" id="{6B8C3136-49E2-8A16-4CD4-2C383857040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Subnet Concept</a:t>
            </a:r>
          </a:p>
        </p:txBody>
      </p:sp>
      <p:sp>
        <p:nvSpPr>
          <p:cNvPr id="196613" name="Text Box 4">
            <a:extLst>
              <a:ext uri="{FF2B5EF4-FFF2-40B4-BE49-F238E27FC236}">
                <a16:creationId xmlns:a16="http://schemas.microsoft.com/office/drawing/2014/main" id="{C273F75A-23D8-C5E6-D2DE-BD55DB7E4E8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Two ways to address a particular house</a:t>
            </a:r>
          </a:p>
          <a:p>
            <a:pPr lvl="1"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Building number, House number (Normal IP address)</a:t>
            </a:r>
          </a:p>
          <a:p>
            <a:pPr lvl="1"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Building number, Floor number, House number (IP address with subnet)</a:t>
            </a:r>
          </a:p>
        </p:txBody>
      </p:sp>
      <p:sp>
        <p:nvSpPr>
          <p:cNvPr id="2" name="Callout: Line 1">
            <a:extLst>
              <a:ext uri="{FF2B5EF4-FFF2-40B4-BE49-F238E27FC236}">
                <a16:creationId xmlns:a16="http://schemas.microsoft.com/office/drawing/2014/main" id="{245497DC-5FA4-2956-489E-3AAAE5EC5180}"/>
              </a:ext>
            </a:extLst>
          </p:cNvPr>
          <p:cNvSpPr/>
          <p:nvPr/>
        </p:nvSpPr>
        <p:spPr bwMode="auto">
          <a:xfrm>
            <a:off x="5364088" y="1406697"/>
            <a:ext cx="1524082" cy="518765"/>
          </a:xfrm>
          <a:prstGeom prst="borderCallout1">
            <a:avLst>
              <a:gd name="adj1" fmla="val 18750"/>
              <a:gd name="adj2" fmla="val -8333"/>
              <a:gd name="adj3" fmla="val 280113"/>
              <a:gd name="adj4" fmla="val -91652"/>
            </a:avLst>
          </a:pr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ctr"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pPr>
            <a:r>
              <a:rPr kumimoji="0" lang="en-IN" sz="1800" b="1" i="0" u="none" strike="noStrike" cap="none" normalizeH="0" baseline="0" dirty="0">
                <a:ln>
                  <a:noFill/>
                </a:ln>
                <a:solidFill>
                  <a:schemeClr val="bg1"/>
                </a:solidFill>
                <a:effectLst/>
                <a:latin typeface="Tahoma" panose="020B0604030504040204" pitchFamily="34" charset="0"/>
                <a:ea typeface="Microsoft YaHei" panose="020B0503020204020204" pitchFamily="34" charset="-122"/>
              </a:rPr>
              <a:t>Network id</a:t>
            </a:r>
          </a:p>
        </p:txBody>
      </p:sp>
      <p:sp>
        <p:nvSpPr>
          <p:cNvPr id="3" name="Callout: Line 2">
            <a:extLst>
              <a:ext uri="{FF2B5EF4-FFF2-40B4-BE49-F238E27FC236}">
                <a16:creationId xmlns:a16="http://schemas.microsoft.com/office/drawing/2014/main" id="{D1F8A2C1-B398-30CB-9FF2-AD4B8CCE7D22}"/>
              </a:ext>
            </a:extLst>
          </p:cNvPr>
          <p:cNvSpPr/>
          <p:nvPr/>
        </p:nvSpPr>
        <p:spPr bwMode="auto">
          <a:xfrm>
            <a:off x="7549294" y="1417017"/>
            <a:ext cx="1524082" cy="518765"/>
          </a:xfrm>
          <a:prstGeom prst="borderCallout1">
            <a:avLst>
              <a:gd name="adj1" fmla="val 18750"/>
              <a:gd name="adj2" fmla="val -8333"/>
              <a:gd name="adj3" fmla="val 280113"/>
              <a:gd name="adj4" fmla="val -91652"/>
            </a:avLst>
          </a:prstGeom>
          <a:solidFill>
            <a:srgbClr val="FFC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pPr>
            <a:r>
              <a:rPr kumimoji="0" lang="en-IN" sz="1800" b="1" i="0" u="none" strike="noStrike" cap="none" normalizeH="0" baseline="0" dirty="0">
                <a:ln>
                  <a:noFill/>
                </a:ln>
                <a:solidFill>
                  <a:schemeClr val="bg1"/>
                </a:solidFill>
                <a:effectLst/>
                <a:latin typeface="Tahoma" panose="020B0604030504040204" pitchFamily="34" charset="0"/>
                <a:ea typeface="Microsoft YaHei" panose="020B0503020204020204" pitchFamily="34" charset="-122"/>
              </a:rPr>
              <a:t>Host id</a:t>
            </a:r>
          </a:p>
        </p:txBody>
      </p:sp>
      <p:sp>
        <p:nvSpPr>
          <p:cNvPr id="4" name="Callout: Line 3">
            <a:extLst>
              <a:ext uri="{FF2B5EF4-FFF2-40B4-BE49-F238E27FC236}">
                <a16:creationId xmlns:a16="http://schemas.microsoft.com/office/drawing/2014/main" id="{FAE681E0-9C55-BF43-17D1-B7AFBB57E563}"/>
              </a:ext>
            </a:extLst>
          </p:cNvPr>
          <p:cNvSpPr/>
          <p:nvPr/>
        </p:nvSpPr>
        <p:spPr bwMode="auto">
          <a:xfrm>
            <a:off x="302359" y="4797152"/>
            <a:ext cx="1524082" cy="518765"/>
          </a:xfrm>
          <a:prstGeom prst="borderCallout1">
            <a:avLst>
              <a:gd name="adj1" fmla="val 18750"/>
              <a:gd name="adj2" fmla="val -8333"/>
              <a:gd name="adj3" fmla="val -130454"/>
              <a:gd name="adj4" fmla="val 134433"/>
            </a:avLst>
          </a:pr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ctr"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pPr>
            <a:r>
              <a:rPr kumimoji="0" lang="en-IN" sz="1800" b="1" i="0" u="none" strike="noStrike" cap="none" normalizeH="0" baseline="0" dirty="0">
                <a:ln>
                  <a:noFill/>
                </a:ln>
                <a:solidFill>
                  <a:schemeClr val="bg1"/>
                </a:solidFill>
                <a:effectLst/>
                <a:latin typeface="Tahoma" panose="020B0604030504040204" pitchFamily="34" charset="0"/>
                <a:ea typeface="Microsoft YaHei" panose="020B0503020204020204" pitchFamily="34" charset="-122"/>
              </a:rPr>
              <a:t>Network id</a:t>
            </a:r>
          </a:p>
        </p:txBody>
      </p:sp>
      <p:sp>
        <p:nvSpPr>
          <p:cNvPr id="5" name="Callout: Line 4">
            <a:extLst>
              <a:ext uri="{FF2B5EF4-FFF2-40B4-BE49-F238E27FC236}">
                <a16:creationId xmlns:a16="http://schemas.microsoft.com/office/drawing/2014/main" id="{F2AFF5A0-6956-1DC1-C291-5E96E89C0207}"/>
              </a:ext>
            </a:extLst>
          </p:cNvPr>
          <p:cNvSpPr/>
          <p:nvPr/>
        </p:nvSpPr>
        <p:spPr bwMode="auto">
          <a:xfrm>
            <a:off x="4306847" y="5315917"/>
            <a:ext cx="1524082" cy="518765"/>
          </a:xfrm>
          <a:prstGeom prst="borderCallout1">
            <a:avLst>
              <a:gd name="adj1" fmla="val 18750"/>
              <a:gd name="adj2" fmla="val -8333"/>
              <a:gd name="adj3" fmla="val -96062"/>
              <a:gd name="adj4" fmla="val -15558"/>
            </a:avLst>
          </a:prstGeom>
          <a:solidFill>
            <a:srgbClr val="FFC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pPr>
            <a:r>
              <a:rPr kumimoji="0" lang="en-IN" sz="1800" b="1" i="0" u="none" strike="noStrike" cap="none" normalizeH="0" baseline="0" dirty="0">
                <a:ln>
                  <a:noFill/>
                </a:ln>
                <a:solidFill>
                  <a:schemeClr val="bg1"/>
                </a:solidFill>
                <a:effectLst/>
                <a:latin typeface="Tahoma" panose="020B0604030504040204" pitchFamily="34" charset="0"/>
                <a:ea typeface="Microsoft YaHei" panose="020B0503020204020204" pitchFamily="34" charset="-122"/>
              </a:rPr>
              <a:t>Host id</a:t>
            </a:r>
          </a:p>
        </p:txBody>
      </p:sp>
      <p:sp>
        <p:nvSpPr>
          <p:cNvPr id="6" name="Callout: Line 5">
            <a:extLst>
              <a:ext uri="{FF2B5EF4-FFF2-40B4-BE49-F238E27FC236}">
                <a16:creationId xmlns:a16="http://schemas.microsoft.com/office/drawing/2014/main" id="{C30A7496-46C9-80B1-162D-D27F854458A6}"/>
              </a:ext>
            </a:extLst>
          </p:cNvPr>
          <p:cNvSpPr/>
          <p:nvPr/>
        </p:nvSpPr>
        <p:spPr bwMode="auto">
          <a:xfrm>
            <a:off x="7961312" y="4243116"/>
            <a:ext cx="1112064" cy="679103"/>
          </a:xfrm>
          <a:prstGeom prst="borderCallout1">
            <a:avLst>
              <a:gd name="adj1" fmla="val 18750"/>
              <a:gd name="adj2" fmla="val -8333"/>
              <a:gd name="adj3" fmla="val -13332"/>
              <a:gd name="adj4" fmla="val -170262"/>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pPr>
            <a:r>
              <a:rPr kumimoji="0" lang="en-IN" sz="1800" b="1" i="0" u="none" strike="noStrike" cap="none" normalizeH="0" baseline="0" dirty="0">
                <a:ln>
                  <a:noFill/>
                </a:ln>
                <a:solidFill>
                  <a:schemeClr val="bg1"/>
                </a:solidFill>
                <a:effectLst/>
                <a:latin typeface="Tahoma" panose="020B0604030504040204" pitchFamily="34" charset="0"/>
                <a:ea typeface="Microsoft YaHei" panose="020B0503020204020204" pitchFamily="34" charset="-122"/>
              </a:rPr>
              <a:t>Subnet id</a:t>
            </a:r>
          </a:p>
        </p:txBody>
      </p:sp>
    </p:spTree>
    <p:extLst>
      <p:ext uri="{BB962C8B-B14F-4D97-AF65-F5344CB8AC3E}">
        <p14:creationId xmlns:p14="http://schemas.microsoft.com/office/powerpoint/2010/main" val="390897407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ext Box 1">
            <a:extLst>
              <a:ext uri="{FF2B5EF4-FFF2-40B4-BE49-F238E27FC236}">
                <a16:creationId xmlns:a16="http://schemas.microsoft.com/office/drawing/2014/main" id="{F17E632E-EED2-42C6-2E60-972D5E150C0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02755" name="Text Box 2">
            <a:extLst>
              <a:ext uri="{FF2B5EF4-FFF2-40B4-BE49-F238E27FC236}">
                <a16:creationId xmlns:a16="http://schemas.microsoft.com/office/drawing/2014/main" id="{989C6B3D-ADC1-13C2-9F31-B6F2F599545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8606EF3-B6A2-44BC-A42B-B6CBA8425938}" type="slidenum">
              <a:rPr lang="en-US" altLang="en-US" sz="1400">
                <a:solidFill>
                  <a:srgbClr val="000000"/>
                </a:solidFill>
              </a:rPr>
              <a:pPr algn="r" eaLnBrk="1" hangingPunct="1">
                <a:buClrTx/>
                <a:buSzPct val="60000"/>
                <a:buFontTx/>
                <a:buNone/>
              </a:pPr>
              <a:t>101</a:t>
            </a:fld>
            <a:endParaRPr lang="en-US" altLang="en-US" sz="1400">
              <a:solidFill>
                <a:srgbClr val="000000"/>
              </a:solidFill>
            </a:endParaRPr>
          </a:p>
        </p:txBody>
      </p:sp>
      <p:sp>
        <p:nvSpPr>
          <p:cNvPr id="202756" name="Text Box 3">
            <a:extLst>
              <a:ext uri="{FF2B5EF4-FFF2-40B4-BE49-F238E27FC236}">
                <a16:creationId xmlns:a16="http://schemas.microsoft.com/office/drawing/2014/main" id="{08C7E68E-B51B-5CBF-D8F3-78CD5FDB31C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Subnetting</a:t>
            </a:r>
          </a:p>
        </p:txBody>
      </p:sp>
      <p:sp>
        <p:nvSpPr>
          <p:cNvPr id="202757" name="Text Box 4">
            <a:extLst>
              <a:ext uri="{FF2B5EF4-FFF2-40B4-BE49-F238E27FC236}">
                <a16:creationId xmlns:a16="http://schemas.microsoft.com/office/drawing/2014/main" id="{E1711A06-804B-1638-D746-1E5516D7319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Divide a network into smaller sub-networks with each subnet having its own IP address</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Allow a network to be split into several internal sub-networks, but act like a single network to the outside world</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Motivation: Make better use of the IP address space</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IP addresses: </a:t>
            </a:r>
            <a:r>
              <a:rPr lang="en-US" altLang="en-US" sz="2800" u="sng">
                <a:solidFill>
                  <a:srgbClr val="000000"/>
                </a:solidFill>
              </a:rPr>
              <a:t>Two</a:t>
            </a:r>
            <a:r>
              <a:rPr lang="en-US" altLang="en-US" sz="2800">
                <a:solidFill>
                  <a:srgbClr val="000000"/>
                </a:solidFill>
              </a:rPr>
              <a:t> levels of hierarchy; subnetting makes it </a:t>
            </a:r>
            <a:r>
              <a:rPr lang="en-US" altLang="en-US" sz="2800" u="sng">
                <a:solidFill>
                  <a:srgbClr val="000000"/>
                </a:solidFill>
              </a:rPr>
              <a:t>three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Text Box 1">
            <a:extLst>
              <a:ext uri="{FF2B5EF4-FFF2-40B4-BE49-F238E27FC236}">
                <a16:creationId xmlns:a16="http://schemas.microsoft.com/office/drawing/2014/main" id="{CB189DA7-D825-CEB1-5DF6-A4A63E99E18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Subnet Concept</a:t>
            </a:r>
          </a:p>
        </p:txBody>
      </p:sp>
      <p:sp>
        <p:nvSpPr>
          <p:cNvPr id="204803" name="Text Box 2">
            <a:extLst>
              <a:ext uri="{FF2B5EF4-FFF2-40B4-BE49-F238E27FC236}">
                <a16:creationId xmlns:a16="http://schemas.microsoft.com/office/drawing/2014/main" id="{E90BFC6A-A2E9-B600-EBE7-A495885C9D5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a:spcBef>
                <a:spcPts val="800"/>
              </a:spcBef>
              <a:buClr>
                <a:srgbClr val="3333CC"/>
              </a:buClr>
              <a:buSzPct val="60000"/>
              <a:buFont typeface="Wingdings" panose="05000000000000000000" pitchFamily="2" charset="2"/>
              <a:buChar char=""/>
            </a:pPr>
            <a:r>
              <a:rPr lang="en-US" altLang="en-US" sz="3200">
                <a:solidFill>
                  <a:srgbClr val="000000"/>
                </a:solidFill>
              </a:rPr>
              <a:t>Instead of having just hosts, a network now has subnets and hosts</a:t>
            </a:r>
          </a:p>
          <a:p>
            <a:pPr>
              <a:spcBef>
                <a:spcPts val="800"/>
              </a:spcBef>
              <a:buClr>
                <a:srgbClr val="3333CC"/>
              </a:buClr>
              <a:buSzPct val="60000"/>
              <a:buFont typeface="Wingdings" panose="05000000000000000000" pitchFamily="2" charset="2"/>
              <a:buChar char=""/>
            </a:pPr>
            <a:r>
              <a:rPr lang="en-US" altLang="en-US" sz="3200">
                <a:solidFill>
                  <a:srgbClr val="000000"/>
                </a:solidFill>
              </a:rPr>
              <a:t>Each subnet is a subnetwork, and functions like a full-fledged network</a:t>
            </a:r>
          </a:p>
          <a:p>
            <a:pPr>
              <a:spcBef>
                <a:spcPts val="800"/>
              </a:spcBef>
              <a:buClr>
                <a:srgbClr val="3333CC"/>
              </a:buClr>
              <a:buSzPct val="60000"/>
              <a:buFont typeface="Wingdings" panose="05000000000000000000" pitchFamily="2" charset="2"/>
              <a:buChar char=""/>
            </a:pPr>
            <a:r>
              <a:rPr lang="en-US" altLang="en-US" sz="3200">
                <a:solidFill>
                  <a:srgbClr val="000000"/>
                </a:solidFill>
              </a:rPr>
              <a:t>Now, networks contain subnets, and each subnet contains hosts</a:t>
            </a:r>
          </a:p>
          <a:p>
            <a:pPr>
              <a:spcBef>
                <a:spcPts val="800"/>
              </a:spcBef>
              <a:buClr>
                <a:srgbClr val="3333CC"/>
              </a:buClr>
              <a:buSzPct val="60000"/>
              <a:buFont typeface="Wingdings" panose="05000000000000000000" pitchFamily="2" charset="2"/>
              <a:buChar char=""/>
            </a:pPr>
            <a:r>
              <a:rPr lang="en-US" altLang="en-US" sz="3200">
                <a:solidFill>
                  <a:srgbClr val="000000"/>
                </a:solidFill>
              </a:rPr>
              <a:t>Allows each organization to create its own internetwork within the Internet</a:t>
            </a:r>
          </a:p>
        </p:txBody>
      </p:sp>
      <p:sp>
        <p:nvSpPr>
          <p:cNvPr id="204804" name="Text Box 3">
            <a:extLst>
              <a:ext uri="{FF2B5EF4-FFF2-40B4-BE49-F238E27FC236}">
                <a16:creationId xmlns:a16="http://schemas.microsoft.com/office/drawing/2014/main" id="{4EBA2DD7-48F5-1112-FDD8-5C3CB7A6622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04805" name="Text Box 4">
            <a:extLst>
              <a:ext uri="{FF2B5EF4-FFF2-40B4-BE49-F238E27FC236}">
                <a16:creationId xmlns:a16="http://schemas.microsoft.com/office/drawing/2014/main" id="{1E86DD8E-23D6-E70A-2DE1-0B82F778937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247DCB8-0F82-472C-B788-11BD8B4B169E}" type="slidenum">
              <a:rPr lang="en-US" altLang="en-US" sz="1400">
                <a:solidFill>
                  <a:srgbClr val="000000"/>
                </a:solidFill>
              </a:rPr>
              <a:pPr algn="r" eaLnBrk="1" hangingPunct="1">
                <a:buClrTx/>
                <a:buSzPct val="60000"/>
                <a:buFontTx/>
                <a:buNone/>
              </a:pPr>
              <a:t>102</a:t>
            </a:fld>
            <a:endParaRPr lang="en-US" altLang="en-US" sz="14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Text Box 1">
            <a:extLst>
              <a:ext uri="{FF2B5EF4-FFF2-40B4-BE49-F238E27FC236}">
                <a16:creationId xmlns:a16="http://schemas.microsoft.com/office/drawing/2014/main" id="{BAECDE51-76EF-017D-CF0D-D8C2DB83AA9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19139" name="Text Box 2">
            <a:extLst>
              <a:ext uri="{FF2B5EF4-FFF2-40B4-BE49-F238E27FC236}">
                <a16:creationId xmlns:a16="http://schemas.microsoft.com/office/drawing/2014/main" id="{C9C9F51A-434C-7E29-10B6-086816110E6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BDD4F8D-2297-40FE-8A01-C7B25D179056}" type="slidenum">
              <a:rPr lang="en-US" altLang="en-US" sz="1400">
                <a:solidFill>
                  <a:srgbClr val="000000"/>
                </a:solidFill>
              </a:rPr>
              <a:pPr algn="r" eaLnBrk="1" hangingPunct="1">
                <a:buClrTx/>
                <a:buSzPct val="60000"/>
                <a:buFontTx/>
                <a:buNone/>
              </a:pPr>
              <a:t>103</a:t>
            </a:fld>
            <a:endParaRPr lang="en-US" altLang="en-US" sz="1400">
              <a:solidFill>
                <a:srgbClr val="000000"/>
              </a:solidFill>
            </a:endParaRPr>
          </a:p>
        </p:txBody>
      </p:sp>
      <p:sp>
        <p:nvSpPr>
          <p:cNvPr id="219140" name="Text Box 3">
            <a:extLst>
              <a:ext uri="{FF2B5EF4-FFF2-40B4-BE49-F238E27FC236}">
                <a16:creationId xmlns:a16="http://schemas.microsoft.com/office/drawing/2014/main" id="{75F3F54E-1C91-9DD4-5647-310ADA530B6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Subnetting Example – 1</a:t>
            </a:r>
          </a:p>
        </p:txBody>
      </p:sp>
      <p:sp>
        <p:nvSpPr>
          <p:cNvPr id="219141" name="Text Box 4">
            <a:extLst>
              <a:ext uri="{FF2B5EF4-FFF2-40B4-BE49-F238E27FC236}">
                <a16:creationId xmlns:a16="http://schemas.microsoft.com/office/drawing/2014/main" id="{77AC6ADB-0464-A58D-DF4B-93980B919CD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Consider a class B network 154.71.0.0</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16 bits for network part 154.71</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16 bits for host ID (hence 65,534* hosts are possible)</a:t>
            </a:r>
          </a:p>
          <a:p>
            <a:pPr lvl="2" eaLnBrk="1" hangingPunct="1">
              <a:lnSpc>
                <a:spcPct val="80000"/>
              </a:lnSpc>
              <a:spcBef>
                <a:spcPts val="400"/>
              </a:spcBef>
              <a:buClr>
                <a:srgbClr val="3333CC"/>
              </a:buClr>
              <a:buSzPct val="50000"/>
              <a:buFont typeface="Wingdings" panose="05000000000000000000" pitchFamily="2" charset="2"/>
              <a:buChar char=""/>
            </a:pPr>
            <a:r>
              <a:rPr lang="en-US" altLang="en-US" sz="1600">
                <a:solidFill>
                  <a:srgbClr val="000000"/>
                </a:solidFill>
              </a:rPr>
              <a:t>*Note: minimum and maximum addresses are reserved for loopback and broadcasting, respectively</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We can decide how many bits out of 16 available bits to be used for subnet mask: Consider how many sub nets are likely in near future with how many hosts per sub networks</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1 bit for subnet mask, 15 bits for host ID (up to 2 sub networks are possible)</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2 bits for subnet mask, 14 bits for host ID (up to 4 sub networks are possible)</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Etc</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Suppose we decide on 5 bits for subnet mask (32 sub networks are possible)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Text Box 1">
            <a:extLst>
              <a:ext uri="{FF2B5EF4-FFF2-40B4-BE49-F238E27FC236}">
                <a16:creationId xmlns:a16="http://schemas.microsoft.com/office/drawing/2014/main" id="{ACB73494-D51F-78BF-85DD-D78D01CFC27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21187" name="Text Box 2">
            <a:extLst>
              <a:ext uri="{FF2B5EF4-FFF2-40B4-BE49-F238E27FC236}">
                <a16:creationId xmlns:a16="http://schemas.microsoft.com/office/drawing/2014/main" id="{655D2E6E-4E9D-1477-BBD3-3426E90F21F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0FB5BA4-5B31-4D4F-A492-C167C969E34C}" type="slidenum">
              <a:rPr lang="en-US" altLang="en-US" sz="1400">
                <a:solidFill>
                  <a:srgbClr val="000000"/>
                </a:solidFill>
              </a:rPr>
              <a:pPr algn="r" eaLnBrk="1" hangingPunct="1">
                <a:buClrTx/>
                <a:buSzPct val="60000"/>
                <a:buFontTx/>
                <a:buNone/>
              </a:pPr>
              <a:t>104</a:t>
            </a:fld>
            <a:endParaRPr lang="en-US" altLang="en-US" sz="1400">
              <a:solidFill>
                <a:srgbClr val="000000"/>
              </a:solidFill>
            </a:endParaRPr>
          </a:p>
        </p:txBody>
      </p:sp>
      <p:sp>
        <p:nvSpPr>
          <p:cNvPr id="221188" name="Text Box 3">
            <a:extLst>
              <a:ext uri="{FF2B5EF4-FFF2-40B4-BE49-F238E27FC236}">
                <a16:creationId xmlns:a16="http://schemas.microsoft.com/office/drawing/2014/main" id="{FF01C7CF-A1B9-8236-009F-13B6BF0889F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Subnetting Example – 2</a:t>
            </a:r>
          </a:p>
        </p:txBody>
      </p:sp>
      <p:sp>
        <p:nvSpPr>
          <p:cNvPr id="221189" name="Text Box 4">
            <a:extLst>
              <a:ext uri="{FF2B5EF4-FFF2-40B4-BE49-F238E27FC236}">
                <a16:creationId xmlns:a16="http://schemas.microsoft.com/office/drawing/2014/main" id="{2D0AD2DB-2E15-42B8-12AE-6E1F8E4C7CE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21190" name="Group 5">
            <a:extLst>
              <a:ext uri="{FF2B5EF4-FFF2-40B4-BE49-F238E27FC236}">
                <a16:creationId xmlns:a16="http://schemas.microsoft.com/office/drawing/2014/main" id="{87ACE449-A8B8-7258-AF79-857BFCF4FF91}"/>
              </a:ext>
            </a:extLst>
          </p:cNvPr>
          <p:cNvGrpSpPr>
            <a:grpSpLocks/>
          </p:cNvGrpSpPr>
          <p:nvPr/>
        </p:nvGrpSpPr>
        <p:grpSpPr bwMode="auto">
          <a:xfrm>
            <a:off x="1371600" y="2286000"/>
            <a:ext cx="7085013" cy="3275013"/>
            <a:chOff x="864" y="1440"/>
            <a:chExt cx="4463" cy="2063"/>
          </a:xfrm>
        </p:grpSpPr>
        <p:sp>
          <p:nvSpPr>
            <p:cNvPr id="221191" name="Rectangle 6">
              <a:extLst>
                <a:ext uri="{FF2B5EF4-FFF2-40B4-BE49-F238E27FC236}">
                  <a16:creationId xmlns:a16="http://schemas.microsoft.com/office/drawing/2014/main" id="{21E3AAD6-66B2-0D35-0BB0-A9DC487B2501}"/>
                </a:ext>
              </a:extLst>
            </p:cNvPr>
            <p:cNvSpPr>
              <a:spLocks noChangeArrowheads="1"/>
            </p:cNvSpPr>
            <p:nvPr/>
          </p:nvSpPr>
          <p:spPr bwMode="auto">
            <a:xfrm>
              <a:off x="864" y="1440"/>
              <a:ext cx="4463" cy="206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21192" name="Line 7">
              <a:extLst>
                <a:ext uri="{FF2B5EF4-FFF2-40B4-BE49-F238E27FC236}">
                  <a16:creationId xmlns:a16="http://schemas.microsoft.com/office/drawing/2014/main" id="{F952CB8B-BA71-E59A-1375-5A08291CBBDC}"/>
                </a:ext>
              </a:extLst>
            </p:cNvPr>
            <p:cNvSpPr>
              <a:spLocks noChangeShapeType="1"/>
            </p:cNvSpPr>
            <p:nvPr/>
          </p:nvSpPr>
          <p:spPr bwMode="auto">
            <a:xfrm>
              <a:off x="3780" y="1598"/>
              <a:ext cx="0" cy="1327"/>
            </a:xfrm>
            <a:prstGeom prst="line">
              <a:avLst/>
            </a:prstGeom>
            <a:noFill/>
            <a:ln w="9360" cap="sq">
              <a:solidFill>
                <a:srgbClr val="000000"/>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21193" name="Text Box 8">
              <a:extLst>
                <a:ext uri="{FF2B5EF4-FFF2-40B4-BE49-F238E27FC236}">
                  <a16:creationId xmlns:a16="http://schemas.microsoft.com/office/drawing/2014/main" id="{DC66887C-8237-8083-81DA-4189A1772FCC}"/>
                </a:ext>
              </a:extLst>
            </p:cNvPr>
            <p:cNvSpPr txBox="1">
              <a:spLocks noChangeArrowheads="1"/>
            </p:cNvSpPr>
            <p:nvPr/>
          </p:nvSpPr>
          <p:spPr bwMode="auto">
            <a:xfrm>
              <a:off x="1217" y="1838"/>
              <a:ext cx="950" cy="29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154</a:t>
              </a:r>
            </a:p>
          </p:txBody>
        </p:sp>
        <p:sp>
          <p:nvSpPr>
            <p:cNvPr id="221194" name="Text Box 9">
              <a:extLst>
                <a:ext uri="{FF2B5EF4-FFF2-40B4-BE49-F238E27FC236}">
                  <a16:creationId xmlns:a16="http://schemas.microsoft.com/office/drawing/2014/main" id="{DFF775A5-97EB-24F8-D8C4-6ED07C86FE1C}"/>
                </a:ext>
              </a:extLst>
            </p:cNvPr>
            <p:cNvSpPr txBox="1">
              <a:spLocks noChangeArrowheads="1"/>
            </p:cNvSpPr>
            <p:nvPr/>
          </p:nvSpPr>
          <p:spPr bwMode="auto">
            <a:xfrm>
              <a:off x="2168" y="1838"/>
              <a:ext cx="950" cy="29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71</a:t>
              </a:r>
            </a:p>
          </p:txBody>
        </p:sp>
        <p:sp>
          <p:nvSpPr>
            <p:cNvPr id="221195" name="Text Box 10">
              <a:extLst>
                <a:ext uri="{FF2B5EF4-FFF2-40B4-BE49-F238E27FC236}">
                  <a16:creationId xmlns:a16="http://schemas.microsoft.com/office/drawing/2014/main" id="{6E618989-658B-AA8E-A8CD-D200E3ACA0A4}"/>
                </a:ext>
              </a:extLst>
            </p:cNvPr>
            <p:cNvSpPr txBox="1">
              <a:spLocks noChangeArrowheads="1"/>
            </p:cNvSpPr>
            <p:nvPr/>
          </p:nvSpPr>
          <p:spPr bwMode="auto">
            <a:xfrm>
              <a:off x="3119" y="1838"/>
              <a:ext cx="1810" cy="292"/>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Host ID (16-bit)</a:t>
              </a:r>
            </a:p>
          </p:txBody>
        </p:sp>
        <p:sp>
          <p:nvSpPr>
            <p:cNvPr id="221196" name="Text Box 11">
              <a:extLst>
                <a:ext uri="{FF2B5EF4-FFF2-40B4-BE49-F238E27FC236}">
                  <a16:creationId xmlns:a16="http://schemas.microsoft.com/office/drawing/2014/main" id="{A27781CF-37BA-4FA5-73C3-3563DC73C5FB}"/>
                </a:ext>
              </a:extLst>
            </p:cNvPr>
            <p:cNvSpPr txBox="1">
              <a:spLocks noChangeArrowheads="1"/>
            </p:cNvSpPr>
            <p:nvPr/>
          </p:nvSpPr>
          <p:spPr bwMode="auto">
            <a:xfrm>
              <a:off x="1117" y="1560"/>
              <a:ext cx="225"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0</a:t>
              </a:r>
            </a:p>
          </p:txBody>
        </p:sp>
        <p:sp>
          <p:nvSpPr>
            <p:cNvPr id="221197" name="Text Box 12">
              <a:extLst>
                <a:ext uri="{FF2B5EF4-FFF2-40B4-BE49-F238E27FC236}">
                  <a16:creationId xmlns:a16="http://schemas.microsoft.com/office/drawing/2014/main" id="{5F3ECC9E-456D-C5B1-FF20-B5E999F730E4}"/>
                </a:ext>
              </a:extLst>
            </p:cNvPr>
            <p:cNvSpPr txBox="1">
              <a:spLocks noChangeArrowheads="1"/>
            </p:cNvSpPr>
            <p:nvPr/>
          </p:nvSpPr>
          <p:spPr bwMode="auto">
            <a:xfrm>
              <a:off x="2077" y="1560"/>
              <a:ext cx="225"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8</a:t>
              </a:r>
            </a:p>
          </p:txBody>
        </p:sp>
        <p:sp>
          <p:nvSpPr>
            <p:cNvPr id="221198" name="Text Box 13">
              <a:extLst>
                <a:ext uri="{FF2B5EF4-FFF2-40B4-BE49-F238E27FC236}">
                  <a16:creationId xmlns:a16="http://schemas.microsoft.com/office/drawing/2014/main" id="{1CEF0BBF-0951-B8A8-7D47-76249D52E9F6}"/>
                </a:ext>
              </a:extLst>
            </p:cNvPr>
            <p:cNvSpPr txBox="1">
              <a:spLocks noChangeArrowheads="1"/>
            </p:cNvSpPr>
            <p:nvPr/>
          </p:nvSpPr>
          <p:spPr bwMode="auto">
            <a:xfrm>
              <a:off x="2929" y="1560"/>
              <a:ext cx="334"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16</a:t>
              </a:r>
            </a:p>
          </p:txBody>
        </p:sp>
        <p:sp>
          <p:nvSpPr>
            <p:cNvPr id="221199" name="Text Box 14">
              <a:extLst>
                <a:ext uri="{FF2B5EF4-FFF2-40B4-BE49-F238E27FC236}">
                  <a16:creationId xmlns:a16="http://schemas.microsoft.com/office/drawing/2014/main" id="{9FE34B29-F461-785E-572F-FC88A07F1174}"/>
                </a:ext>
              </a:extLst>
            </p:cNvPr>
            <p:cNvSpPr txBox="1">
              <a:spLocks noChangeArrowheads="1"/>
            </p:cNvSpPr>
            <p:nvPr/>
          </p:nvSpPr>
          <p:spPr bwMode="auto">
            <a:xfrm>
              <a:off x="3934" y="1560"/>
              <a:ext cx="334"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24</a:t>
              </a:r>
            </a:p>
          </p:txBody>
        </p:sp>
        <p:sp>
          <p:nvSpPr>
            <p:cNvPr id="221200" name="Text Box 15">
              <a:extLst>
                <a:ext uri="{FF2B5EF4-FFF2-40B4-BE49-F238E27FC236}">
                  <a16:creationId xmlns:a16="http://schemas.microsoft.com/office/drawing/2014/main" id="{99C28AB7-94DF-83E9-C693-924AEB11B46D}"/>
                </a:ext>
              </a:extLst>
            </p:cNvPr>
            <p:cNvSpPr txBox="1">
              <a:spLocks noChangeArrowheads="1"/>
            </p:cNvSpPr>
            <p:nvPr/>
          </p:nvSpPr>
          <p:spPr bwMode="auto">
            <a:xfrm>
              <a:off x="4740" y="1560"/>
              <a:ext cx="334"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32</a:t>
              </a:r>
            </a:p>
          </p:txBody>
        </p:sp>
        <p:sp>
          <p:nvSpPr>
            <p:cNvPr id="221201" name="Text Box 16">
              <a:extLst>
                <a:ext uri="{FF2B5EF4-FFF2-40B4-BE49-F238E27FC236}">
                  <a16:creationId xmlns:a16="http://schemas.microsoft.com/office/drawing/2014/main" id="{BAD7AACE-B91C-2825-418D-CE91C0DAB44A}"/>
                </a:ext>
              </a:extLst>
            </p:cNvPr>
            <p:cNvSpPr txBox="1">
              <a:spLocks noChangeArrowheads="1"/>
            </p:cNvSpPr>
            <p:nvPr/>
          </p:nvSpPr>
          <p:spPr bwMode="auto">
            <a:xfrm>
              <a:off x="1226" y="2408"/>
              <a:ext cx="950" cy="28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154</a:t>
              </a:r>
            </a:p>
          </p:txBody>
        </p:sp>
        <p:sp>
          <p:nvSpPr>
            <p:cNvPr id="221202" name="Text Box 17">
              <a:extLst>
                <a:ext uri="{FF2B5EF4-FFF2-40B4-BE49-F238E27FC236}">
                  <a16:creationId xmlns:a16="http://schemas.microsoft.com/office/drawing/2014/main" id="{5366C952-3189-7870-E391-AF8577D2C68C}"/>
                </a:ext>
              </a:extLst>
            </p:cNvPr>
            <p:cNvSpPr txBox="1">
              <a:spLocks noChangeArrowheads="1"/>
            </p:cNvSpPr>
            <p:nvPr/>
          </p:nvSpPr>
          <p:spPr bwMode="auto">
            <a:xfrm>
              <a:off x="2177" y="2408"/>
              <a:ext cx="950" cy="28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rPr>
                <a:t>71</a:t>
              </a:r>
            </a:p>
          </p:txBody>
        </p:sp>
        <p:sp>
          <p:nvSpPr>
            <p:cNvPr id="221203" name="Text Box 18">
              <a:extLst>
                <a:ext uri="{FF2B5EF4-FFF2-40B4-BE49-F238E27FC236}">
                  <a16:creationId xmlns:a16="http://schemas.microsoft.com/office/drawing/2014/main" id="{1DEB9BA4-289E-B826-4C38-A40FBF49CECE}"/>
                </a:ext>
              </a:extLst>
            </p:cNvPr>
            <p:cNvSpPr txBox="1">
              <a:spLocks noChangeArrowheads="1"/>
            </p:cNvSpPr>
            <p:nvPr/>
          </p:nvSpPr>
          <p:spPr bwMode="auto">
            <a:xfrm>
              <a:off x="3128" y="2408"/>
              <a:ext cx="651" cy="284"/>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Subnet ID   (5-bit)</a:t>
              </a:r>
            </a:p>
          </p:txBody>
        </p:sp>
        <p:sp>
          <p:nvSpPr>
            <p:cNvPr id="221204" name="Text Box 19">
              <a:extLst>
                <a:ext uri="{FF2B5EF4-FFF2-40B4-BE49-F238E27FC236}">
                  <a16:creationId xmlns:a16="http://schemas.microsoft.com/office/drawing/2014/main" id="{F31C298F-9080-EEA1-19ED-A201BE6209F7}"/>
                </a:ext>
              </a:extLst>
            </p:cNvPr>
            <p:cNvSpPr txBox="1">
              <a:spLocks noChangeArrowheads="1"/>
            </p:cNvSpPr>
            <p:nvPr/>
          </p:nvSpPr>
          <p:spPr bwMode="auto">
            <a:xfrm>
              <a:off x="3780" y="2408"/>
              <a:ext cx="1122" cy="284"/>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Host ID (11-bit)</a:t>
              </a:r>
            </a:p>
          </p:txBody>
        </p:sp>
        <p:sp>
          <p:nvSpPr>
            <p:cNvPr id="221205" name="Text Box 20">
              <a:extLst>
                <a:ext uri="{FF2B5EF4-FFF2-40B4-BE49-F238E27FC236}">
                  <a16:creationId xmlns:a16="http://schemas.microsoft.com/office/drawing/2014/main" id="{672EE63A-E25D-8B13-51A2-E5767D55A408}"/>
                </a:ext>
              </a:extLst>
            </p:cNvPr>
            <p:cNvSpPr txBox="1">
              <a:spLocks noChangeArrowheads="1"/>
            </p:cNvSpPr>
            <p:nvPr/>
          </p:nvSpPr>
          <p:spPr bwMode="auto">
            <a:xfrm>
              <a:off x="1289" y="3039"/>
              <a:ext cx="3485" cy="32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Class B network address is 154.71.0.0.  The 16-bit host ID is split into 5-bit subnet ID and 11-bit host ID.</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Text Box 1">
            <a:extLst>
              <a:ext uri="{FF2B5EF4-FFF2-40B4-BE49-F238E27FC236}">
                <a16:creationId xmlns:a16="http://schemas.microsoft.com/office/drawing/2014/main" id="{4F6D164E-855E-B5E3-A602-281FFC144C7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Subnetting Example – 3</a:t>
            </a:r>
          </a:p>
        </p:txBody>
      </p:sp>
      <p:sp>
        <p:nvSpPr>
          <p:cNvPr id="223235" name="Rectangle 2">
            <a:extLst>
              <a:ext uri="{FF2B5EF4-FFF2-40B4-BE49-F238E27FC236}">
                <a16:creationId xmlns:a16="http://schemas.microsoft.com/office/drawing/2014/main" id="{3E1BC722-250A-CE72-CDDA-E56FB2EA7632}"/>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223236" name="Text Box 3">
            <a:extLst>
              <a:ext uri="{FF2B5EF4-FFF2-40B4-BE49-F238E27FC236}">
                <a16:creationId xmlns:a16="http://schemas.microsoft.com/office/drawing/2014/main" id="{6ECE0E47-D2EE-D076-F31C-23820929D02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23237" name="Text Box 4">
            <a:extLst>
              <a:ext uri="{FF2B5EF4-FFF2-40B4-BE49-F238E27FC236}">
                <a16:creationId xmlns:a16="http://schemas.microsoft.com/office/drawing/2014/main" id="{885EFA46-C7A0-7116-78E9-203B530AF5D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9EC2F1F-FC9C-4802-84F0-D0454312FA81}" type="slidenum">
              <a:rPr lang="en-US" altLang="en-US" sz="1400">
                <a:solidFill>
                  <a:srgbClr val="000000"/>
                </a:solidFill>
              </a:rPr>
              <a:pPr algn="r" eaLnBrk="1" hangingPunct="1">
                <a:buClrTx/>
                <a:buSzPct val="60000"/>
                <a:buFontTx/>
                <a:buNone/>
              </a:pPr>
              <a:t>105</a:t>
            </a:fld>
            <a:endParaRPr lang="en-US" altLang="en-US" sz="1400">
              <a:solidFill>
                <a:srgbClr val="000000"/>
              </a:solidFill>
            </a:endParaRPr>
          </a:p>
        </p:txBody>
      </p:sp>
      <p:grpSp>
        <p:nvGrpSpPr>
          <p:cNvPr id="223238" name="Group 5">
            <a:extLst>
              <a:ext uri="{FF2B5EF4-FFF2-40B4-BE49-F238E27FC236}">
                <a16:creationId xmlns:a16="http://schemas.microsoft.com/office/drawing/2014/main" id="{22B24D67-4318-D974-6A0B-649DC2456258}"/>
              </a:ext>
            </a:extLst>
          </p:cNvPr>
          <p:cNvGrpSpPr>
            <a:grpSpLocks/>
          </p:cNvGrpSpPr>
          <p:nvPr/>
        </p:nvGrpSpPr>
        <p:grpSpPr bwMode="auto">
          <a:xfrm>
            <a:off x="914400" y="2362200"/>
            <a:ext cx="7770813" cy="3579813"/>
            <a:chOff x="576" y="1488"/>
            <a:chExt cx="4895" cy="2255"/>
          </a:xfrm>
        </p:grpSpPr>
        <p:sp>
          <p:nvSpPr>
            <p:cNvPr id="223239" name="Text Box 6">
              <a:extLst>
                <a:ext uri="{FF2B5EF4-FFF2-40B4-BE49-F238E27FC236}">
                  <a16:creationId xmlns:a16="http://schemas.microsoft.com/office/drawing/2014/main" id="{A03FD715-269D-B510-BB3D-30D1D6CA2795}"/>
                </a:ext>
              </a:extLst>
            </p:cNvPr>
            <p:cNvSpPr txBox="1">
              <a:spLocks noChangeArrowheads="1"/>
            </p:cNvSpPr>
            <p:nvPr/>
          </p:nvSpPr>
          <p:spPr bwMode="auto">
            <a:xfrm>
              <a:off x="777" y="1879"/>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154</a:t>
              </a:r>
            </a:p>
          </p:txBody>
        </p:sp>
        <p:sp>
          <p:nvSpPr>
            <p:cNvPr id="223240" name="Text Box 7">
              <a:extLst>
                <a:ext uri="{FF2B5EF4-FFF2-40B4-BE49-F238E27FC236}">
                  <a16:creationId xmlns:a16="http://schemas.microsoft.com/office/drawing/2014/main" id="{44444CE3-B401-3FED-883D-D36A31A9AF49}"/>
                </a:ext>
              </a:extLst>
            </p:cNvPr>
            <p:cNvSpPr txBox="1">
              <a:spLocks noChangeArrowheads="1"/>
            </p:cNvSpPr>
            <p:nvPr/>
          </p:nvSpPr>
          <p:spPr bwMode="auto">
            <a:xfrm>
              <a:off x="1457" y="1879"/>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71</a:t>
              </a:r>
            </a:p>
          </p:txBody>
        </p:sp>
        <p:sp>
          <p:nvSpPr>
            <p:cNvPr id="223241" name="Text Box 8">
              <a:extLst>
                <a:ext uri="{FF2B5EF4-FFF2-40B4-BE49-F238E27FC236}">
                  <a16:creationId xmlns:a16="http://schemas.microsoft.com/office/drawing/2014/main" id="{5BC2CED4-49BA-AE56-EA3D-5A3E727BB840}"/>
                </a:ext>
              </a:extLst>
            </p:cNvPr>
            <p:cNvSpPr txBox="1">
              <a:spLocks noChangeArrowheads="1"/>
            </p:cNvSpPr>
            <p:nvPr/>
          </p:nvSpPr>
          <p:spPr bwMode="auto">
            <a:xfrm>
              <a:off x="2136" y="1879"/>
              <a:ext cx="499" cy="320"/>
            </a:xfrm>
            <a:prstGeom prst="rect">
              <a:avLst/>
            </a:prstGeom>
            <a:solidFill>
              <a:srgbClr val="DDD8C2"/>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000">
                  <a:solidFill>
                    <a:srgbClr val="000000"/>
                  </a:solidFill>
                  <a:latin typeface="Calibri" panose="020F0502020204030204" pitchFamily="34" charset="0"/>
                </a:rPr>
                <a:t>Subnet ID (5 bits)</a:t>
              </a:r>
            </a:p>
          </p:txBody>
        </p:sp>
        <p:sp>
          <p:nvSpPr>
            <p:cNvPr id="223242" name="Text Box 9">
              <a:extLst>
                <a:ext uri="{FF2B5EF4-FFF2-40B4-BE49-F238E27FC236}">
                  <a16:creationId xmlns:a16="http://schemas.microsoft.com/office/drawing/2014/main" id="{5B4451F8-373A-3D6B-44C7-3CD22D365965}"/>
                </a:ext>
              </a:extLst>
            </p:cNvPr>
            <p:cNvSpPr txBox="1">
              <a:spLocks noChangeArrowheads="1"/>
            </p:cNvSpPr>
            <p:nvPr/>
          </p:nvSpPr>
          <p:spPr bwMode="auto">
            <a:xfrm>
              <a:off x="2636" y="1879"/>
              <a:ext cx="977" cy="320"/>
            </a:xfrm>
            <a:prstGeom prst="rect">
              <a:avLst/>
            </a:prstGeom>
            <a:solidFill>
              <a:srgbClr val="D99594"/>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Host ID (11 bits)</a:t>
              </a:r>
            </a:p>
          </p:txBody>
        </p:sp>
        <p:sp>
          <p:nvSpPr>
            <p:cNvPr id="223243" name="Text Box 10">
              <a:extLst>
                <a:ext uri="{FF2B5EF4-FFF2-40B4-BE49-F238E27FC236}">
                  <a16:creationId xmlns:a16="http://schemas.microsoft.com/office/drawing/2014/main" id="{54223700-2DC7-D939-1714-6E352B97CC36}"/>
                </a:ext>
              </a:extLst>
            </p:cNvPr>
            <p:cNvSpPr txBox="1">
              <a:spLocks noChangeArrowheads="1"/>
            </p:cNvSpPr>
            <p:nvPr/>
          </p:nvSpPr>
          <p:spPr bwMode="auto">
            <a:xfrm>
              <a:off x="576" y="1488"/>
              <a:ext cx="409" cy="227"/>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Times New Roman" panose="02020603050405020304" pitchFamily="18" charset="0"/>
                </a:rPr>
                <a:t>0</a:t>
              </a:r>
            </a:p>
          </p:txBody>
        </p:sp>
        <p:cxnSp>
          <p:nvCxnSpPr>
            <p:cNvPr id="223244" name="AutoShape 11">
              <a:extLst>
                <a:ext uri="{FF2B5EF4-FFF2-40B4-BE49-F238E27FC236}">
                  <a16:creationId xmlns:a16="http://schemas.microsoft.com/office/drawing/2014/main" id="{26C2D38F-34F0-415F-87AB-4778EE1DA3D6}"/>
                </a:ext>
              </a:extLst>
            </p:cNvPr>
            <p:cNvCxnSpPr>
              <a:cxnSpLocks noChangeShapeType="1"/>
            </p:cNvCxnSpPr>
            <p:nvPr/>
          </p:nvCxnSpPr>
          <p:spPr bwMode="auto">
            <a:xfrm>
              <a:off x="777" y="1716"/>
              <a:ext cx="0" cy="163"/>
            </a:xfrm>
            <a:prstGeom prst="straightConnector1">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45" name="Text Box 12">
              <a:extLst>
                <a:ext uri="{FF2B5EF4-FFF2-40B4-BE49-F238E27FC236}">
                  <a16:creationId xmlns:a16="http://schemas.microsoft.com/office/drawing/2014/main" id="{BF1055B7-C9E6-3345-799D-FD6E861396A4}"/>
                </a:ext>
              </a:extLst>
            </p:cNvPr>
            <p:cNvSpPr txBox="1">
              <a:spLocks noChangeArrowheads="1"/>
            </p:cNvSpPr>
            <p:nvPr/>
          </p:nvSpPr>
          <p:spPr bwMode="auto">
            <a:xfrm>
              <a:off x="1255" y="1488"/>
              <a:ext cx="409" cy="227"/>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8</a:t>
              </a:r>
            </a:p>
          </p:txBody>
        </p:sp>
        <p:cxnSp>
          <p:nvCxnSpPr>
            <p:cNvPr id="223246" name="AutoShape 13">
              <a:extLst>
                <a:ext uri="{FF2B5EF4-FFF2-40B4-BE49-F238E27FC236}">
                  <a16:creationId xmlns:a16="http://schemas.microsoft.com/office/drawing/2014/main" id="{4CBC66B3-83FE-4926-C910-BAB3AFBCEDA7}"/>
                </a:ext>
              </a:extLst>
            </p:cNvPr>
            <p:cNvCxnSpPr>
              <a:cxnSpLocks noChangeShapeType="1"/>
            </p:cNvCxnSpPr>
            <p:nvPr/>
          </p:nvCxnSpPr>
          <p:spPr bwMode="auto">
            <a:xfrm>
              <a:off x="1456" y="1716"/>
              <a:ext cx="0" cy="163"/>
            </a:xfrm>
            <a:prstGeom prst="straightConnector1">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47" name="Text Box 14">
              <a:extLst>
                <a:ext uri="{FF2B5EF4-FFF2-40B4-BE49-F238E27FC236}">
                  <a16:creationId xmlns:a16="http://schemas.microsoft.com/office/drawing/2014/main" id="{A989A28E-952E-27F7-2AB9-D306BAC89111}"/>
                </a:ext>
              </a:extLst>
            </p:cNvPr>
            <p:cNvSpPr txBox="1">
              <a:spLocks noChangeArrowheads="1"/>
            </p:cNvSpPr>
            <p:nvPr/>
          </p:nvSpPr>
          <p:spPr bwMode="auto">
            <a:xfrm>
              <a:off x="1934" y="1488"/>
              <a:ext cx="409" cy="227"/>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16</a:t>
              </a:r>
            </a:p>
          </p:txBody>
        </p:sp>
        <p:cxnSp>
          <p:nvCxnSpPr>
            <p:cNvPr id="223248" name="AutoShape 15">
              <a:extLst>
                <a:ext uri="{FF2B5EF4-FFF2-40B4-BE49-F238E27FC236}">
                  <a16:creationId xmlns:a16="http://schemas.microsoft.com/office/drawing/2014/main" id="{92C8B59C-011B-90E5-724C-2F810A4BCFD9}"/>
                </a:ext>
              </a:extLst>
            </p:cNvPr>
            <p:cNvCxnSpPr>
              <a:cxnSpLocks noChangeShapeType="1"/>
            </p:cNvCxnSpPr>
            <p:nvPr/>
          </p:nvCxnSpPr>
          <p:spPr bwMode="auto">
            <a:xfrm>
              <a:off x="2136" y="1716"/>
              <a:ext cx="0" cy="163"/>
            </a:xfrm>
            <a:prstGeom prst="straightConnector1">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49" name="Text Box 16">
              <a:extLst>
                <a:ext uri="{FF2B5EF4-FFF2-40B4-BE49-F238E27FC236}">
                  <a16:creationId xmlns:a16="http://schemas.microsoft.com/office/drawing/2014/main" id="{BE26DC42-AAAE-F46B-5AA8-E215BCC533C9}"/>
                </a:ext>
              </a:extLst>
            </p:cNvPr>
            <p:cNvSpPr txBox="1">
              <a:spLocks noChangeArrowheads="1"/>
            </p:cNvSpPr>
            <p:nvPr/>
          </p:nvSpPr>
          <p:spPr bwMode="auto">
            <a:xfrm>
              <a:off x="3412" y="1488"/>
              <a:ext cx="409" cy="227"/>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32</a:t>
              </a:r>
            </a:p>
          </p:txBody>
        </p:sp>
        <p:cxnSp>
          <p:nvCxnSpPr>
            <p:cNvPr id="223250" name="AutoShape 17">
              <a:extLst>
                <a:ext uri="{FF2B5EF4-FFF2-40B4-BE49-F238E27FC236}">
                  <a16:creationId xmlns:a16="http://schemas.microsoft.com/office/drawing/2014/main" id="{8365EF98-E4AD-011D-A4BB-B9AC9C8FE675}"/>
                </a:ext>
              </a:extLst>
            </p:cNvPr>
            <p:cNvCxnSpPr>
              <a:cxnSpLocks noChangeShapeType="1"/>
            </p:cNvCxnSpPr>
            <p:nvPr/>
          </p:nvCxnSpPr>
          <p:spPr bwMode="auto">
            <a:xfrm>
              <a:off x="3613" y="1716"/>
              <a:ext cx="0" cy="163"/>
            </a:xfrm>
            <a:prstGeom prst="straightConnector1">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51" name="Text Box 18">
              <a:extLst>
                <a:ext uri="{FF2B5EF4-FFF2-40B4-BE49-F238E27FC236}">
                  <a16:creationId xmlns:a16="http://schemas.microsoft.com/office/drawing/2014/main" id="{CA396B81-62F0-854F-E616-9E5E70CC2DE0}"/>
                </a:ext>
              </a:extLst>
            </p:cNvPr>
            <p:cNvSpPr txBox="1">
              <a:spLocks noChangeArrowheads="1"/>
            </p:cNvSpPr>
            <p:nvPr/>
          </p:nvSpPr>
          <p:spPr bwMode="auto">
            <a:xfrm>
              <a:off x="2740" y="1488"/>
              <a:ext cx="409" cy="227"/>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24</a:t>
              </a:r>
            </a:p>
          </p:txBody>
        </p:sp>
        <p:cxnSp>
          <p:nvCxnSpPr>
            <p:cNvPr id="223252" name="AutoShape 19">
              <a:extLst>
                <a:ext uri="{FF2B5EF4-FFF2-40B4-BE49-F238E27FC236}">
                  <a16:creationId xmlns:a16="http://schemas.microsoft.com/office/drawing/2014/main" id="{7FF11DB4-D129-EF5E-60C4-C2A44A8C9653}"/>
                </a:ext>
              </a:extLst>
            </p:cNvPr>
            <p:cNvCxnSpPr>
              <a:cxnSpLocks noChangeShapeType="1"/>
            </p:cNvCxnSpPr>
            <p:nvPr/>
          </p:nvCxnSpPr>
          <p:spPr bwMode="auto">
            <a:xfrm>
              <a:off x="2942" y="1716"/>
              <a:ext cx="0" cy="163"/>
            </a:xfrm>
            <a:prstGeom prst="straightConnector1">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53" name="Text Box 20">
              <a:extLst>
                <a:ext uri="{FF2B5EF4-FFF2-40B4-BE49-F238E27FC236}">
                  <a16:creationId xmlns:a16="http://schemas.microsoft.com/office/drawing/2014/main" id="{A95F0601-01E2-84E1-4558-A1993315F6A9}"/>
                </a:ext>
              </a:extLst>
            </p:cNvPr>
            <p:cNvSpPr txBox="1">
              <a:spLocks noChangeArrowheads="1"/>
            </p:cNvSpPr>
            <p:nvPr/>
          </p:nvSpPr>
          <p:spPr bwMode="auto">
            <a:xfrm>
              <a:off x="777" y="2651"/>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11111111</a:t>
              </a:r>
            </a:p>
          </p:txBody>
        </p:sp>
        <p:sp>
          <p:nvSpPr>
            <p:cNvPr id="223254" name="Text Box 21">
              <a:extLst>
                <a:ext uri="{FF2B5EF4-FFF2-40B4-BE49-F238E27FC236}">
                  <a16:creationId xmlns:a16="http://schemas.microsoft.com/office/drawing/2014/main" id="{85A50C69-59A9-CC84-D87D-3A0E0343919A}"/>
                </a:ext>
              </a:extLst>
            </p:cNvPr>
            <p:cNvSpPr txBox="1">
              <a:spLocks noChangeArrowheads="1"/>
            </p:cNvSpPr>
            <p:nvPr/>
          </p:nvSpPr>
          <p:spPr bwMode="auto">
            <a:xfrm>
              <a:off x="1457" y="2651"/>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11111111</a:t>
              </a:r>
            </a:p>
          </p:txBody>
        </p:sp>
        <p:sp>
          <p:nvSpPr>
            <p:cNvPr id="223255" name="Text Box 22">
              <a:extLst>
                <a:ext uri="{FF2B5EF4-FFF2-40B4-BE49-F238E27FC236}">
                  <a16:creationId xmlns:a16="http://schemas.microsoft.com/office/drawing/2014/main" id="{8BA2977B-27DC-1FBA-E4B9-48D5B1BA5459}"/>
                </a:ext>
              </a:extLst>
            </p:cNvPr>
            <p:cNvSpPr txBox="1">
              <a:spLocks noChangeArrowheads="1"/>
            </p:cNvSpPr>
            <p:nvPr/>
          </p:nvSpPr>
          <p:spPr bwMode="auto">
            <a:xfrm>
              <a:off x="2136" y="2651"/>
              <a:ext cx="499" cy="320"/>
            </a:xfrm>
            <a:prstGeom prst="rect">
              <a:avLst/>
            </a:prstGeom>
            <a:solidFill>
              <a:srgbClr val="DDD8C2"/>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11111</a:t>
              </a:r>
            </a:p>
          </p:txBody>
        </p:sp>
        <p:sp>
          <p:nvSpPr>
            <p:cNvPr id="223256" name="Text Box 23">
              <a:extLst>
                <a:ext uri="{FF2B5EF4-FFF2-40B4-BE49-F238E27FC236}">
                  <a16:creationId xmlns:a16="http://schemas.microsoft.com/office/drawing/2014/main" id="{3B7A6E14-C1C2-7A95-12D3-55CF0AAE6EFB}"/>
                </a:ext>
              </a:extLst>
            </p:cNvPr>
            <p:cNvSpPr txBox="1">
              <a:spLocks noChangeArrowheads="1"/>
            </p:cNvSpPr>
            <p:nvPr/>
          </p:nvSpPr>
          <p:spPr bwMode="auto">
            <a:xfrm>
              <a:off x="2636" y="2651"/>
              <a:ext cx="305" cy="320"/>
            </a:xfrm>
            <a:prstGeom prst="rect">
              <a:avLst/>
            </a:prstGeom>
            <a:solidFill>
              <a:srgbClr val="D99594"/>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Aft>
                  <a:spcPts val="1000"/>
                </a:spcAft>
                <a:buClrTx/>
                <a:buSzPct val="60000"/>
                <a:buFontTx/>
                <a:buNone/>
              </a:pPr>
              <a:r>
                <a:rPr lang="en-US" altLang="en-US" sz="1100">
                  <a:solidFill>
                    <a:srgbClr val="000000"/>
                  </a:solidFill>
                  <a:latin typeface="Times New Roman" panose="02020603050405020304" pitchFamily="18" charset="0"/>
                </a:rPr>
                <a:t>000</a:t>
              </a:r>
            </a:p>
          </p:txBody>
        </p:sp>
        <p:sp>
          <p:nvSpPr>
            <p:cNvPr id="223257" name="Text Box 24">
              <a:extLst>
                <a:ext uri="{FF2B5EF4-FFF2-40B4-BE49-F238E27FC236}">
                  <a16:creationId xmlns:a16="http://schemas.microsoft.com/office/drawing/2014/main" id="{2FF30F5A-5C0C-C623-E02C-CC191F1BBCC2}"/>
                </a:ext>
              </a:extLst>
            </p:cNvPr>
            <p:cNvSpPr txBox="1">
              <a:spLocks noChangeArrowheads="1"/>
            </p:cNvSpPr>
            <p:nvPr/>
          </p:nvSpPr>
          <p:spPr bwMode="auto">
            <a:xfrm>
              <a:off x="2942" y="2651"/>
              <a:ext cx="671" cy="320"/>
            </a:xfrm>
            <a:prstGeom prst="rect">
              <a:avLst/>
            </a:prstGeom>
            <a:solidFill>
              <a:srgbClr val="D99594"/>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100">
                  <a:solidFill>
                    <a:srgbClr val="000000"/>
                  </a:solidFill>
                  <a:latin typeface="Times New Roman" panose="02020603050405020304" pitchFamily="18" charset="0"/>
                </a:rPr>
                <a:t>00000000</a:t>
              </a:r>
            </a:p>
          </p:txBody>
        </p:sp>
        <p:cxnSp>
          <p:nvCxnSpPr>
            <p:cNvPr id="223258" name="AutoShape 25">
              <a:extLst>
                <a:ext uri="{FF2B5EF4-FFF2-40B4-BE49-F238E27FC236}">
                  <a16:creationId xmlns:a16="http://schemas.microsoft.com/office/drawing/2014/main" id="{6BF66AD5-E335-1A39-A446-2C3DEE7F45F7}"/>
                </a:ext>
              </a:extLst>
            </p:cNvPr>
            <p:cNvCxnSpPr>
              <a:cxnSpLocks noChangeShapeType="1"/>
            </p:cNvCxnSpPr>
            <p:nvPr/>
          </p:nvCxnSpPr>
          <p:spPr bwMode="auto">
            <a:xfrm>
              <a:off x="777"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59" name="AutoShape 26">
              <a:extLst>
                <a:ext uri="{FF2B5EF4-FFF2-40B4-BE49-F238E27FC236}">
                  <a16:creationId xmlns:a16="http://schemas.microsoft.com/office/drawing/2014/main" id="{281E3F9A-72CC-0DF2-C305-A0823F9CC3BD}"/>
                </a:ext>
              </a:extLst>
            </p:cNvPr>
            <p:cNvCxnSpPr>
              <a:cxnSpLocks noChangeShapeType="1"/>
            </p:cNvCxnSpPr>
            <p:nvPr/>
          </p:nvCxnSpPr>
          <p:spPr bwMode="auto">
            <a:xfrm>
              <a:off x="1456"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0" name="AutoShape 27">
              <a:extLst>
                <a:ext uri="{FF2B5EF4-FFF2-40B4-BE49-F238E27FC236}">
                  <a16:creationId xmlns:a16="http://schemas.microsoft.com/office/drawing/2014/main" id="{CBCDFCF3-A1BE-53D3-A5F7-AA7AA2E9B483}"/>
                </a:ext>
              </a:extLst>
            </p:cNvPr>
            <p:cNvCxnSpPr>
              <a:cxnSpLocks noChangeShapeType="1"/>
            </p:cNvCxnSpPr>
            <p:nvPr/>
          </p:nvCxnSpPr>
          <p:spPr bwMode="auto">
            <a:xfrm>
              <a:off x="2136"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1" name="AutoShape 28">
              <a:extLst>
                <a:ext uri="{FF2B5EF4-FFF2-40B4-BE49-F238E27FC236}">
                  <a16:creationId xmlns:a16="http://schemas.microsoft.com/office/drawing/2014/main" id="{B2565BCE-EB25-D9E9-8B2E-C452E577A28D}"/>
                </a:ext>
              </a:extLst>
            </p:cNvPr>
            <p:cNvCxnSpPr>
              <a:cxnSpLocks noChangeShapeType="1"/>
            </p:cNvCxnSpPr>
            <p:nvPr/>
          </p:nvCxnSpPr>
          <p:spPr bwMode="auto">
            <a:xfrm>
              <a:off x="2636"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2" name="AutoShape 29">
              <a:extLst>
                <a:ext uri="{FF2B5EF4-FFF2-40B4-BE49-F238E27FC236}">
                  <a16:creationId xmlns:a16="http://schemas.microsoft.com/office/drawing/2014/main" id="{A288A3C4-E92B-BB9D-959C-EF15994504BC}"/>
                </a:ext>
              </a:extLst>
            </p:cNvPr>
            <p:cNvCxnSpPr>
              <a:cxnSpLocks noChangeShapeType="1"/>
            </p:cNvCxnSpPr>
            <p:nvPr/>
          </p:nvCxnSpPr>
          <p:spPr bwMode="auto">
            <a:xfrm>
              <a:off x="2942"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3" name="AutoShape 30">
              <a:extLst>
                <a:ext uri="{FF2B5EF4-FFF2-40B4-BE49-F238E27FC236}">
                  <a16:creationId xmlns:a16="http://schemas.microsoft.com/office/drawing/2014/main" id="{61AA450D-DC97-A051-7386-ABDB6C6BB475}"/>
                </a:ext>
              </a:extLst>
            </p:cNvPr>
            <p:cNvCxnSpPr>
              <a:cxnSpLocks noChangeShapeType="1"/>
            </p:cNvCxnSpPr>
            <p:nvPr/>
          </p:nvCxnSpPr>
          <p:spPr bwMode="auto">
            <a:xfrm>
              <a:off x="3613" y="2201"/>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4" name="AutoShape 31">
              <a:extLst>
                <a:ext uri="{FF2B5EF4-FFF2-40B4-BE49-F238E27FC236}">
                  <a16:creationId xmlns:a16="http://schemas.microsoft.com/office/drawing/2014/main" id="{E819CDD8-3017-E9DD-285C-49B2FD4B154B}"/>
                </a:ext>
              </a:extLst>
            </p:cNvPr>
            <p:cNvCxnSpPr>
              <a:cxnSpLocks noChangeShapeType="1"/>
            </p:cNvCxnSpPr>
            <p:nvPr/>
          </p:nvCxnSpPr>
          <p:spPr bwMode="auto">
            <a:xfrm>
              <a:off x="777" y="2972"/>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5" name="AutoShape 32">
              <a:extLst>
                <a:ext uri="{FF2B5EF4-FFF2-40B4-BE49-F238E27FC236}">
                  <a16:creationId xmlns:a16="http://schemas.microsoft.com/office/drawing/2014/main" id="{A9AEAB17-9295-FB0B-6C0B-D648F74264A4}"/>
                </a:ext>
              </a:extLst>
            </p:cNvPr>
            <p:cNvCxnSpPr>
              <a:cxnSpLocks noChangeShapeType="1"/>
            </p:cNvCxnSpPr>
            <p:nvPr/>
          </p:nvCxnSpPr>
          <p:spPr bwMode="auto">
            <a:xfrm>
              <a:off x="1456" y="2972"/>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6" name="AutoShape 33">
              <a:extLst>
                <a:ext uri="{FF2B5EF4-FFF2-40B4-BE49-F238E27FC236}">
                  <a16:creationId xmlns:a16="http://schemas.microsoft.com/office/drawing/2014/main" id="{15604BA6-EE9D-3315-7C6D-275B8588A3E7}"/>
                </a:ext>
              </a:extLst>
            </p:cNvPr>
            <p:cNvCxnSpPr>
              <a:cxnSpLocks noChangeShapeType="1"/>
            </p:cNvCxnSpPr>
            <p:nvPr/>
          </p:nvCxnSpPr>
          <p:spPr bwMode="auto">
            <a:xfrm>
              <a:off x="2136" y="2972"/>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7" name="AutoShape 34">
              <a:extLst>
                <a:ext uri="{FF2B5EF4-FFF2-40B4-BE49-F238E27FC236}">
                  <a16:creationId xmlns:a16="http://schemas.microsoft.com/office/drawing/2014/main" id="{33DE0B01-9513-6289-06B1-F74904AE3029}"/>
                </a:ext>
              </a:extLst>
            </p:cNvPr>
            <p:cNvCxnSpPr>
              <a:cxnSpLocks noChangeShapeType="1"/>
            </p:cNvCxnSpPr>
            <p:nvPr/>
          </p:nvCxnSpPr>
          <p:spPr bwMode="auto">
            <a:xfrm>
              <a:off x="2942" y="2972"/>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cxnSp>
          <p:nvCxnSpPr>
            <p:cNvPr id="223268" name="AutoShape 35">
              <a:extLst>
                <a:ext uri="{FF2B5EF4-FFF2-40B4-BE49-F238E27FC236}">
                  <a16:creationId xmlns:a16="http://schemas.microsoft.com/office/drawing/2014/main" id="{99D305CA-0365-E978-E3A7-8E10130053BD}"/>
                </a:ext>
              </a:extLst>
            </p:cNvPr>
            <p:cNvCxnSpPr>
              <a:cxnSpLocks noChangeShapeType="1"/>
            </p:cNvCxnSpPr>
            <p:nvPr/>
          </p:nvCxnSpPr>
          <p:spPr bwMode="auto">
            <a:xfrm>
              <a:off x="3613" y="2972"/>
              <a:ext cx="0" cy="450"/>
            </a:xfrm>
            <a:prstGeom prst="straightConnector1">
              <a:avLst/>
            </a:prstGeom>
            <a:noFill/>
            <a:ln w="936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223269" name="Text Box 36">
              <a:extLst>
                <a:ext uri="{FF2B5EF4-FFF2-40B4-BE49-F238E27FC236}">
                  <a16:creationId xmlns:a16="http://schemas.microsoft.com/office/drawing/2014/main" id="{F2F54C26-AC0A-30A8-7616-2DB1313A6D6F}"/>
                </a:ext>
              </a:extLst>
            </p:cNvPr>
            <p:cNvSpPr txBox="1">
              <a:spLocks noChangeArrowheads="1"/>
            </p:cNvSpPr>
            <p:nvPr/>
          </p:nvSpPr>
          <p:spPr bwMode="auto">
            <a:xfrm>
              <a:off x="777" y="3423"/>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255</a:t>
              </a:r>
            </a:p>
          </p:txBody>
        </p:sp>
        <p:sp>
          <p:nvSpPr>
            <p:cNvPr id="223270" name="Text Box 37">
              <a:extLst>
                <a:ext uri="{FF2B5EF4-FFF2-40B4-BE49-F238E27FC236}">
                  <a16:creationId xmlns:a16="http://schemas.microsoft.com/office/drawing/2014/main" id="{D4941CA5-CD75-DAF7-53A6-0C4B6267B21A}"/>
                </a:ext>
              </a:extLst>
            </p:cNvPr>
            <p:cNvSpPr txBox="1">
              <a:spLocks noChangeArrowheads="1"/>
            </p:cNvSpPr>
            <p:nvPr/>
          </p:nvSpPr>
          <p:spPr bwMode="auto">
            <a:xfrm>
              <a:off x="1457" y="3423"/>
              <a:ext cx="678" cy="3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255</a:t>
              </a:r>
            </a:p>
          </p:txBody>
        </p:sp>
        <p:sp>
          <p:nvSpPr>
            <p:cNvPr id="223271" name="Text Box 38">
              <a:extLst>
                <a:ext uri="{FF2B5EF4-FFF2-40B4-BE49-F238E27FC236}">
                  <a16:creationId xmlns:a16="http://schemas.microsoft.com/office/drawing/2014/main" id="{56ED0DF0-7267-FC5B-6EB8-E1AD6A21838A}"/>
                </a:ext>
              </a:extLst>
            </p:cNvPr>
            <p:cNvSpPr txBox="1">
              <a:spLocks noChangeArrowheads="1"/>
            </p:cNvSpPr>
            <p:nvPr/>
          </p:nvSpPr>
          <p:spPr bwMode="auto">
            <a:xfrm>
              <a:off x="2136" y="3423"/>
              <a:ext cx="797" cy="320"/>
            </a:xfrm>
            <a:prstGeom prst="rect">
              <a:avLst/>
            </a:prstGeom>
            <a:solidFill>
              <a:srgbClr val="DDD8C2"/>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248</a:t>
              </a:r>
            </a:p>
          </p:txBody>
        </p:sp>
        <p:sp>
          <p:nvSpPr>
            <p:cNvPr id="223272" name="Text Box 39">
              <a:extLst>
                <a:ext uri="{FF2B5EF4-FFF2-40B4-BE49-F238E27FC236}">
                  <a16:creationId xmlns:a16="http://schemas.microsoft.com/office/drawing/2014/main" id="{1922B03F-A74F-1DAA-256E-D8705B28D069}"/>
                </a:ext>
              </a:extLst>
            </p:cNvPr>
            <p:cNvSpPr txBox="1">
              <a:spLocks noChangeArrowheads="1"/>
            </p:cNvSpPr>
            <p:nvPr/>
          </p:nvSpPr>
          <p:spPr bwMode="auto">
            <a:xfrm>
              <a:off x="2934" y="3423"/>
              <a:ext cx="678" cy="320"/>
            </a:xfrm>
            <a:prstGeom prst="rect">
              <a:avLst/>
            </a:prstGeom>
            <a:solidFill>
              <a:srgbClr val="D99594"/>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Times New Roman" panose="02020603050405020304" pitchFamily="18" charset="0"/>
                </a:rPr>
                <a:t>0</a:t>
              </a:r>
            </a:p>
          </p:txBody>
        </p:sp>
        <p:sp>
          <p:nvSpPr>
            <p:cNvPr id="223273" name="Text Box 40">
              <a:extLst>
                <a:ext uri="{FF2B5EF4-FFF2-40B4-BE49-F238E27FC236}">
                  <a16:creationId xmlns:a16="http://schemas.microsoft.com/office/drawing/2014/main" id="{FB38EAE8-B9FB-3425-20C8-3393F46EE318}"/>
                </a:ext>
              </a:extLst>
            </p:cNvPr>
            <p:cNvSpPr txBox="1">
              <a:spLocks noChangeArrowheads="1"/>
            </p:cNvSpPr>
            <p:nvPr/>
          </p:nvSpPr>
          <p:spPr bwMode="auto">
            <a:xfrm>
              <a:off x="3725" y="1879"/>
              <a:ext cx="1469" cy="320"/>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600">
                  <a:solidFill>
                    <a:srgbClr val="000000"/>
                  </a:solidFill>
                  <a:latin typeface="Calibri" panose="020F0502020204030204" pitchFamily="34" charset="0"/>
                </a:rPr>
                <a:t>Subnetted Class B network 154.71.0.0</a:t>
              </a:r>
            </a:p>
          </p:txBody>
        </p:sp>
        <p:sp>
          <p:nvSpPr>
            <p:cNvPr id="223274" name="Text Box 41">
              <a:extLst>
                <a:ext uri="{FF2B5EF4-FFF2-40B4-BE49-F238E27FC236}">
                  <a16:creationId xmlns:a16="http://schemas.microsoft.com/office/drawing/2014/main" id="{EA003457-773E-6F9B-4EDB-0EC27691EDFC}"/>
                </a:ext>
              </a:extLst>
            </p:cNvPr>
            <p:cNvSpPr txBox="1">
              <a:spLocks noChangeArrowheads="1"/>
            </p:cNvSpPr>
            <p:nvPr/>
          </p:nvSpPr>
          <p:spPr bwMode="auto">
            <a:xfrm>
              <a:off x="3778" y="2651"/>
              <a:ext cx="1693" cy="320"/>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200">
                  <a:solidFill>
                    <a:srgbClr val="000000"/>
                  </a:solidFill>
                  <a:latin typeface="Calibri" panose="020F0502020204030204" pitchFamily="34" charset="0"/>
                </a:rPr>
                <a:t>1 inserted for each network ID bit and subnet ID bit, 0 for each host ID bit</a:t>
              </a:r>
            </a:p>
          </p:txBody>
        </p:sp>
        <p:sp>
          <p:nvSpPr>
            <p:cNvPr id="223275" name="Text Box 42">
              <a:extLst>
                <a:ext uri="{FF2B5EF4-FFF2-40B4-BE49-F238E27FC236}">
                  <a16:creationId xmlns:a16="http://schemas.microsoft.com/office/drawing/2014/main" id="{FAE7861F-43EB-CBC7-C051-AF3B79F198E7}"/>
                </a:ext>
              </a:extLst>
            </p:cNvPr>
            <p:cNvSpPr txBox="1">
              <a:spLocks noChangeArrowheads="1"/>
            </p:cNvSpPr>
            <p:nvPr/>
          </p:nvSpPr>
          <p:spPr bwMode="auto">
            <a:xfrm>
              <a:off x="3778" y="3423"/>
              <a:ext cx="1469" cy="320"/>
            </a:xfrm>
            <a:prstGeom prst="rect">
              <a:avLst/>
            </a:prstGeom>
            <a:solidFill>
              <a:srgbClr val="FFFFFF"/>
            </a:solidFill>
            <a:ln w="9360" cap="sq">
              <a:solidFill>
                <a:srgbClr val="FFFF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spcAft>
                  <a:spcPts val="1000"/>
                </a:spcAft>
                <a:buClrTx/>
                <a:buSzPct val="60000"/>
                <a:buFontTx/>
                <a:buNone/>
              </a:pPr>
              <a:r>
                <a:rPr lang="en-US" altLang="en-US" sz="1200">
                  <a:solidFill>
                    <a:srgbClr val="000000"/>
                  </a:solidFill>
                  <a:latin typeface="Calibri" panose="020F0502020204030204" pitchFamily="34" charset="0"/>
                </a:rPr>
                <a:t>Binary subnet mask converted into decimal format</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Text Box 1">
            <a:extLst>
              <a:ext uri="{FF2B5EF4-FFF2-40B4-BE49-F238E27FC236}">
                <a16:creationId xmlns:a16="http://schemas.microsoft.com/office/drawing/2014/main" id="{D8A54304-A676-65CE-765E-3B6A8A80E48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25283" name="Text Box 2">
            <a:extLst>
              <a:ext uri="{FF2B5EF4-FFF2-40B4-BE49-F238E27FC236}">
                <a16:creationId xmlns:a16="http://schemas.microsoft.com/office/drawing/2014/main" id="{8A98A0A1-17B5-466C-6D78-C4B1D7AF841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BBA7974-4710-44B0-8BF2-39BDBEE350F6}" type="slidenum">
              <a:rPr lang="en-US" altLang="en-US" sz="1400">
                <a:solidFill>
                  <a:srgbClr val="000000"/>
                </a:solidFill>
              </a:rPr>
              <a:pPr algn="r" eaLnBrk="1" hangingPunct="1">
                <a:buClrTx/>
                <a:buSzPct val="60000"/>
                <a:buFontTx/>
                <a:buNone/>
              </a:pPr>
              <a:t>106</a:t>
            </a:fld>
            <a:endParaRPr lang="en-US" altLang="en-US" sz="1400">
              <a:solidFill>
                <a:srgbClr val="000000"/>
              </a:solidFill>
            </a:endParaRPr>
          </a:p>
        </p:txBody>
      </p:sp>
      <p:sp>
        <p:nvSpPr>
          <p:cNvPr id="225284" name="Text Box 3">
            <a:extLst>
              <a:ext uri="{FF2B5EF4-FFF2-40B4-BE49-F238E27FC236}">
                <a16:creationId xmlns:a16="http://schemas.microsoft.com/office/drawing/2014/main" id="{C71BAA5D-DBD6-5659-EC87-A19D3975A7F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Explanation of the Diagram</a:t>
            </a:r>
          </a:p>
        </p:txBody>
      </p:sp>
      <p:sp>
        <p:nvSpPr>
          <p:cNvPr id="225285" name="Text Box 4">
            <a:extLst>
              <a:ext uri="{FF2B5EF4-FFF2-40B4-BE49-F238E27FC236}">
                <a16:creationId xmlns:a16="http://schemas.microsoft.com/office/drawing/2014/main" id="{C20CA3DA-9022-CC44-72EB-F3D45D31C0A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A subnet mask is a 32-bit number</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To compute subnet mask:</a:t>
            </a:r>
          </a:p>
          <a:p>
            <a:pPr lvl="1" eaLnBrk="1" hangingPunct="1">
              <a:lnSpc>
                <a:spcPct val="90000"/>
              </a:lnSpc>
              <a:spcBef>
                <a:spcPts val="500"/>
              </a:spcBef>
              <a:buClr>
                <a:srgbClr val="FF0000"/>
              </a:buClr>
              <a:buSzPct val="55000"/>
              <a:buFont typeface="Tahoma" panose="020B0604030504040204" pitchFamily="34" charset="0"/>
              <a:buAutoNum type="arabicPeriod"/>
            </a:pPr>
            <a:r>
              <a:rPr lang="en-US" altLang="en-US" sz="2000">
                <a:solidFill>
                  <a:srgbClr val="000000"/>
                </a:solidFill>
              </a:rPr>
              <a:t>Determine default mask appropriate for that class  (e.g. for class B, default subnet mask is 255.255.0.0, or 11111111 11111111 00000000 00000000).</a:t>
            </a:r>
          </a:p>
          <a:p>
            <a:pPr lvl="1" eaLnBrk="1" hangingPunct="1">
              <a:lnSpc>
                <a:spcPct val="90000"/>
              </a:lnSpc>
              <a:spcBef>
                <a:spcPts val="500"/>
              </a:spcBef>
              <a:buClr>
                <a:srgbClr val="FF0000"/>
              </a:buClr>
              <a:buSzPct val="55000"/>
              <a:buFont typeface="Tahoma" panose="020B0604030504040204" pitchFamily="34" charset="0"/>
              <a:buAutoNum type="arabicPeriod"/>
            </a:pPr>
            <a:r>
              <a:rPr lang="en-US" altLang="en-US" sz="2000">
                <a:solidFill>
                  <a:srgbClr val="000000"/>
                </a:solidFill>
              </a:rPr>
              <a:t>Change leftmost zeroes to ones for subnet bits. For example, if we use 5 bits for subnet ID, the custom subnet mask looks as 11111111 11111111 </a:t>
            </a:r>
            <a:r>
              <a:rPr lang="en-US" altLang="en-US" sz="2000" b="1" u="sng">
                <a:solidFill>
                  <a:srgbClr val="000000"/>
                </a:solidFill>
              </a:rPr>
              <a:t>11111</a:t>
            </a:r>
            <a:r>
              <a:rPr lang="en-US" altLang="en-US" sz="2000">
                <a:solidFill>
                  <a:srgbClr val="000000"/>
                </a:solidFill>
              </a:rPr>
              <a:t>000 00000000)</a:t>
            </a:r>
          </a:p>
          <a:p>
            <a:pPr lvl="1" eaLnBrk="1" hangingPunct="1">
              <a:lnSpc>
                <a:spcPct val="90000"/>
              </a:lnSpc>
              <a:spcBef>
                <a:spcPts val="500"/>
              </a:spcBef>
              <a:buClr>
                <a:srgbClr val="FF0000"/>
              </a:buClr>
              <a:buSzPct val="55000"/>
              <a:buFont typeface="Tahoma" panose="020B0604030504040204" pitchFamily="34" charset="0"/>
              <a:buAutoNum type="arabicPeriod"/>
            </a:pPr>
            <a:r>
              <a:rPr lang="en-US" altLang="en-US" sz="2000">
                <a:solidFill>
                  <a:srgbClr val="000000"/>
                </a:solidFill>
              </a:rPr>
              <a:t>Covert it into decimal i.e. 255.255.248.0.</a:t>
            </a:r>
          </a:p>
          <a:p>
            <a:pPr lvl="1" eaLnBrk="1" hangingPunct="1">
              <a:lnSpc>
                <a:spcPct val="90000"/>
              </a:lnSpc>
              <a:spcBef>
                <a:spcPts val="500"/>
              </a:spcBef>
              <a:buClr>
                <a:srgbClr val="FF0000"/>
              </a:buClr>
              <a:buSzPct val="55000"/>
              <a:buFont typeface="Tahoma" panose="020B0604030504040204" pitchFamily="34" charset="0"/>
              <a:buAutoNum type="arabicPeriod"/>
            </a:pPr>
            <a:r>
              <a:rPr lang="en-US" altLang="en-US" sz="2000">
                <a:solidFill>
                  <a:srgbClr val="000000"/>
                </a:solidFill>
              </a:rPr>
              <a:t>We can also express the subnet mask with a slash notation, e.g. 255.255.248.0/21. This is because there are 21 1s followed by remaining 11 0s.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7D5FB-1DA2-2631-EAC7-E77C2F2664F2}"/>
              </a:ext>
            </a:extLst>
          </p:cNvPr>
          <p:cNvSpPr>
            <a:spLocks noGrp="1"/>
          </p:cNvSpPr>
          <p:nvPr>
            <p:ph type="title"/>
          </p:nvPr>
        </p:nvSpPr>
        <p:spPr/>
        <p:txBody>
          <a:bodyPr/>
          <a:lstStyle/>
          <a:p>
            <a:r>
              <a:rPr lang="en-IN" dirty="0"/>
              <a:t>Subnetting: Practical Guide</a:t>
            </a:r>
          </a:p>
        </p:txBody>
      </p:sp>
      <p:sp>
        <p:nvSpPr>
          <p:cNvPr id="3" name="Text Placeholder 2">
            <a:extLst>
              <a:ext uri="{FF2B5EF4-FFF2-40B4-BE49-F238E27FC236}">
                <a16:creationId xmlns:a16="http://schemas.microsoft.com/office/drawing/2014/main" id="{E3406FE5-08E3-C278-5D7F-2331A332944B}"/>
              </a:ext>
            </a:extLst>
          </p:cNvPr>
          <p:cNvSpPr>
            <a:spLocks noGrp="1"/>
          </p:cNvSpPr>
          <p:nvPr>
            <p:ph type="body" idx="1"/>
          </p:nvPr>
        </p:nvSpPr>
        <p:spPr/>
        <p:txBody>
          <a:bodyPr/>
          <a:lstStyle/>
          <a:p>
            <a:endParaRPr lang="en-IN"/>
          </a:p>
        </p:txBody>
      </p:sp>
    </p:spTree>
    <p:extLst>
      <p:ext uri="{BB962C8B-B14F-4D97-AF65-F5344CB8AC3E}">
        <p14:creationId xmlns:p14="http://schemas.microsoft.com/office/powerpoint/2010/main" val="90417279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1: Requirements Analysis – Find answers to these questions</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a:bodyPr>
          <a:lstStyle/>
          <a:p>
            <a:pPr algn="l"/>
            <a:r>
              <a:rPr lang="en-US" sz="2400" b="0" i="0" dirty="0">
                <a:solidFill>
                  <a:srgbClr val="000000"/>
                </a:solidFill>
                <a:effectLst/>
              </a:rPr>
              <a:t>What class is our IP address block?</a:t>
            </a:r>
          </a:p>
          <a:p>
            <a:pPr algn="l"/>
            <a:r>
              <a:rPr lang="en-US" sz="2400" b="0" i="0" dirty="0">
                <a:solidFill>
                  <a:srgbClr val="000000"/>
                </a:solidFill>
                <a:effectLst/>
              </a:rPr>
              <a:t>How many physical subnets are on the network today? (A “physical subnet” generally refers to a broadcast domain on a LAN; a set of hosts on a physical network bounded by routers.)</a:t>
            </a:r>
            <a:endParaRPr lang="en-US" sz="2400" dirty="0">
              <a:solidFill>
                <a:srgbClr val="000000"/>
              </a:solidFill>
            </a:endParaRPr>
          </a:p>
          <a:p>
            <a:pPr algn="l"/>
            <a:r>
              <a:rPr lang="en-US" sz="2400" b="0" i="0" dirty="0">
                <a:solidFill>
                  <a:srgbClr val="000000"/>
                </a:solidFill>
                <a:effectLst/>
              </a:rPr>
              <a:t>Do we anticipate adding any more physical networks in the near future, and if so, how many?</a:t>
            </a:r>
          </a:p>
          <a:p>
            <a:pPr algn="l"/>
            <a:r>
              <a:rPr lang="en-US" sz="2400" b="0" i="0" dirty="0">
                <a:solidFill>
                  <a:srgbClr val="000000"/>
                </a:solidFill>
                <a:effectLst/>
              </a:rPr>
              <a:t>How many hosts do we have in the largest of our subnets today?</a:t>
            </a:r>
          </a:p>
          <a:p>
            <a:pPr algn="l"/>
            <a:r>
              <a:rPr lang="en-US" sz="2400" b="0" i="0" dirty="0">
                <a:solidFill>
                  <a:srgbClr val="000000"/>
                </a:solidFill>
                <a:effectLst/>
              </a:rPr>
              <a:t>How many hosts do we anticipate having in the largest subnet in the near future?</a:t>
            </a:r>
          </a:p>
        </p:txBody>
      </p:sp>
    </p:spTree>
    <p:extLst>
      <p:ext uri="{BB962C8B-B14F-4D97-AF65-F5344CB8AC3E}">
        <p14:creationId xmlns:p14="http://schemas.microsoft.com/office/powerpoint/2010/main" val="212506989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2: Requirements Analysis – Find answers to these questions</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lnSpcReduction="10000"/>
          </a:bodyPr>
          <a:lstStyle/>
          <a:p>
            <a:pPr algn="l"/>
            <a:r>
              <a:rPr lang="en-US" sz="2400" b="0" i="0" dirty="0">
                <a:solidFill>
                  <a:srgbClr val="000000"/>
                </a:solidFill>
                <a:effectLst/>
              </a:rPr>
              <a:t>Now we should know the two critical parameters: The number of subnets required for the network, and The maximum number of hosts per subnetwork. Now we need to divide the 8, 16 or 24 bits in the “classful” host ID into subnet ID and host ID.</a:t>
            </a:r>
          </a:p>
          <a:p>
            <a:pPr algn="l"/>
            <a:r>
              <a:rPr lang="en-US" sz="2400" b="0" i="0" dirty="0">
                <a:solidFill>
                  <a:srgbClr val="000000"/>
                </a:solidFill>
                <a:effectLst/>
              </a:rPr>
              <a:t>How many bits to “steal” from the host ID to use for the subnet ID? </a:t>
            </a:r>
          </a:p>
          <a:p>
            <a:pPr lvl="1"/>
            <a:r>
              <a:rPr lang="en-US" sz="2000" b="0" i="0" dirty="0">
                <a:solidFill>
                  <a:srgbClr val="000000"/>
                </a:solidFill>
                <a:effectLst/>
              </a:rPr>
              <a:t>Each bit taken from the host ID for the subnet ID doubles the number of subnets that are possible in the network.</a:t>
            </a:r>
          </a:p>
          <a:p>
            <a:pPr lvl="1"/>
            <a:r>
              <a:rPr lang="en-US" sz="2000" b="0" i="0" dirty="0">
                <a:solidFill>
                  <a:srgbClr val="000000"/>
                </a:solidFill>
                <a:effectLst/>
              </a:rPr>
              <a:t>Each bit taken from the host ID for the subnet ID (approximately) halves the number of hosts that are possible within each subnet on the network.</a:t>
            </a:r>
          </a:p>
          <a:p>
            <a:pPr algn="l"/>
            <a:r>
              <a:rPr lang="en-US" sz="2400" b="0" i="0" dirty="0">
                <a:solidFill>
                  <a:srgbClr val="000000"/>
                </a:solidFill>
                <a:effectLst/>
              </a:rPr>
              <a:t>There are six possible ways this decision can be made for a Class C network (see figure on the next slide).</a:t>
            </a:r>
          </a:p>
        </p:txBody>
      </p:sp>
    </p:spTree>
    <p:extLst>
      <p:ext uri="{BB962C8B-B14F-4D97-AF65-F5344CB8AC3E}">
        <p14:creationId xmlns:p14="http://schemas.microsoft.com/office/powerpoint/2010/main" val="166488744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Choices for a class C network</a:t>
            </a:r>
          </a:p>
        </p:txBody>
      </p:sp>
      <p:pic>
        <p:nvPicPr>
          <p:cNvPr id="3" name="Content Placeholder 2">
            <a:extLst>
              <a:ext uri="{FF2B5EF4-FFF2-40B4-BE49-F238E27FC236}">
                <a16:creationId xmlns:a16="http://schemas.microsoft.com/office/drawing/2014/main" id="{216C0B91-AAAE-4AC3-6736-3A45706B0C23}"/>
              </a:ext>
            </a:extLst>
          </p:cNvPr>
          <p:cNvPicPr>
            <a:picLocks noGrp="1" noChangeAspect="1"/>
          </p:cNvPicPr>
          <p:nvPr>
            <p:ph idx="1"/>
          </p:nvPr>
        </p:nvPicPr>
        <p:blipFill>
          <a:blip r:embed="rId2"/>
          <a:stretch>
            <a:fillRect/>
          </a:stretch>
        </p:blipFill>
        <p:spPr>
          <a:xfrm>
            <a:off x="395536" y="1556792"/>
            <a:ext cx="7780950" cy="3744416"/>
          </a:xfrm>
        </p:spPr>
      </p:pic>
    </p:spTree>
    <p:extLst>
      <p:ext uri="{BB962C8B-B14F-4D97-AF65-F5344CB8AC3E}">
        <p14:creationId xmlns:p14="http://schemas.microsoft.com/office/powerpoint/2010/main" val="168388657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Important points</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fontScale="92500"/>
          </a:bodyPr>
          <a:lstStyle/>
          <a:p>
            <a:pPr algn="l"/>
            <a:r>
              <a:rPr lang="en-US" sz="2400" b="0" i="0" dirty="0">
                <a:solidFill>
                  <a:srgbClr val="000000"/>
                </a:solidFill>
                <a:effectLst/>
              </a:rPr>
              <a:t>The relationship between the bits and the number of subnets and hosts is as follows:</a:t>
            </a:r>
          </a:p>
          <a:p>
            <a:pPr lvl="1"/>
            <a:r>
              <a:rPr lang="en-US" sz="2000" b="0" i="0" dirty="0">
                <a:solidFill>
                  <a:srgbClr val="000000"/>
                </a:solidFill>
                <a:effectLst/>
              </a:rPr>
              <a:t>The number of subnets allowed in the network is two to the power of the number of subnet ID bits.</a:t>
            </a:r>
            <a:endParaRPr lang="en-US" sz="2400" b="0" i="0" dirty="0">
              <a:solidFill>
                <a:srgbClr val="000000"/>
              </a:solidFill>
              <a:effectLst/>
            </a:endParaRPr>
          </a:p>
          <a:p>
            <a:pPr lvl="1"/>
            <a:r>
              <a:rPr lang="en-US" sz="2000" b="0" i="0" dirty="0">
                <a:solidFill>
                  <a:srgbClr val="000000"/>
                </a:solidFill>
                <a:effectLst/>
              </a:rPr>
              <a:t>The number of hosts allowed per subnet is two to the power of the number of host ID bits, less two.</a:t>
            </a:r>
          </a:p>
          <a:p>
            <a:pPr algn="l"/>
            <a:r>
              <a:rPr lang="en-US" sz="2400" b="0" i="0" dirty="0">
                <a:solidFill>
                  <a:srgbClr val="000000"/>
                </a:solidFill>
                <a:effectLst/>
              </a:rPr>
              <a:t>Now, to choose how many bits to use for the subnet we could use trial and error. That is, we could try to first calculate the number of subnets and hosts when we use one bit for the subnet ID and leave the rest for the host ID. We could then try with two bits for the subnet ID, and then try with three and so on. </a:t>
            </a:r>
          </a:p>
          <a:p>
            <a:pPr algn="l"/>
            <a:r>
              <a:rPr lang="en-US" sz="2400" b="0" i="0" dirty="0">
                <a:solidFill>
                  <a:srgbClr val="000000"/>
                </a:solidFill>
                <a:effectLst/>
              </a:rPr>
              <a:t>This would be time consuming. There's an easier method: we can use the subnetting summary tables.</a:t>
            </a:r>
          </a:p>
        </p:txBody>
      </p:sp>
    </p:spTree>
    <p:extLst>
      <p:ext uri="{BB962C8B-B14F-4D97-AF65-F5344CB8AC3E}">
        <p14:creationId xmlns:p14="http://schemas.microsoft.com/office/powerpoint/2010/main" val="340934707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3: Determining the custom subnet mask (Diagram follows)</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fontScale="70000" lnSpcReduction="20000"/>
          </a:bodyPr>
          <a:lstStyle/>
          <a:p>
            <a:pPr algn="l"/>
            <a:r>
              <a:rPr lang="en-US" sz="2400" b="1" i="0" dirty="0">
                <a:solidFill>
                  <a:srgbClr val="000000"/>
                </a:solidFill>
                <a:effectLst/>
              </a:rPr>
              <a:t>Determine Default Subnet Mask</a:t>
            </a:r>
            <a:r>
              <a:rPr lang="en-US" sz="2400" b="0" i="0" dirty="0">
                <a:solidFill>
                  <a:srgbClr val="000000"/>
                </a:solidFill>
                <a:effectLst/>
              </a:rPr>
              <a:t>: Each of Classes A, B and C has a default subnet mask, which is the subnet mask for the network prior to subnetting. It has a 1 for each network ID bit and a 0 for each host ID bit. For Class C, the subnet mask is 255.255.255.0. In binary, this is:</a:t>
            </a:r>
          </a:p>
          <a:p>
            <a:pPr marL="0" indent="0" algn="l">
              <a:buNone/>
            </a:pPr>
            <a:r>
              <a:rPr lang="en-US" sz="2400" b="0" i="0" dirty="0">
                <a:solidFill>
                  <a:srgbClr val="000000"/>
                </a:solidFill>
                <a:effectLst/>
              </a:rPr>
              <a:t>	11111111 11111111 11111111 00000000</a:t>
            </a:r>
          </a:p>
          <a:p>
            <a:pPr algn="l"/>
            <a:r>
              <a:rPr lang="en-US" sz="2400" b="1" i="0" dirty="0">
                <a:solidFill>
                  <a:srgbClr val="000000"/>
                </a:solidFill>
                <a:effectLst/>
              </a:rPr>
              <a:t>Change Left-Most Zeroes To Ones For Subnet Bits</a:t>
            </a:r>
            <a:r>
              <a:rPr lang="en-US" sz="2400" b="0" i="0" dirty="0">
                <a:solidFill>
                  <a:srgbClr val="000000"/>
                </a:solidFill>
                <a:effectLst/>
              </a:rPr>
              <a:t>: We have decided to use 3 bits for the subnet ID. The subnet mask has to have a 1 for each of the network ID or subnet ID bits. The network ID bits are already 1 from the default subnet mask, so, we change the 3 left-most 0 bits in the default subnet mask from a 0 to 1, shown highlighted below. This results in the following custom subnet mask for our network:</a:t>
            </a:r>
          </a:p>
          <a:p>
            <a:pPr marL="0" indent="0" algn="l">
              <a:buNone/>
            </a:pPr>
            <a:r>
              <a:rPr lang="en-US" sz="2400" b="0" i="0" dirty="0">
                <a:solidFill>
                  <a:srgbClr val="000000"/>
                </a:solidFill>
                <a:effectLst/>
              </a:rPr>
              <a:t>	11111111 11111111 11111111 11100000</a:t>
            </a:r>
          </a:p>
          <a:p>
            <a:pPr algn="l"/>
            <a:r>
              <a:rPr lang="en-US" sz="2400" b="1" i="0" dirty="0">
                <a:solidFill>
                  <a:srgbClr val="000000"/>
                </a:solidFill>
                <a:effectLst/>
              </a:rPr>
              <a:t>Convert Subnet Mask To Dotted Decimal Notation</a:t>
            </a:r>
            <a:r>
              <a:rPr lang="en-US" sz="2400" b="0" i="0" dirty="0">
                <a:solidFill>
                  <a:srgbClr val="000000"/>
                </a:solidFill>
                <a:effectLst/>
              </a:rPr>
              <a:t>: We take each of the octets in the subnet mask and convert it to decimal. The result is our custom subnet mask in the form we usually see it: 255.255.255.224.</a:t>
            </a:r>
          </a:p>
          <a:p>
            <a:pPr algn="l"/>
            <a:endParaRPr lang="en-US" sz="2400" b="0" i="0" dirty="0">
              <a:solidFill>
                <a:srgbClr val="000000"/>
              </a:solidFill>
              <a:effectLst/>
            </a:endParaRPr>
          </a:p>
          <a:p>
            <a:pPr algn="l"/>
            <a:r>
              <a:rPr lang="en-US" sz="2400" b="1" i="0" dirty="0">
                <a:solidFill>
                  <a:srgbClr val="000000"/>
                </a:solidFill>
                <a:effectLst/>
              </a:rPr>
              <a:t>Express Subnet Mask In “Slash Notation”</a:t>
            </a:r>
            <a:r>
              <a:rPr lang="en-US" sz="2400" b="0" i="0" dirty="0">
                <a:solidFill>
                  <a:srgbClr val="000000"/>
                </a:solidFill>
                <a:effectLst/>
              </a:rPr>
              <a:t>: Alternately, we can express the subnet mask in “slash notation”. This is just a slash followed by the number of ones in the subnet mask. 255.255.255.224 is equivalent to “/27”.</a:t>
            </a:r>
          </a:p>
        </p:txBody>
      </p:sp>
    </p:spTree>
    <p:extLst>
      <p:ext uri="{BB962C8B-B14F-4D97-AF65-F5344CB8AC3E}">
        <p14:creationId xmlns:p14="http://schemas.microsoft.com/office/powerpoint/2010/main" val="216022720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3: Determining the custom subnet mask</a:t>
            </a:r>
          </a:p>
        </p:txBody>
      </p:sp>
      <p:pic>
        <p:nvPicPr>
          <p:cNvPr id="3" name="Content Placeholder 2">
            <a:extLst>
              <a:ext uri="{FF2B5EF4-FFF2-40B4-BE49-F238E27FC236}">
                <a16:creationId xmlns:a16="http://schemas.microsoft.com/office/drawing/2014/main" id="{FB9FBFB5-DD02-CD2C-90E8-8DE0E03D067B}"/>
              </a:ext>
            </a:extLst>
          </p:cNvPr>
          <p:cNvPicPr>
            <a:picLocks noGrp="1" noChangeAspect="1"/>
          </p:cNvPicPr>
          <p:nvPr>
            <p:ph idx="1"/>
          </p:nvPr>
        </p:nvPicPr>
        <p:blipFill>
          <a:blip r:embed="rId2"/>
          <a:stretch>
            <a:fillRect/>
          </a:stretch>
        </p:blipFill>
        <p:spPr>
          <a:xfrm>
            <a:off x="539552" y="1690689"/>
            <a:ext cx="8280920" cy="5002385"/>
          </a:xfrm>
        </p:spPr>
      </p:pic>
    </p:spTree>
    <p:extLst>
      <p:ext uri="{BB962C8B-B14F-4D97-AF65-F5344CB8AC3E}">
        <p14:creationId xmlns:p14="http://schemas.microsoft.com/office/powerpoint/2010/main" val="38264760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4: Determining subnet identifiers and addresses</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fontScale="85000" lnSpcReduction="20000"/>
          </a:bodyPr>
          <a:lstStyle/>
          <a:p>
            <a:pPr algn="l"/>
            <a:r>
              <a:rPr lang="en-US" sz="2400" b="0" i="0" dirty="0">
                <a:solidFill>
                  <a:srgbClr val="000000"/>
                </a:solidFill>
                <a:effectLst/>
              </a:rPr>
              <a:t>The network ID assigned to our network applies to the entire network. This includes all subnets and all hosts in all subnets. Each subnet, however, needs to be identified with a unique subnet identifier or subnet ID, so it can be differentiated from the other subnets in the network. This is of course the purpose of the subnet ID bits that we took from the host ID bits in subnetting. After we have identified each subnet we need to determine the address of each subnet, so we can use this in assigning hosts specific IP addresses.</a:t>
            </a:r>
          </a:p>
          <a:p>
            <a:pPr algn="l"/>
            <a:r>
              <a:rPr lang="en-US" sz="2400" b="0" i="0" dirty="0">
                <a:solidFill>
                  <a:srgbClr val="000000"/>
                </a:solidFill>
                <a:effectLst/>
              </a:rPr>
              <a:t>We determine the subnet IDs and addresses as follows</a:t>
            </a:r>
          </a:p>
          <a:p>
            <a:pPr lvl="1"/>
            <a:r>
              <a:rPr lang="en-US" sz="2000" b="1" i="0" dirty="0">
                <a:solidFill>
                  <a:srgbClr val="000000"/>
                </a:solidFill>
                <a:effectLst/>
              </a:rPr>
              <a:t>Subnet ID</a:t>
            </a:r>
            <a:r>
              <a:rPr lang="en-US" sz="2000" b="0" i="0" dirty="0">
                <a:solidFill>
                  <a:srgbClr val="000000"/>
                </a:solidFill>
                <a:effectLst/>
              </a:rPr>
              <a:t>: This is just the subnet number, and can be expressed in either binary or decimal form.</a:t>
            </a:r>
          </a:p>
          <a:p>
            <a:pPr lvl="1"/>
            <a:r>
              <a:rPr lang="en-US" sz="2000" b="1" i="0" dirty="0">
                <a:solidFill>
                  <a:srgbClr val="000000"/>
                </a:solidFill>
                <a:effectLst/>
              </a:rPr>
              <a:t>Subnet Address</a:t>
            </a:r>
            <a:r>
              <a:rPr lang="en-US" sz="2000" b="0" i="0" dirty="0">
                <a:solidFill>
                  <a:srgbClr val="000000"/>
                </a:solidFill>
                <a:effectLst/>
              </a:rPr>
              <a:t>: This is the address formed by taking the address of the network as a whole, and substituting the (binary) subnet ID in for the subnet ID bits. We need to do this in binary, but only for the octets where there are subnet ID bits; the ones where there are only network ID bits or only host ID bits are left alone.</a:t>
            </a:r>
          </a:p>
          <a:p>
            <a:pPr algn="l"/>
            <a:r>
              <a:rPr lang="en-US" sz="2400" b="0" i="0" dirty="0">
                <a:solidFill>
                  <a:srgbClr val="000000"/>
                </a:solidFill>
                <a:effectLst/>
              </a:rPr>
              <a:t>Seem complicated? Let's go back to our examples and we’ll see that it’s really not.</a:t>
            </a:r>
          </a:p>
        </p:txBody>
      </p:sp>
    </p:spTree>
    <p:extLst>
      <p:ext uri="{BB962C8B-B14F-4D97-AF65-F5344CB8AC3E}">
        <p14:creationId xmlns:p14="http://schemas.microsoft.com/office/powerpoint/2010/main" val="65494969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5: Determining host addresses for each subnet</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fontScale="92500"/>
          </a:bodyPr>
          <a:lstStyle/>
          <a:p>
            <a:pPr algn="l"/>
            <a:r>
              <a:rPr lang="en-US" b="0" i="0" dirty="0">
                <a:solidFill>
                  <a:srgbClr val="000000"/>
                </a:solidFill>
                <a:effectLst/>
              </a:rPr>
              <a:t>Once we know the addresses of each of the subnets in our network, we use these addresses as the basis for assigning IP addresses to the individual hosts in each subnet. We start by associating a subnet base address with each physical network. We then sequentially assign hosts particular IP addresses within the subnet.</a:t>
            </a:r>
          </a:p>
          <a:p>
            <a:pPr algn="l"/>
            <a:r>
              <a:rPr lang="en-US" b="0" i="0" dirty="0">
                <a:solidFill>
                  <a:srgbClr val="000000"/>
                </a:solidFill>
                <a:effectLst/>
              </a:rPr>
              <a:t>Determining host addresses is really quite simple, once we know the subnet address. All we do is substitute the numbers 1, 2, 3… and so on for the host ID bits in the subnet address. We must do this in binary of course, and then convert the address to decimal form.</a:t>
            </a:r>
          </a:p>
        </p:txBody>
      </p:sp>
    </p:spTree>
    <p:extLst>
      <p:ext uri="{BB962C8B-B14F-4D97-AF65-F5344CB8AC3E}">
        <p14:creationId xmlns:p14="http://schemas.microsoft.com/office/powerpoint/2010/main" val="294563629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5: Determining host addresses for each subnet</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a:bodyPr>
          <a:lstStyle/>
          <a:p>
            <a:pPr algn="l"/>
            <a:r>
              <a:rPr lang="en-US" b="0" i="0" dirty="0">
                <a:solidFill>
                  <a:srgbClr val="000000"/>
                </a:solidFill>
                <a:effectLst/>
              </a:rPr>
              <a:t>Let's start with our Class C example again, 211.77.20.0, which we divided into 8 subnets using 3 subnet bits. Here's how the address appears with the subnet bits shown highlighted, and the host ID bits shown highlighted and underlined.:</a:t>
            </a:r>
          </a:p>
          <a:p>
            <a:pPr marL="0" indent="0" algn="l">
              <a:buNone/>
            </a:pPr>
            <a:r>
              <a:rPr lang="en-US" b="0" i="0" dirty="0">
                <a:solidFill>
                  <a:srgbClr val="000000"/>
                </a:solidFill>
                <a:effectLst/>
              </a:rPr>
              <a:t>	11010011 01001101 00010100 </a:t>
            </a:r>
            <a:r>
              <a:rPr lang="en-US" b="1" i="0" dirty="0">
                <a:solidFill>
                  <a:srgbClr val="000000"/>
                </a:solidFill>
                <a:effectLst/>
              </a:rPr>
              <a:t>000</a:t>
            </a:r>
            <a:r>
              <a:rPr lang="en-US" b="1" i="0" u="sng" dirty="0">
                <a:solidFill>
                  <a:srgbClr val="000000"/>
                </a:solidFill>
                <a:effectLst/>
              </a:rPr>
              <a:t>00000</a:t>
            </a:r>
          </a:p>
        </p:txBody>
      </p:sp>
    </p:spTree>
    <p:extLst>
      <p:ext uri="{BB962C8B-B14F-4D97-AF65-F5344CB8AC3E}">
        <p14:creationId xmlns:p14="http://schemas.microsoft.com/office/powerpoint/2010/main" val="84998727"/>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5: Determining host addresses for each subnet</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a:bodyPr>
          <a:lstStyle/>
          <a:p>
            <a:pPr algn="l"/>
            <a:r>
              <a:rPr lang="en-US" sz="2000" b="0" i="0" dirty="0">
                <a:solidFill>
                  <a:srgbClr val="000000"/>
                </a:solidFill>
                <a:effectLst/>
              </a:rPr>
              <a:t>For subnet 1, host 1, the address will be:</a:t>
            </a:r>
          </a:p>
          <a:p>
            <a:pPr marL="0" indent="0" algn="l">
              <a:buNone/>
            </a:pPr>
            <a:r>
              <a:rPr lang="en-US" sz="2000" b="0" i="0" dirty="0">
                <a:solidFill>
                  <a:srgbClr val="000000"/>
                </a:solidFill>
                <a:effectLst/>
              </a:rPr>
              <a:t>	11010011 	01001101 	00010100 	</a:t>
            </a:r>
            <a:r>
              <a:rPr lang="en-US" sz="2000" b="1" i="0" dirty="0">
                <a:solidFill>
                  <a:srgbClr val="000000"/>
                </a:solidFill>
                <a:effectLst/>
              </a:rPr>
              <a:t>000</a:t>
            </a:r>
            <a:r>
              <a:rPr lang="en-US" sz="2000" b="1" i="0" u="sng" dirty="0">
                <a:solidFill>
                  <a:srgbClr val="000000"/>
                </a:solidFill>
                <a:effectLst/>
              </a:rPr>
              <a:t>00001</a:t>
            </a:r>
          </a:p>
          <a:p>
            <a:pPr marL="0" indent="0" algn="l">
              <a:buNone/>
            </a:pPr>
            <a:r>
              <a:rPr lang="en-US" sz="2000" b="0" i="0" dirty="0">
                <a:solidFill>
                  <a:srgbClr val="000000"/>
                </a:solidFill>
                <a:effectLst/>
              </a:rPr>
              <a:t>	211.		77.		20.	</a:t>
            </a:r>
            <a:r>
              <a:rPr lang="en-US" sz="2000" dirty="0">
                <a:solidFill>
                  <a:srgbClr val="000000"/>
                </a:solidFill>
              </a:rPr>
              <a:t> 	1</a:t>
            </a:r>
            <a:endParaRPr lang="en-US" sz="2000" b="1" i="0" u="sng" dirty="0">
              <a:solidFill>
                <a:srgbClr val="000000"/>
              </a:solidFill>
              <a:effectLst/>
            </a:endParaRPr>
          </a:p>
          <a:p>
            <a:pPr algn="l"/>
            <a:r>
              <a:rPr lang="en-US" sz="2000" b="0" i="0" dirty="0">
                <a:solidFill>
                  <a:srgbClr val="000000"/>
                </a:solidFill>
                <a:effectLst/>
              </a:rPr>
              <a:t>For subnet 1, host 2, the address will be:</a:t>
            </a:r>
          </a:p>
          <a:p>
            <a:pPr marL="0" indent="0" algn="l">
              <a:buNone/>
            </a:pPr>
            <a:r>
              <a:rPr lang="en-US" sz="2000" b="0" i="0" dirty="0">
                <a:solidFill>
                  <a:srgbClr val="000000"/>
                </a:solidFill>
                <a:effectLst/>
              </a:rPr>
              <a:t>	11010011 	01001101 	00010100 	</a:t>
            </a:r>
            <a:r>
              <a:rPr lang="en-US" sz="2000" b="1" i="0" dirty="0">
                <a:solidFill>
                  <a:srgbClr val="000000"/>
                </a:solidFill>
                <a:effectLst/>
              </a:rPr>
              <a:t>000</a:t>
            </a:r>
            <a:r>
              <a:rPr lang="en-US" sz="2000" b="1" i="0" u="sng" dirty="0">
                <a:solidFill>
                  <a:srgbClr val="000000"/>
                </a:solidFill>
                <a:effectLst/>
              </a:rPr>
              <a:t>00010</a:t>
            </a:r>
          </a:p>
          <a:p>
            <a:pPr marL="0" indent="0" algn="l">
              <a:buNone/>
            </a:pPr>
            <a:r>
              <a:rPr lang="en-US" sz="2000" b="0" i="0" dirty="0">
                <a:solidFill>
                  <a:srgbClr val="000000"/>
                </a:solidFill>
                <a:effectLst/>
              </a:rPr>
              <a:t>	211.		77.		20.	</a:t>
            </a:r>
            <a:r>
              <a:rPr lang="en-US" sz="2000" dirty="0">
                <a:solidFill>
                  <a:srgbClr val="000000"/>
                </a:solidFill>
              </a:rPr>
              <a:t> 	2</a:t>
            </a:r>
          </a:p>
          <a:p>
            <a:pPr algn="l"/>
            <a:r>
              <a:rPr lang="en-US" sz="2000" b="0" i="0" dirty="0">
                <a:solidFill>
                  <a:srgbClr val="000000"/>
                </a:solidFill>
                <a:effectLst/>
              </a:rPr>
              <a:t>For subnet 1, last host, the address will be:</a:t>
            </a:r>
          </a:p>
          <a:p>
            <a:pPr marL="0" indent="0" algn="l">
              <a:buNone/>
            </a:pPr>
            <a:r>
              <a:rPr lang="en-US" sz="2000" b="0" i="0" dirty="0">
                <a:solidFill>
                  <a:srgbClr val="000000"/>
                </a:solidFill>
                <a:effectLst/>
              </a:rPr>
              <a:t>	11010011 	01001101 	00010100 	</a:t>
            </a:r>
            <a:r>
              <a:rPr lang="en-US" sz="2000" b="1" i="0" dirty="0">
                <a:solidFill>
                  <a:srgbClr val="000000"/>
                </a:solidFill>
                <a:effectLst/>
              </a:rPr>
              <a:t>000</a:t>
            </a:r>
            <a:r>
              <a:rPr lang="en-US" sz="2000" b="1" i="0" u="sng" dirty="0">
                <a:solidFill>
                  <a:srgbClr val="000000"/>
                </a:solidFill>
                <a:effectLst/>
              </a:rPr>
              <a:t>11110</a:t>
            </a:r>
          </a:p>
          <a:p>
            <a:pPr marL="0" indent="0" algn="l">
              <a:buNone/>
            </a:pPr>
            <a:r>
              <a:rPr lang="en-US" sz="2000" b="0" i="0" dirty="0">
                <a:solidFill>
                  <a:srgbClr val="000000"/>
                </a:solidFill>
                <a:effectLst/>
              </a:rPr>
              <a:t>	211.		77.		20.	</a:t>
            </a:r>
            <a:r>
              <a:rPr lang="en-US" sz="2000" dirty="0">
                <a:solidFill>
                  <a:srgbClr val="000000"/>
                </a:solidFill>
              </a:rPr>
              <a:t> 	30</a:t>
            </a:r>
            <a:endParaRPr lang="en-US" sz="2000" b="1" i="0" u="sng" dirty="0">
              <a:solidFill>
                <a:srgbClr val="000000"/>
              </a:solidFill>
              <a:effectLst/>
            </a:endParaRPr>
          </a:p>
        </p:txBody>
      </p:sp>
    </p:spTree>
    <p:extLst>
      <p:ext uri="{BB962C8B-B14F-4D97-AF65-F5344CB8AC3E}">
        <p14:creationId xmlns:p14="http://schemas.microsoft.com/office/powerpoint/2010/main" val="145399982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5: Determining host addresses for each subnet</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lnSpcReduction="10000"/>
          </a:bodyPr>
          <a:lstStyle/>
          <a:p>
            <a:pPr algn="l"/>
            <a:r>
              <a:rPr lang="en-US" b="0" i="0" dirty="0">
                <a:solidFill>
                  <a:srgbClr val="000000"/>
                </a:solidFill>
                <a:effectLst/>
              </a:rPr>
              <a:t>For subnet 2, host 1, the address will be:</a:t>
            </a:r>
          </a:p>
          <a:p>
            <a:pPr marL="0" indent="0" algn="l">
              <a:buNone/>
            </a:pPr>
            <a:r>
              <a:rPr lang="en-US" b="0" i="0" dirty="0">
                <a:solidFill>
                  <a:srgbClr val="000000"/>
                </a:solidFill>
                <a:effectLst/>
              </a:rPr>
              <a:t>	11010011 01001101 00010100 </a:t>
            </a:r>
            <a:r>
              <a:rPr lang="en-US" b="1" i="0" dirty="0">
                <a:solidFill>
                  <a:srgbClr val="000000"/>
                </a:solidFill>
                <a:effectLst/>
              </a:rPr>
              <a:t>001</a:t>
            </a:r>
            <a:r>
              <a:rPr lang="en-US" b="1" i="0" u="sng" dirty="0">
                <a:solidFill>
                  <a:srgbClr val="000000"/>
                </a:solidFill>
                <a:effectLst/>
              </a:rPr>
              <a:t>00001</a:t>
            </a:r>
          </a:p>
          <a:p>
            <a:pPr marL="0" indent="0" algn="l">
              <a:buNone/>
            </a:pPr>
            <a:r>
              <a:rPr lang="en-US" sz="2800" b="0" i="0" dirty="0">
                <a:solidFill>
                  <a:srgbClr val="000000"/>
                </a:solidFill>
                <a:effectLst/>
              </a:rPr>
              <a:t>	211.		77.		20.	</a:t>
            </a:r>
            <a:r>
              <a:rPr lang="en-US" dirty="0">
                <a:solidFill>
                  <a:srgbClr val="000000"/>
                </a:solidFill>
              </a:rPr>
              <a:t> 33</a:t>
            </a:r>
            <a:endParaRPr lang="en-US" b="1" i="0" u="sng" dirty="0">
              <a:solidFill>
                <a:srgbClr val="000000"/>
              </a:solidFill>
              <a:effectLst/>
            </a:endParaRPr>
          </a:p>
          <a:p>
            <a:pPr algn="l"/>
            <a:r>
              <a:rPr lang="en-US" b="0" i="0" dirty="0">
                <a:solidFill>
                  <a:srgbClr val="000000"/>
                </a:solidFill>
                <a:effectLst/>
              </a:rPr>
              <a:t>For subnet 2, host 2, the address will be:</a:t>
            </a:r>
          </a:p>
          <a:p>
            <a:pPr marL="0" indent="0" algn="l">
              <a:buNone/>
            </a:pPr>
            <a:r>
              <a:rPr lang="en-US" b="0" i="0" dirty="0">
                <a:solidFill>
                  <a:srgbClr val="000000"/>
                </a:solidFill>
                <a:effectLst/>
              </a:rPr>
              <a:t>	11010011 01001101 00010100 </a:t>
            </a:r>
            <a:r>
              <a:rPr lang="en-US" b="1" i="0" dirty="0">
                <a:solidFill>
                  <a:srgbClr val="000000"/>
                </a:solidFill>
                <a:effectLst/>
              </a:rPr>
              <a:t>001</a:t>
            </a:r>
            <a:r>
              <a:rPr lang="en-US" b="1" i="0" u="sng" dirty="0">
                <a:solidFill>
                  <a:srgbClr val="000000"/>
                </a:solidFill>
                <a:effectLst/>
              </a:rPr>
              <a:t>00010</a:t>
            </a:r>
          </a:p>
          <a:p>
            <a:pPr marL="0" indent="0" algn="l">
              <a:buNone/>
            </a:pPr>
            <a:r>
              <a:rPr lang="en-US" sz="2800" b="0" i="0" dirty="0">
                <a:solidFill>
                  <a:srgbClr val="000000"/>
                </a:solidFill>
                <a:effectLst/>
              </a:rPr>
              <a:t>	211.		77.		20.	</a:t>
            </a:r>
            <a:r>
              <a:rPr lang="en-US" dirty="0">
                <a:solidFill>
                  <a:srgbClr val="000000"/>
                </a:solidFill>
              </a:rPr>
              <a:t> 34</a:t>
            </a:r>
          </a:p>
          <a:p>
            <a:pPr algn="l"/>
            <a:r>
              <a:rPr lang="en-US" b="0" i="0" dirty="0">
                <a:solidFill>
                  <a:srgbClr val="000000"/>
                </a:solidFill>
                <a:effectLst/>
              </a:rPr>
              <a:t>For subnet 2, last host, the address will be:</a:t>
            </a:r>
          </a:p>
          <a:p>
            <a:pPr marL="0" indent="0" algn="l">
              <a:buNone/>
            </a:pPr>
            <a:r>
              <a:rPr lang="en-US" b="0" i="0" dirty="0">
                <a:solidFill>
                  <a:srgbClr val="000000"/>
                </a:solidFill>
                <a:effectLst/>
              </a:rPr>
              <a:t>	11010011 01001101 00010100 </a:t>
            </a:r>
            <a:r>
              <a:rPr lang="en-US" b="1" i="0" dirty="0">
                <a:solidFill>
                  <a:srgbClr val="000000"/>
                </a:solidFill>
                <a:effectLst/>
              </a:rPr>
              <a:t>001</a:t>
            </a:r>
            <a:r>
              <a:rPr lang="en-US" b="1" i="0" u="sng" dirty="0">
                <a:solidFill>
                  <a:srgbClr val="000000"/>
                </a:solidFill>
                <a:effectLst/>
              </a:rPr>
              <a:t>11110</a:t>
            </a:r>
          </a:p>
          <a:p>
            <a:pPr marL="0" indent="0" algn="l">
              <a:buNone/>
            </a:pPr>
            <a:r>
              <a:rPr lang="en-US" sz="2800" b="0" i="0" dirty="0">
                <a:solidFill>
                  <a:srgbClr val="000000"/>
                </a:solidFill>
                <a:effectLst/>
              </a:rPr>
              <a:t>	211.		77.		20.	</a:t>
            </a:r>
            <a:r>
              <a:rPr lang="en-US" dirty="0">
                <a:solidFill>
                  <a:srgbClr val="000000"/>
                </a:solidFill>
              </a:rPr>
              <a:t> 62</a:t>
            </a:r>
          </a:p>
          <a:p>
            <a:pPr marL="0" indent="0" algn="l">
              <a:buNone/>
            </a:pPr>
            <a:endParaRPr lang="en-US" b="1" i="0" u="sng" dirty="0">
              <a:solidFill>
                <a:srgbClr val="000000"/>
              </a:solidFill>
              <a:effectLst/>
            </a:endParaRPr>
          </a:p>
          <a:p>
            <a:pPr marL="0" indent="0" algn="l">
              <a:buNone/>
            </a:pPr>
            <a:endParaRPr lang="en-US" b="1" i="0" u="sng" dirty="0">
              <a:solidFill>
                <a:srgbClr val="000000"/>
              </a:solidFill>
              <a:effectLst/>
            </a:endParaRPr>
          </a:p>
          <a:p>
            <a:pPr marL="0" indent="0" algn="l">
              <a:buNone/>
            </a:pPr>
            <a:endParaRPr lang="en-US" b="1" i="0" u="sng" dirty="0">
              <a:solidFill>
                <a:srgbClr val="000000"/>
              </a:solidFill>
              <a:effectLst/>
            </a:endParaRPr>
          </a:p>
        </p:txBody>
      </p:sp>
    </p:spTree>
    <p:extLst>
      <p:ext uri="{BB962C8B-B14F-4D97-AF65-F5344CB8AC3E}">
        <p14:creationId xmlns:p14="http://schemas.microsoft.com/office/powerpoint/2010/main" val="396144152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2E8D3DB-5337-38EE-A4A8-920B3F7349AE}"/>
              </a:ext>
            </a:extLst>
          </p:cNvPr>
          <p:cNvSpPr>
            <a:spLocks noGrp="1"/>
          </p:cNvSpPr>
          <p:nvPr>
            <p:ph type="title"/>
          </p:nvPr>
        </p:nvSpPr>
        <p:spPr/>
        <p:txBody>
          <a:bodyPr/>
          <a:lstStyle/>
          <a:p>
            <a:r>
              <a:rPr lang="en-IN" dirty="0"/>
              <a:t>Step 5: Determining host addresses for each subnet</a:t>
            </a:r>
          </a:p>
        </p:txBody>
      </p:sp>
      <p:sp>
        <p:nvSpPr>
          <p:cNvPr id="5" name="Content Placeholder 4">
            <a:extLst>
              <a:ext uri="{FF2B5EF4-FFF2-40B4-BE49-F238E27FC236}">
                <a16:creationId xmlns:a16="http://schemas.microsoft.com/office/drawing/2014/main" id="{E4F1A834-82FB-933B-CCEB-659ED608BFA3}"/>
              </a:ext>
            </a:extLst>
          </p:cNvPr>
          <p:cNvSpPr>
            <a:spLocks noGrp="1"/>
          </p:cNvSpPr>
          <p:nvPr>
            <p:ph idx="1"/>
          </p:nvPr>
        </p:nvSpPr>
        <p:spPr/>
        <p:txBody>
          <a:bodyPr>
            <a:normAutofit/>
          </a:bodyPr>
          <a:lstStyle/>
          <a:p>
            <a:pPr algn="l"/>
            <a:r>
              <a:rPr lang="en-US" sz="1600" b="0" i="0">
                <a:solidFill>
                  <a:srgbClr val="000000"/>
                </a:solidFill>
                <a:effectLst/>
              </a:rPr>
              <a:t>We </a:t>
            </a:r>
            <a:r>
              <a:rPr lang="en-US" sz="1600" b="0" i="0" dirty="0">
                <a:solidFill>
                  <a:srgbClr val="000000"/>
                </a:solidFill>
                <a:effectLst/>
              </a:rPr>
              <a:t>can do the same thing for each of the other subnets; the only thing that changes is the values in the subnet ID bits. Let's take for example, subnet #6. It has “110” for the subnet bits instead of “000”. So, its subnet base address is 211.77.20.192, or:</a:t>
            </a:r>
          </a:p>
          <a:p>
            <a:pPr marL="0" indent="0" algn="l">
              <a:buNone/>
            </a:pPr>
            <a:r>
              <a:rPr lang="en-US" sz="1600" b="0" i="0" dirty="0">
                <a:solidFill>
                  <a:srgbClr val="000000"/>
                </a:solidFill>
                <a:effectLst/>
              </a:rPr>
              <a:t>	11010011 01001101 00010100 </a:t>
            </a:r>
            <a:r>
              <a:rPr lang="en-US" sz="1600" b="1" i="0" dirty="0">
                <a:solidFill>
                  <a:srgbClr val="000000"/>
                </a:solidFill>
                <a:effectLst/>
              </a:rPr>
              <a:t>110</a:t>
            </a:r>
            <a:r>
              <a:rPr lang="en-US" sz="1600" b="1" i="0" u="sng" dirty="0">
                <a:solidFill>
                  <a:srgbClr val="000000"/>
                </a:solidFill>
                <a:effectLst/>
              </a:rPr>
              <a:t>00000</a:t>
            </a:r>
          </a:p>
          <a:p>
            <a:pPr algn="l"/>
            <a:r>
              <a:rPr lang="en-US" sz="1600" b="0" i="0" dirty="0">
                <a:solidFill>
                  <a:srgbClr val="000000"/>
                </a:solidFill>
                <a:effectLst/>
              </a:rPr>
              <a:t>We assign hosts to this subnet by substituting 00001, then 00010, then 00011 for the host ID bits as before:</a:t>
            </a:r>
          </a:p>
          <a:p>
            <a:pPr algn="l"/>
            <a:r>
              <a:rPr lang="en-US" sz="1600" b="0" i="0" dirty="0">
                <a:solidFill>
                  <a:srgbClr val="000000"/>
                </a:solidFill>
                <a:effectLst/>
              </a:rPr>
              <a:t>The first host address is:</a:t>
            </a:r>
          </a:p>
          <a:p>
            <a:pPr marL="0" indent="0" algn="l">
              <a:buNone/>
            </a:pPr>
            <a:r>
              <a:rPr lang="en-US" sz="1600" b="0" i="0" dirty="0">
                <a:solidFill>
                  <a:srgbClr val="000000"/>
                </a:solidFill>
                <a:effectLst/>
              </a:rPr>
              <a:t>	11010011 01001101 00010100 </a:t>
            </a:r>
            <a:r>
              <a:rPr lang="en-US" sz="1600" b="1" i="0" dirty="0">
                <a:solidFill>
                  <a:srgbClr val="000000"/>
                </a:solidFill>
                <a:effectLst/>
              </a:rPr>
              <a:t>110</a:t>
            </a:r>
            <a:r>
              <a:rPr lang="en-US" sz="1600" b="1" i="0" u="sng" dirty="0">
                <a:solidFill>
                  <a:srgbClr val="000000"/>
                </a:solidFill>
                <a:effectLst/>
              </a:rPr>
              <a:t>00001</a:t>
            </a:r>
          </a:p>
          <a:p>
            <a:pPr algn="l"/>
            <a:r>
              <a:rPr lang="en-US" sz="1600" b="0" i="0" dirty="0">
                <a:solidFill>
                  <a:srgbClr val="000000"/>
                </a:solidFill>
                <a:effectLst/>
              </a:rPr>
              <a:t>Or 211.77.20.193.</a:t>
            </a:r>
          </a:p>
          <a:p>
            <a:pPr algn="l"/>
            <a:r>
              <a:rPr lang="en-US" sz="1600" b="0" i="0" dirty="0">
                <a:solidFill>
                  <a:srgbClr val="000000"/>
                </a:solidFill>
                <a:effectLst/>
              </a:rPr>
              <a:t>The second host address is:</a:t>
            </a:r>
          </a:p>
          <a:p>
            <a:pPr marL="0" indent="0" algn="l">
              <a:buNone/>
            </a:pPr>
            <a:r>
              <a:rPr lang="en-US" sz="1600" b="0" i="0" dirty="0">
                <a:solidFill>
                  <a:srgbClr val="000000"/>
                </a:solidFill>
                <a:effectLst/>
              </a:rPr>
              <a:t>	11010011 01001101 00010100 </a:t>
            </a:r>
            <a:r>
              <a:rPr lang="en-US" sz="1600" b="1" i="0" dirty="0">
                <a:solidFill>
                  <a:srgbClr val="000000"/>
                </a:solidFill>
                <a:effectLst/>
              </a:rPr>
              <a:t>110</a:t>
            </a:r>
            <a:r>
              <a:rPr lang="en-US" sz="1600" b="1" i="0" u="sng" dirty="0">
                <a:solidFill>
                  <a:srgbClr val="000000"/>
                </a:solidFill>
                <a:effectLst/>
              </a:rPr>
              <a:t>00010</a:t>
            </a:r>
          </a:p>
          <a:p>
            <a:pPr algn="l"/>
            <a:r>
              <a:rPr lang="en-US" sz="1600" b="0" i="0" dirty="0">
                <a:solidFill>
                  <a:srgbClr val="000000"/>
                </a:solidFill>
                <a:effectLst/>
              </a:rPr>
              <a:t>Or 211.77.20.194.</a:t>
            </a:r>
          </a:p>
          <a:p>
            <a:pPr algn="l"/>
            <a:r>
              <a:rPr lang="en-US" sz="1600" b="0" i="0" dirty="0">
                <a:solidFill>
                  <a:srgbClr val="000000"/>
                </a:solidFill>
                <a:effectLst/>
              </a:rPr>
              <a:t>And so on, all the way up to the last host in the subnet, which is 211.77.20.222.</a:t>
            </a:r>
          </a:p>
          <a:p>
            <a:pPr algn="l"/>
            <a:endParaRPr lang="en-US" sz="1600" b="0" i="0" dirty="0">
              <a:solidFill>
                <a:srgbClr val="000000"/>
              </a:solidFill>
              <a:effectLst/>
            </a:endParaRPr>
          </a:p>
        </p:txBody>
      </p:sp>
    </p:spTree>
    <p:extLst>
      <p:ext uri="{BB962C8B-B14F-4D97-AF65-F5344CB8AC3E}">
        <p14:creationId xmlns:p14="http://schemas.microsoft.com/office/powerpoint/2010/main" val="192409084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BEB326-FA7C-94F4-19BE-B8028837D1F8}"/>
              </a:ext>
            </a:extLst>
          </p:cNvPr>
          <p:cNvSpPr>
            <a:spLocks noGrp="1"/>
          </p:cNvSpPr>
          <p:nvPr>
            <p:ph type="title"/>
          </p:nvPr>
        </p:nvSpPr>
        <p:spPr/>
        <p:txBody>
          <a:bodyPr/>
          <a:lstStyle/>
          <a:p>
            <a:r>
              <a:rPr lang="en-IN" dirty="0"/>
              <a:t>Determining host addresses for a class C address</a:t>
            </a:r>
          </a:p>
        </p:txBody>
      </p:sp>
      <p:sp>
        <p:nvSpPr>
          <p:cNvPr id="3" name="Content Placeholder 2">
            <a:extLst>
              <a:ext uri="{FF2B5EF4-FFF2-40B4-BE49-F238E27FC236}">
                <a16:creationId xmlns:a16="http://schemas.microsoft.com/office/drawing/2014/main" id="{22EA3F4A-37AE-9C2C-F4D5-9B50A320D045}"/>
              </a:ext>
            </a:extLst>
          </p:cNvPr>
          <p:cNvSpPr>
            <a:spLocks noGrp="1"/>
          </p:cNvSpPr>
          <p:nvPr>
            <p:ph idx="1"/>
          </p:nvPr>
        </p:nvSpPr>
        <p:spPr/>
        <p:txBody>
          <a:bodyPr/>
          <a:lstStyle/>
          <a:p>
            <a:endParaRPr lang="en-IN"/>
          </a:p>
        </p:txBody>
      </p:sp>
      <p:pic>
        <p:nvPicPr>
          <p:cNvPr id="4098" name="Picture 2">
            <a:extLst>
              <a:ext uri="{FF2B5EF4-FFF2-40B4-BE49-F238E27FC236}">
                <a16:creationId xmlns:a16="http://schemas.microsoft.com/office/drawing/2014/main" id="{D6132FFE-9446-4A18-F0FB-C860F0193CD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39952" y="836712"/>
            <a:ext cx="4817021" cy="5609038"/>
          </a:xfrm>
          <a:prstGeom prst="rect">
            <a:avLst/>
          </a:prstGeom>
          <a:noFill/>
          <a:extLst>
            <a:ext uri="{909E8E84-426E-40DD-AFC4-6F175D3DCCD1}">
              <a14:hiddenFill xmlns:a14="http://schemas.microsoft.com/office/drawing/2010/main">
                <a:solidFill>
                  <a:srgbClr val="FFFFFF"/>
                </a:solidFill>
              </a14:hiddenFill>
            </a:ext>
          </a:extLst>
        </p:spPr>
      </p:pic>
      <p:sp>
        <p:nvSpPr>
          <p:cNvPr id="4" name="Callout: Line with Border and Accent Bar 3">
            <a:extLst>
              <a:ext uri="{FF2B5EF4-FFF2-40B4-BE49-F238E27FC236}">
                <a16:creationId xmlns:a16="http://schemas.microsoft.com/office/drawing/2014/main" id="{7959513F-3C16-3511-84F5-89A960A3C962}"/>
              </a:ext>
            </a:extLst>
          </p:cNvPr>
          <p:cNvSpPr/>
          <p:nvPr/>
        </p:nvSpPr>
        <p:spPr>
          <a:xfrm>
            <a:off x="971600" y="2708920"/>
            <a:ext cx="2232248" cy="720080"/>
          </a:xfrm>
          <a:prstGeom prst="accentBorderCallout1">
            <a:avLst>
              <a:gd name="adj1" fmla="val 18750"/>
              <a:gd name="adj2" fmla="val -8333"/>
              <a:gd name="adj3" fmla="val 7195"/>
              <a:gd name="adj4" fmla="val 33874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There is a mistake here. It should be 10</a:t>
            </a:r>
          </a:p>
        </p:txBody>
      </p:sp>
    </p:spTree>
    <p:extLst>
      <p:ext uri="{BB962C8B-B14F-4D97-AF65-F5344CB8AC3E}">
        <p14:creationId xmlns:p14="http://schemas.microsoft.com/office/powerpoint/2010/main" val="418156121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Interesting technique: The host’s formula</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lstStyle/>
          <a:p>
            <a:r>
              <a:rPr lang="en-US" dirty="0"/>
              <a:t>The host's formula will tell you how many hosts will be allowed on a network that has a certain subnet mask. </a:t>
            </a:r>
          </a:p>
          <a:p>
            <a:r>
              <a:rPr lang="en-US" dirty="0"/>
              <a:t>The host's formula is 2</a:t>
            </a:r>
            <a:r>
              <a:rPr lang="en-US" baseline="30000" dirty="0"/>
              <a:t>h</a:t>
            </a:r>
            <a:r>
              <a:rPr lang="en-US" dirty="0"/>
              <a:t> - 2. </a:t>
            </a:r>
          </a:p>
          <a:p>
            <a:r>
              <a:rPr lang="en-US" dirty="0"/>
              <a:t>Here, h represents the number of 0s in the subnet mask, if the subnet mask were converted to binary. </a:t>
            </a:r>
          </a:p>
          <a:p>
            <a:r>
              <a:rPr lang="en-US" dirty="0"/>
              <a:t>The first and last addresses are reserved: the first to identify the network and the last to be used as the broadcast address.</a:t>
            </a:r>
            <a:endParaRPr lang="en-IN" dirty="0"/>
          </a:p>
        </p:txBody>
      </p:sp>
    </p:spTree>
    <p:extLst>
      <p:ext uri="{BB962C8B-B14F-4D97-AF65-F5344CB8AC3E}">
        <p14:creationId xmlns:p14="http://schemas.microsoft.com/office/powerpoint/2010/main" val="412068528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Step 1: Find the host range</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normAutofit fontScale="92500" lnSpcReduction="20000"/>
          </a:bodyPr>
          <a:lstStyle/>
          <a:p>
            <a:r>
              <a:rPr lang="en-US" dirty="0"/>
              <a:t>Suppose you plan to use the IP address space 192.168.0.0. Currently, you have a small network subnet with 20 hosts. This network will grow to 300 hosts within the next year, however, and you plan to have multiple locations of a similar size in the future and need to enable them to communicate using this address space.</a:t>
            </a:r>
          </a:p>
          <a:p>
            <a:r>
              <a:rPr lang="en-US" dirty="0"/>
              <a:t>With a single network subnet and only 20 hosts, the simplest thing to do would be to use 255.255.255.0 as your subnet mask. This would mean you would have 192.168.0.1 through 192.168.0.254 for your hosts. The address 192.168.0.0 is reserved as the network subnet identifier, and 192.168.0.255 is reserved for the network broadcast address.</a:t>
            </a:r>
          </a:p>
          <a:p>
            <a:endParaRPr lang="en-IN" dirty="0"/>
          </a:p>
        </p:txBody>
      </p:sp>
    </p:spTree>
    <p:extLst>
      <p:ext uri="{BB962C8B-B14F-4D97-AF65-F5344CB8AC3E}">
        <p14:creationId xmlns:p14="http://schemas.microsoft.com/office/powerpoint/2010/main" val="280681261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Step 2: Convert to binary</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normAutofit fontScale="92500" lnSpcReduction="10000"/>
          </a:bodyPr>
          <a:lstStyle/>
          <a:p>
            <a:r>
              <a:rPr lang="en-US" dirty="0"/>
              <a:t>Before you decide to use this subnet mask, however, let's apply the host's formula to it. To use the host's formula in this scenario, you take the subnet mask 255.255.255.0 and convert it to binary. This would give you: 111111111 11111111 11111111 00000000.</a:t>
            </a:r>
          </a:p>
          <a:p>
            <a:r>
              <a:rPr lang="en-US" dirty="0"/>
              <a:t>As you can see, there are eight 0s in the subnet mask. To use this with the host's formula, you would calculate 2</a:t>
            </a:r>
            <a:r>
              <a:rPr lang="en-US" baseline="30000" dirty="0"/>
              <a:t>8</a:t>
            </a:r>
            <a:r>
              <a:rPr lang="en-US" dirty="0"/>
              <a:t> - 2. This comes to 256 minus the 2 reserved addresses, or 254. So, with the subnet mask specified, you will get 254 usable hosts. </a:t>
            </a:r>
          </a:p>
          <a:p>
            <a:r>
              <a:rPr lang="en-US" dirty="0"/>
              <a:t>This would suit your 20-user network now but won't support your future network expansion to 300 hosts.</a:t>
            </a:r>
          </a:p>
          <a:p>
            <a:endParaRPr lang="en-IN" dirty="0"/>
          </a:p>
        </p:txBody>
      </p:sp>
    </p:spTree>
    <p:extLst>
      <p:ext uri="{BB962C8B-B14F-4D97-AF65-F5344CB8AC3E}">
        <p14:creationId xmlns:p14="http://schemas.microsoft.com/office/powerpoint/2010/main" val="88429884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Step 3: Calculate the total number of hosts per subnet</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normAutofit fontScale="55000" lnSpcReduction="20000"/>
          </a:bodyPr>
          <a:lstStyle/>
          <a:p>
            <a:pPr algn="l"/>
            <a:r>
              <a:rPr lang="en-US" b="0" i="0" dirty="0">
                <a:solidFill>
                  <a:srgbClr val="666666"/>
                </a:solidFill>
                <a:effectLst/>
                <a:latin typeface="Arial" panose="020B0604020202020204" pitchFamily="34" charset="0"/>
              </a:rPr>
              <a:t>You should plan ahead and choose the best subnet mask the first time. This prevents you from having to go back later and change all the IP addresses on this network. Adding 1s to the subnet mask means you get fewer hosts per network subnet but more network subnets. If you remove 1s from the subnet mask, you get more hosts per network but fewer networks. The latter is what we need to do.</a:t>
            </a:r>
          </a:p>
          <a:p>
            <a:pPr algn="l"/>
            <a:r>
              <a:rPr lang="en-US" b="0" i="0" dirty="0">
                <a:solidFill>
                  <a:srgbClr val="666666"/>
                </a:solidFill>
                <a:effectLst/>
                <a:latin typeface="Arial" panose="020B0604020202020204" pitchFamily="34" charset="0"/>
              </a:rPr>
              <a:t>To do this, let's take away one of the 1s to make our subnet mask: </a:t>
            </a:r>
          </a:p>
          <a:p>
            <a:pPr marL="0" indent="0" algn="l">
              <a:buNone/>
            </a:pPr>
            <a:r>
              <a:rPr lang="en-US" b="0" i="0" dirty="0">
                <a:solidFill>
                  <a:srgbClr val="666666"/>
                </a:solidFill>
                <a:effectLst/>
                <a:latin typeface="Arial" panose="020B0604020202020204" pitchFamily="34" charset="0"/>
              </a:rPr>
              <a:t>11111111 11111111 11111110 0000000</a:t>
            </a:r>
          </a:p>
          <a:p>
            <a:pPr algn="l"/>
            <a:r>
              <a:rPr lang="en-US" b="0" i="0" dirty="0">
                <a:solidFill>
                  <a:srgbClr val="666666"/>
                </a:solidFill>
                <a:effectLst/>
                <a:latin typeface="Arial" panose="020B0604020202020204" pitchFamily="34" charset="0"/>
              </a:rPr>
              <a:t>In decimal number, or dotted quad representation, this is 255.255.254.0.</a:t>
            </a:r>
          </a:p>
          <a:p>
            <a:pPr algn="l"/>
            <a:r>
              <a:rPr lang="en-US" b="0" i="0" dirty="0">
                <a:solidFill>
                  <a:srgbClr val="666666"/>
                </a:solidFill>
                <a:effectLst/>
                <a:latin typeface="Arial" panose="020B0604020202020204" pitchFamily="34" charset="0"/>
              </a:rPr>
              <a:t>This means you have nine 0s in the host portion of the subnet mask. To apply the host's formula with this subnet mask, we'd calculate </a:t>
            </a:r>
            <a:r>
              <a:rPr lang="en-US" b="0" i="1" dirty="0">
                <a:solidFill>
                  <a:srgbClr val="666666"/>
                </a:solidFill>
                <a:effectLst/>
                <a:latin typeface="Arial" panose="020B0604020202020204" pitchFamily="34" charset="0"/>
              </a:rPr>
              <a:t>2</a:t>
            </a:r>
            <a:r>
              <a:rPr lang="en-US" b="0" i="1" baseline="30000" dirty="0">
                <a:solidFill>
                  <a:srgbClr val="666666"/>
                </a:solidFill>
                <a:effectLst/>
                <a:latin typeface="Arial" panose="020B0604020202020204" pitchFamily="34" charset="0"/>
              </a:rPr>
              <a:t>9</a:t>
            </a:r>
            <a:r>
              <a:rPr lang="en-US" b="0" i="1" dirty="0">
                <a:solidFill>
                  <a:srgbClr val="666666"/>
                </a:solidFill>
                <a:effectLst/>
                <a:latin typeface="Arial" panose="020B0604020202020204" pitchFamily="34" charset="0"/>
              </a:rPr>
              <a:t> - 2</a:t>
            </a:r>
            <a:r>
              <a:rPr lang="en-US" b="0" i="0" dirty="0">
                <a:solidFill>
                  <a:srgbClr val="666666"/>
                </a:solidFill>
                <a:effectLst/>
                <a:latin typeface="Arial" panose="020B0604020202020204" pitchFamily="34" charset="0"/>
              </a:rPr>
              <a:t>. The number of usable host IP addresses is 512 minus 2, or 510. This would definitely suit a 20-user network now and future network and host expectations of 300 hosts.</a:t>
            </a:r>
          </a:p>
          <a:p>
            <a:pPr algn="l"/>
            <a:r>
              <a:rPr lang="en-US" b="0" i="0" dirty="0">
                <a:solidFill>
                  <a:srgbClr val="666666"/>
                </a:solidFill>
                <a:effectLst/>
                <a:latin typeface="Arial" panose="020B0604020202020204" pitchFamily="34" charset="0"/>
              </a:rPr>
              <a:t>Considering that information, we know the most efficient subnet mask for the network is 255.255.254.0. The valid host address range for each subnet must be written as two ranges, due to the limitations of writing the addresses as dotted quads. The first IP subnet would be 192.168.0.1 through 192.168.0.255 and 192.168.1.0 through 192.168.1.254. Note that 192.168.0.0 identifies the subnet, and 192.168.1.255 is the network broadcast address.</a:t>
            </a:r>
          </a:p>
          <a:p>
            <a:pPr algn="l"/>
            <a:r>
              <a:rPr lang="en-US" b="0" i="0" dirty="0">
                <a:solidFill>
                  <a:srgbClr val="666666"/>
                </a:solidFill>
                <a:effectLst/>
                <a:latin typeface="Arial" panose="020B0604020202020204" pitchFamily="34" charset="0"/>
              </a:rPr>
              <a:t>That is how you arrive at the total of 510 usable hosts.</a:t>
            </a:r>
          </a:p>
          <a:p>
            <a:endParaRPr lang="en-IN" dirty="0"/>
          </a:p>
        </p:txBody>
      </p:sp>
    </p:spTree>
    <p:extLst>
      <p:ext uri="{BB962C8B-B14F-4D97-AF65-F5344CB8AC3E}">
        <p14:creationId xmlns:p14="http://schemas.microsoft.com/office/powerpoint/2010/main" val="183473689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Step 4: Calculate the number of subnets</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normAutofit fontScale="77500" lnSpcReduction="20000"/>
          </a:bodyPr>
          <a:lstStyle/>
          <a:p>
            <a:r>
              <a:rPr lang="en-US" dirty="0"/>
              <a:t>Now that you understand the host's formula, you should also know the subnet's formula, which will ensure you have the right subnet mask for the number of subnets that you have. Just because you determine you have the right number of hosts for your LAN using the host's formula doesn't mean you'll have enough subnets for your network. Let's see how the subnet's formula works.</a:t>
            </a:r>
          </a:p>
          <a:p>
            <a:r>
              <a:rPr lang="en-US" dirty="0"/>
              <a:t>The subnet's formula is 2s, where s is the number of 1s added to the subnet mask, from whatever the subnet mask was. Let's take the same example as above, but build on it.</a:t>
            </a:r>
          </a:p>
          <a:p>
            <a:r>
              <a:rPr lang="en-US" dirty="0"/>
              <a:t>Using network 192.168.0.0, we expect to have 100 remote sites with 300 PCs each. What subnet mask should we use? In our last example, we found the 255.255.254.0 subnet mask provided 510 hosts per subnet. That was more than adequate to support 300 PCs, but does that same subnet mask provide networks for at least 100 remote sites? Let's find out.</a:t>
            </a:r>
          </a:p>
          <a:p>
            <a:endParaRPr lang="en-IN" dirty="0"/>
          </a:p>
        </p:txBody>
      </p:sp>
    </p:spTree>
    <p:extLst>
      <p:ext uri="{BB962C8B-B14F-4D97-AF65-F5344CB8AC3E}">
        <p14:creationId xmlns:p14="http://schemas.microsoft.com/office/powerpoint/2010/main" val="46697266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DFE6ED-2874-B065-E2ED-0FDFAF908ECB}"/>
              </a:ext>
            </a:extLst>
          </p:cNvPr>
          <p:cNvSpPr>
            <a:spLocks noGrp="1"/>
          </p:cNvSpPr>
          <p:nvPr>
            <p:ph type="title"/>
          </p:nvPr>
        </p:nvSpPr>
        <p:spPr/>
        <p:txBody>
          <a:bodyPr/>
          <a:lstStyle/>
          <a:p>
            <a:r>
              <a:rPr lang="en-IN" dirty="0"/>
              <a:t>Step 5: Verify the total number of subnets</a:t>
            </a:r>
          </a:p>
        </p:txBody>
      </p:sp>
      <p:sp>
        <p:nvSpPr>
          <p:cNvPr id="3" name="Content Placeholder 2">
            <a:extLst>
              <a:ext uri="{FF2B5EF4-FFF2-40B4-BE49-F238E27FC236}">
                <a16:creationId xmlns:a16="http://schemas.microsoft.com/office/drawing/2014/main" id="{68C06A9A-41E5-5E28-85A1-3F6D86E93A07}"/>
              </a:ext>
            </a:extLst>
          </p:cNvPr>
          <p:cNvSpPr>
            <a:spLocks noGrp="1"/>
          </p:cNvSpPr>
          <p:nvPr>
            <p:ph idx="1"/>
          </p:nvPr>
        </p:nvSpPr>
        <p:spPr/>
        <p:txBody>
          <a:bodyPr>
            <a:normAutofit fontScale="62500" lnSpcReduction="20000"/>
          </a:bodyPr>
          <a:lstStyle/>
          <a:p>
            <a:r>
              <a:rPr lang="en-US" dirty="0"/>
              <a:t>The number of subnets is found by counting the number of bits by which the initial mask was extended, also known as the subnet bits. Our initial address allocation was 192.168.0.0 with a mask of 255.255.0.0. Using the host's formula, we selected a subnet mask of 255.255.254.0. Let's compare the two masks and count the subnet bits.</a:t>
            </a:r>
          </a:p>
          <a:p>
            <a:r>
              <a:rPr lang="en-US" dirty="0"/>
              <a:t>Let's convert to binary:</a:t>
            </a:r>
          </a:p>
          <a:p>
            <a:r>
              <a:rPr lang="en-US" dirty="0"/>
              <a:t>255.255.0.0     = 11111111 11111111 00000000 00000000</a:t>
            </a:r>
          </a:p>
          <a:p>
            <a:r>
              <a:rPr lang="en-US" dirty="0"/>
              <a:t>255.255.254.0 = 11111111 11111111 11111110 00000000</a:t>
            </a:r>
          </a:p>
          <a:p>
            <a:r>
              <a:rPr lang="en-US" dirty="0"/>
              <a:t>The new mask uses seven subnet bits. Using the subnet's formula, this would give us 2</a:t>
            </a:r>
            <a:r>
              <a:rPr lang="en-US" baseline="30000" dirty="0"/>
              <a:t>7</a:t>
            </a:r>
            <a:r>
              <a:rPr lang="en-US" dirty="0"/>
              <a:t> = 128 networks. This is at least 100, so we have enough subnets for 100 remote networks. This means we have found the right subnet mask for our network. We convert our subnet mask from binary back to decimal and get 255.255.254.0.</a:t>
            </a:r>
          </a:p>
          <a:p>
            <a:r>
              <a:rPr lang="en-US" dirty="0"/>
              <a:t>As you add subnet bits, the number of subnets increases by a factor of two, and the number of hosts per subnet decreases by a factor of two. The table below shows the number of subnets and hosts for each of eight mask bits in the third octet of an IPv4 address.</a:t>
            </a:r>
          </a:p>
          <a:p>
            <a:endParaRPr lang="en-IN" dirty="0"/>
          </a:p>
        </p:txBody>
      </p:sp>
    </p:spTree>
    <p:extLst>
      <p:ext uri="{BB962C8B-B14F-4D97-AF65-F5344CB8AC3E}">
        <p14:creationId xmlns:p14="http://schemas.microsoft.com/office/powerpoint/2010/main" val="68612837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875E06-FAB4-C94C-B603-CE067C423EB6}"/>
              </a:ext>
            </a:extLst>
          </p:cNvPr>
          <p:cNvSpPr>
            <a:spLocks noGrp="1"/>
          </p:cNvSpPr>
          <p:nvPr>
            <p:ph type="title"/>
          </p:nvPr>
        </p:nvSpPr>
        <p:spPr/>
        <p:txBody>
          <a:bodyPr/>
          <a:lstStyle/>
          <a:p>
            <a:r>
              <a:rPr lang="en-IN" dirty="0"/>
              <a:t>Useful table</a:t>
            </a:r>
          </a:p>
        </p:txBody>
      </p:sp>
      <p:sp>
        <p:nvSpPr>
          <p:cNvPr id="3" name="Content Placeholder 2">
            <a:extLst>
              <a:ext uri="{FF2B5EF4-FFF2-40B4-BE49-F238E27FC236}">
                <a16:creationId xmlns:a16="http://schemas.microsoft.com/office/drawing/2014/main" id="{C0D0F8C5-AFF9-D4BC-33C6-C6D9DDB2351E}"/>
              </a:ext>
            </a:extLst>
          </p:cNvPr>
          <p:cNvSpPr>
            <a:spLocks noGrp="1"/>
          </p:cNvSpPr>
          <p:nvPr>
            <p:ph idx="1"/>
          </p:nvPr>
        </p:nvSpPr>
        <p:spPr/>
        <p:txBody>
          <a:bodyPr/>
          <a:lstStyle/>
          <a:p>
            <a:endParaRPr lang="en-IN"/>
          </a:p>
        </p:txBody>
      </p:sp>
      <p:pic>
        <p:nvPicPr>
          <p:cNvPr id="3076" name="Picture 4">
            <a:extLst>
              <a:ext uri="{FF2B5EF4-FFF2-40B4-BE49-F238E27FC236}">
                <a16:creationId xmlns:a16="http://schemas.microsoft.com/office/drawing/2014/main" id="{E268AD17-BACB-E0CB-D01E-D77E9F6C7C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35896" y="188640"/>
            <a:ext cx="5133975"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5952799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6C1ED9-AC0D-E9C0-00FC-5E5848B29752}"/>
              </a:ext>
            </a:extLst>
          </p:cNvPr>
          <p:cNvSpPr>
            <a:spLocks noGrp="1"/>
          </p:cNvSpPr>
          <p:nvPr>
            <p:ph type="title"/>
          </p:nvPr>
        </p:nvSpPr>
        <p:spPr/>
        <p:txBody>
          <a:bodyPr/>
          <a:lstStyle/>
          <a:p>
            <a:r>
              <a:rPr lang="en-IN" dirty="0"/>
              <a:t>Subnetting Exercise – 1</a:t>
            </a:r>
          </a:p>
        </p:txBody>
      </p:sp>
      <p:sp>
        <p:nvSpPr>
          <p:cNvPr id="3" name="Content Placeholder 2">
            <a:extLst>
              <a:ext uri="{FF2B5EF4-FFF2-40B4-BE49-F238E27FC236}">
                <a16:creationId xmlns:a16="http://schemas.microsoft.com/office/drawing/2014/main" id="{B3345C3A-5B26-60CD-C16E-A7424B50F454}"/>
              </a:ext>
            </a:extLst>
          </p:cNvPr>
          <p:cNvSpPr>
            <a:spLocks noGrp="1"/>
          </p:cNvSpPr>
          <p:nvPr>
            <p:ph idx="1"/>
          </p:nvPr>
        </p:nvSpPr>
        <p:spPr/>
        <p:txBody>
          <a:bodyPr>
            <a:normAutofit/>
          </a:bodyPr>
          <a:lstStyle/>
          <a:p>
            <a:r>
              <a:rPr lang="en-US" dirty="0"/>
              <a:t>A host has the IP address 198.22.45.173. What is the network address of which the host is a member?</a:t>
            </a:r>
          </a:p>
          <a:p>
            <a:r>
              <a:rPr lang="en-US" dirty="0"/>
              <a:t>Solution: 198.22.45.173 is a class C address. Let us write it in binary and do a AND with the default mask for class C address:</a:t>
            </a:r>
          </a:p>
          <a:p>
            <a:endParaRPr lang="en-US" dirty="0"/>
          </a:p>
          <a:p>
            <a:endParaRPr lang="en-US" dirty="0"/>
          </a:p>
          <a:p>
            <a:r>
              <a:rPr lang="en-US" dirty="0"/>
              <a:t>Network address is 198.22.45.0</a:t>
            </a:r>
            <a:endParaRPr lang="en-IN" dirty="0"/>
          </a:p>
          <a:p>
            <a:endParaRPr lang="en-US" dirty="0"/>
          </a:p>
          <a:p>
            <a:endParaRPr lang="en-IN" dirty="0"/>
          </a:p>
        </p:txBody>
      </p:sp>
      <p:sp>
        <p:nvSpPr>
          <p:cNvPr id="4" name="TextBox 3">
            <a:extLst>
              <a:ext uri="{FF2B5EF4-FFF2-40B4-BE49-F238E27FC236}">
                <a16:creationId xmlns:a16="http://schemas.microsoft.com/office/drawing/2014/main" id="{10DDD8D2-3468-E536-A39D-DE2FBF45F253}"/>
              </a:ext>
            </a:extLst>
          </p:cNvPr>
          <p:cNvSpPr txBox="1"/>
          <p:nvPr/>
        </p:nvSpPr>
        <p:spPr>
          <a:xfrm>
            <a:off x="2051720" y="4437112"/>
            <a:ext cx="4608512" cy="923330"/>
          </a:xfrm>
          <a:prstGeom prst="rect">
            <a:avLst/>
          </a:prstGeom>
          <a:solidFill>
            <a:schemeClr val="accent6">
              <a:lumMod val="60000"/>
              <a:lumOff val="40000"/>
            </a:schemeClr>
          </a:solidFill>
        </p:spPr>
        <p:txBody>
          <a:bodyPr wrap="square" rtlCol="0">
            <a:spAutoFit/>
          </a:bodyPr>
          <a:lstStyle/>
          <a:p>
            <a:r>
              <a:rPr lang="en-IN" dirty="0"/>
              <a:t>		</a:t>
            </a:r>
            <a:r>
              <a:rPr lang="en-IN" dirty="0">
                <a:solidFill>
                  <a:schemeClr val="tx1"/>
                </a:solidFill>
              </a:rPr>
              <a:t>198.22.45.173</a:t>
            </a:r>
          </a:p>
          <a:p>
            <a:r>
              <a:rPr lang="en-IN" dirty="0">
                <a:solidFill>
                  <a:schemeClr val="tx1"/>
                </a:solidFill>
              </a:rPr>
              <a:t>AND		255.255.255.0</a:t>
            </a:r>
          </a:p>
          <a:p>
            <a:r>
              <a:rPr lang="en-IN" dirty="0">
                <a:solidFill>
                  <a:schemeClr val="tx1"/>
                </a:solidFill>
              </a:rPr>
              <a:t>Result	198.22.45.0</a:t>
            </a:r>
          </a:p>
        </p:txBody>
      </p:sp>
    </p:spTree>
    <p:extLst>
      <p:ext uri="{BB962C8B-B14F-4D97-AF65-F5344CB8AC3E}">
        <p14:creationId xmlns:p14="http://schemas.microsoft.com/office/powerpoint/2010/main" val="207578117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422052-F1A0-C3B0-1719-A19221A0077E}"/>
              </a:ext>
            </a:extLst>
          </p:cNvPr>
          <p:cNvSpPr>
            <a:spLocks noGrp="1"/>
          </p:cNvSpPr>
          <p:nvPr>
            <p:ph type="title"/>
          </p:nvPr>
        </p:nvSpPr>
        <p:spPr/>
        <p:txBody>
          <a:bodyPr/>
          <a:lstStyle/>
          <a:p>
            <a:r>
              <a:rPr lang="en-IN" dirty="0"/>
              <a:t>Subnetting Exercise – 2</a:t>
            </a:r>
          </a:p>
        </p:txBody>
      </p:sp>
      <p:sp>
        <p:nvSpPr>
          <p:cNvPr id="3" name="Content Placeholder 2">
            <a:extLst>
              <a:ext uri="{FF2B5EF4-FFF2-40B4-BE49-F238E27FC236}">
                <a16:creationId xmlns:a16="http://schemas.microsoft.com/office/drawing/2014/main" id="{DC11DCD4-E7C3-8C25-A2F5-73D7AC6DE850}"/>
              </a:ext>
            </a:extLst>
          </p:cNvPr>
          <p:cNvSpPr>
            <a:spLocks noGrp="1"/>
          </p:cNvSpPr>
          <p:nvPr>
            <p:ph idx="1"/>
          </p:nvPr>
        </p:nvSpPr>
        <p:spPr/>
        <p:txBody>
          <a:bodyPr>
            <a:normAutofit lnSpcReduction="10000"/>
          </a:bodyPr>
          <a:lstStyle/>
          <a:p>
            <a:r>
              <a:rPr lang="en-US" dirty="0"/>
              <a:t>For an address 192.168.5.85 /24, find the network and host parts of the address.</a:t>
            </a:r>
          </a:p>
          <a:p>
            <a:r>
              <a:rPr lang="en-IN" dirty="0"/>
              <a:t>Solution:</a:t>
            </a:r>
          </a:p>
          <a:p>
            <a:pPr lvl="1"/>
            <a:r>
              <a:rPr lang="en-IN" dirty="0"/>
              <a:t>This is a class C address (subnet mask 255.255.255.0)</a:t>
            </a:r>
          </a:p>
          <a:p>
            <a:pPr lvl="1"/>
            <a:r>
              <a:rPr lang="en-IN" dirty="0"/>
              <a:t>Doing a (actually binary) AND:</a:t>
            </a:r>
          </a:p>
          <a:p>
            <a:pPr lvl="1"/>
            <a:endParaRPr lang="en-IN" dirty="0"/>
          </a:p>
          <a:p>
            <a:pPr lvl="1"/>
            <a:endParaRPr lang="en-IN" dirty="0"/>
          </a:p>
          <a:p>
            <a:pPr lvl="1"/>
            <a:endParaRPr lang="en-IN" dirty="0"/>
          </a:p>
          <a:p>
            <a:pPr lvl="1"/>
            <a:endParaRPr lang="en-IN" dirty="0"/>
          </a:p>
          <a:p>
            <a:pPr lvl="1"/>
            <a:r>
              <a:rPr lang="en-IN" dirty="0"/>
              <a:t>Network address is 192.168.5.0. Host addresses will be from 192.168.5.1 to 192.168.5.254. Broadcast address will be 192.168.5.255.</a:t>
            </a:r>
          </a:p>
          <a:p>
            <a:pPr lvl="1"/>
            <a:endParaRPr lang="en-IN" dirty="0"/>
          </a:p>
          <a:p>
            <a:endParaRPr lang="en-IN" dirty="0"/>
          </a:p>
        </p:txBody>
      </p:sp>
      <p:sp>
        <p:nvSpPr>
          <p:cNvPr id="4" name="TextBox 3">
            <a:extLst>
              <a:ext uri="{FF2B5EF4-FFF2-40B4-BE49-F238E27FC236}">
                <a16:creationId xmlns:a16="http://schemas.microsoft.com/office/drawing/2014/main" id="{2ABC9F4B-F21B-FCEB-A349-919EDF980127}"/>
              </a:ext>
            </a:extLst>
          </p:cNvPr>
          <p:cNvSpPr txBox="1"/>
          <p:nvPr/>
        </p:nvSpPr>
        <p:spPr>
          <a:xfrm>
            <a:off x="1475656" y="4001294"/>
            <a:ext cx="4608512" cy="923330"/>
          </a:xfrm>
          <a:prstGeom prst="rect">
            <a:avLst/>
          </a:prstGeom>
          <a:solidFill>
            <a:schemeClr val="accent6">
              <a:lumMod val="60000"/>
              <a:lumOff val="40000"/>
            </a:schemeClr>
          </a:solidFill>
        </p:spPr>
        <p:txBody>
          <a:bodyPr wrap="square" rtlCol="0">
            <a:spAutoFit/>
          </a:bodyPr>
          <a:lstStyle/>
          <a:p>
            <a:r>
              <a:rPr lang="en-IN" dirty="0"/>
              <a:t>		</a:t>
            </a:r>
            <a:r>
              <a:rPr lang="en-IN" dirty="0">
                <a:solidFill>
                  <a:schemeClr val="tx1"/>
                </a:solidFill>
              </a:rPr>
              <a:t>192.168.5.85</a:t>
            </a:r>
          </a:p>
          <a:p>
            <a:r>
              <a:rPr lang="en-IN" dirty="0">
                <a:solidFill>
                  <a:schemeClr val="tx1"/>
                </a:solidFill>
              </a:rPr>
              <a:t>AND		255.255.255.0</a:t>
            </a:r>
          </a:p>
          <a:p>
            <a:r>
              <a:rPr lang="en-IN" dirty="0">
                <a:solidFill>
                  <a:schemeClr val="tx1"/>
                </a:solidFill>
              </a:rPr>
              <a:t>Result	192.168.5.0</a:t>
            </a:r>
          </a:p>
        </p:txBody>
      </p:sp>
    </p:spTree>
    <p:extLst>
      <p:ext uri="{BB962C8B-B14F-4D97-AF65-F5344CB8AC3E}">
        <p14:creationId xmlns:p14="http://schemas.microsoft.com/office/powerpoint/2010/main" val="304436469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Text Box 1">
            <a:extLst>
              <a:ext uri="{FF2B5EF4-FFF2-40B4-BE49-F238E27FC236}">
                <a16:creationId xmlns:a16="http://schemas.microsoft.com/office/drawing/2014/main" id="{2F3ADE90-588F-EDB9-FF0C-645A04699FCE}"/>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Supernetting</a:t>
            </a:r>
          </a:p>
        </p:txBody>
      </p:sp>
      <p:sp>
        <p:nvSpPr>
          <p:cNvPr id="241667" name="Text Box 2">
            <a:extLst>
              <a:ext uri="{FF2B5EF4-FFF2-40B4-BE49-F238E27FC236}">
                <a16:creationId xmlns:a16="http://schemas.microsoft.com/office/drawing/2014/main" id="{AEE416EF-DCA8-2861-515F-33CC618CC0AF}"/>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Text Box 1">
            <a:extLst>
              <a:ext uri="{FF2B5EF4-FFF2-40B4-BE49-F238E27FC236}">
                <a16:creationId xmlns:a16="http://schemas.microsoft.com/office/drawing/2014/main" id="{15C70F0A-BE47-8183-B44C-52A770C4B81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43715" name="Text Box 2">
            <a:extLst>
              <a:ext uri="{FF2B5EF4-FFF2-40B4-BE49-F238E27FC236}">
                <a16:creationId xmlns:a16="http://schemas.microsoft.com/office/drawing/2014/main" id="{3BAF14E7-805B-019F-63C1-F5733286ED7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151661A-BDA0-4916-94F7-5B73B73893D4}" type="slidenum">
              <a:rPr lang="en-US" altLang="en-US" sz="1400">
                <a:solidFill>
                  <a:srgbClr val="000000"/>
                </a:solidFill>
              </a:rPr>
              <a:pPr algn="r" eaLnBrk="1" hangingPunct="1">
                <a:buClrTx/>
                <a:buSzPct val="60000"/>
                <a:buFontTx/>
                <a:buNone/>
              </a:pPr>
              <a:t>131</a:t>
            </a:fld>
            <a:endParaRPr lang="en-US" altLang="en-US" sz="1400">
              <a:solidFill>
                <a:srgbClr val="000000"/>
              </a:solidFill>
            </a:endParaRPr>
          </a:p>
        </p:txBody>
      </p:sp>
      <p:sp>
        <p:nvSpPr>
          <p:cNvPr id="243716" name="Text Box 3">
            <a:extLst>
              <a:ext uri="{FF2B5EF4-FFF2-40B4-BE49-F238E27FC236}">
                <a16:creationId xmlns:a16="http://schemas.microsoft.com/office/drawing/2014/main" id="{C4295F67-9EC5-4C97-06BA-A80999C076A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Supernetting Basics</a:t>
            </a:r>
          </a:p>
        </p:txBody>
      </p:sp>
      <p:sp>
        <p:nvSpPr>
          <p:cNvPr id="243717" name="Text Box 4">
            <a:extLst>
              <a:ext uri="{FF2B5EF4-FFF2-40B4-BE49-F238E27FC236}">
                <a16:creationId xmlns:a16="http://schemas.microsoft.com/office/drawing/2014/main" id="{D60B5667-DC43-8BF6-D959-87394F3CC9F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Problem: Most of class A and B addresses were depleted, but there was a huge demand for midsize blocks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The size of a class C block with maximum 256 addresses did not satisfy the needs of most organizations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Solution: Supernetting</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Combine several class C blocks to create a higher range of addresses (e.g. 205.16.32.0 is block 1, 205.16.33.0 is block 2, 205.16.34.0 is block 3, …)</a:t>
            </a:r>
          </a:p>
          <a:p>
            <a:pPr eaLnBrk="1" hangingPunct="1">
              <a:lnSpc>
                <a:spcPct val="80000"/>
              </a:lnSpc>
              <a:spcBef>
                <a:spcPts val="600"/>
              </a:spcBef>
              <a:buClr>
                <a:srgbClr val="3333CC"/>
              </a:buClr>
              <a:buSzPct val="60000"/>
              <a:buFont typeface="Wingdings" panose="05000000000000000000" pitchFamily="2" charset="2"/>
              <a:buNone/>
            </a:pPr>
            <a:endParaRPr lang="en-US" altLang="en-US" sz="2400">
              <a:solidFill>
                <a:srgbClr val="000000"/>
              </a:solidFill>
            </a:endParaRP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An organization applies for several class C blocks and creates a supernet of them</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Text Box 1">
            <a:extLst>
              <a:ext uri="{FF2B5EF4-FFF2-40B4-BE49-F238E27FC236}">
                <a16:creationId xmlns:a16="http://schemas.microsoft.com/office/drawing/2014/main" id="{A0E95B42-11AE-7DF4-84D9-B550E85008C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45763" name="Text Box 2">
            <a:extLst>
              <a:ext uri="{FF2B5EF4-FFF2-40B4-BE49-F238E27FC236}">
                <a16:creationId xmlns:a16="http://schemas.microsoft.com/office/drawing/2014/main" id="{1614694D-6345-E7C5-8F4E-B0E207843B2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22FF264-D84D-4CB9-AA51-F343F12697F5}" type="slidenum">
              <a:rPr lang="en-US" altLang="en-US" sz="1400">
                <a:solidFill>
                  <a:srgbClr val="000000"/>
                </a:solidFill>
              </a:rPr>
              <a:pPr algn="r" eaLnBrk="1" hangingPunct="1">
                <a:buClrTx/>
                <a:buSzPct val="60000"/>
                <a:buFontTx/>
                <a:buNone/>
              </a:pPr>
              <a:t>132</a:t>
            </a:fld>
            <a:endParaRPr lang="en-US" altLang="en-US" sz="1400">
              <a:solidFill>
                <a:srgbClr val="000000"/>
              </a:solidFill>
            </a:endParaRPr>
          </a:p>
        </p:txBody>
      </p:sp>
      <p:sp>
        <p:nvSpPr>
          <p:cNvPr id="245764" name="Text Box 3">
            <a:extLst>
              <a:ext uri="{FF2B5EF4-FFF2-40B4-BE49-F238E27FC236}">
                <a16:creationId xmlns:a16="http://schemas.microsoft.com/office/drawing/2014/main" id="{29234B9E-778B-08F1-692C-1329DB155F4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Supernetting Versus Subnetting</a:t>
            </a:r>
          </a:p>
        </p:txBody>
      </p:sp>
      <p:sp>
        <p:nvSpPr>
          <p:cNvPr id="245765" name="Text Box 4">
            <a:extLst>
              <a:ext uri="{FF2B5EF4-FFF2-40B4-BE49-F238E27FC236}">
                <a16:creationId xmlns:a16="http://schemas.microsoft.com/office/drawing/2014/main" id="{21A7DB29-B0E5-DFC2-D452-649F55960B5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Subnetting allows internal partitioning of a network, depending on the organizational needs</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Advantage: Every organization is free to decide how to do this</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Drawback: Does nothing to address the basic problem of classful addressing</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Need: Supernetting</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Text Box 1">
            <a:extLst>
              <a:ext uri="{FF2B5EF4-FFF2-40B4-BE49-F238E27FC236}">
                <a16:creationId xmlns:a16="http://schemas.microsoft.com/office/drawing/2014/main" id="{69EF916F-C196-D656-63C7-42DE81B4B4A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47811" name="Text Box 2">
            <a:extLst>
              <a:ext uri="{FF2B5EF4-FFF2-40B4-BE49-F238E27FC236}">
                <a16:creationId xmlns:a16="http://schemas.microsoft.com/office/drawing/2014/main" id="{FAA197B3-31A2-71D3-C546-DDD7EF11F8D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543F05F-3301-4B16-8DC8-283693885620}" type="slidenum">
              <a:rPr lang="en-US" altLang="en-US" sz="1400">
                <a:solidFill>
                  <a:srgbClr val="000000"/>
                </a:solidFill>
              </a:rPr>
              <a:pPr algn="r" eaLnBrk="1" hangingPunct="1">
                <a:buClrTx/>
                <a:buSzPct val="60000"/>
                <a:buFontTx/>
                <a:buNone/>
              </a:pPr>
              <a:t>133</a:t>
            </a:fld>
            <a:endParaRPr lang="en-US" altLang="en-US" sz="1400">
              <a:solidFill>
                <a:srgbClr val="000000"/>
              </a:solidFill>
            </a:endParaRPr>
          </a:p>
        </p:txBody>
      </p:sp>
      <p:sp>
        <p:nvSpPr>
          <p:cNvPr id="247812" name="Text Box 3">
            <a:extLst>
              <a:ext uri="{FF2B5EF4-FFF2-40B4-BE49-F238E27FC236}">
                <a16:creationId xmlns:a16="http://schemas.microsoft.com/office/drawing/2014/main" id="{4A3575C8-1CD2-D932-E0BD-C78EC21B653B}"/>
              </a:ext>
            </a:extLst>
          </p:cNvPr>
          <p:cNvSpPr txBox="1">
            <a:spLocks noChangeArrowheads="1"/>
          </p:cNvSpPr>
          <p:nvPr/>
        </p:nvSpPr>
        <p:spPr bwMode="auto">
          <a:xfrm>
            <a:off x="1150938" y="214313"/>
            <a:ext cx="7793037" cy="623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Supernetting Concept</a:t>
            </a:r>
          </a:p>
        </p:txBody>
      </p:sp>
      <p:sp>
        <p:nvSpPr>
          <p:cNvPr id="247813" name="Text Box 4">
            <a:extLst>
              <a:ext uri="{FF2B5EF4-FFF2-40B4-BE49-F238E27FC236}">
                <a16:creationId xmlns:a16="http://schemas.microsoft.com/office/drawing/2014/main" id="{335B4345-3AB4-68CB-871B-374683E8077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47814" name="Group 5">
            <a:extLst>
              <a:ext uri="{FF2B5EF4-FFF2-40B4-BE49-F238E27FC236}">
                <a16:creationId xmlns:a16="http://schemas.microsoft.com/office/drawing/2014/main" id="{7F7FB97C-3428-F8E6-000D-437FBE6A6D00}"/>
              </a:ext>
            </a:extLst>
          </p:cNvPr>
          <p:cNvGrpSpPr>
            <a:grpSpLocks/>
          </p:cNvGrpSpPr>
          <p:nvPr/>
        </p:nvGrpSpPr>
        <p:grpSpPr bwMode="auto">
          <a:xfrm>
            <a:off x="1143000" y="914400"/>
            <a:ext cx="7694613" cy="5103813"/>
            <a:chOff x="720" y="576"/>
            <a:chExt cx="4847" cy="3215"/>
          </a:xfrm>
        </p:grpSpPr>
        <p:sp>
          <p:nvSpPr>
            <p:cNvPr id="247815" name="Rectangle 6">
              <a:extLst>
                <a:ext uri="{FF2B5EF4-FFF2-40B4-BE49-F238E27FC236}">
                  <a16:creationId xmlns:a16="http://schemas.microsoft.com/office/drawing/2014/main" id="{BCEB1B66-5E25-F2E1-7F5C-DE52A26F1FC7}"/>
                </a:ext>
              </a:extLst>
            </p:cNvPr>
            <p:cNvSpPr>
              <a:spLocks noChangeArrowheads="1"/>
            </p:cNvSpPr>
            <p:nvPr/>
          </p:nvSpPr>
          <p:spPr bwMode="auto">
            <a:xfrm>
              <a:off x="720" y="576"/>
              <a:ext cx="4847" cy="321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7816" name="Text Box 7">
              <a:extLst>
                <a:ext uri="{FF2B5EF4-FFF2-40B4-BE49-F238E27FC236}">
                  <a16:creationId xmlns:a16="http://schemas.microsoft.com/office/drawing/2014/main" id="{679742AF-329E-298C-DB34-BFA65AE3D943}"/>
                </a:ext>
              </a:extLst>
            </p:cNvPr>
            <p:cNvSpPr txBox="1">
              <a:spLocks noChangeArrowheads="1"/>
            </p:cNvSpPr>
            <p:nvPr/>
          </p:nvSpPr>
          <p:spPr bwMode="auto">
            <a:xfrm>
              <a:off x="3088" y="2568"/>
              <a:ext cx="1970" cy="959"/>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Fourth class C address</a:t>
              </a:r>
            </a:p>
          </p:txBody>
        </p:sp>
        <p:sp>
          <p:nvSpPr>
            <p:cNvPr id="247817" name="Text Box 8">
              <a:extLst>
                <a:ext uri="{FF2B5EF4-FFF2-40B4-BE49-F238E27FC236}">
                  <a16:creationId xmlns:a16="http://schemas.microsoft.com/office/drawing/2014/main" id="{93EAE166-EDFA-A1E4-D0E5-69D47ACB77F2}"/>
                </a:ext>
              </a:extLst>
            </p:cNvPr>
            <p:cNvSpPr txBox="1">
              <a:spLocks noChangeArrowheads="1"/>
            </p:cNvSpPr>
            <p:nvPr/>
          </p:nvSpPr>
          <p:spPr bwMode="auto">
            <a:xfrm>
              <a:off x="1078" y="2592"/>
              <a:ext cx="1970" cy="1007"/>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Third class C address</a:t>
              </a:r>
            </a:p>
          </p:txBody>
        </p:sp>
        <p:sp>
          <p:nvSpPr>
            <p:cNvPr id="247818" name="Text Box 9">
              <a:extLst>
                <a:ext uri="{FF2B5EF4-FFF2-40B4-BE49-F238E27FC236}">
                  <a16:creationId xmlns:a16="http://schemas.microsoft.com/office/drawing/2014/main" id="{220494F5-C8B3-B369-2967-E07AA08F03DE}"/>
                </a:ext>
              </a:extLst>
            </p:cNvPr>
            <p:cNvSpPr txBox="1">
              <a:spLocks noChangeArrowheads="1"/>
            </p:cNvSpPr>
            <p:nvPr/>
          </p:nvSpPr>
          <p:spPr bwMode="auto">
            <a:xfrm>
              <a:off x="2095" y="2616"/>
              <a:ext cx="452" cy="16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rPr>
                <a:t>...</a:t>
              </a:r>
            </a:p>
          </p:txBody>
        </p:sp>
        <p:sp>
          <p:nvSpPr>
            <p:cNvPr id="247819" name="Text Box 10">
              <a:extLst>
                <a:ext uri="{FF2B5EF4-FFF2-40B4-BE49-F238E27FC236}">
                  <a16:creationId xmlns:a16="http://schemas.microsoft.com/office/drawing/2014/main" id="{496A860A-FE0A-1240-C1A3-0E3DB633DC2D}"/>
                </a:ext>
              </a:extLst>
            </p:cNvPr>
            <p:cNvSpPr txBox="1">
              <a:spLocks noChangeArrowheads="1"/>
            </p:cNvSpPr>
            <p:nvPr/>
          </p:nvSpPr>
          <p:spPr bwMode="auto">
            <a:xfrm>
              <a:off x="2945" y="774"/>
              <a:ext cx="2105" cy="959"/>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Second class C address</a:t>
              </a:r>
            </a:p>
          </p:txBody>
        </p:sp>
        <p:sp>
          <p:nvSpPr>
            <p:cNvPr id="247820" name="Text Box 11">
              <a:extLst>
                <a:ext uri="{FF2B5EF4-FFF2-40B4-BE49-F238E27FC236}">
                  <a16:creationId xmlns:a16="http://schemas.microsoft.com/office/drawing/2014/main" id="{D765CD89-7B76-A38D-2CB5-8909070F24AD}"/>
                </a:ext>
              </a:extLst>
            </p:cNvPr>
            <p:cNvSpPr txBox="1">
              <a:spLocks noChangeArrowheads="1"/>
            </p:cNvSpPr>
            <p:nvPr/>
          </p:nvSpPr>
          <p:spPr bwMode="auto">
            <a:xfrm>
              <a:off x="943" y="810"/>
              <a:ext cx="1898" cy="959"/>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First class C address</a:t>
              </a:r>
            </a:p>
          </p:txBody>
        </p:sp>
        <p:sp>
          <p:nvSpPr>
            <p:cNvPr id="247821" name="Oval 12">
              <a:extLst>
                <a:ext uri="{FF2B5EF4-FFF2-40B4-BE49-F238E27FC236}">
                  <a16:creationId xmlns:a16="http://schemas.microsoft.com/office/drawing/2014/main" id="{2690E0DE-EA66-B0C6-8E21-80782CE62354}"/>
                </a:ext>
              </a:extLst>
            </p:cNvPr>
            <p:cNvSpPr>
              <a:spLocks noChangeArrowheads="1"/>
            </p:cNvSpPr>
            <p:nvPr/>
          </p:nvSpPr>
          <p:spPr bwMode="auto">
            <a:xfrm>
              <a:off x="1079" y="1840"/>
              <a:ext cx="2806" cy="644"/>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400" b="1">
                <a:solidFill>
                  <a:srgbClr val="000000"/>
                </a:solidFill>
              </a:endParaRPr>
            </a:p>
            <a:p>
              <a:pPr algn="ctr">
                <a:buClrTx/>
                <a:buSzPct val="60000"/>
                <a:buFontTx/>
                <a:buNone/>
              </a:pPr>
              <a:r>
                <a:rPr lang="en-US" altLang="en-US" sz="1400" b="1">
                  <a:solidFill>
                    <a:srgbClr val="000000"/>
                  </a:solidFill>
                </a:rPr>
                <a:t>Supernetwork </a:t>
              </a:r>
            </a:p>
            <a:p>
              <a:pPr algn="ctr">
                <a:buClrTx/>
                <a:buSzPct val="60000"/>
                <a:buFontTx/>
                <a:buNone/>
              </a:pPr>
              <a:r>
                <a:rPr lang="en-US" altLang="en-US" sz="1400" b="1">
                  <a:solidFill>
                    <a:srgbClr val="000000"/>
                  </a:solidFill>
                </a:rPr>
                <a:t>with address A.B.32.0</a:t>
              </a:r>
            </a:p>
          </p:txBody>
        </p:sp>
        <p:grpSp>
          <p:nvGrpSpPr>
            <p:cNvPr id="247822" name="Group 13">
              <a:extLst>
                <a:ext uri="{FF2B5EF4-FFF2-40B4-BE49-F238E27FC236}">
                  <a16:creationId xmlns:a16="http://schemas.microsoft.com/office/drawing/2014/main" id="{56F4DBC5-9BD3-51A1-7D1F-3C32A1CDBA03}"/>
                </a:ext>
              </a:extLst>
            </p:cNvPr>
            <p:cNvGrpSpPr>
              <a:grpSpLocks/>
            </p:cNvGrpSpPr>
            <p:nvPr/>
          </p:nvGrpSpPr>
          <p:grpSpPr bwMode="auto">
            <a:xfrm>
              <a:off x="4233" y="2054"/>
              <a:ext cx="603" cy="199"/>
              <a:chOff x="4233" y="2054"/>
              <a:chExt cx="603" cy="199"/>
            </a:xfrm>
          </p:grpSpPr>
          <p:sp>
            <p:nvSpPr>
              <p:cNvPr id="247865" name="Oval 14">
                <a:extLst>
                  <a:ext uri="{FF2B5EF4-FFF2-40B4-BE49-F238E27FC236}">
                    <a16:creationId xmlns:a16="http://schemas.microsoft.com/office/drawing/2014/main" id="{38901230-FBE4-32C2-DB52-2C3EA2834C7A}"/>
                  </a:ext>
                </a:extLst>
              </p:cNvPr>
              <p:cNvSpPr>
                <a:spLocks noChangeArrowheads="1"/>
              </p:cNvSpPr>
              <p:nvPr/>
            </p:nvSpPr>
            <p:spPr bwMode="auto">
              <a:xfrm>
                <a:off x="4233" y="2054"/>
                <a:ext cx="603" cy="19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47866" name="Line 15">
                <a:extLst>
                  <a:ext uri="{FF2B5EF4-FFF2-40B4-BE49-F238E27FC236}">
                    <a16:creationId xmlns:a16="http://schemas.microsoft.com/office/drawing/2014/main" id="{4D56DCFE-5DBD-39FD-B215-CA7B25A637EB}"/>
                  </a:ext>
                </a:extLst>
              </p:cNvPr>
              <p:cNvSpPr>
                <a:spLocks noChangeShapeType="1"/>
              </p:cNvSpPr>
              <p:nvPr/>
            </p:nvSpPr>
            <p:spPr bwMode="auto">
              <a:xfrm>
                <a:off x="4384" y="2121"/>
                <a:ext cx="283" cy="7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67" name="Line 16">
                <a:extLst>
                  <a:ext uri="{FF2B5EF4-FFF2-40B4-BE49-F238E27FC236}">
                    <a16:creationId xmlns:a16="http://schemas.microsoft.com/office/drawing/2014/main" id="{868C5A71-A431-33A8-F780-7D18F84AC36E}"/>
                  </a:ext>
                </a:extLst>
              </p:cNvPr>
              <p:cNvSpPr>
                <a:spLocks noChangeShapeType="1"/>
              </p:cNvSpPr>
              <p:nvPr/>
            </p:nvSpPr>
            <p:spPr bwMode="auto">
              <a:xfrm flipH="1">
                <a:off x="4391" y="2101"/>
                <a:ext cx="241" cy="10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247823" name="Freeform 17">
              <a:extLst>
                <a:ext uri="{FF2B5EF4-FFF2-40B4-BE49-F238E27FC236}">
                  <a16:creationId xmlns:a16="http://schemas.microsoft.com/office/drawing/2014/main" id="{16A854EA-0990-BF60-E0AF-0E18CE5E80E4}"/>
                </a:ext>
              </a:extLst>
            </p:cNvPr>
            <p:cNvSpPr>
              <a:spLocks noChangeArrowheads="1"/>
            </p:cNvSpPr>
            <p:nvPr/>
          </p:nvSpPr>
          <p:spPr bwMode="auto">
            <a:xfrm>
              <a:off x="1144" y="1414"/>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24" name="Line 18">
              <a:extLst>
                <a:ext uri="{FF2B5EF4-FFF2-40B4-BE49-F238E27FC236}">
                  <a16:creationId xmlns:a16="http://schemas.microsoft.com/office/drawing/2014/main" id="{81670548-15C0-3FEB-3971-73D75BD5091A}"/>
                </a:ext>
              </a:extLst>
            </p:cNvPr>
            <p:cNvSpPr>
              <a:spLocks noChangeShapeType="1"/>
            </p:cNvSpPr>
            <p:nvPr/>
          </p:nvSpPr>
          <p:spPr bwMode="auto">
            <a:xfrm>
              <a:off x="1316" y="1650"/>
              <a:ext cx="190" cy="2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25" name="Line 19">
              <a:extLst>
                <a:ext uri="{FF2B5EF4-FFF2-40B4-BE49-F238E27FC236}">
                  <a16:creationId xmlns:a16="http://schemas.microsoft.com/office/drawing/2014/main" id="{B24FA04E-ADFF-8CC8-1B9D-B606AC88E9B9}"/>
                </a:ext>
              </a:extLst>
            </p:cNvPr>
            <p:cNvSpPr>
              <a:spLocks noChangeShapeType="1"/>
            </p:cNvSpPr>
            <p:nvPr/>
          </p:nvSpPr>
          <p:spPr bwMode="auto">
            <a:xfrm>
              <a:off x="3875" y="2154"/>
              <a:ext cx="36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26" name="Line 20">
              <a:extLst>
                <a:ext uri="{FF2B5EF4-FFF2-40B4-BE49-F238E27FC236}">
                  <a16:creationId xmlns:a16="http://schemas.microsoft.com/office/drawing/2014/main" id="{0FBAAE7D-E48F-645B-A39D-60BE9747F799}"/>
                </a:ext>
              </a:extLst>
            </p:cNvPr>
            <p:cNvSpPr>
              <a:spLocks noChangeShapeType="1"/>
            </p:cNvSpPr>
            <p:nvPr/>
          </p:nvSpPr>
          <p:spPr bwMode="auto">
            <a:xfrm>
              <a:off x="4837" y="2154"/>
              <a:ext cx="45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27" name="Text Box 21">
              <a:extLst>
                <a:ext uri="{FF2B5EF4-FFF2-40B4-BE49-F238E27FC236}">
                  <a16:creationId xmlns:a16="http://schemas.microsoft.com/office/drawing/2014/main" id="{1B5A5E89-C211-744D-40F4-86A74C134CE7}"/>
                </a:ext>
              </a:extLst>
            </p:cNvPr>
            <p:cNvSpPr txBox="1">
              <a:spLocks noChangeArrowheads="1"/>
            </p:cNvSpPr>
            <p:nvPr/>
          </p:nvSpPr>
          <p:spPr bwMode="auto">
            <a:xfrm>
              <a:off x="4845" y="2256"/>
              <a:ext cx="682"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To Internet</a:t>
              </a:r>
            </a:p>
          </p:txBody>
        </p:sp>
        <p:sp>
          <p:nvSpPr>
            <p:cNvPr id="247828" name="Freeform 22">
              <a:extLst>
                <a:ext uri="{FF2B5EF4-FFF2-40B4-BE49-F238E27FC236}">
                  <a16:creationId xmlns:a16="http://schemas.microsoft.com/office/drawing/2014/main" id="{03880AE5-B267-4B30-78A3-4FE90D8D710E}"/>
                </a:ext>
              </a:extLst>
            </p:cNvPr>
            <p:cNvSpPr>
              <a:spLocks noChangeArrowheads="1"/>
            </p:cNvSpPr>
            <p:nvPr/>
          </p:nvSpPr>
          <p:spPr bwMode="auto">
            <a:xfrm>
              <a:off x="1660" y="1354"/>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29" name="Freeform 23">
              <a:extLst>
                <a:ext uri="{FF2B5EF4-FFF2-40B4-BE49-F238E27FC236}">
                  <a16:creationId xmlns:a16="http://schemas.microsoft.com/office/drawing/2014/main" id="{E09BA3C3-9223-FDE2-F6B0-CE0BD12EB931}"/>
                </a:ext>
              </a:extLst>
            </p:cNvPr>
            <p:cNvSpPr>
              <a:spLocks noChangeArrowheads="1"/>
            </p:cNvSpPr>
            <p:nvPr/>
          </p:nvSpPr>
          <p:spPr bwMode="auto">
            <a:xfrm>
              <a:off x="2352" y="1396"/>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30" name="Line 24">
              <a:extLst>
                <a:ext uri="{FF2B5EF4-FFF2-40B4-BE49-F238E27FC236}">
                  <a16:creationId xmlns:a16="http://schemas.microsoft.com/office/drawing/2014/main" id="{A58BF8B1-4089-536D-3E2A-6F371E2C7DD9}"/>
                </a:ext>
              </a:extLst>
            </p:cNvPr>
            <p:cNvSpPr>
              <a:spLocks noChangeShapeType="1"/>
            </p:cNvSpPr>
            <p:nvPr/>
          </p:nvSpPr>
          <p:spPr bwMode="auto">
            <a:xfrm>
              <a:off x="1841" y="1584"/>
              <a:ext cx="126" cy="2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31" name="Line 25">
              <a:extLst>
                <a:ext uri="{FF2B5EF4-FFF2-40B4-BE49-F238E27FC236}">
                  <a16:creationId xmlns:a16="http://schemas.microsoft.com/office/drawing/2014/main" id="{07C76965-829A-0B68-F189-18520BEE8CF2}"/>
                </a:ext>
              </a:extLst>
            </p:cNvPr>
            <p:cNvSpPr>
              <a:spLocks noChangeShapeType="1"/>
            </p:cNvSpPr>
            <p:nvPr/>
          </p:nvSpPr>
          <p:spPr bwMode="auto">
            <a:xfrm>
              <a:off x="2532" y="1632"/>
              <a:ext cx="11"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32" name="Freeform 26">
              <a:extLst>
                <a:ext uri="{FF2B5EF4-FFF2-40B4-BE49-F238E27FC236}">
                  <a16:creationId xmlns:a16="http://schemas.microsoft.com/office/drawing/2014/main" id="{8F3687CD-B41E-8F11-0D11-FB4D4B4EFD18}"/>
                </a:ext>
              </a:extLst>
            </p:cNvPr>
            <p:cNvSpPr>
              <a:spLocks noChangeArrowheads="1"/>
            </p:cNvSpPr>
            <p:nvPr/>
          </p:nvSpPr>
          <p:spPr bwMode="auto">
            <a:xfrm>
              <a:off x="3027" y="1288"/>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33" name="Line 27">
              <a:extLst>
                <a:ext uri="{FF2B5EF4-FFF2-40B4-BE49-F238E27FC236}">
                  <a16:creationId xmlns:a16="http://schemas.microsoft.com/office/drawing/2014/main" id="{1DA2D8C8-8A02-47AA-6402-F0E476DE52E3}"/>
                </a:ext>
              </a:extLst>
            </p:cNvPr>
            <p:cNvSpPr>
              <a:spLocks noChangeShapeType="1"/>
            </p:cNvSpPr>
            <p:nvPr/>
          </p:nvSpPr>
          <p:spPr bwMode="auto">
            <a:xfrm flipH="1">
              <a:off x="3064" y="1524"/>
              <a:ext cx="136" cy="3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34" name="Freeform 28">
              <a:extLst>
                <a:ext uri="{FF2B5EF4-FFF2-40B4-BE49-F238E27FC236}">
                  <a16:creationId xmlns:a16="http://schemas.microsoft.com/office/drawing/2014/main" id="{8B0CA25C-C693-04F7-EBFB-888C3305A786}"/>
                </a:ext>
              </a:extLst>
            </p:cNvPr>
            <p:cNvSpPr>
              <a:spLocks noChangeArrowheads="1"/>
            </p:cNvSpPr>
            <p:nvPr/>
          </p:nvSpPr>
          <p:spPr bwMode="auto">
            <a:xfrm>
              <a:off x="3544" y="1228"/>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35" name="Freeform 29">
              <a:extLst>
                <a:ext uri="{FF2B5EF4-FFF2-40B4-BE49-F238E27FC236}">
                  <a16:creationId xmlns:a16="http://schemas.microsoft.com/office/drawing/2014/main" id="{7A1351D6-758A-EBE6-96CC-8DCA981E38E0}"/>
                </a:ext>
              </a:extLst>
            </p:cNvPr>
            <p:cNvSpPr>
              <a:spLocks noChangeArrowheads="1"/>
            </p:cNvSpPr>
            <p:nvPr/>
          </p:nvSpPr>
          <p:spPr bwMode="auto">
            <a:xfrm>
              <a:off x="4275" y="1270"/>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36" name="Line 30">
              <a:extLst>
                <a:ext uri="{FF2B5EF4-FFF2-40B4-BE49-F238E27FC236}">
                  <a16:creationId xmlns:a16="http://schemas.microsoft.com/office/drawing/2014/main" id="{24CB1CED-906A-7533-65B0-F289BBA00585}"/>
                </a:ext>
              </a:extLst>
            </p:cNvPr>
            <p:cNvSpPr>
              <a:spLocks noChangeShapeType="1"/>
            </p:cNvSpPr>
            <p:nvPr/>
          </p:nvSpPr>
          <p:spPr bwMode="auto">
            <a:xfrm flipH="1">
              <a:off x="3437" y="1458"/>
              <a:ext cx="287" cy="48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37" name="Line 31">
              <a:extLst>
                <a:ext uri="{FF2B5EF4-FFF2-40B4-BE49-F238E27FC236}">
                  <a16:creationId xmlns:a16="http://schemas.microsoft.com/office/drawing/2014/main" id="{7917FFE7-98B6-C3E5-7BD2-DB1985A6C3FC}"/>
                </a:ext>
              </a:extLst>
            </p:cNvPr>
            <p:cNvSpPr>
              <a:spLocks noChangeShapeType="1"/>
            </p:cNvSpPr>
            <p:nvPr/>
          </p:nvSpPr>
          <p:spPr bwMode="auto">
            <a:xfrm flipH="1">
              <a:off x="3779" y="1506"/>
              <a:ext cx="676" cy="5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38" name="Freeform 32">
              <a:extLst>
                <a:ext uri="{FF2B5EF4-FFF2-40B4-BE49-F238E27FC236}">
                  <a16:creationId xmlns:a16="http://schemas.microsoft.com/office/drawing/2014/main" id="{CE38082C-FDD6-BACE-EAF5-2067770837A6}"/>
                </a:ext>
              </a:extLst>
            </p:cNvPr>
            <p:cNvSpPr>
              <a:spLocks noChangeArrowheads="1"/>
            </p:cNvSpPr>
            <p:nvPr/>
          </p:nvSpPr>
          <p:spPr bwMode="auto">
            <a:xfrm>
              <a:off x="1239" y="2866"/>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39" name="Line 33">
              <a:extLst>
                <a:ext uri="{FF2B5EF4-FFF2-40B4-BE49-F238E27FC236}">
                  <a16:creationId xmlns:a16="http://schemas.microsoft.com/office/drawing/2014/main" id="{B44BCF5B-D91D-9E24-5C02-66F3317DBA1F}"/>
                </a:ext>
              </a:extLst>
            </p:cNvPr>
            <p:cNvSpPr>
              <a:spLocks noChangeShapeType="1"/>
            </p:cNvSpPr>
            <p:nvPr/>
          </p:nvSpPr>
          <p:spPr bwMode="auto">
            <a:xfrm flipH="1">
              <a:off x="1434" y="2394"/>
              <a:ext cx="128" cy="46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40" name="Freeform 34">
              <a:extLst>
                <a:ext uri="{FF2B5EF4-FFF2-40B4-BE49-F238E27FC236}">
                  <a16:creationId xmlns:a16="http://schemas.microsoft.com/office/drawing/2014/main" id="{0ACDC63D-AB8F-F214-45BF-0B56191033C8}"/>
                </a:ext>
              </a:extLst>
            </p:cNvPr>
            <p:cNvSpPr>
              <a:spLocks noChangeArrowheads="1"/>
            </p:cNvSpPr>
            <p:nvPr/>
          </p:nvSpPr>
          <p:spPr bwMode="auto">
            <a:xfrm>
              <a:off x="1756" y="2806"/>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41" name="Freeform 35">
              <a:extLst>
                <a:ext uri="{FF2B5EF4-FFF2-40B4-BE49-F238E27FC236}">
                  <a16:creationId xmlns:a16="http://schemas.microsoft.com/office/drawing/2014/main" id="{14100EFD-977E-20E3-A0C0-C4F7EF5766C7}"/>
                </a:ext>
              </a:extLst>
            </p:cNvPr>
            <p:cNvSpPr>
              <a:spLocks noChangeArrowheads="1"/>
            </p:cNvSpPr>
            <p:nvPr/>
          </p:nvSpPr>
          <p:spPr bwMode="auto">
            <a:xfrm>
              <a:off x="2503" y="2848"/>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42" name="Line 36">
              <a:extLst>
                <a:ext uri="{FF2B5EF4-FFF2-40B4-BE49-F238E27FC236}">
                  <a16:creationId xmlns:a16="http://schemas.microsoft.com/office/drawing/2014/main" id="{32F7D4FA-94D4-A725-2CB2-7610AC8B1AAB}"/>
                </a:ext>
              </a:extLst>
            </p:cNvPr>
            <p:cNvSpPr>
              <a:spLocks noChangeShapeType="1"/>
            </p:cNvSpPr>
            <p:nvPr/>
          </p:nvSpPr>
          <p:spPr bwMode="auto">
            <a:xfrm flipH="1">
              <a:off x="1943" y="2460"/>
              <a:ext cx="57" cy="3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43" name="Line 37">
              <a:extLst>
                <a:ext uri="{FF2B5EF4-FFF2-40B4-BE49-F238E27FC236}">
                  <a16:creationId xmlns:a16="http://schemas.microsoft.com/office/drawing/2014/main" id="{806E9676-BEA0-8D21-A9A0-95D8935FCC35}"/>
                </a:ext>
              </a:extLst>
            </p:cNvPr>
            <p:cNvSpPr>
              <a:spLocks noChangeShapeType="1"/>
            </p:cNvSpPr>
            <p:nvPr/>
          </p:nvSpPr>
          <p:spPr bwMode="auto">
            <a:xfrm>
              <a:off x="2667" y="2478"/>
              <a:ext cx="7" cy="37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44" name="Freeform 38">
              <a:extLst>
                <a:ext uri="{FF2B5EF4-FFF2-40B4-BE49-F238E27FC236}">
                  <a16:creationId xmlns:a16="http://schemas.microsoft.com/office/drawing/2014/main" id="{8DC20724-1B6F-E871-86E5-F5590AEF5D88}"/>
                </a:ext>
              </a:extLst>
            </p:cNvPr>
            <p:cNvSpPr>
              <a:spLocks noChangeArrowheads="1"/>
            </p:cNvSpPr>
            <p:nvPr/>
          </p:nvSpPr>
          <p:spPr bwMode="auto">
            <a:xfrm>
              <a:off x="3210" y="2770"/>
              <a:ext cx="337"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47 h 21600"/>
                <a:gd name="T44" fmla="*/ 16729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45" name="Line 39">
              <a:extLst>
                <a:ext uri="{FF2B5EF4-FFF2-40B4-BE49-F238E27FC236}">
                  <a16:creationId xmlns:a16="http://schemas.microsoft.com/office/drawing/2014/main" id="{6D048F7B-7115-8645-82B6-5B3628D2AEBE}"/>
                </a:ext>
              </a:extLst>
            </p:cNvPr>
            <p:cNvSpPr>
              <a:spLocks noChangeShapeType="1"/>
            </p:cNvSpPr>
            <p:nvPr/>
          </p:nvSpPr>
          <p:spPr bwMode="auto">
            <a:xfrm>
              <a:off x="3176" y="2436"/>
              <a:ext cx="190" cy="33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46" name="Freeform 40">
              <a:extLst>
                <a:ext uri="{FF2B5EF4-FFF2-40B4-BE49-F238E27FC236}">
                  <a16:creationId xmlns:a16="http://schemas.microsoft.com/office/drawing/2014/main" id="{58895DA6-8F37-3090-B894-CA04068EF863}"/>
                </a:ext>
              </a:extLst>
            </p:cNvPr>
            <p:cNvSpPr>
              <a:spLocks noChangeArrowheads="1"/>
            </p:cNvSpPr>
            <p:nvPr/>
          </p:nvSpPr>
          <p:spPr bwMode="auto">
            <a:xfrm>
              <a:off x="3727" y="2710"/>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47" name="Freeform 41">
              <a:extLst>
                <a:ext uri="{FF2B5EF4-FFF2-40B4-BE49-F238E27FC236}">
                  <a16:creationId xmlns:a16="http://schemas.microsoft.com/office/drawing/2014/main" id="{06BEE390-F522-2661-53ED-5B9AE6892586}"/>
                </a:ext>
              </a:extLst>
            </p:cNvPr>
            <p:cNvSpPr>
              <a:spLocks noChangeArrowheads="1"/>
            </p:cNvSpPr>
            <p:nvPr/>
          </p:nvSpPr>
          <p:spPr bwMode="auto">
            <a:xfrm>
              <a:off x="4458" y="2752"/>
              <a:ext cx="336" cy="22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50 w 21600"/>
                <a:gd name="T43" fmla="*/ 2547 h 21600"/>
                <a:gd name="T44" fmla="*/ 16714 w 21600"/>
                <a:gd name="T45" fmla="*/ 1113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47848" name="Line 42">
              <a:extLst>
                <a:ext uri="{FF2B5EF4-FFF2-40B4-BE49-F238E27FC236}">
                  <a16:creationId xmlns:a16="http://schemas.microsoft.com/office/drawing/2014/main" id="{903616CA-920E-E240-DFB8-9C9BC0FF548D}"/>
                </a:ext>
              </a:extLst>
            </p:cNvPr>
            <p:cNvSpPr>
              <a:spLocks noChangeShapeType="1"/>
            </p:cNvSpPr>
            <p:nvPr/>
          </p:nvSpPr>
          <p:spPr bwMode="auto">
            <a:xfrm>
              <a:off x="3589" y="2358"/>
              <a:ext cx="325" cy="3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49" name="Line 43">
              <a:extLst>
                <a:ext uri="{FF2B5EF4-FFF2-40B4-BE49-F238E27FC236}">
                  <a16:creationId xmlns:a16="http://schemas.microsoft.com/office/drawing/2014/main" id="{D37C95B7-7516-EF55-7F0A-6F8E43E5EF2A}"/>
                </a:ext>
              </a:extLst>
            </p:cNvPr>
            <p:cNvSpPr>
              <a:spLocks noChangeShapeType="1"/>
            </p:cNvSpPr>
            <p:nvPr/>
          </p:nvSpPr>
          <p:spPr bwMode="auto">
            <a:xfrm>
              <a:off x="3835" y="2256"/>
              <a:ext cx="818" cy="49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47850" name="Text Box 44">
              <a:extLst>
                <a:ext uri="{FF2B5EF4-FFF2-40B4-BE49-F238E27FC236}">
                  <a16:creationId xmlns:a16="http://schemas.microsoft.com/office/drawing/2014/main" id="{99E90FA6-0F0A-A36E-8495-EF94FABD99F0}"/>
                </a:ext>
              </a:extLst>
            </p:cNvPr>
            <p:cNvSpPr txBox="1">
              <a:spLocks noChangeArrowheads="1"/>
            </p:cNvSpPr>
            <p:nvPr/>
          </p:nvSpPr>
          <p:spPr bwMode="auto">
            <a:xfrm>
              <a:off x="1014" y="1206"/>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A.B.32.0</a:t>
              </a:r>
            </a:p>
          </p:txBody>
        </p:sp>
        <p:sp>
          <p:nvSpPr>
            <p:cNvPr id="247851" name="Text Box 45">
              <a:extLst>
                <a:ext uri="{FF2B5EF4-FFF2-40B4-BE49-F238E27FC236}">
                  <a16:creationId xmlns:a16="http://schemas.microsoft.com/office/drawing/2014/main" id="{2628C9B2-D511-8B0C-C663-F27EDBE98215}"/>
                </a:ext>
              </a:extLst>
            </p:cNvPr>
            <p:cNvSpPr txBox="1">
              <a:spLocks noChangeArrowheads="1"/>
            </p:cNvSpPr>
            <p:nvPr/>
          </p:nvSpPr>
          <p:spPr bwMode="auto">
            <a:xfrm>
              <a:off x="1610" y="1128"/>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A.B.32.2</a:t>
              </a:r>
            </a:p>
          </p:txBody>
        </p:sp>
        <p:sp>
          <p:nvSpPr>
            <p:cNvPr id="247852" name="Text Box 46">
              <a:extLst>
                <a:ext uri="{FF2B5EF4-FFF2-40B4-BE49-F238E27FC236}">
                  <a16:creationId xmlns:a16="http://schemas.microsoft.com/office/drawing/2014/main" id="{F03ACCDD-F930-DBC5-A31D-F032CC1500C1}"/>
                </a:ext>
              </a:extLst>
            </p:cNvPr>
            <p:cNvSpPr txBox="1">
              <a:spLocks noChangeArrowheads="1"/>
            </p:cNvSpPr>
            <p:nvPr/>
          </p:nvSpPr>
          <p:spPr bwMode="auto">
            <a:xfrm>
              <a:off x="2270" y="1164"/>
              <a:ext cx="555"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A.B.32.255</a:t>
              </a:r>
            </a:p>
          </p:txBody>
        </p:sp>
        <p:sp>
          <p:nvSpPr>
            <p:cNvPr id="247853" name="Text Box 47">
              <a:extLst>
                <a:ext uri="{FF2B5EF4-FFF2-40B4-BE49-F238E27FC236}">
                  <a16:creationId xmlns:a16="http://schemas.microsoft.com/office/drawing/2014/main" id="{AD7DA33B-2A76-AD8A-DCD9-6C2F3A6A2958}"/>
                </a:ext>
              </a:extLst>
            </p:cNvPr>
            <p:cNvSpPr txBox="1">
              <a:spLocks noChangeArrowheads="1"/>
            </p:cNvSpPr>
            <p:nvPr/>
          </p:nvSpPr>
          <p:spPr bwMode="auto">
            <a:xfrm>
              <a:off x="1960" y="1608"/>
              <a:ext cx="452" cy="15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rPr>
                <a:t>...</a:t>
              </a:r>
            </a:p>
          </p:txBody>
        </p:sp>
        <p:sp>
          <p:nvSpPr>
            <p:cNvPr id="247854" name="Text Box 48">
              <a:extLst>
                <a:ext uri="{FF2B5EF4-FFF2-40B4-BE49-F238E27FC236}">
                  <a16:creationId xmlns:a16="http://schemas.microsoft.com/office/drawing/2014/main" id="{D9836F04-4CF8-42ED-5A7F-87FF71E2EBFA}"/>
                </a:ext>
              </a:extLst>
            </p:cNvPr>
            <p:cNvSpPr txBox="1">
              <a:spLocks noChangeArrowheads="1"/>
            </p:cNvSpPr>
            <p:nvPr/>
          </p:nvSpPr>
          <p:spPr bwMode="auto">
            <a:xfrm>
              <a:off x="2993" y="1044"/>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A.B.32.0</a:t>
              </a:r>
            </a:p>
          </p:txBody>
        </p:sp>
        <p:sp>
          <p:nvSpPr>
            <p:cNvPr id="247855" name="Text Box 49">
              <a:extLst>
                <a:ext uri="{FF2B5EF4-FFF2-40B4-BE49-F238E27FC236}">
                  <a16:creationId xmlns:a16="http://schemas.microsoft.com/office/drawing/2014/main" id="{A86C9CF9-21B0-B443-1C77-B90EEB7F6FFE}"/>
                </a:ext>
              </a:extLst>
            </p:cNvPr>
            <p:cNvSpPr txBox="1">
              <a:spLocks noChangeArrowheads="1"/>
            </p:cNvSpPr>
            <p:nvPr/>
          </p:nvSpPr>
          <p:spPr bwMode="auto">
            <a:xfrm>
              <a:off x="3589" y="966"/>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A.B.33.2</a:t>
              </a:r>
            </a:p>
          </p:txBody>
        </p:sp>
        <p:sp>
          <p:nvSpPr>
            <p:cNvPr id="247856" name="Text Box 50">
              <a:extLst>
                <a:ext uri="{FF2B5EF4-FFF2-40B4-BE49-F238E27FC236}">
                  <a16:creationId xmlns:a16="http://schemas.microsoft.com/office/drawing/2014/main" id="{D5D00A8D-8712-5F06-C91A-091EA67BBBED}"/>
                </a:ext>
              </a:extLst>
            </p:cNvPr>
            <p:cNvSpPr txBox="1">
              <a:spLocks noChangeArrowheads="1"/>
            </p:cNvSpPr>
            <p:nvPr/>
          </p:nvSpPr>
          <p:spPr bwMode="auto">
            <a:xfrm>
              <a:off x="4447" y="1002"/>
              <a:ext cx="556"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A.B.33.255</a:t>
              </a:r>
            </a:p>
          </p:txBody>
        </p:sp>
        <p:sp>
          <p:nvSpPr>
            <p:cNvPr id="247857" name="Text Box 51">
              <a:extLst>
                <a:ext uri="{FF2B5EF4-FFF2-40B4-BE49-F238E27FC236}">
                  <a16:creationId xmlns:a16="http://schemas.microsoft.com/office/drawing/2014/main" id="{C28D151E-7B74-B273-7D0A-7F1071720FD3}"/>
                </a:ext>
              </a:extLst>
            </p:cNvPr>
            <p:cNvSpPr txBox="1">
              <a:spLocks noChangeArrowheads="1"/>
            </p:cNvSpPr>
            <p:nvPr/>
          </p:nvSpPr>
          <p:spPr bwMode="auto">
            <a:xfrm>
              <a:off x="3756" y="1494"/>
              <a:ext cx="452" cy="16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rPr>
                <a:t>...</a:t>
              </a:r>
            </a:p>
          </p:txBody>
        </p:sp>
        <p:sp>
          <p:nvSpPr>
            <p:cNvPr id="247858" name="Text Box 52">
              <a:extLst>
                <a:ext uri="{FF2B5EF4-FFF2-40B4-BE49-F238E27FC236}">
                  <a16:creationId xmlns:a16="http://schemas.microsoft.com/office/drawing/2014/main" id="{4C0EB92D-9EB3-AF62-3BCF-BE54F99573E5}"/>
                </a:ext>
              </a:extLst>
            </p:cNvPr>
            <p:cNvSpPr txBox="1">
              <a:spLocks noChangeArrowheads="1"/>
            </p:cNvSpPr>
            <p:nvPr/>
          </p:nvSpPr>
          <p:spPr bwMode="auto">
            <a:xfrm>
              <a:off x="1141" y="3222"/>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A.B.34.0</a:t>
              </a:r>
            </a:p>
          </p:txBody>
        </p:sp>
        <p:sp>
          <p:nvSpPr>
            <p:cNvPr id="247859" name="Text Box 53">
              <a:extLst>
                <a:ext uri="{FF2B5EF4-FFF2-40B4-BE49-F238E27FC236}">
                  <a16:creationId xmlns:a16="http://schemas.microsoft.com/office/drawing/2014/main" id="{20EE95EC-3C56-1C2A-3C0B-7D505899304D}"/>
                </a:ext>
              </a:extLst>
            </p:cNvPr>
            <p:cNvSpPr txBox="1">
              <a:spLocks noChangeArrowheads="1"/>
            </p:cNvSpPr>
            <p:nvPr/>
          </p:nvSpPr>
          <p:spPr bwMode="auto">
            <a:xfrm>
              <a:off x="1674" y="3108"/>
              <a:ext cx="499"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A.B.34.2</a:t>
              </a:r>
            </a:p>
          </p:txBody>
        </p:sp>
        <p:sp>
          <p:nvSpPr>
            <p:cNvPr id="247860" name="Text Box 54">
              <a:extLst>
                <a:ext uri="{FF2B5EF4-FFF2-40B4-BE49-F238E27FC236}">
                  <a16:creationId xmlns:a16="http://schemas.microsoft.com/office/drawing/2014/main" id="{BCC56C3B-4DF1-5C7F-056A-BF7129C53C9D}"/>
                </a:ext>
              </a:extLst>
            </p:cNvPr>
            <p:cNvSpPr txBox="1">
              <a:spLocks noChangeArrowheads="1"/>
            </p:cNvSpPr>
            <p:nvPr/>
          </p:nvSpPr>
          <p:spPr bwMode="auto">
            <a:xfrm>
              <a:off x="2397" y="3180"/>
              <a:ext cx="555"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A.B.34.255</a:t>
              </a:r>
            </a:p>
          </p:txBody>
        </p:sp>
        <p:sp>
          <p:nvSpPr>
            <p:cNvPr id="247861" name="Text Box 55">
              <a:extLst>
                <a:ext uri="{FF2B5EF4-FFF2-40B4-BE49-F238E27FC236}">
                  <a16:creationId xmlns:a16="http://schemas.microsoft.com/office/drawing/2014/main" id="{3A34E4F5-6CF8-7547-79D9-A2ECB70DD803}"/>
                </a:ext>
              </a:extLst>
            </p:cNvPr>
            <p:cNvSpPr txBox="1">
              <a:spLocks noChangeArrowheads="1"/>
            </p:cNvSpPr>
            <p:nvPr/>
          </p:nvSpPr>
          <p:spPr bwMode="auto">
            <a:xfrm>
              <a:off x="4082" y="2616"/>
              <a:ext cx="277" cy="16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rPr>
                <a:t>...</a:t>
              </a:r>
            </a:p>
          </p:txBody>
        </p:sp>
        <p:sp>
          <p:nvSpPr>
            <p:cNvPr id="247862" name="Text Box 56">
              <a:extLst>
                <a:ext uri="{FF2B5EF4-FFF2-40B4-BE49-F238E27FC236}">
                  <a16:creationId xmlns:a16="http://schemas.microsoft.com/office/drawing/2014/main" id="{127EC175-C7E5-2EFE-BCCD-C52C1BAD58DF}"/>
                </a:ext>
              </a:extLst>
            </p:cNvPr>
            <p:cNvSpPr txBox="1">
              <a:spLocks noChangeArrowheads="1"/>
            </p:cNvSpPr>
            <p:nvPr/>
          </p:nvSpPr>
          <p:spPr bwMode="auto">
            <a:xfrm>
              <a:off x="3144" y="3126"/>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A.B.35.0</a:t>
              </a:r>
            </a:p>
          </p:txBody>
        </p:sp>
        <p:sp>
          <p:nvSpPr>
            <p:cNvPr id="247863" name="Text Box 57">
              <a:extLst>
                <a:ext uri="{FF2B5EF4-FFF2-40B4-BE49-F238E27FC236}">
                  <a16:creationId xmlns:a16="http://schemas.microsoft.com/office/drawing/2014/main" id="{09DC5A3D-AA8B-30D0-FFE7-83A78BC53C9C}"/>
                </a:ext>
              </a:extLst>
            </p:cNvPr>
            <p:cNvSpPr txBox="1">
              <a:spLocks noChangeArrowheads="1"/>
            </p:cNvSpPr>
            <p:nvPr/>
          </p:nvSpPr>
          <p:spPr bwMode="auto">
            <a:xfrm>
              <a:off x="3676" y="3012"/>
              <a:ext cx="500"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A.B.35.2</a:t>
              </a:r>
            </a:p>
          </p:txBody>
        </p:sp>
        <p:sp>
          <p:nvSpPr>
            <p:cNvPr id="247864" name="Text Box 58">
              <a:extLst>
                <a:ext uri="{FF2B5EF4-FFF2-40B4-BE49-F238E27FC236}">
                  <a16:creationId xmlns:a16="http://schemas.microsoft.com/office/drawing/2014/main" id="{EA23667D-2001-1C3E-4E16-2EA58E552772}"/>
                </a:ext>
              </a:extLst>
            </p:cNvPr>
            <p:cNvSpPr txBox="1">
              <a:spLocks noChangeArrowheads="1"/>
            </p:cNvSpPr>
            <p:nvPr/>
          </p:nvSpPr>
          <p:spPr bwMode="auto">
            <a:xfrm>
              <a:off x="4400" y="3084"/>
              <a:ext cx="555"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A.B.35.255</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Text Box 1">
            <a:extLst>
              <a:ext uri="{FF2B5EF4-FFF2-40B4-BE49-F238E27FC236}">
                <a16:creationId xmlns:a16="http://schemas.microsoft.com/office/drawing/2014/main" id="{7E67EB6A-A7B2-844B-38C8-0BC2295D0DD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49859" name="Text Box 2">
            <a:extLst>
              <a:ext uri="{FF2B5EF4-FFF2-40B4-BE49-F238E27FC236}">
                <a16:creationId xmlns:a16="http://schemas.microsoft.com/office/drawing/2014/main" id="{79F838BD-CFFC-F044-75F8-BFB09892E84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FFCED89-8297-4218-808F-112D1358AA6C}" type="slidenum">
              <a:rPr lang="en-US" altLang="en-US" sz="1400">
                <a:solidFill>
                  <a:srgbClr val="000000"/>
                </a:solidFill>
              </a:rPr>
              <a:pPr algn="r" eaLnBrk="1" hangingPunct="1">
                <a:buClrTx/>
                <a:buSzPct val="60000"/>
                <a:buFontTx/>
                <a:buNone/>
              </a:pPr>
              <a:t>134</a:t>
            </a:fld>
            <a:endParaRPr lang="en-US" altLang="en-US" sz="1400">
              <a:solidFill>
                <a:srgbClr val="000000"/>
              </a:solidFill>
            </a:endParaRPr>
          </a:p>
        </p:txBody>
      </p:sp>
      <p:sp>
        <p:nvSpPr>
          <p:cNvPr id="249860" name="Text Box 3">
            <a:extLst>
              <a:ext uri="{FF2B5EF4-FFF2-40B4-BE49-F238E27FC236}">
                <a16:creationId xmlns:a16="http://schemas.microsoft.com/office/drawing/2014/main" id="{06C5D4E6-4865-37FC-A9E0-1B2FBDE8083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 Mask</a:t>
            </a:r>
          </a:p>
        </p:txBody>
      </p:sp>
      <p:sp>
        <p:nvSpPr>
          <p:cNvPr id="249861" name="Text Box 4">
            <a:extLst>
              <a:ext uri="{FF2B5EF4-FFF2-40B4-BE49-F238E27FC236}">
                <a16:creationId xmlns:a16="http://schemas.microsoft.com/office/drawing/2014/main" id="{ACE5DF2C-A0A7-2300-F67D-52FEC9EED1D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We know that in subnetting, we need the first address of the subnet and the subnet mask to define the range of addresses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Similarly, in supernetting, we need the first address of the supernet and the supernet mask to define the range of addresses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A supernet mask is opposite of a subnet mask</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A </a:t>
            </a:r>
            <a:r>
              <a:rPr lang="en-US" altLang="en-US" sz="2000" u="sng">
                <a:solidFill>
                  <a:srgbClr val="000000"/>
                </a:solidFill>
              </a:rPr>
              <a:t>subnet </a:t>
            </a:r>
            <a:r>
              <a:rPr lang="en-US" altLang="en-US" sz="2000">
                <a:solidFill>
                  <a:srgbClr val="000000"/>
                </a:solidFill>
              </a:rPr>
              <a:t>mask for class C has </a:t>
            </a:r>
            <a:r>
              <a:rPr lang="en-US" altLang="en-US" sz="2000" u="sng">
                <a:solidFill>
                  <a:srgbClr val="000000"/>
                </a:solidFill>
              </a:rPr>
              <a:t>more</a:t>
            </a:r>
            <a:r>
              <a:rPr lang="en-US" altLang="en-US" sz="2000">
                <a:solidFill>
                  <a:srgbClr val="000000"/>
                </a:solidFill>
              </a:rPr>
              <a:t> 1s than the default mask for class C</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A </a:t>
            </a:r>
            <a:r>
              <a:rPr lang="en-US" altLang="en-US" sz="2000" u="sng">
                <a:solidFill>
                  <a:srgbClr val="000000"/>
                </a:solidFill>
              </a:rPr>
              <a:t>supernet </a:t>
            </a:r>
            <a:r>
              <a:rPr lang="en-US" altLang="en-US" sz="2000">
                <a:solidFill>
                  <a:srgbClr val="000000"/>
                </a:solidFill>
              </a:rPr>
              <a:t>mask for class C has </a:t>
            </a:r>
            <a:r>
              <a:rPr lang="en-US" altLang="en-US" sz="2000" u="sng">
                <a:solidFill>
                  <a:srgbClr val="000000"/>
                </a:solidFill>
              </a:rPr>
              <a:t>less</a:t>
            </a:r>
            <a:r>
              <a:rPr lang="en-US" altLang="en-US" sz="2000">
                <a:solidFill>
                  <a:srgbClr val="000000"/>
                </a:solidFill>
              </a:rPr>
              <a:t> 1s than the default mask for class C</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See next slide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Text Box 1">
            <a:extLst>
              <a:ext uri="{FF2B5EF4-FFF2-40B4-BE49-F238E27FC236}">
                <a16:creationId xmlns:a16="http://schemas.microsoft.com/office/drawing/2014/main" id="{A9107442-1A05-1013-D3C5-31BE13F1548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51907" name="Text Box 2">
            <a:extLst>
              <a:ext uri="{FF2B5EF4-FFF2-40B4-BE49-F238E27FC236}">
                <a16:creationId xmlns:a16="http://schemas.microsoft.com/office/drawing/2014/main" id="{46FF6BC6-BB63-EEB2-1CF1-8F069C3234F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44BD2A7-F299-4F1C-9E12-3CD503FBBCED}" type="slidenum">
              <a:rPr lang="en-US" altLang="en-US" sz="1400">
                <a:solidFill>
                  <a:srgbClr val="000000"/>
                </a:solidFill>
              </a:rPr>
              <a:pPr algn="r" eaLnBrk="1" hangingPunct="1">
                <a:buClrTx/>
                <a:buSzPct val="60000"/>
                <a:buFontTx/>
                <a:buNone/>
              </a:pPr>
              <a:t>135</a:t>
            </a:fld>
            <a:endParaRPr lang="en-US" altLang="en-US" sz="1400">
              <a:solidFill>
                <a:srgbClr val="000000"/>
              </a:solidFill>
            </a:endParaRPr>
          </a:p>
        </p:txBody>
      </p:sp>
      <p:sp>
        <p:nvSpPr>
          <p:cNvPr id="251908" name="Text Box 3">
            <a:extLst>
              <a:ext uri="{FF2B5EF4-FFF2-40B4-BE49-F238E27FC236}">
                <a16:creationId xmlns:a16="http://schemas.microsoft.com/office/drawing/2014/main" id="{74E351A9-8FCD-8D17-5C07-BC994750440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Comparison of Masks</a:t>
            </a:r>
          </a:p>
        </p:txBody>
      </p:sp>
      <p:sp>
        <p:nvSpPr>
          <p:cNvPr id="251909" name="Text Box 4">
            <a:extLst>
              <a:ext uri="{FF2B5EF4-FFF2-40B4-BE49-F238E27FC236}">
                <a16:creationId xmlns:a16="http://schemas.microsoft.com/office/drawing/2014/main" id="{2B6138E5-3B08-3004-62A2-F61D80980008}"/>
              </a:ext>
            </a:extLst>
          </p:cNvPr>
          <p:cNvSpPr txBox="1">
            <a:spLocks noChangeArrowheads="1"/>
          </p:cNvSpPr>
          <p:nvPr/>
        </p:nvSpPr>
        <p:spPr bwMode="auto">
          <a:xfrm>
            <a:off x="1182688" y="2017713"/>
            <a:ext cx="7580312" cy="2020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500"/>
              </a:spcBef>
              <a:buClr>
                <a:srgbClr val="3333CC"/>
              </a:buClr>
              <a:buSzPct val="60000"/>
              <a:buFont typeface="Wingdings" panose="05000000000000000000" pitchFamily="2" charset="2"/>
              <a:buChar char=""/>
            </a:pPr>
            <a:r>
              <a:rPr lang="en-US" altLang="en-US" sz="2000" b="1">
                <a:solidFill>
                  <a:srgbClr val="000000"/>
                </a:solidFill>
              </a:rPr>
              <a:t>Default mask </a:t>
            </a:r>
            <a:r>
              <a:rPr lang="en-US" altLang="en-US" sz="2000">
                <a:solidFill>
                  <a:srgbClr val="000000"/>
                </a:solidFill>
              </a:rPr>
              <a:t>for class C address is 255.255.255.0, i.e. only the last octet is all 0s</a:t>
            </a:r>
          </a:p>
          <a:p>
            <a:pPr eaLnBrk="1" hangingPunct="1">
              <a:spcBef>
                <a:spcPts val="500"/>
              </a:spcBef>
              <a:buClr>
                <a:srgbClr val="3333CC"/>
              </a:buClr>
              <a:buSzPct val="60000"/>
              <a:buFont typeface="Wingdings" panose="05000000000000000000" pitchFamily="2" charset="2"/>
              <a:buChar char=""/>
            </a:pPr>
            <a:r>
              <a:rPr lang="en-US" altLang="en-US" sz="2000" b="1">
                <a:solidFill>
                  <a:srgbClr val="000000"/>
                </a:solidFill>
              </a:rPr>
              <a:t>Subnet mask </a:t>
            </a:r>
            <a:r>
              <a:rPr lang="en-US" altLang="en-US" sz="2000">
                <a:solidFill>
                  <a:srgbClr val="000000"/>
                </a:solidFill>
              </a:rPr>
              <a:t>for such an address will have some </a:t>
            </a:r>
            <a:r>
              <a:rPr lang="en-US" altLang="en-US" sz="2000" b="1">
                <a:solidFill>
                  <a:srgbClr val="000000"/>
                </a:solidFill>
              </a:rPr>
              <a:t>more 1s </a:t>
            </a:r>
            <a:r>
              <a:rPr lang="en-US" altLang="en-US" sz="2000">
                <a:solidFill>
                  <a:srgbClr val="000000"/>
                </a:solidFill>
              </a:rPr>
              <a:t>(say 3) than the default mask in the last octet</a:t>
            </a:r>
          </a:p>
          <a:p>
            <a:pPr eaLnBrk="1" hangingPunct="1">
              <a:spcBef>
                <a:spcPts val="500"/>
              </a:spcBef>
              <a:buClr>
                <a:srgbClr val="3333CC"/>
              </a:buClr>
              <a:buSzPct val="60000"/>
              <a:buFont typeface="Wingdings" panose="05000000000000000000" pitchFamily="2" charset="2"/>
              <a:buChar char=""/>
            </a:pPr>
            <a:r>
              <a:rPr lang="en-US" altLang="en-US" sz="2000" b="1">
                <a:solidFill>
                  <a:srgbClr val="000000"/>
                </a:solidFill>
              </a:rPr>
              <a:t>Supernet mask </a:t>
            </a:r>
            <a:r>
              <a:rPr lang="en-US" altLang="en-US" sz="2000">
                <a:solidFill>
                  <a:srgbClr val="000000"/>
                </a:solidFill>
              </a:rPr>
              <a:t>for such an address will have some </a:t>
            </a:r>
            <a:r>
              <a:rPr lang="en-US" altLang="en-US" sz="2000" b="1">
                <a:solidFill>
                  <a:srgbClr val="000000"/>
                </a:solidFill>
              </a:rPr>
              <a:t>less 1s </a:t>
            </a:r>
            <a:r>
              <a:rPr lang="en-US" altLang="en-US" sz="2000">
                <a:solidFill>
                  <a:srgbClr val="000000"/>
                </a:solidFill>
              </a:rPr>
              <a:t>(say 3) than the default mask in the last but one octet</a:t>
            </a:r>
          </a:p>
        </p:txBody>
      </p:sp>
      <p:graphicFrame>
        <p:nvGraphicFramePr>
          <p:cNvPr id="128005" name="Group 5">
            <a:extLst>
              <a:ext uri="{FF2B5EF4-FFF2-40B4-BE49-F238E27FC236}">
                <a16:creationId xmlns:a16="http://schemas.microsoft.com/office/drawing/2014/main" id="{78AD5C78-42AC-44E8-A4D8-CD936908FC0E}"/>
              </a:ext>
            </a:extLst>
          </p:cNvPr>
          <p:cNvGraphicFramePr>
            <a:graphicFrameLocks noGrp="1"/>
          </p:cNvGraphicFramePr>
          <p:nvPr/>
        </p:nvGraphicFramePr>
        <p:xfrm>
          <a:off x="1600200" y="4191000"/>
          <a:ext cx="6478588" cy="2017713"/>
        </p:xfrm>
        <a:graphic>
          <a:graphicData uri="http://schemas.openxmlformats.org/drawingml/2006/table">
            <a:tbl>
              <a:tblPr/>
              <a:tblGrid>
                <a:gridCol w="1676400">
                  <a:extLst>
                    <a:ext uri="{9D8B030D-6E8A-4147-A177-3AD203B41FA5}">
                      <a16:colId xmlns:a16="http://schemas.microsoft.com/office/drawing/2014/main" val="2093111400"/>
                    </a:ext>
                  </a:extLst>
                </a:gridCol>
                <a:gridCol w="1198563">
                  <a:extLst>
                    <a:ext uri="{9D8B030D-6E8A-4147-A177-3AD203B41FA5}">
                      <a16:colId xmlns:a16="http://schemas.microsoft.com/office/drawing/2014/main" val="1861816285"/>
                    </a:ext>
                  </a:extLst>
                </a:gridCol>
                <a:gridCol w="1204912">
                  <a:extLst>
                    <a:ext uri="{9D8B030D-6E8A-4147-A177-3AD203B41FA5}">
                      <a16:colId xmlns:a16="http://schemas.microsoft.com/office/drawing/2014/main" val="715221712"/>
                    </a:ext>
                  </a:extLst>
                </a:gridCol>
                <a:gridCol w="1198563">
                  <a:extLst>
                    <a:ext uri="{9D8B030D-6E8A-4147-A177-3AD203B41FA5}">
                      <a16:colId xmlns:a16="http://schemas.microsoft.com/office/drawing/2014/main" val="1610722563"/>
                    </a:ext>
                  </a:extLst>
                </a:gridCol>
                <a:gridCol w="1200150">
                  <a:extLst>
                    <a:ext uri="{9D8B030D-6E8A-4147-A177-3AD203B41FA5}">
                      <a16:colId xmlns:a16="http://schemas.microsoft.com/office/drawing/2014/main" val="2073029773"/>
                    </a:ext>
                  </a:extLst>
                </a:gridCol>
              </a:tblGrid>
              <a:tr h="50482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Mask type</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Octet 1</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Octet 2</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Octet 3</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Octet 4</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70374489"/>
                  </a:ext>
                </a:extLst>
              </a:tr>
              <a:tr h="50482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Subnet mask</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a:t>
                      </a: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00000</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74772709"/>
                  </a:ext>
                </a:extLst>
              </a:tr>
              <a:tr h="503238">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Default mask</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00000000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57493147"/>
                  </a:ext>
                </a:extLst>
              </a:tr>
              <a:tr h="50482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l"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Supernet mask</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11111111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11111</a:t>
                      </a: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000</a:t>
                      </a: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 </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00000000</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85577580"/>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Text Box 1">
            <a:extLst>
              <a:ext uri="{FF2B5EF4-FFF2-40B4-BE49-F238E27FC236}">
                <a16:creationId xmlns:a16="http://schemas.microsoft.com/office/drawing/2014/main" id="{03916062-18E7-4C87-6DF4-B57E6A08AA4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53955" name="Text Box 2">
            <a:extLst>
              <a:ext uri="{FF2B5EF4-FFF2-40B4-BE49-F238E27FC236}">
                <a16:creationId xmlns:a16="http://schemas.microsoft.com/office/drawing/2014/main" id="{6B70ECDC-1726-161D-138E-9AB2B08E935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7BF4157-36AC-418C-8B60-DCAF53A64025}" type="slidenum">
              <a:rPr lang="en-US" altLang="en-US" sz="1400">
                <a:solidFill>
                  <a:srgbClr val="000000"/>
                </a:solidFill>
              </a:rPr>
              <a:pPr algn="r" eaLnBrk="1" hangingPunct="1">
                <a:buClrTx/>
                <a:buSzPct val="60000"/>
                <a:buFontTx/>
                <a:buNone/>
              </a:pPr>
              <a:t>136</a:t>
            </a:fld>
            <a:endParaRPr lang="en-US" altLang="en-US" sz="1400">
              <a:solidFill>
                <a:srgbClr val="000000"/>
              </a:solidFill>
            </a:endParaRPr>
          </a:p>
        </p:txBody>
      </p:sp>
      <p:sp>
        <p:nvSpPr>
          <p:cNvPr id="253956" name="Text Box 3">
            <a:extLst>
              <a:ext uri="{FF2B5EF4-FFF2-40B4-BE49-F238E27FC236}">
                <a16:creationId xmlns:a16="http://schemas.microsoft.com/office/drawing/2014/main" id="{1BEA597E-42FB-86C3-15AE-554781FC628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Supernet Example</a:t>
            </a:r>
          </a:p>
        </p:txBody>
      </p:sp>
      <p:sp>
        <p:nvSpPr>
          <p:cNvPr id="129028" name="Text Box 4">
            <a:extLst>
              <a:ext uri="{FF2B5EF4-FFF2-40B4-BE49-F238E27FC236}">
                <a16:creationId xmlns:a16="http://schemas.microsoft.com/office/drawing/2014/main" id="{C7AC69AE-1D26-4CFB-88D1-8488D3BD50D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1pPr>
            <a:lvl2pPr>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2pPr>
            <a:lvl3pPr>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3pPr>
            <a:lvl4pPr>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4pPr>
            <a:lvl5pPr>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rgbClr val="000000"/>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defRPr/>
            </a:pPr>
            <a:r>
              <a:rPr lang="en-US" altLang="en-US" sz="3200"/>
              <a:t>Question: We need to create a supernet from 16 class C addresses. What should be the supernet mask?</a:t>
            </a:r>
          </a:p>
          <a:p>
            <a:pPr eaLnBrk="1" hangingPunct="1">
              <a:lnSpc>
                <a:spcPct val="90000"/>
              </a:lnSpc>
              <a:spcBef>
                <a:spcPts val="800"/>
              </a:spcBef>
              <a:buClr>
                <a:srgbClr val="3333CC"/>
              </a:buClr>
              <a:buSzPct val="60000"/>
              <a:buFont typeface="Wingdings" panose="05000000000000000000" pitchFamily="2" charset="2"/>
              <a:buChar char=""/>
              <a:defRPr/>
            </a:pPr>
            <a:r>
              <a:rPr lang="en-US" altLang="en-US" sz="3200"/>
              <a:t>Answer: For 16 blocks, we need to change four 1s to 0s in the default mask, hence:</a:t>
            </a:r>
          </a:p>
          <a:p>
            <a:pPr marL="342900" eaLnBrk="1" hangingPunct="1">
              <a:lnSpc>
                <a:spcPct val="90000"/>
              </a:lnSpc>
              <a:spcBef>
                <a:spcPts val="700"/>
              </a:spcBef>
              <a:buSzPct val="60000"/>
              <a:defRPr/>
            </a:pPr>
            <a:r>
              <a:rPr lang="en-US" altLang="en-US" sz="2800"/>
              <a:t>11111111	11111111	1111</a:t>
            </a:r>
            <a:r>
              <a:rPr lang="en-US" altLang="en-US" sz="2800" b="1"/>
              <a:t>0000</a:t>
            </a:r>
            <a:r>
              <a:rPr lang="en-US" altLang="en-US" sz="2800"/>
              <a:t>	00000000</a:t>
            </a:r>
          </a:p>
          <a:p>
            <a:pPr marL="342900" eaLnBrk="1" hangingPunct="1">
              <a:lnSpc>
                <a:spcPct val="90000"/>
              </a:lnSpc>
              <a:spcBef>
                <a:spcPts val="700"/>
              </a:spcBef>
              <a:buSzPct val="60000"/>
              <a:defRPr/>
            </a:pPr>
            <a:r>
              <a:rPr lang="en-US" altLang="en-US" sz="2800"/>
              <a:t>	255       .	     255     .	     240     .	      0</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Text Box 1">
            <a:extLst>
              <a:ext uri="{FF2B5EF4-FFF2-40B4-BE49-F238E27FC236}">
                <a16:creationId xmlns:a16="http://schemas.microsoft.com/office/drawing/2014/main" id="{1453AF91-826A-E459-1D4F-A94518101D0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56003" name="Text Box 2">
            <a:extLst>
              <a:ext uri="{FF2B5EF4-FFF2-40B4-BE49-F238E27FC236}">
                <a16:creationId xmlns:a16="http://schemas.microsoft.com/office/drawing/2014/main" id="{1C5B2E68-AD4C-1D56-C528-6F0907094D0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D847C64-D863-4486-AB88-72C99571335B}" type="slidenum">
              <a:rPr lang="en-US" altLang="en-US" sz="1400">
                <a:solidFill>
                  <a:srgbClr val="000000"/>
                </a:solidFill>
              </a:rPr>
              <a:pPr algn="r" eaLnBrk="1" hangingPunct="1">
                <a:buClrTx/>
                <a:buSzPct val="60000"/>
                <a:buFontTx/>
                <a:buNone/>
              </a:pPr>
              <a:t>137</a:t>
            </a:fld>
            <a:endParaRPr lang="en-US" altLang="en-US" sz="1400">
              <a:solidFill>
                <a:srgbClr val="000000"/>
              </a:solidFill>
            </a:endParaRPr>
          </a:p>
        </p:txBody>
      </p:sp>
      <p:sp>
        <p:nvSpPr>
          <p:cNvPr id="256004" name="Text Box 3">
            <a:extLst>
              <a:ext uri="{FF2B5EF4-FFF2-40B4-BE49-F238E27FC236}">
                <a16:creationId xmlns:a16="http://schemas.microsoft.com/office/drawing/2014/main" id="{80AE2851-3CB6-A097-00BC-87B67BD6C73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Exercise: Using Supernet Mask to Find the Range of Addresses</a:t>
            </a:r>
          </a:p>
        </p:txBody>
      </p:sp>
      <p:sp>
        <p:nvSpPr>
          <p:cNvPr id="256005" name="Text Box 4">
            <a:extLst>
              <a:ext uri="{FF2B5EF4-FFF2-40B4-BE49-F238E27FC236}">
                <a16:creationId xmlns:a16="http://schemas.microsoft.com/office/drawing/2014/main" id="{5B41A9A3-0983-013F-5278-769151A6B30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 supernet has a first address of 205.16.32.0 and a supernet mask of 255.255.248.0. How many blocks does the supernet contain, and what is the range of addresses?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Text Box 1">
            <a:extLst>
              <a:ext uri="{FF2B5EF4-FFF2-40B4-BE49-F238E27FC236}">
                <a16:creationId xmlns:a16="http://schemas.microsoft.com/office/drawing/2014/main" id="{046C2FDA-386F-1AE9-F05F-484E5912E1E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58051" name="Text Box 2">
            <a:extLst>
              <a:ext uri="{FF2B5EF4-FFF2-40B4-BE49-F238E27FC236}">
                <a16:creationId xmlns:a16="http://schemas.microsoft.com/office/drawing/2014/main" id="{7820BACE-2E2A-5578-8B2D-34B50803289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FE48AA5-A835-4A8E-B3BA-38FD74AA3438}" type="slidenum">
              <a:rPr lang="en-US" altLang="en-US" sz="1400">
                <a:solidFill>
                  <a:srgbClr val="000000"/>
                </a:solidFill>
              </a:rPr>
              <a:pPr algn="r" eaLnBrk="1" hangingPunct="1">
                <a:buClrTx/>
                <a:buSzPct val="60000"/>
                <a:buFontTx/>
                <a:buNone/>
              </a:pPr>
              <a:t>138</a:t>
            </a:fld>
            <a:endParaRPr lang="en-US" altLang="en-US" sz="1400">
              <a:solidFill>
                <a:srgbClr val="000000"/>
              </a:solidFill>
            </a:endParaRPr>
          </a:p>
        </p:txBody>
      </p:sp>
      <p:sp>
        <p:nvSpPr>
          <p:cNvPr id="258052" name="Text Box 3">
            <a:extLst>
              <a:ext uri="{FF2B5EF4-FFF2-40B4-BE49-F238E27FC236}">
                <a16:creationId xmlns:a16="http://schemas.microsoft.com/office/drawing/2014/main" id="{A453467A-6031-530F-44A6-841D5BBC1F0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Solution: Using Supernet Mask to Find the Range of Addresses</a:t>
            </a:r>
          </a:p>
        </p:txBody>
      </p:sp>
      <p:sp>
        <p:nvSpPr>
          <p:cNvPr id="258053" name="Text Box 4">
            <a:extLst>
              <a:ext uri="{FF2B5EF4-FFF2-40B4-BE49-F238E27FC236}">
                <a16:creationId xmlns:a16="http://schemas.microsoft.com/office/drawing/2014/main" id="{E1D12110-2E32-2BE5-CA7C-73B2524CC5E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supernet has 21 1s (because, 248 is 11111000 in binary)</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default mask has 24 1s</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Therefore, there are 2</a:t>
            </a:r>
            <a:r>
              <a:rPr lang="en-US" altLang="en-US" sz="2800" baseline="30000">
                <a:solidFill>
                  <a:srgbClr val="000000"/>
                </a:solidFill>
              </a:rPr>
              <a:t>3</a:t>
            </a:r>
            <a:r>
              <a:rPr lang="en-US" altLang="en-US" sz="2800">
                <a:solidFill>
                  <a:srgbClr val="000000"/>
                </a:solidFill>
              </a:rPr>
              <a:t> or 8 blocks in this supernet</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blocks are 205.16.32.0 to 205.16.39.0</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first address is 205.16.32.0 </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last address is 205.16.39.255</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The total number of addresses is 8 x 256 = 2048</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383AE9-48E1-2956-AD53-39318E51F67C}"/>
              </a:ext>
            </a:extLst>
          </p:cNvPr>
          <p:cNvSpPr>
            <a:spLocks noGrp="1"/>
          </p:cNvSpPr>
          <p:nvPr>
            <p:ph type="title"/>
          </p:nvPr>
        </p:nvSpPr>
        <p:spPr/>
        <p:txBody>
          <a:bodyPr/>
          <a:lstStyle/>
          <a:p>
            <a:r>
              <a:rPr lang="en-IN" dirty="0"/>
              <a:t>Classless Addressing</a:t>
            </a:r>
          </a:p>
        </p:txBody>
      </p:sp>
      <p:sp>
        <p:nvSpPr>
          <p:cNvPr id="3" name="Text Placeholder 2">
            <a:extLst>
              <a:ext uri="{FF2B5EF4-FFF2-40B4-BE49-F238E27FC236}">
                <a16:creationId xmlns:a16="http://schemas.microsoft.com/office/drawing/2014/main" id="{1E2B8E36-8918-5402-B841-19D06EEA3074}"/>
              </a:ext>
            </a:extLst>
          </p:cNvPr>
          <p:cNvSpPr>
            <a:spLocks noGrp="1"/>
          </p:cNvSpPr>
          <p:nvPr>
            <p:ph type="body" idx="1"/>
          </p:nvPr>
        </p:nvSpPr>
        <p:spPr/>
        <p:txBody>
          <a:bodyPr/>
          <a:lstStyle/>
          <a:p>
            <a:endParaRPr lang="en-IN"/>
          </a:p>
        </p:txBody>
      </p:sp>
    </p:spTree>
    <p:extLst>
      <p:ext uri="{BB962C8B-B14F-4D97-AF65-F5344CB8AC3E}">
        <p14:creationId xmlns:p14="http://schemas.microsoft.com/office/powerpoint/2010/main" val="118535219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4E7C7CFF-BF0F-180E-287B-D9BA2E025194}"/>
              </a:ext>
            </a:extLst>
          </p:cNvPr>
          <p:cNvSpPr>
            <a:spLocks noGrp="1"/>
          </p:cNvSpPr>
          <p:nvPr>
            <p:ph type="title"/>
          </p:nvPr>
        </p:nvSpPr>
        <p:spPr/>
        <p:txBody>
          <a:bodyPr/>
          <a:lstStyle/>
          <a:p>
            <a:r>
              <a:rPr lang="en-IN" dirty="0"/>
              <a:t>The need</a:t>
            </a:r>
          </a:p>
        </p:txBody>
      </p:sp>
      <p:sp>
        <p:nvSpPr>
          <p:cNvPr id="5" name="Content Placeholder 4">
            <a:extLst>
              <a:ext uri="{FF2B5EF4-FFF2-40B4-BE49-F238E27FC236}">
                <a16:creationId xmlns:a16="http://schemas.microsoft.com/office/drawing/2014/main" id="{2E8642A8-1FC1-5099-591C-2F48B0C68342}"/>
              </a:ext>
            </a:extLst>
          </p:cNvPr>
          <p:cNvSpPr>
            <a:spLocks noGrp="1"/>
          </p:cNvSpPr>
          <p:nvPr>
            <p:ph idx="1"/>
          </p:nvPr>
        </p:nvSpPr>
        <p:spPr/>
        <p:txBody>
          <a:bodyPr>
            <a:normAutofit fontScale="77500" lnSpcReduction="20000"/>
          </a:bodyPr>
          <a:lstStyle/>
          <a:p>
            <a:r>
              <a:rPr lang="en-US" dirty="0"/>
              <a:t>Subnetting and </a:t>
            </a:r>
            <a:r>
              <a:rPr lang="en-US" dirty="0" err="1"/>
              <a:t>supernetting</a:t>
            </a:r>
            <a:r>
              <a:rPr lang="en-US" dirty="0"/>
              <a:t> in classful addressing did not really solve the address depletion problem and made the distribution of addresses and the routing process more difficult. </a:t>
            </a:r>
          </a:p>
          <a:p>
            <a:r>
              <a:rPr lang="en-US" dirty="0"/>
              <a:t>With the growth of the Internet, it was clear that a larger address space was needed as a long-term solution. </a:t>
            </a:r>
          </a:p>
          <a:p>
            <a:r>
              <a:rPr lang="en-US" dirty="0"/>
              <a:t>The larger address space, however, requires that the length of IP addresses to be increased, which means the format of the IP packets needs to be changed. </a:t>
            </a:r>
          </a:p>
          <a:p>
            <a:r>
              <a:rPr lang="en-US" dirty="0"/>
              <a:t>Although the long-range solution has already been devised and is called </a:t>
            </a:r>
            <a:r>
              <a:rPr lang="en-US" b="1" dirty="0"/>
              <a:t>IPv6</a:t>
            </a:r>
            <a:r>
              <a:rPr lang="en-US" dirty="0"/>
              <a:t>, a short-term solution was also devised to use the same address space but to change the distribution of addresses to provide a fair share to each organization. </a:t>
            </a:r>
          </a:p>
          <a:p>
            <a:r>
              <a:rPr lang="en-US" dirty="0"/>
              <a:t>The short-term solution still uses IPv4 addresses, but it is called </a:t>
            </a:r>
            <a:r>
              <a:rPr lang="en-US" b="1" dirty="0"/>
              <a:t>classless addressing</a:t>
            </a:r>
            <a:r>
              <a:rPr lang="en-US" dirty="0"/>
              <a:t>.</a:t>
            </a:r>
            <a:endParaRPr lang="en-IN" dirty="0"/>
          </a:p>
        </p:txBody>
      </p:sp>
    </p:spTree>
    <p:extLst>
      <p:ext uri="{BB962C8B-B14F-4D97-AF65-F5344CB8AC3E}">
        <p14:creationId xmlns:p14="http://schemas.microsoft.com/office/powerpoint/2010/main" val="233430659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E69EA6-92DE-E720-14F3-C3265389A38B}"/>
              </a:ext>
            </a:extLst>
          </p:cNvPr>
          <p:cNvSpPr>
            <a:spLocks noGrp="1"/>
          </p:cNvSpPr>
          <p:nvPr>
            <p:ph type="title"/>
          </p:nvPr>
        </p:nvSpPr>
        <p:spPr/>
        <p:txBody>
          <a:bodyPr/>
          <a:lstStyle/>
          <a:p>
            <a:r>
              <a:rPr lang="en-IN" dirty="0"/>
              <a:t>Variable-length blocks</a:t>
            </a:r>
          </a:p>
        </p:txBody>
      </p:sp>
      <p:sp>
        <p:nvSpPr>
          <p:cNvPr id="3" name="Content Placeholder 2">
            <a:extLst>
              <a:ext uri="{FF2B5EF4-FFF2-40B4-BE49-F238E27FC236}">
                <a16:creationId xmlns:a16="http://schemas.microsoft.com/office/drawing/2014/main" id="{6E6A8555-C5CB-0057-4B07-9421E6B45C1F}"/>
              </a:ext>
            </a:extLst>
          </p:cNvPr>
          <p:cNvSpPr>
            <a:spLocks noGrp="1"/>
          </p:cNvSpPr>
          <p:nvPr>
            <p:ph idx="1"/>
          </p:nvPr>
        </p:nvSpPr>
        <p:spPr/>
        <p:txBody>
          <a:bodyPr>
            <a:normAutofit fontScale="85000" lnSpcReduction="20000"/>
          </a:bodyPr>
          <a:lstStyle/>
          <a:p>
            <a:r>
              <a:rPr lang="en-US" dirty="0"/>
              <a:t>In classful addressing the whole address space was divided into five classes. </a:t>
            </a:r>
          </a:p>
          <a:p>
            <a:r>
              <a:rPr lang="en-US" dirty="0"/>
              <a:t>Although each organization was granted one block in class A, B, or C, the size of the blocks was predefined; the organization needed to choose one of the three block sizes. </a:t>
            </a:r>
          </a:p>
          <a:p>
            <a:r>
              <a:rPr lang="en-US" dirty="0"/>
              <a:t>The only block in class D and the only block in class E were reserved for a special purpose. </a:t>
            </a:r>
          </a:p>
          <a:p>
            <a:r>
              <a:rPr lang="en-US" dirty="0"/>
              <a:t>In classless addressing, the whole address space is divided into variable length blocks.</a:t>
            </a:r>
          </a:p>
          <a:p>
            <a:r>
              <a:rPr lang="en-US" dirty="0"/>
              <a:t>Theoretically, we can have a block of 2</a:t>
            </a:r>
            <a:r>
              <a:rPr lang="en-US" baseline="30000" dirty="0"/>
              <a:t>0</a:t>
            </a:r>
            <a:r>
              <a:rPr lang="en-US" dirty="0"/>
              <a:t>, 2</a:t>
            </a:r>
            <a:r>
              <a:rPr lang="en-US" baseline="30000" dirty="0"/>
              <a:t>1</a:t>
            </a:r>
            <a:r>
              <a:rPr lang="en-US" dirty="0"/>
              <a:t>, 2</a:t>
            </a:r>
            <a:r>
              <a:rPr lang="en-US" baseline="30000" dirty="0"/>
              <a:t>2</a:t>
            </a:r>
            <a:r>
              <a:rPr lang="en-US" dirty="0"/>
              <a:t>, . . . , 2</a:t>
            </a:r>
            <a:r>
              <a:rPr lang="en-US" baseline="30000" dirty="0"/>
              <a:t>32</a:t>
            </a:r>
            <a:r>
              <a:rPr lang="en-US" dirty="0"/>
              <a:t> addresses. </a:t>
            </a:r>
          </a:p>
          <a:p>
            <a:r>
              <a:rPr lang="en-US" dirty="0"/>
              <a:t>The only restriction, as we discuss later, is that the number of addresses in a block needs to be a power of 2.</a:t>
            </a:r>
            <a:endParaRPr lang="en-IN" dirty="0"/>
          </a:p>
        </p:txBody>
      </p:sp>
    </p:spTree>
    <p:extLst>
      <p:ext uri="{BB962C8B-B14F-4D97-AF65-F5344CB8AC3E}">
        <p14:creationId xmlns:p14="http://schemas.microsoft.com/office/powerpoint/2010/main" val="115460547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267860-AB5A-75E6-74C7-7B6A573C16AB}"/>
              </a:ext>
            </a:extLst>
          </p:cNvPr>
          <p:cNvSpPr>
            <a:spLocks noGrp="1"/>
          </p:cNvSpPr>
          <p:nvPr>
            <p:ph type="title"/>
          </p:nvPr>
        </p:nvSpPr>
        <p:spPr/>
        <p:txBody>
          <a:bodyPr/>
          <a:lstStyle/>
          <a:p>
            <a:r>
              <a:rPr lang="en-IN" dirty="0"/>
              <a:t>Two-level addressing</a:t>
            </a:r>
          </a:p>
        </p:txBody>
      </p:sp>
      <p:sp>
        <p:nvSpPr>
          <p:cNvPr id="3" name="Content Placeholder 2">
            <a:extLst>
              <a:ext uri="{FF2B5EF4-FFF2-40B4-BE49-F238E27FC236}">
                <a16:creationId xmlns:a16="http://schemas.microsoft.com/office/drawing/2014/main" id="{FA0A3F01-780E-62D9-D583-EFD5049F8E91}"/>
              </a:ext>
            </a:extLst>
          </p:cNvPr>
          <p:cNvSpPr>
            <a:spLocks noGrp="1"/>
          </p:cNvSpPr>
          <p:nvPr>
            <p:ph idx="1"/>
          </p:nvPr>
        </p:nvSpPr>
        <p:spPr/>
        <p:txBody>
          <a:bodyPr>
            <a:normAutofit fontScale="92500" lnSpcReduction="10000"/>
          </a:bodyPr>
          <a:lstStyle/>
          <a:p>
            <a:r>
              <a:rPr lang="en-US" dirty="0"/>
              <a:t>In classful addressing, two-level addressing was provided by dividing an address into </a:t>
            </a:r>
            <a:r>
              <a:rPr lang="en-US" dirty="0" err="1"/>
              <a:t>netid</a:t>
            </a:r>
            <a:r>
              <a:rPr lang="en-US" dirty="0"/>
              <a:t> and </a:t>
            </a:r>
            <a:r>
              <a:rPr lang="en-US" dirty="0" err="1"/>
              <a:t>hostid</a:t>
            </a:r>
            <a:r>
              <a:rPr lang="en-US" dirty="0"/>
              <a:t>. The </a:t>
            </a:r>
            <a:r>
              <a:rPr lang="en-US" dirty="0" err="1"/>
              <a:t>netid</a:t>
            </a:r>
            <a:r>
              <a:rPr lang="en-US" dirty="0"/>
              <a:t> defined the network; the </a:t>
            </a:r>
            <a:r>
              <a:rPr lang="en-US" dirty="0" err="1"/>
              <a:t>hostid</a:t>
            </a:r>
            <a:r>
              <a:rPr lang="en-US" dirty="0"/>
              <a:t> defined the host in the network.</a:t>
            </a:r>
          </a:p>
          <a:p>
            <a:r>
              <a:rPr lang="en-US" dirty="0"/>
              <a:t>The same idea can be applied in classless addressing. </a:t>
            </a:r>
          </a:p>
          <a:p>
            <a:r>
              <a:rPr lang="en-US" dirty="0"/>
              <a:t>When an organization is granted a block of addresses, the block is actually divided into two parts, the </a:t>
            </a:r>
            <a:r>
              <a:rPr lang="en-US" b="1" dirty="0"/>
              <a:t>prefix </a:t>
            </a:r>
            <a:r>
              <a:rPr lang="en-US" dirty="0"/>
              <a:t>and the </a:t>
            </a:r>
            <a:r>
              <a:rPr lang="en-US" b="1" dirty="0"/>
              <a:t>suffix</a:t>
            </a:r>
            <a:r>
              <a:rPr lang="en-US" dirty="0"/>
              <a:t>. The prefix plays the same role as the </a:t>
            </a:r>
            <a:r>
              <a:rPr lang="en-US" dirty="0" err="1"/>
              <a:t>netid</a:t>
            </a:r>
            <a:r>
              <a:rPr lang="en-US" dirty="0"/>
              <a:t>; the suffix plays the same role as the </a:t>
            </a:r>
            <a:r>
              <a:rPr lang="en-US" dirty="0" err="1"/>
              <a:t>hostid</a:t>
            </a:r>
            <a:r>
              <a:rPr lang="en-US" dirty="0"/>
              <a:t>. </a:t>
            </a:r>
          </a:p>
          <a:p>
            <a:r>
              <a:rPr lang="en-US" dirty="0"/>
              <a:t>All addresses in the block have the same prefix; each address has a different suffix.</a:t>
            </a:r>
            <a:endParaRPr lang="en-IN" dirty="0"/>
          </a:p>
        </p:txBody>
      </p:sp>
    </p:spTree>
    <p:extLst>
      <p:ext uri="{BB962C8B-B14F-4D97-AF65-F5344CB8AC3E}">
        <p14:creationId xmlns:p14="http://schemas.microsoft.com/office/powerpoint/2010/main" val="109435519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267860-AB5A-75E6-74C7-7B6A573C16AB}"/>
              </a:ext>
            </a:extLst>
          </p:cNvPr>
          <p:cNvSpPr>
            <a:spLocks noGrp="1"/>
          </p:cNvSpPr>
          <p:nvPr>
            <p:ph type="title"/>
          </p:nvPr>
        </p:nvSpPr>
        <p:spPr/>
        <p:txBody>
          <a:bodyPr/>
          <a:lstStyle/>
          <a:p>
            <a:r>
              <a:rPr lang="en-IN" dirty="0"/>
              <a:t>Prefix and suffix</a:t>
            </a:r>
          </a:p>
        </p:txBody>
      </p:sp>
      <p:pic>
        <p:nvPicPr>
          <p:cNvPr id="5" name="Content Placeholder 4">
            <a:extLst>
              <a:ext uri="{FF2B5EF4-FFF2-40B4-BE49-F238E27FC236}">
                <a16:creationId xmlns:a16="http://schemas.microsoft.com/office/drawing/2014/main" id="{8437A874-AE44-55A9-71C3-476CF030E64F}"/>
              </a:ext>
            </a:extLst>
          </p:cNvPr>
          <p:cNvPicPr>
            <a:picLocks noGrp="1" noChangeAspect="1"/>
          </p:cNvPicPr>
          <p:nvPr>
            <p:ph idx="1"/>
          </p:nvPr>
        </p:nvPicPr>
        <p:blipFill>
          <a:blip r:embed="rId2"/>
          <a:stretch>
            <a:fillRect/>
          </a:stretch>
        </p:blipFill>
        <p:spPr>
          <a:xfrm>
            <a:off x="628650" y="1772816"/>
            <a:ext cx="6977298" cy="1448503"/>
          </a:xfrm>
        </p:spPr>
      </p:pic>
    </p:spTree>
    <p:extLst>
      <p:ext uri="{BB962C8B-B14F-4D97-AF65-F5344CB8AC3E}">
        <p14:creationId xmlns:p14="http://schemas.microsoft.com/office/powerpoint/2010/main" val="129385985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F1CB7F-E52E-85BA-46EC-0E57A641AF96}"/>
              </a:ext>
            </a:extLst>
          </p:cNvPr>
          <p:cNvSpPr>
            <a:spLocks noGrp="1"/>
          </p:cNvSpPr>
          <p:nvPr>
            <p:ph type="title"/>
          </p:nvPr>
        </p:nvSpPr>
        <p:spPr/>
        <p:txBody>
          <a:bodyPr/>
          <a:lstStyle/>
          <a:p>
            <a:r>
              <a:rPr lang="en-IN" dirty="0"/>
              <a:t>Slash notation</a:t>
            </a:r>
          </a:p>
        </p:txBody>
      </p:sp>
      <p:sp>
        <p:nvSpPr>
          <p:cNvPr id="3" name="Content Placeholder 2">
            <a:extLst>
              <a:ext uri="{FF2B5EF4-FFF2-40B4-BE49-F238E27FC236}">
                <a16:creationId xmlns:a16="http://schemas.microsoft.com/office/drawing/2014/main" id="{5702A6FC-ED4B-05B3-9E0E-859D631AE31E}"/>
              </a:ext>
            </a:extLst>
          </p:cNvPr>
          <p:cNvSpPr>
            <a:spLocks noGrp="1"/>
          </p:cNvSpPr>
          <p:nvPr>
            <p:ph idx="1"/>
          </p:nvPr>
        </p:nvSpPr>
        <p:spPr/>
        <p:txBody>
          <a:bodyPr>
            <a:normAutofit fontScale="70000" lnSpcReduction="20000"/>
          </a:bodyPr>
          <a:lstStyle/>
          <a:p>
            <a:r>
              <a:rPr lang="en-US" dirty="0"/>
              <a:t>The </a:t>
            </a:r>
            <a:r>
              <a:rPr lang="en-US" dirty="0" err="1"/>
              <a:t>netid</a:t>
            </a:r>
            <a:r>
              <a:rPr lang="en-US" dirty="0"/>
              <a:t> length in classful addressing or the prefix length in classless addressing play a very important role when we need to extract the information about the block from a given address in the block.</a:t>
            </a:r>
          </a:p>
          <a:p>
            <a:r>
              <a:rPr lang="en-US" dirty="0"/>
              <a:t>However, there is a difference here in classful and classless addressing.</a:t>
            </a:r>
          </a:p>
          <a:p>
            <a:r>
              <a:rPr lang="en-US" dirty="0"/>
              <a:t>In classful addressing, the </a:t>
            </a:r>
            <a:r>
              <a:rPr lang="en-US" dirty="0" err="1"/>
              <a:t>netid</a:t>
            </a:r>
            <a:r>
              <a:rPr lang="en-US" dirty="0"/>
              <a:t> length is inherent in the address. </a:t>
            </a:r>
          </a:p>
          <a:p>
            <a:pPr lvl="1"/>
            <a:r>
              <a:rPr lang="en-US" dirty="0"/>
              <a:t>Given an address, we know the class of the address that allows us to find the </a:t>
            </a:r>
            <a:r>
              <a:rPr lang="en-US" dirty="0" err="1"/>
              <a:t>netid</a:t>
            </a:r>
            <a:r>
              <a:rPr lang="en-US" dirty="0"/>
              <a:t> length (8, 16, or 24).</a:t>
            </a:r>
          </a:p>
          <a:p>
            <a:r>
              <a:rPr lang="en-US" dirty="0"/>
              <a:t>In classless addressing, the prefix length cannot be found if we are given only an address in the block. </a:t>
            </a:r>
          </a:p>
          <a:p>
            <a:pPr lvl="1"/>
            <a:r>
              <a:rPr lang="en-US" dirty="0"/>
              <a:t>The given address can belong to a block with any prefix length.</a:t>
            </a:r>
          </a:p>
          <a:p>
            <a:r>
              <a:rPr lang="en-US" dirty="0"/>
              <a:t>In classless addressing, we need to include the prefix length to each address if we need to find the block of the address. </a:t>
            </a:r>
          </a:p>
          <a:p>
            <a:r>
              <a:rPr lang="en-US" dirty="0"/>
              <a:t>In this case, the prefix length, n, is added to the address separated by a slash. The notation is informally referred to as slash notation. An address in classless addressing can then be represented as shown next.</a:t>
            </a:r>
            <a:endParaRPr lang="en-IN" dirty="0"/>
          </a:p>
        </p:txBody>
      </p:sp>
    </p:spTree>
    <p:extLst>
      <p:ext uri="{BB962C8B-B14F-4D97-AF65-F5344CB8AC3E}">
        <p14:creationId xmlns:p14="http://schemas.microsoft.com/office/powerpoint/2010/main" val="291368416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F1CB7F-E52E-85BA-46EC-0E57A641AF96}"/>
              </a:ext>
            </a:extLst>
          </p:cNvPr>
          <p:cNvSpPr>
            <a:spLocks noGrp="1"/>
          </p:cNvSpPr>
          <p:nvPr>
            <p:ph type="title"/>
          </p:nvPr>
        </p:nvSpPr>
        <p:spPr/>
        <p:txBody>
          <a:bodyPr/>
          <a:lstStyle/>
          <a:p>
            <a:r>
              <a:rPr lang="en-IN" dirty="0"/>
              <a:t>Slash notation</a:t>
            </a:r>
          </a:p>
        </p:txBody>
      </p:sp>
      <p:sp>
        <p:nvSpPr>
          <p:cNvPr id="3" name="Content Placeholder 2">
            <a:extLst>
              <a:ext uri="{FF2B5EF4-FFF2-40B4-BE49-F238E27FC236}">
                <a16:creationId xmlns:a16="http://schemas.microsoft.com/office/drawing/2014/main" id="{5702A6FC-ED4B-05B3-9E0E-859D631AE31E}"/>
              </a:ext>
            </a:extLst>
          </p:cNvPr>
          <p:cNvSpPr>
            <a:spLocks noGrp="1"/>
          </p:cNvSpPr>
          <p:nvPr>
            <p:ph idx="1"/>
          </p:nvPr>
        </p:nvSpPr>
        <p:spPr/>
        <p:txBody>
          <a:bodyPr>
            <a:normAutofit/>
          </a:bodyPr>
          <a:lstStyle/>
          <a:p>
            <a:r>
              <a:rPr lang="en-US" dirty="0"/>
              <a:t>The slash notation is formally referred to as </a:t>
            </a:r>
            <a:r>
              <a:rPr lang="en-US" b="1" dirty="0"/>
              <a:t>classless interdomain routing</a:t>
            </a:r>
            <a:r>
              <a:rPr lang="en-US" dirty="0"/>
              <a:t> or </a:t>
            </a:r>
            <a:r>
              <a:rPr lang="en-US" b="1" dirty="0"/>
              <a:t>CIDR </a:t>
            </a:r>
            <a:r>
              <a:rPr lang="en-US" dirty="0"/>
              <a:t>(pronounced cider) notation.</a:t>
            </a:r>
            <a:endParaRPr lang="en-IN" dirty="0"/>
          </a:p>
        </p:txBody>
      </p:sp>
      <p:pic>
        <p:nvPicPr>
          <p:cNvPr id="9" name="Picture 8">
            <a:extLst>
              <a:ext uri="{FF2B5EF4-FFF2-40B4-BE49-F238E27FC236}">
                <a16:creationId xmlns:a16="http://schemas.microsoft.com/office/drawing/2014/main" id="{2F976F24-D69C-F6D2-1579-E796CFA1B68A}"/>
              </a:ext>
            </a:extLst>
          </p:cNvPr>
          <p:cNvPicPr>
            <a:picLocks noChangeAspect="1"/>
          </p:cNvPicPr>
          <p:nvPr/>
        </p:nvPicPr>
        <p:blipFill>
          <a:blip r:embed="rId2"/>
          <a:stretch>
            <a:fillRect/>
          </a:stretch>
        </p:blipFill>
        <p:spPr>
          <a:xfrm>
            <a:off x="1835696" y="3068959"/>
            <a:ext cx="4824536" cy="1727937"/>
          </a:xfrm>
          <a:prstGeom prst="rect">
            <a:avLst/>
          </a:prstGeom>
        </p:spPr>
      </p:pic>
    </p:spTree>
    <p:extLst>
      <p:ext uri="{BB962C8B-B14F-4D97-AF65-F5344CB8AC3E}">
        <p14:creationId xmlns:p14="http://schemas.microsoft.com/office/powerpoint/2010/main" val="234380657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F1CB7F-E52E-85BA-46EC-0E57A641AF96}"/>
              </a:ext>
            </a:extLst>
          </p:cNvPr>
          <p:cNvSpPr>
            <a:spLocks noGrp="1"/>
          </p:cNvSpPr>
          <p:nvPr>
            <p:ph type="title"/>
          </p:nvPr>
        </p:nvSpPr>
        <p:spPr>
          <a:xfrm>
            <a:off x="647296" y="404664"/>
            <a:ext cx="7886700" cy="1325563"/>
          </a:xfrm>
        </p:spPr>
        <p:txBody>
          <a:bodyPr/>
          <a:lstStyle/>
          <a:p>
            <a:r>
              <a:rPr lang="en-IN" dirty="0"/>
              <a:t>Network mask</a:t>
            </a:r>
          </a:p>
        </p:txBody>
      </p:sp>
      <p:sp>
        <p:nvSpPr>
          <p:cNvPr id="3" name="Content Placeholder 2">
            <a:extLst>
              <a:ext uri="{FF2B5EF4-FFF2-40B4-BE49-F238E27FC236}">
                <a16:creationId xmlns:a16="http://schemas.microsoft.com/office/drawing/2014/main" id="{5702A6FC-ED4B-05B3-9E0E-859D631AE31E}"/>
              </a:ext>
            </a:extLst>
          </p:cNvPr>
          <p:cNvSpPr>
            <a:spLocks noGrp="1"/>
          </p:cNvSpPr>
          <p:nvPr>
            <p:ph idx="1"/>
          </p:nvPr>
        </p:nvSpPr>
        <p:spPr/>
        <p:txBody>
          <a:bodyPr>
            <a:normAutofit fontScale="92500" lnSpcReduction="20000"/>
          </a:bodyPr>
          <a:lstStyle/>
          <a:p>
            <a:r>
              <a:rPr lang="en-US" dirty="0"/>
              <a:t>The idea of network mask in classless addressing is the same as the one in classful addressing. </a:t>
            </a:r>
          </a:p>
          <a:p>
            <a:r>
              <a:rPr lang="en-US" dirty="0"/>
              <a:t>A network mask is a 32-bit number with the n leftmost bits all set to 0s and the rest of the bits all set to 1s.</a:t>
            </a:r>
          </a:p>
          <a:p>
            <a:r>
              <a:rPr lang="en-US" dirty="0"/>
              <a:t>Example</a:t>
            </a:r>
          </a:p>
          <a:p>
            <a:pPr lvl="1"/>
            <a:r>
              <a:rPr lang="en-US" dirty="0"/>
              <a:t>In the address 12.23.24.78/8, the network mask is 255.0.0.0. The mask has eight 1s and twenty-four 0s. The prefix length is 8; the suffix length is 24.</a:t>
            </a:r>
          </a:p>
          <a:p>
            <a:pPr lvl="1"/>
            <a:r>
              <a:rPr lang="en-US" dirty="0"/>
              <a:t>In the address 130.11.232.156/16, the network mask is 255.255.0.0. The mask has sixteen 1s and sixteen 0s. The prefix length is 16; the suffix length is 16.</a:t>
            </a:r>
          </a:p>
          <a:p>
            <a:pPr lvl="1"/>
            <a:r>
              <a:rPr lang="en-US" dirty="0"/>
              <a:t>In the address 167.199.170.82/27, the network mask is 255.255.255.224. The mask has twenty-seven 1s and five 0s. The prefix length is 27; the suffix length is 5.</a:t>
            </a:r>
            <a:endParaRPr lang="en-IN" dirty="0"/>
          </a:p>
        </p:txBody>
      </p:sp>
    </p:spTree>
    <p:extLst>
      <p:ext uri="{BB962C8B-B14F-4D97-AF65-F5344CB8AC3E}">
        <p14:creationId xmlns:p14="http://schemas.microsoft.com/office/powerpoint/2010/main" val="173506092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You have the following address: 192.16.5.133/29 </a:t>
            </a:r>
          </a:p>
          <a:p>
            <a:r>
              <a:rPr lang="en-US" dirty="0"/>
              <a:t>How many total bits are being used to identify the network, and how many total bits identify the host? </a:t>
            </a:r>
          </a:p>
          <a:p>
            <a:r>
              <a:rPr lang="en-US" dirty="0"/>
              <a:t>Answer: 29 bits identify the network, 3 bits identify the host. </a:t>
            </a:r>
            <a:endParaRPr lang="en-IN" dirty="0"/>
          </a:p>
        </p:txBody>
      </p:sp>
    </p:spTree>
    <p:extLst>
      <p:ext uri="{BB962C8B-B14F-4D97-AF65-F5344CB8AC3E}">
        <p14:creationId xmlns:p14="http://schemas.microsoft.com/office/powerpoint/2010/main" val="750952113"/>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What is the full subnet mask for address 172.16.5.10/28? </a:t>
            </a:r>
          </a:p>
          <a:p>
            <a:r>
              <a:rPr lang="en-US" dirty="0"/>
              <a:t>Answer: 255.255.255.240</a:t>
            </a:r>
          </a:p>
          <a:p>
            <a:r>
              <a:rPr lang="en-US" dirty="0"/>
              <a:t>Why?</a:t>
            </a:r>
          </a:p>
          <a:p>
            <a:pPr lvl="1"/>
            <a:r>
              <a:rPr lang="en-US" dirty="0"/>
              <a:t>We want 28 1s in the IP address for the net id part, i.e.</a:t>
            </a:r>
            <a:r>
              <a:rPr lang="en-IN" dirty="0"/>
              <a:t> 11111111	11111111	11111111	11110000</a:t>
            </a:r>
          </a:p>
          <a:p>
            <a:pPr lvl="1"/>
            <a:r>
              <a:rPr lang="en-IN" dirty="0"/>
              <a:t>This in decimal is</a:t>
            </a:r>
          </a:p>
          <a:p>
            <a:pPr marL="457200" lvl="1" indent="0">
              <a:buNone/>
            </a:pPr>
            <a:r>
              <a:rPr lang="en-IN" dirty="0"/>
              <a:t>255.255.255.240</a:t>
            </a:r>
            <a:endParaRPr lang="en-US" dirty="0"/>
          </a:p>
        </p:txBody>
      </p:sp>
    </p:spTree>
    <p:extLst>
      <p:ext uri="{BB962C8B-B14F-4D97-AF65-F5344CB8AC3E}">
        <p14:creationId xmlns:p14="http://schemas.microsoft.com/office/powerpoint/2010/main" val="290546991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You currently use the default mask for your IP network 192.168.1.0. You need to subnet your network so that you have 30 additional networks, and 4 hosts per network. Is this possible, and what subnet mask should you use? </a:t>
            </a:r>
          </a:p>
          <a:p>
            <a:r>
              <a:rPr lang="en-US" dirty="0"/>
              <a:t>Answer: It is a class C address. So, the last octet (host id) needs to be used to create 30 subnets.</a:t>
            </a:r>
          </a:p>
        </p:txBody>
      </p:sp>
      <p:graphicFrame>
        <p:nvGraphicFramePr>
          <p:cNvPr id="4" name="Table 4">
            <a:extLst>
              <a:ext uri="{FF2B5EF4-FFF2-40B4-BE49-F238E27FC236}">
                <a16:creationId xmlns:a16="http://schemas.microsoft.com/office/drawing/2014/main" id="{10508131-CF03-DD8A-3C06-9F5D478ACC20}"/>
              </a:ext>
            </a:extLst>
          </p:cNvPr>
          <p:cNvGraphicFramePr>
            <a:graphicFrameLocks noGrp="1"/>
          </p:cNvGraphicFramePr>
          <p:nvPr>
            <p:extLst>
              <p:ext uri="{D42A27DB-BD31-4B8C-83A1-F6EECF244321}">
                <p14:modId xmlns:p14="http://schemas.microsoft.com/office/powerpoint/2010/main" val="1139161870"/>
              </p:ext>
            </p:extLst>
          </p:nvPr>
        </p:nvGraphicFramePr>
        <p:xfrm>
          <a:off x="827584" y="4797152"/>
          <a:ext cx="6096000" cy="1381760"/>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932850091"/>
                    </a:ext>
                  </a:extLst>
                </a:gridCol>
                <a:gridCol w="1219200">
                  <a:extLst>
                    <a:ext uri="{9D8B030D-6E8A-4147-A177-3AD203B41FA5}">
                      <a16:colId xmlns:a16="http://schemas.microsoft.com/office/drawing/2014/main" val="1041763879"/>
                    </a:ext>
                  </a:extLst>
                </a:gridCol>
                <a:gridCol w="1219200">
                  <a:extLst>
                    <a:ext uri="{9D8B030D-6E8A-4147-A177-3AD203B41FA5}">
                      <a16:colId xmlns:a16="http://schemas.microsoft.com/office/drawing/2014/main" val="2295526522"/>
                    </a:ext>
                  </a:extLst>
                </a:gridCol>
                <a:gridCol w="1219200">
                  <a:extLst>
                    <a:ext uri="{9D8B030D-6E8A-4147-A177-3AD203B41FA5}">
                      <a16:colId xmlns:a16="http://schemas.microsoft.com/office/drawing/2014/main" val="1079274914"/>
                    </a:ext>
                  </a:extLst>
                </a:gridCol>
                <a:gridCol w="1219200">
                  <a:extLst>
                    <a:ext uri="{9D8B030D-6E8A-4147-A177-3AD203B41FA5}">
                      <a16:colId xmlns:a16="http://schemas.microsoft.com/office/drawing/2014/main" val="3458993089"/>
                    </a:ext>
                  </a:extLst>
                </a:gridCol>
              </a:tblGrid>
              <a:tr h="370840">
                <a:tc>
                  <a:txBody>
                    <a:bodyPr/>
                    <a:lstStyle/>
                    <a:p>
                      <a:r>
                        <a:rPr lang="en-IN" dirty="0"/>
                        <a:t>192</a:t>
                      </a:r>
                    </a:p>
                  </a:txBody>
                  <a:tcPr/>
                </a:tc>
                <a:tc>
                  <a:txBody>
                    <a:bodyPr/>
                    <a:lstStyle/>
                    <a:p>
                      <a:r>
                        <a:rPr lang="en-IN" dirty="0"/>
                        <a:t>168</a:t>
                      </a:r>
                    </a:p>
                  </a:txBody>
                  <a:tcPr/>
                </a:tc>
                <a:tc>
                  <a:txBody>
                    <a:bodyPr/>
                    <a:lstStyle/>
                    <a:p>
                      <a:r>
                        <a:rPr lang="en-IN" dirty="0"/>
                        <a:t>1</a:t>
                      </a:r>
                    </a:p>
                  </a:txBody>
                  <a:tcPr/>
                </a:tc>
                <a:tc>
                  <a:txBody>
                    <a:bodyPr/>
                    <a:lstStyle/>
                    <a:p>
                      <a:r>
                        <a:rPr lang="en-IN" dirty="0"/>
                        <a:t>0</a:t>
                      </a:r>
                    </a:p>
                  </a:txBody>
                  <a:tcPr/>
                </a:tc>
                <a:tc>
                  <a:txBody>
                    <a:bodyPr/>
                    <a:lstStyle/>
                    <a:p>
                      <a:r>
                        <a:rPr lang="en-IN" dirty="0"/>
                        <a:t>Decimal</a:t>
                      </a:r>
                    </a:p>
                  </a:txBody>
                  <a:tcPr/>
                </a:tc>
                <a:extLst>
                  <a:ext uri="{0D108BD9-81ED-4DB2-BD59-A6C34878D82A}">
                    <a16:rowId xmlns:a16="http://schemas.microsoft.com/office/drawing/2014/main" val="2053356954"/>
                  </a:ext>
                </a:extLst>
              </a:tr>
              <a:tr h="370840">
                <a:tc>
                  <a:txBody>
                    <a:bodyPr/>
                    <a:lstStyle/>
                    <a:p>
                      <a:r>
                        <a:rPr lang="en-IN" dirty="0"/>
                        <a:t>11111111</a:t>
                      </a:r>
                    </a:p>
                  </a:txBody>
                  <a:tcPr/>
                </a:tc>
                <a:tc>
                  <a:txBody>
                    <a:bodyPr/>
                    <a:lstStyle/>
                    <a:p>
                      <a:r>
                        <a:rPr lang="en-IN" dirty="0"/>
                        <a:t>11111111</a:t>
                      </a:r>
                    </a:p>
                  </a:txBody>
                  <a:tcPr/>
                </a:tc>
                <a:tc>
                  <a:txBody>
                    <a:bodyPr/>
                    <a:lstStyle/>
                    <a:p>
                      <a:r>
                        <a:rPr lang="en-IN" dirty="0"/>
                        <a:t>11111111</a:t>
                      </a:r>
                    </a:p>
                  </a:txBody>
                  <a:tcPr/>
                </a:tc>
                <a:tc>
                  <a:txBody>
                    <a:bodyPr/>
                    <a:lstStyle/>
                    <a:p>
                      <a:r>
                        <a:rPr lang="en-IN" dirty="0"/>
                        <a:t>00000000</a:t>
                      </a:r>
                    </a:p>
                  </a:txBody>
                  <a:tcPr/>
                </a:tc>
                <a:tc>
                  <a:txBody>
                    <a:bodyPr/>
                    <a:lstStyle/>
                    <a:p>
                      <a:r>
                        <a:rPr lang="en-IN" dirty="0"/>
                        <a:t>Binary</a:t>
                      </a:r>
                    </a:p>
                  </a:txBody>
                  <a:tcPr/>
                </a:tc>
                <a:extLst>
                  <a:ext uri="{0D108BD9-81ED-4DB2-BD59-A6C34878D82A}">
                    <a16:rowId xmlns:a16="http://schemas.microsoft.com/office/drawing/2014/main" val="3983076617"/>
                  </a:ext>
                </a:extLst>
              </a:tr>
              <a:tr h="370840">
                <a:tc>
                  <a:txBody>
                    <a:bodyPr/>
                    <a:lstStyle/>
                    <a:p>
                      <a:r>
                        <a:rPr lang="en-IN" dirty="0"/>
                        <a:t>11111111</a:t>
                      </a:r>
                    </a:p>
                  </a:txBody>
                  <a:tcPr/>
                </a:tc>
                <a:tc>
                  <a:txBody>
                    <a:bodyPr/>
                    <a:lstStyle/>
                    <a:p>
                      <a:r>
                        <a:rPr lang="en-IN" dirty="0"/>
                        <a:t>11111111</a:t>
                      </a:r>
                    </a:p>
                  </a:txBody>
                  <a:tcPr/>
                </a:tc>
                <a:tc>
                  <a:txBody>
                    <a:bodyPr/>
                    <a:lstStyle/>
                    <a:p>
                      <a:r>
                        <a:rPr lang="en-IN" dirty="0"/>
                        <a:t>11111111</a:t>
                      </a:r>
                    </a:p>
                  </a:txBody>
                  <a:tcPr/>
                </a:tc>
                <a:tc>
                  <a:txBody>
                    <a:bodyPr/>
                    <a:lstStyle/>
                    <a:p>
                      <a:r>
                        <a:rPr lang="en-IN" b="1" dirty="0"/>
                        <a:t>11111</a:t>
                      </a:r>
                      <a:r>
                        <a:rPr lang="en-IN" dirty="0"/>
                        <a:t>000</a:t>
                      </a:r>
                    </a:p>
                  </a:txBody>
                  <a:tcPr/>
                </a:tc>
                <a:tc>
                  <a:txBody>
                    <a:bodyPr/>
                    <a:lstStyle/>
                    <a:p>
                      <a:r>
                        <a:rPr lang="en-IN" dirty="0"/>
                        <a:t>To create 30 subnets</a:t>
                      </a:r>
                    </a:p>
                  </a:txBody>
                  <a:tcPr/>
                </a:tc>
                <a:extLst>
                  <a:ext uri="{0D108BD9-81ED-4DB2-BD59-A6C34878D82A}">
                    <a16:rowId xmlns:a16="http://schemas.microsoft.com/office/drawing/2014/main" val="1087587426"/>
                  </a:ext>
                </a:extLst>
              </a:tr>
            </a:tbl>
          </a:graphicData>
        </a:graphic>
      </p:graphicFrame>
    </p:spTree>
    <p:extLst>
      <p:ext uri="{BB962C8B-B14F-4D97-AF65-F5344CB8AC3E}">
        <p14:creationId xmlns:p14="http://schemas.microsoft.com/office/powerpoint/2010/main" val="30278377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So, our subnet mask will be:</a:t>
            </a:r>
          </a:p>
          <a:p>
            <a:pPr marL="0" indent="0">
              <a:buNone/>
            </a:pPr>
            <a:r>
              <a:rPr lang="en-US" dirty="0"/>
              <a:t>11111111	11111111	11111111	11111000</a:t>
            </a:r>
          </a:p>
          <a:p>
            <a:pPr marL="0" indent="0">
              <a:buNone/>
            </a:pPr>
            <a:r>
              <a:rPr lang="en-US" dirty="0"/>
              <a:t>That is</a:t>
            </a:r>
          </a:p>
          <a:p>
            <a:pPr marL="0" indent="0">
              <a:buNone/>
            </a:pPr>
            <a:r>
              <a:rPr lang="en-US" dirty="0"/>
              <a:t>255.255.255.248</a:t>
            </a:r>
          </a:p>
          <a:p>
            <a:pPr marL="0" indent="0">
              <a:buNone/>
            </a:pPr>
            <a:endParaRPr lang="en-US" dirty="0"/>
          </a:p>
          <a:p>
            <a:pPr marL="0" indent="0">
              <a:buNone/>
            </a:pPr>
            <a:r>
              <a:rPr lang="en-US" dirty="0"/>
              <a:t>Each subnet can have up to 8 hosts (since 3 bits are left for the host id), including router address and broadcast address</a:t>
            </a:r>
          </a:p>
        </p:txBody>
      </p:sp>
    </p:spTree>
    <p:extLst>
      <p:ext uri="{BB962C8B-B14F-4D97-AF65-F5344CB8AC3E}">
        <p14:creationId xmlns:p14="http://schemas.microsoft.com/office/powerpoint/2010/main" val="344147735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You still are using the default mask for your IP network 192.168.1.0. You need to subnet your network so that you have 5 additional networks, and 60 hosts per network. Is this possible, and what subnet mask should you use? </a:t>
            </a:r>
          </a:p>
          <a:p>
            <a:r>
              <a:rPr lang="en-US" dirty="0"/>
              <a:t>Answer: It is a class C address. So, the last octet (host id) needs to be used to create 5 subnets.</a:t>
            </a:r>
          </a:p>
          <a:p>
            <a:endParaRPr lang="en-US" dirty="0"/>
          </a:p>
        </p:txBody>
      </p:sp>
      <p:graphicFrame>
        <p:nvGraphicFramePr>
          <p:cNvPr id="4" name="Table 4">
            <a:extLst>
              <a:ext uri="{FF2B5EF4-FFF2-40B4-BE49-F238E27FC236}">
                <a16:creationId xmlns:a16="http://schemas.microsoft.com/office/drawing/2014/main" id="{A9271C8A-9D68-F933-8D07-C2C474248EF1}"/>
              </a:ext>
            </a:extLst>
          </p:cNvPr>
          <p:cNvGraphicFramePr>
            <a:graphicFrameLocks noGrp="1"/>
          </p:cNvGraphicFramePr>
          <p:nvPr>
            <p:extLst>
              <p:ext uri="{D42A27DB-BD31-4B8C-83A1-F6EECF244321}">
                <p14:modId xmlns:p14="http://schemas.microsoft.com/office/powerpoint/2010/main" val="2639417776"/>
              </p:ext>
            </p:extLst>
          </p:nvPr>
        </p:nvGraphicFramePr>
        <p:xfrm>
          <a:off x="1115616" y="4775028"/>
          <a:ext cx="6096000" cy="1381760"/>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932850091"/>
                    </a:ext>
                  </a:extLst>
                </a:gridCol>
                <a:gridCol w="1219200">
                  <a:extLst>
                    <a:ext uri="{9D8B030D-6E8A-4147-A177-3AD203B41FA5}">
                      <a16:colId xmlns:a16="http://schemas.microsoft.com/office/drawing/2014/main" val="1041763879"/>
                    </a:ext>
                  </a:extLst>
                </a:gridCol>
                <a:gridCol w="1219200">
                  <a:extLst>
                    <a:ext uri="{9D8B030D-6E8A-4147-A177-3AD203B41FA5}">
                      <a16:colId xmlns:a16="http://schemas.microsoft.com/office/drawing/2014/main" val="2295526522"/>
                    </a:ext>
                  </a:extLst>
                </a:gridCol>
                <a:gridCol w="1219200">
                  <a:extLst>
                    <a:ext uri="{9D8B030D-6E8A-4147-A177-3AD203B41FA5}">
                      <a16:colId xmlns:a16="http://schemas.microsoft.com/office/drawing/2014/main" val="1079274914"/>
                    </a:ext>
                  </a:extLst>
                </a:gridCol>
                <a:gridCol w="1219200">
                  <a:extLst>
                    <a:ext uri="{9D8B030D-6E8A-4147-A177-3AD203B41FA5}">
                      <a16:colId xmlns:a16="http://schemas.microsoft.com/office/drawing/2014/main" val="3458993089"/>
                    </a:ext>
                  </a:extLst>
                </a:gridCol>
              </a:tblGrid>
              <a:tr h="370840">
                <a:tc>
                  <a:txBody>
                    <a:bodyPr/>
                    <a:lstStyle/>
                    <a:p>
                      <a:r>
                        <a:rPr lang="en-IN" dirty="0"/>
                        <a:t>192</a:t>
                      </a:r>
                    </a:p>
                  </a:txBody>
                  <a:tcPr/>
                </a:tc>
                <a:tc>
                  <a:txBody>
                    <a:bodyPr/>
                    <a:lstStyle/>
                    <a:p>
                      <a:r>
                        <a:rPr lang="en-IN" dirty="0"/>
                        <a:t>168</a:t>
                      </a:r>
                    </a:p>
                  </a:txBody>
                  <a:tcPr/>
                </a:tc>
                <a:tc>
                  <a:txBody>
                    <a:bodyPr/>
                    <a:lstStyle/>
                    <a:p>
                      <a:r>
                        <a:rPr lang="en-IN" dirty="0"/>
                        <a:t>1</a:t>
                      </a:r>
                    </a:p>
                  </a:txBody>
                  <a:tcPr/>
                </a:tc>
                <a:tc>
                  <a:txBody>
                    <a:bodyPr/>
                    <a:lstStyle/>
                    <a:p>
                      <a:r>
                        <a:rPr lang="en-IN" dirty="0"/>
                        <a:t>0</a:t>
                      </a:r>
                    </a:p>
                  </a:txBody>
                  <a:tcPr/>
                </a:tc>
                <a:tc>
                  <a:txBody>
                    <a:bodyPr/>
                    <a:lstStyle/>
                    <a:p>
                      <a:r>
                        <a:rPr lang="en-IN" dirty="0"/>
                        <a:t>Decimal</a:t>
                      </a:r>
                    </a:p>
                  </a:txBody>
                  <a:tcPr/>
                </a:tc>
                <a:extLst>
                  <a:ext uri="{0D108BD9-81ED-4DB2-BD59-A6C34878D82A}">
                    <a16:rowId xmlns:a16="http://schemas.microsoft.com/office/drawing/2014/main" val="2053356954"/>
                  </a:ext>
                </a:extLst>
              </a:tr>
              <a:tr h="370840">
                <a:tc>
                  <a:txBody>
                    <a:bodyPr/>
                    <a:lstStyle/>
                    <a:p>
                      <a:r>
                        <a:rPr lang="en-IN" dirty="0"/>
                        <a:t>11111111</a:t>
                      </a:r>
                    </a:p>
                  </a:txBody>
                  <a:tcPr/>
                </a:tc>
                <a:tc>
                  <a:txBody>
                    <a:bodyPr/>
                    <a:lstStyle/>
                    <a:p>
                      <a:r>
                        <a:rPr lang="en-IN" dirty="0"/>
                        <a:t>11111111</a:t>
                      </a:r>
                    </a:p>
                  </a:txBody>
                  <a:tcPr/>
                </a:tc>
                <a:tc>
                  <a:txBody>
                    <a:bodyPr/>
                    <a:lstStyle/>
                    <a:p>
                      <a:r>
                        <a:rPr lang="en-IN" dirty="0"/>
                        <a:t>11111111</a:t>
                      </a:r>
                    </a:p>
                  </a:txBody>
                  <a:tcPr/>
                </a:tc>
                <a:tc>
                  <a:txBody>
                    <a:bodyPr/>
                    <a:lstStyle/>
                    <a:p>
                      <a:r>
                        <a:rPr lang="en-IN" dirty="0"/>
                        <a:t>00000000</a:t>
                      </a:r>
                    </a:p>
                  </a:txBody>
                  <a:tcPr/>
                </a:tc>
                <a:tc>
                  <a:txBody>
                    <a:bodyPr/>
                    <a:lstStyle/>
                    <a:p>
                      <a:r>
                        <a:rPr lang="en-IN" dirty="0"/>
                        <a:t>Binary</a:t>
                      </a:r>
                    </a:p>
                  </a:txBody>
                  <a:tcPr/>
                </a:tc>
                <a:extLst>
                  <a:ext uri="{0D108BD9-81ED-4DB2-BD59-A6C34878D82A}">
                    <a16:rowId xmlns:a16="http://schemas.microsoft.com/office/drawing/2014/main" val="3983076617"/>
                  </a:ext>
                </a:extLst>
              </a:tr>
              <a:tr h="370840">
                <a:tc>
                  <a:txBody>
                    <a:bodyPr/>
                    <a:lstStyle/>
                    <a:p>
                      <a:r>
                        <a:rPr lang="en-IN" dirty="0"/>
                        <a:t>11111111</a:t>
                      </a:r>
                    </a:p>
                  </a:txBody>
                  <a:tcPr/>
                </a:tc>
                <a:tc>
                  <a:txBody>
                    <a:bodyPr/>
                    <a:lstStyle/>
                    <a:p>
                      <a:r>
                        <a:rPr lang="en-IN" dirty="0"/>
                        <a:t>11111111</a:t>
                      </a:r>
                    </a:p>
                  </a:txBody>
                  <a:tcPr/>
                </a:tc>
                <a:tc>
                  <a:txBody>
                    <a:bodyPr/>
                    <a:lstStyle/>
                    <a:p>
                      <a:r>
                        <a:rPr lang="en-IN" dirty="0"/>
                        <a:t>11111111</a:t>
                      </a:r>
                    </a:p>
                  </a:txBody>
                  <a:tcPr/>
                </a:tc>
                <a:tc>
                  <a:txBody>
                    <a:bodyPr/>
                    <a:lstStyle/>
                    <a:p>
                      <a:r>
                        <a:rPr lang="en-IN" b="1" dirty="0"/>
                        <a:t>111</a:t>
                      </a:r>
                      <a:r>
                        <a:rPr lang="en-IN" b="0" dirty="0"/>
                        <a:t>00</a:t>
                      </a:r>
                      <a:r>
                        <a:rPr lang="en-IN" dirty="0"/>
                        <a:t>000</a:t>
                      </a:r>
                    </a:p>
                  </a:txBody>
                  <a:tcPr/>
                </a:tc>
                <a:tc>
                  <a:txBody>
                    <a:bodyPr/>
                    <a:lstStyle/>
                    <a:p>
                      <a:r>
                        <a:rPr lang="en-IN" dirty="0"/>
                        <a:t>To create 5 subnets</a:t>
                      </a:r>
                    </a:p>
                  </a:txBody>
                  <a:tcPr/>
                </a:tc>
                <a:extLst>
                  <a:ext uri="{0D108BD9-81ED-4DB2-BD59-A6C34878D82A}">
                    <a16:rowId xmlns:a16="http://schemas.microsoft.com/office/drawing/2014/main" val="1087587426"/>
                  </a:ext>
                </a:extLst>
              </a:tr>
            </a:tbl>
          </a:graphicData>
        </a:graphic>
      </p:graphicFrame>
    </p:spTree>
    <p:extLst>
      <p:ext uri="{BB962C8B-B14F-4D97-AF65-F5344CB8AC3E}">
        <p14:creationId xmlns:p14="http://schemas.microsoft.com/office/powerpoint/2010/main" val="1681736155"/>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282E2-7795-A06A-0CC2-A6C751CB1E0F}"/>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1278A-7344-C901-C7E8-B736058C787E}"/>
              </a:ext>
            </a:extLst>
          </p:cNvPr>
          <p:cNvSpPr>
            <a:spLocks noGrp="1"/>
          </p:cNvSpPr>
          <p:nvPr>
            <p:ph idx="1"/>
          </p:nvPr>
        </p:nvSpPr>
        <p:spPr/>
        <p:txBody>
          <a:bodyPr/>
          <a:lstStyle/>
          <a:p>
            <a:r>
              <a:rPr lang="en-US" dirty="0"/>
              <a:t>So, our subnet mask will be:</a:t>
            </a:r>
          </a:p>
          <a:p>
            <a:pPr marL="0" indent="0">
              <a:buNone/>
            </a:pPr>
            <a:r>
              <a:rPr lang="en-US" dirty="0"/>
              <a:t>11111111	11111111	11111111	11100000</a:t>
            </a:r>
          </a:p>
          <a:p>
            <a:pPr marL="0" indent="0">
              <a:buNone/>
            </a:pPr>
            <a:endParaRPr lang="en-US" dirty="0"/>
          </a:p>
          <a:p>
            <a:r>
              <a:rPr lang="en-US" dirty="0"/>
              <a:t>Now, 5 bits are left for the host id, including router address and broadcast address</a:t>
            </a:r>
          </a:p>
          <a:p>
            <a:r>
              <a:rPr lang="en-US" dirty="0"/>
              <a:t>Since 2</a:t>
            </a:r>
            <a:r>
              <a:rPr lang="en-US" baseline="30000" dirty="0"/>
              <a:t>5</a:t>
            </a:r>
            <a:r>
              <a:rPr lang="en-US" dirty="0"/>
              <a:t> = 32, each subnet can have at the most 32 hosts</a:t>
            </a:r>
          </a:p>
          <a:p>
            <a:r>
              <a:rPr lang="en-US" dirty="0"/>
              <a:t>So, 60 hosts per subnet are not possible</a:t>
            </a:r>
          </a:p>
        </p:txBody>
      </p:sp>
    </p:spTree>
    <p:extLst>
      <p:ext uri="{BB962C8B-B14F-4D97-AF65-F5344CB8AC3E}">
        <p14:creationId xmlns:p14="http://schemas.microsoft.com/office/powerpoint/2010/main" val="1663547635"/>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9E6CAE-469E-29DE-6094-E3006B34F6AA}"/>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3D2C1-2A37-114B-8A6C-1E09CCE4667D}"/>
              </a:ext>
            </a:extLst>
          </p:cNvPr>
          <p:cNvSpPr>
            <a:spLocks noGrp="1"/>
          </p:cNvSpPr>
          <p:nvPr>
            <p:ph idx="1"/>
          </p:nvPr>
        </p:nvSpPr>
        <p:spPr/>
        <p:txBody>
          <a:bodyPr>
            <a:normAutofit/>
          </a:bodyPr>
          <a:lstStyle/>
          <a:p>
            <a:r>
              <a:rPr lang="en-IN" dirty="0"/>
              <a:t>Consider an IP address 10.128.240.50/30. Find the network, broadcast, and host addresses.</a:t>
            </a:r>
          </a:p>
          <a:p>
            <a:r>
              <a:rPr lang="en-US" dirty="0"/>
              <a:t>/30 means that the subnet mask has 30 bits 1s and 2 bits 0s. Remember the total Subnet Mask is 32 bits. So in binary mode our Subnet Mask is:</a:t>
            </a:r>
          </a:p>
          <a:p>
            <a:r>
              <a:rPr lang="en-US" dirty="0"/>
              <a:t>11111111.11111111.11111111.11111100 (First 30 bits are 1s and 2 bits are 0s)</a:t>
            </a:r>
          </a:p>
          <a:p>
            <a:r>
              <a:rPr lang="en-US" dirty="0"/>
              <a:t>And the decimal equal of this Subnet Mask is : 255.255.255.252</a:t>
            </a:r>
          </a:p>
          <a:p>
            <a:endParaRPr lang="en-IN" dirty="0"/>
          </a:p>
        </p:txBody>
      </p:sp>
    </p:spTree>
    <p:extLst>
      <p:ext uri="{BB962C8B-B14F-4D97-AF65-F5344CB8AC3E}">
        <p14:creationId xmlns:p14="http://schemas.microsoft.com/office/powerpoint/2010/main" val="30966638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9E6CAE-469E-29DE-6094-E3006B34F6AA}"/>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3D2C1-2A37-114B-8A6C-1E09CCE4667D}"/>
              </a:ext>
            </a:extLst>
          </p:cNvPr>
          <p:cNvSpPr>
            <a:spLocks noGrp="1"/>
          </p:cNvSpPr>
          <p:nvPr>
            <p:ph idx="1"/>
          </p:nvPr>
        </p:nvSpPr>
        <p:spPr/>
        <p:txBody>
          <a:bodyPr>
            <a:normAutofit fontScale="77500" lnSpcReduction="20000"/>
          </a:bodyPr>
          <a:lstStyle/>
          <a:p>
            <a:r>
              <a:rPr lang="en-US" dirty="0"/>
              <a:t>Now, let’s determine the network, broadcast and host addresses of this prefix. An IP address with Subnet Mask is called Prefix. So, we will write the binary equals of IP address and Subnet and use AND again.</a:t>
            </a:r>
          </a:p>
          <a:p>
            <a:r>
              <a:rPr lang="en-US" dirty="0"/>
              <a:t>IP Add : 00001010.10000000.11110000.00110010</a:t>
            </a:r>
          </a:p>
          <a:p>
            <a:r>
              <a:rPr lang="en-US" dirty="0" err="1"/>
              <a:t>SubM</a:t>
            </a:r>
            <a:r>
              <a:rPr lang="en-US" dirty="0"/>
              <a:t> : 11111111.11111111.11111111.11111100</a:t>
            </a:r>
          </a:p>
          <a:p>
            <a:r>
              <a:rPr lang="en-US" dirty="0"/>
              <a:t>AND : 00001010.10000000.11110000.00110000</a:t>
            </a:r>
          </a:p>
          <a:p>
            <a:r>
              <a:rPr lang="en-US" dirty="0"/>
              <a:t>The result of AND operation is the Network Address. This is 00001010.10000000.11110000.00110000 in binary. The decimal value of this is 10.128.240.48.</a:t>
            </a:r>
          </a:p>
          <a:p>
            <a:r>
              <a:rPr lang="en-US" dirty="0"/>
              <a:t>Here, the last two bits are host bits and the other bits are network bits. When we set all the host bits with 1s, we will find the Broadcast Address. This is 00001010.10000000.11110000.00110011 in binary. The decimal value is 10.128.240.51.</a:t>
            </a:r>
          </a:p>
          <a:p>
            <a:endParaRPr lang="en-IN" dirty="0"/>
          </a:p>
        </p:txBody>
      </p:sp>
    </p:spTree>
    <p:extLst>
      <p:ext uri="{BB962C8B-B14F-4D97-AF65-F5344CB8AC3E}">
        <p14:creationId xmlns:p14="http://schemas.microsoft.com/office/powerpoint/2010/main" val="307110655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9E6CAE-469E-29DE-6094-E3006B34F6AA}"/>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9573D2C1-2A37-114B-8A6C-1E09CCE4667D}"/>
              </a:ext>
            </a:extLst>
          </p:cNvPr>
          <p:cNvSpPr>
            <a:spLocks noGrp="1"/>
          </p:cNvSpPr>
          <p:nvPr>
            <p:ph idx="1"/>
          </p:nvPr>
        </p:nvSpPr>
        <p:spPr/>
        <p:txBody>
          <a:bodyPr>
            <a:normAutofit/>
          </a:bodyPr>
          <a:lstStyle/>
          <a:p>
            <a:r>
              <a:rPr lang="en-US" dirty="0"/>
              <a:t>The middle addresses can be used for hosts. These addresses are 10.128.240.49 and 10.128.240.50.</a:t>
            </a:r>
          </a:p>
          <a:p>
            <a:endParaRPr lang="en-US" dirty="0"/>
          </a:p>
          <a:p>
            <a:r>
              <a:rPr lang="en-US" dirty="0"/>
              <a:t>Network Address : 10.128.240.48</a:t>
            </a:r>
          </a:p>
          <a:p>
            <a:r>
              <a:rPr lang="en-US" dirty="0"/>
              <a:t>Host Addresses : 10.128.240.49 and 10.128.240.50</a:t>
            </a:r>
          </a:p>
          <a:p>
            <a:r>
              <a:rPr lang="en-US" dirty="0"/>
              <a:t>Broadcast Address : 10.128.240.51</a:t>
            </a:r>
            <a:endParaRPr lang="en-IN" dirty="0"/>
          </a:p>
        </p:txBody>
      </p:sp>
    </p:spTree>
    <p:extLst>
      <p:ext uri="{BB962C8B-B14F-4D97-AF65-F5344CB8AC3E}">
        <p14:creationId xmlns:p14="http://schemas.microsoft.com/office/powerpoint/2010/main" val="255822299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CFDC0F-D47E-EF2C-93A8-859F1184B1B2}"/>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5BCEEF32-5DB5-9E86-F71E-42B0B7B98400}"/>
              </a:ext>
            </a:extLst>
          </p:cNvPr>
          <p:cNvSpPr>
            <a:spLocks noGrp="1"/>
          </p:cNvSpPr>
          <p:nvPr>
            <p:ph idx="1"/>
          </p:nvPr>
        </p:nvSpPr>
        <p:spPr/>
        <p:txBody>
          <a:bodyPr/>
          <a:lstStyle/>
          <a:p>
            <a:r>
              <a:rPr lang="en-IN" dirty="0"/>
              <a:t>What will be the first valid host on the network 172.28.0.0/16?</a:t>
            </a:r>
          </a:p>
          <a:p>
            <a:r>
              <a:rPr lang="en-IN" dirty="0"/>
              <a:t>Answer: 172.28.0.1</a:t>
            </a:r>
          </a:p>
        </p:txBody>
      </p:sp>
    </p:spTree>
    <p:extLst>
      <p:ext uri="{BB962C8B-B14F-4D97-AF65-F5344CB8AC3E}">
        <p14:creationId xmlns:p14="http://schemas.microsoft.com/office/powerpoint/2010/main" val="43111390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CFDC0F-D47E-EF2C-93A8-859F1184B1B2}"/>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5BCEEF32-5DB5-9E86-F71E-42B0B7B98400}"/>
              </a:ext>
            </a:extLst>
          </p:cNvPr>
          <p:cNvSpPr>
            <a:spLocks noGrp="1"/>
          </p:cNvSpPr>
          <p:nvPr>
            <p:ph idx="1"/>
          </p:nvPr>
        </p:nvSpPr>
        <p:spPr/>
        <p:txBody>
          <a:bodyPr/>
          <a:lstStyle/>
          <a:p>
            <a:r>
              <a:rPr lang="en-US" dirty="0"/>
              <a:t>What will be the maximum number of valid subnets and usable hosts per subnet that you can get from the network 172.17.0.0/22?</a:t>
            </a:r>
          </a:p>
          <a:p>
            <a:r>
              <a:rPr lang="en-IN" dirty="0"/>
              <a:t>Answer:</a:t>
            </a:r>
          </a:p>
          <a:p>
            <a:r>
              <a:rPr lang="en-IN" dirty="0"/>
              <a:t>64 and 1022</a:t>
            </a:r>
          </a:p>
        </p:txBody>
      </p:sp>
    </p:spTree>
    <p:extLst>
      <p:ext uri="{BB962C8B-B14F-4D97-AF65-F5344CB8AC3E}">
        <p14:creationId xmlns:p14="http://schemas.microsoft.com/office/powerpoint/2010/main" val="8608767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CFDC0F-D47E-EF2C-93A8-859F1184B1B2}"/>
              </a:ext>
            </a:extLst>
          </p:cNvPr>
          <p:cNvSpPr>
            <a:spLocks noGrp="1"/>
          </p:cNvSpPr>
          <p:nvPr>
            <p:ph type="title"/>
          </p:nvPr>
        </p:nvSpPr>
        <p:spPr/>
        <p:txBody>
          <a:bodyPr/>
          <a:lstStyle/>
          <a:p>
            <a:r>
              <a:rPr lang="en-IN" dirty="0"/>
              <a:t>Exercise</a:t>
            </a:r>
          </a:p>
        </p:txBody>
      </p:sp>
      <p:sp>
        <p:nvSpPr>
          <p:cNvPr id="3" name="Content Placeholder 2">
            <a:extLst>
              <a:ext uri="{FF2B5EF4-FFF2-40B4-BE49-F238E27FC236}">
                <a16:creationId xmlns:a16="http://schemas.microsoft.com/office/drawing/2014/main" id="{5BCEEF32-5DB5-9E86-F71E-42B0B7B98400}"/>
              </a:ext>
            </a:extLst>
          </p:cNvPr>
          <p:cNvSpPr>
            <a:spLocks noGrp="1"/>
          </p:cNvSpPr>
          <p:nvPr>
            <p:ph idx="1"/>
          </p:nvPr>
        </p:nvSpPr>
        <p:spPr/>
        <p:txBody>
          <a:bodyPr/>
          <a:lstStyle/>
          <a:p>
            <a:r>
              <a:rPr lang="en-US" dirty="0"/>
              <a:t>Consider an IP address 173.72.248.176/25. </a:t>
            </a:r>
          </a:p>
          <a:p>
            <a:r>
              <a:rPr lang="en-IN" dirty="0"/>
              <a:t>Answer (25 1s and 7 0s):</a:t>
            </a:r>
          </a:p>
          <a:p>
            <a:pPr lvl="1"/>
            <a:r>
              <a:rPr lang="en-IN" dirty="0"/>
              <a:t>Network address: 173.72.248.128</a:t>
            </a:r>
          </a:p>
          <a:p>
            <a:pPr lvl="1"/>
            <a:r>
              <a:rPr lang="en-IN" dirty="0"/>
              <a:t>First host: 173.72.248.129</a:t>
            </a:r>
          </a:p>
          <a:p>
            <a:pPr lvl="1"/>
            <a:r>
              <a:rPr lang="en-IN" dirty="0"/>
              <a:t>Last host: 173.72.248.254</a:t>
            </a:r>
          </a:p>
          <a:p>
            <a:pPr lvl="1"/>
            <a:r>
              <a:rPr lang="en-IN" dirty="0"/>
              <a:t>Broadcast: 173.72.248.255</a:t>
            </a:r>
          </a:p>
          <a:p>
            <a:pPr lvl="1"/>
            <a:r>
              <a:rPr lang="en-IN" dirty="0"/>
              <a:t>Next subnet: 173.72.249.0</a:t>
            </a:r>
          </a:p>
        </p:txBody>
      </p:sp>
    </p:spTree>
    <p:extLst>
      <p:ext uri="{BB962C8B-B14F-4D97-AF65-F5344CB8AC3E}">
        <p14:creationId xmlns:p14="http://schemas.microsoft.com/office/powerpoint/2010/main" val="241007375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Variable Length Subnet Mask (VLSM)</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lstStyle/>
          <a:p>
            <a:r>
              <a:rPr lang="en-US" dirty="0"/>
              <a:t>In </a:t>
            </a:r>
            <a:r>
              <a:rPr lang="en-US" b="1" dirty="0"/>
              <a:t>Variable Length Subnet Mask (VLSM)</a:t>
            </a:r>
            <a:r>
              <a:rPr lang="en-US" dirty="0"/>
              <a:t>, the subnet design uses more than one mask in the same network </a:t>
            </a:r>
          </a:p>
          <a:p>
            <a:r>
              <a:rPr lang="en-US" dirty="0"/>
              <a:t>Here, more than one mask is used for different subnets of a single network. </a:t>
            </a:r>
          </a:p>
          <a:p>
            <a:r>
              <a:rPr lang="en-US" dirty="0"/>
              <a:t>It is used to increase the usability of subnets as they can be of variable size. </a:t>
            </a:r>
          </a:p>
          <a:p>
            <a:r>
              <a:rPr lang="en-US" dirty="0"/>
              <a:t>It is also defined as the process of </a:t>
            </a:r>
            <a:r>
              <a:rPr lang="en-US" i="1" dirty="0"/>
              <a:t>subnetting of a subnet</a:t>
            </a:r>
            <a:r>
              <a:rPr lang="en-US" dirty="0"/>
              <a:t>.</a:t>
            </a:r>
          </a:p>
          <a:p>
            <a:endParaRPr lang="en-IN" dirty="0"/>
          </a:p>
        </p:txBody>
      </p:sp>
    </p:spTree>
    <p:extLst>
      <p:ext uri="{BB962C8B-B14F-4D97-AF65-F5344CB8AC3E}">
        <p14:creationId xmlns:p14="http://schemas.microsoft.com/office/powerpoint/2010/main" val="404081811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49E928-F0F1-85F7-A650-5B37A8710BF2}"/>
              </a:ext>
            </a:extLst>
          </p:cNvPr>
          <p:cNvSpPr>
            <a:spLocks noGrp="1"/>
          </p:cNvSpPr>
          <p:nvPr>
            <p:ph type="title"/>
          </p:nvPr>
        </p:nvSpPr>
        <p:spPr/>
        <p:txBody>
          <a:bodyPr/>
          <a:lstStyle/>
          <a:p>
            <a:r>
              <a:rPr lang="en-IN" dirty="0"/>
              <a:t>VLSM Example</a:t>
            </a:r>
          </a:p>
        </p:txBody>
      </p:sp>
      <p:sp>
        <p:nvSpPr>
          <p:cNvPr id="3" name="Content Placeholder 2">
            <a:extLst>
              <a:ext uri="{FF2B5EF4-FFF2-40B4-BE49-F238E27FC236}">
                <a16:creationId xmlns:a16="http://schemas.microsoft.com/office/drawing/2014/main" id="{83EA2A3A-B3AF-0579-1E1F-1CF9EB87D46B}"/>
              </a:ext>
            </a:extLst>
          </p:cNvPr>
          <p:cNvSpPr>
            <a:spLocks noGrp="1"/>
          </p:cNvSpPr>
          <p:nvPr>
            <p:ph idx="1"/>
          </p:nvPr>
        </p:nvSpPr>
        <p:spPr/>
        <p:txBody>
          <a:bodyPr/>
          <a:lstStyle/>
          <a:p>
            <a:r>
              <a:rPr lang="en-US" dirty="0"/>
              <a:t>Suppose we have an ISP that is just starting up. It's not a “major” ISP, but a moderate-sized one with only a few customers, so it needs only a relatively small allocation. It begins with the block 71.94.0.0/15. The “/15” on the end of the block address tells us that this is a block of addresses where the first 15 bits are the network ID and the last 17 the host ID. Of course, this block was obtained from a larger ISP.</a:t>
            </a:r>
          </a:p>
          <a:p>
            <a:endParaRPr lang="en-IN" dirty="0"/>
          </a:p>
        </p:txBody>
      </p:sp>
    </p:spTree>
    <p:extLst>
      <p:ext uri="{BB962C8B-B14F-4D97-AF65-F5344CB8AC3E}">
        <p14:creationId xmlns:p14="http://schemas.microsoft.com/office/powerpoint/2010/main" val="3815335903"/>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49E928-F0F1-85F7-A650-5B37A8710BF2}"/>
              </a:ext>
            </a:extLst>
          </p:cNvPr>
          <p:cNvSpPr>
            <a:spLocks noGrp="1"/>
          </p:cNvSpPr>
          <p:nvPr>
            <p:ph type="title"/>
          </p:nvPr>
        </p:nvSpPr>
        <p:spPr/>
        <p:txBody>
          <a:bodyPr/>
          <a:lstStyle/>
          <a:p>
            <a:endParaRPr lang="en-IN" dirty="0"/>
          </a:p>
        </p:txBody>
      </p:sp>
      <p:pic>
        <p:nvPicPr>
          <p:cNvPr id="5122" name="Picture 2">
            <a:extLst>
              <a:ext uri="{FF2B5EF4-FFF2-40B4-BE49-F238E27FC236}">
                <a16:creationId xmlns:a16="http://schemas.microsoft.com/office/drawing/2014/main" id="{E6A25CA2-06F2-6684-B4F7-8FA97AF1DACC}"/>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1475656" y="203148"/>
            <a:ext cx="4968552" cy="64517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48236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Variable Length Subnet Mask (VLSM)</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normAutofit fontScale="92500"/>
          </a:bodyPr>
          <a:lstStyle/>
          <a:p>
            <a:r>
              <a:rPr lang="en-US" dirty="0"/>
              <a:t>In VLSM, subnets use block size based on requirement; so subnetting is required multiple times. </a:t>
            </a:r>
          </a:p>
          <a:p>
            <a:r>
              <a:rPr lang="en-US" dirty="0"/>
              <a:t>Suppose there is an administrator that has four departments to manage. </a:t>
            </a:r>
          </a:p>
          <a:p>
            <a:r>
              <a:rPr lang="en-US" dirty="0"/>
              <a:t>These are sales and purchase department with 120 computers, development department with 50 computers, accounts department with 26 computers and management department with 5 computers.</a:t>
            </a:r>
          </a:p>
          <a:p>
            <a:r>
              <a:rPr lang="en-US" dirty="0"/>
              <a:t>If the administrator has IP 192.168.1.0/24, how can department wise IPs can be allocated?</a:t>
            </a:r>
            <a:endParaRPr lang="en-IN" dirty="0"/>
          </a:p>
        </p:txBody>
      </p:sp>
    </p:spTree>
    <p:extLst>
      <p:ext uri="{BB962C8B-B14F-4D97-AF65-F5344CB8AC3E}">
        <p14:creationId xmlns:p14="http://schemas.microsoft.com/office/powerpoint/2010/main" val="185499340"/>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Variable Length Subnet Mask (VLSM)</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normAutofit/>
          </a:bodyPr>
          <a:lstStyle/>
          <a:p>
            <a:r>
              <a:rPr lang="en-US" dirty="0"/>
              <a:t>Step 1: For each segment select the block size that is &gt;= the actual requirement. Make a list of subnets possible:</a:t>
            </a:r>
          </a:p>
          <a:p>
            <a:endParaRPr lang="en-IN" dirty="0"/>
          </a:p>
        </p:txBody>
      </p:sp>
      <p:pic>
        <p:nvPicPr>
          <p:cNvPr id="1026" name="Picture 2">
            <a:extLst>
              <a:ext uri="{FF2B5EF4-FFF2-40B4-BE49-F238E27FC236}">
                <a16:creationId xmlns:a16="http://schemas.microsoft.com/office/drawing/2014/main" id="{79AC4218-0970-2274-0561-C16CBCC4DFD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87824" y="2852936"/>
            <a:ext cx="3605180" cy="320687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108906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Variable Length Subnet Mask (VLSM)</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normAutofit/>
          </a:bodyPr>
          <a:lstStyle/>
          <a:p>
            <a:r>
              <a:rPr lang="en-US" dirty="0"/>
              <a:t>Step 2: Arrange all the segments in descending order based on the block size that is from highest to lowest requirement:</a:t>
            </a:r>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IN" dirty="0"/>
          </a:p>
        </p:txBody>
      </p:sp>
      <p:pic>
        <p:nvPicPr>
          <p:cNvPr id="5" name="Picture 4">
            <a:extLst>
              <a:ext uri="{FF2B5EF4-FFF2-40B4-BE49-F238E27FC236}">
                <a16:creationId xmlns:a16="http://schemas.microsoft.com/office/drawing/2014/main" id="{B89BBCB5-D0BF-F2F6-1D47-DB2075B2D3BB}"/>
              </a:ext>
            </a:extLst>
          </p:cNvPr>
          <p:cNvPicPr>
            <a:picLocks noChangeAspect="1"/>
          </p:cNvPicPr>
          <p:nvPr/>
        </p:nvPicPr>
        <p:blipFill>
          <a:blip r:embed="rId2"/>
          <a:stretch>
            <a:fillRect/>
          </a:stretch>
        </p:blipFill>
        <p:spPr>
          <a:xfrm>
            <a:off x="1979712" y="3212976"/>
            <a:ext cx="4032448" cy="2089987"/>
          </a:xfrm>
          <a:prstGeom prst="rect">
            <a:avLst/>
          </a:prstGeom>
        </p:spPr>
      </p:pic>
    </p:spTree>
    <p:extLst>
      <p:ext uri="{BB962C8B-B14F-4D97-AF65-F5344CB8AC3E}">
        <p14:creationId xmlns:p14="http://schemas.microsoft.com/office/powerpoint/2010/main" val="39310454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Variable Length Subnet Mask (VLSM)</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normAutofit fontScale="92500" lnSpcReduction="20000"/>
          </a:bodyPr>
          <a:lstStyle/>
          <a:p>
            <a:r>
              <a:rPr lang="en-US" sz="2000" dirty="0"/>
              <a:t>Step 3: The highest IP available has to be allocated to highest requirement, so the sales and purchase department gets 192.168.1.0/25, which has 126 valid addresses that can easily be available for 120 hosts. The subnet mask used is 255.255.255.128.</a:t>
            </a:r>
          </a:p>
          <a:p>
            <a:r>
              <a:rPr lang="en-US" sz="2000" dirty="0"/>
              <a:t>Step 4: The next segment requires an IP to handle 50 hosts. The IP subnet with network number 192.168.1.128/26 is the next highest which can be assigned to 62 hosts thus fulfilling the requirement of development department. The subnet mask used is 255.255.255.192.</a:t>
            </a:r>
          </a:p>
          <a:p>
            <a:r>
              <a:rPr lang="en-US" sz="2000" dirty="0"/>
              <a:t>Step 5: Similarly the next IP subnet 192.168.1.192/27 can fulfill the requirements of the accounts department, as it has 30 valid hosts IP which can be assigned to 26 computers. The mask used is 255.255.255.224.</a:t>
            </a:r>
          </a:p>
          <a:p>
            <a:r>
              <a:rPr lang="en-US" sz="2000" dirty="0"/>
              <a:t>Step 6: The last segment requires 5 valid hosts IP which can be fulfilled by the subnet 192.168.1.224/29 which has the mask as 255.255.255.248 is chosen as per the requirement. The IP with the mask 255.255.255.240, could be chosen but it has 14 valid host IPs and the requirement is less in comparison so the one that is comparable with the requirement is chosen. Thus there is less IP wastage in VLSM as compared to FLSM.</a:t>
            </a:r>
          </a:p>
          <a:p>
            <a:endParaRPr lang="en-IN" sz="2000" dirty="0"/>
          </a:p>
        </p:txBody>
      </p:sp>
    </p:spTree>
    <p:extLst>
      <p:ext uri="{BB962C8B-B14F-4D97-AF65-F5344CB8AC3E}">
        <p14:creationId xmlns:p14="http://schemas.microsoft.com/office/powerpoint/2010/main" val="232306312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9A485-F73E-DB5D-B41C-337375F3045B}"/>
              </a:ext>
            </a:extLst>
          </p:cNvPr>
          <p:cNvSpPr>
            <a:spLocks noGrp="1"/>
          </p:cNvSpPr>
          <p:nvPr>
            <p:ph type="title"/>
          </p:nvPr>
        </p:nvSpPr>
        <p:spPr/>
        <p:txBody>
          <a:bodyPr/>
          <a:lstStyle/>
          <a:p>
            <a:r>
              <a:rPr lang="en-IN" dirty="0"/>
              <a:t>VLSM advantages</a:t>
            </a:r>
          </a:p>
        </p:txBody>
      </p:sp>
      <p:sp>
        <p:nvSpPr>
          <p:cNvPr id="3" name="Content Placeholder 2">
            <a:extLst>
              <a:ext uri="{FF2B5EF4-FFF2-40B4-BE49-F238E27FC236}">
                <a16:creationId xmlns:a16="http://schemas.microsoft.com/office/drawing/2014/main" id="{F226ED37-637D-5129-442F-E417DCAEA877}"/>
              </a:ext>
            </a:extLst>
          </p:cNvPr>
          <p:cNvSpPr>
            <a:spLocks noGrp="1"/>
          </p:cNvSpPr>
          <p:nvPr>
            <p:ph idx="1"/>
          </p:nvPr>
        </p:nvSpPr>
        <p:spPr/>
        <p:txBody>
          <a:bodyPr>
            <a:normAutofit lnSpcReduction="10000"/>
          </a:bodyPr>
          <a:lstStyle/>
          <a:p>
            <a:r>
              <a:rPr lang="en-US" dirty="0"/>
              <a:t>In Fixed length subnet mask subnetting (FLSM), all subnets are of equal size and have equal number of hosts but in VLSM the size is variable and it can have variable number of hosts thus making the IP addressing more efficient by allowing a routed system of different mask length to suit requirements.</a:t>
            </a:r>
          </a:p>
          <a:p>
            <a:r>
              <a:rPr lang="en-US" dirty="0"/>
              <a:t>In FLSM there is a wastage of IP addresses but in VLSM there is a minimum wastage of IP addresses.</a:t>
            </a:r>
          </a:p>
          <a:p>
            <a:r>
              <a:rPr lang="en-US" dirty="0"/>
              <a:t>FLSM is preferred for private IP addresses while for public IP addresses VLSM is the best option.</a:t>
            </a:r>
            <a:endParaRPr lang="en-IN" dirty="0"/>
          </a:p>
        </p:txBody>
      </p:sp>
    </p:spTree>
    <p:extLst>
      <p:ext uri="{BB962C8B-B14F-4D97-AF65-F5344CB8AC3E}">
        <p14:creationId xmlns:p14="http://schemas.microsoft.com/office/powerpoint/2010/main" val="1410408174"/>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ext Box 1">
            <a:extLst>
              <a:ext uri="{FF2B5EF4-FFF2-40B4-BE49-F238E27FC236}">
                <a16:creationId xmlns:a16="http://schemas.microsoft.com/office/drawing/2014/main" id="{A903EA31-4408-61E3-DA8E-C1277573DAA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62147" name="Text Box 2">
            <a:extLst>
              <a:ext uri="{FF2B5EF4-FFF2-40B4-BE49-F238E27FC236}">
                <a16:creationId xmlns:a16="http://schemas.microsoft.com/office/drawing/2014/main" id="{083F113C-445E-C6A4-1B12-9A712ACA263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E5C3A3F-5E5D-431F-9115-DC8B346F9856}" type="slidenum">
              <a:rPr lang="en-US" altLang="en-US" sz="1400">
                <a:solidFill>
                  <a:srgbClr val="000000"/>
                </a:solidFill>
              </a:rPr>
              <a:pPr algn="r" eaLnBrk="1" hangingPunct="1">
                <a:buClrTx/>
                <a:buSzPct val="60000"/>
                <a:buFontTx/>
                <a:buNone/>
              </a:pPr>
              <a:t>167</a:t>
            </a:fld>
            <a:endParaRPr lang="en-US" altLang="en-US" sz="1400">
              <a:solidFill>
                <a:srgbClr val="000000"/>
              </a:solidFill>
            </a:endParaRPr>
          </a:p>
        </p:txBody>
      </p:sp>
      <p:sp>
        <p:nvSpPr>
          <p:cNvPr id="262148" name="Text Box 3">
            <a:extLst>
              <a:ext uri="{FF2B5EF4-FFF2-40B4-BE49-F238E27FC236}">
                <a16:creationId xmlns:a16="http://schemas.microsoft.com/office/drawing/2014/main" id="{619602BC-34B0-F9F1-20A0-91F0DEE1770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Network Address Translation (NAT)</a:t>
            </a:r>
          </a:p>
        </p:txBody>
      </p:sp>
      <p:sp>
        <p:nvSpPr>
          <p:cNvPr id="262149" name="Text Box 4">
            <a:extLst>
              <a:ext uri="{FF2B5EF4-FFF2-40B4-BE49-F238E27FC236}">
                <a16:creationId xmlns:a16="http://schemas.microsoft.com/office/drawing/2014/main" id="{1EE020F7-7EAD-462E-65BC-F954C10FC6BC}"/>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ISP: Need to dynamically assign IP addresses to dial-up customers to conserve address space</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Not possible in the case of “always on” connections (businesses, broadband)</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Assign every company a single IP address for Internet traffic; within the company, every computer gets a unique IP address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Concept of “private addresses” – Internally can be used in any manner, not allowed on the Internet</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10.0.0.0 to 10.255.255.255</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172.16.0.0 to 172.31.255.255</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a:solidFill>
                  <a:srgbClr val="000000"/>
                </a:solidFill>
              </a:rPr>
              <a:t>192.168.0.0 to 192.168.255.255</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Text Box 1">
            <a:extLst>
              <a:ext uri="{FF2B5EF4-FFF2-40B4-BE49-F238E27FC236}">
                <a16:creationId xmlns:a16="http://schemas.microsoft.com/office/drawing/2014/main" id="{4AC4BB14-C820-54BE-EE5B-304E9F825DC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64195" name="Text Box 2">
            <a:extLst>
              <a:ext uri="{FF2B5EF4-FFF2-40B4-BE49-F238E27FC236}">
                <a16:creationId xmlns:a16="http://schemas.microsoft.com/office/drawing/2014/main" id="{5532CF23-2112-C389-8349-6D1F602B9A7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702677A-7AB5-4945-9E60-0ACAAF9F9FF8}" type="slidenum">
              <a:rPr lang="en-US" altLang="en-US" sz="1400">
                <a:solidFill>
                  <a:srgbClr val="000000"/>
                </a:solidFill>
              </a:rPr>
              <a:pPr algn="r" eaLnBrk="1" hangingPunct="1">
                <a:buClrTx/>
                <a:buSzPct val="60000"/>
                <a:buFontTx/>
                <a:buNone/>
              </a:pPr>
              <a:t>168</a:t>
            </a:fld>
            <a:endParaRPr lang="en-US" altLang="en-US" sz="1400">
              <a:solidFill>
                <a:srgbClr val="000000"/>
              </a:solidFill>
            </a:endParaRPr>
          </a:p>
        </p:txBody>
      </p:sp>
      <p:sp>
        <p:nvSpPr>
          <p:cNvPr id="264196" name="Text Box 3">
            <a:extLst>
              <a:ext uri="{FF2B5EF4-FFF2-40B4-BE49-F238E27FC236}">
                <a16:creationId xmlns:a16="http://schemas.microsoft.com/office/drawing/2014/main" id="{7B2DAC2F-C450-7F27-1566-7BA13963AFA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Depicted</a:t>
            </a:r>
          </a:p>
        </p:txBody>
      </p:sp>
      <p:sp>
        <p:nvSpPr>
          <p:cNvPr id="264197" name="Text Box 4">
            <a:extLst>
              <a:ext uri="{FF2B5EF4-FFF2-40B4-BE49-F238E27FC236}">
                <a16:creationId xmlns:a16="http://schemas.microsoft.com/office/drawing/2014/main" id="{18BDD053-D662-B2E8-25F4-9B52E67C10A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64198" name="Group 5">
            <a:extLst>
              <a:ext uri="{FF2B5EF4-FFF2-40B4-BE49-F238E27FC236}">
                <a16:creationId xmlns:a16="http://schemas.microsoft.com/office/drawing/2014/main" id="{963FC525-605D-7BD3-C252-4BB47D6187D0}"/>
              </a:ext>
            </a:extLst>
          </p:cNvPr>
          <p:cNvGrpSpPr>
            <a:grpSpLocks/>
          </p:cNvGrpSpPr>
          <p:nvPr/>
        </p:nvGrpSpPr>
        <p:grpSpPr bwMode="auto">
          <a:xfrm>
            <a:off x="609600" y="1905000"/>
            <a:ext cx="8151813" cy="4357688"/>
            <a:chOff x="384" y="1200"/>
            <a:chExt cx="5135" cy="2745"/>
          </a:xfrm>
        </p:grpSpPr>
        <p:sp>
          <p:nvSpPr>
            <p:cNvPr id="264199" name="Rectangle 6">
              <a:extLst>
                <a:ext uri="{FF2B5EF4-FFF2-40B4-BE49-F238E27FC236}">
                  <a16:creationId xmlns:a16="http://schemas.microsoft.com/office/drawing/2014/main" id="{9EDBBBCE-36E7-ED0C-AEDF-73A7EA11141C}"/>
                </a:ext>
              </a:extLst>
            </p:cNvPr>
            <p:cNvSpPr>
              <a:spLocks noChangeArrowheads="1"/>
            </p:cNvSpPr>
            <p:nvPr/>
          </p:nvSpPr>
          <p:spPr bwMode="auto">
            <a:xfrm>
              <a:off x="384" y="1200"/>
              <a:ext cx="5135" cy="274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4200" name="Rectangle 7">
              <a:extLst>
                <a:ext uri="{FF2B5EF4-FFF2-40B4-BE49-F238E27FC236}">
                  <a16:creationId xmlns:a16="http://schemas.microsoft.com/office/drawing/2014/main" id="{EBC30BAB-FEC1-66A1-175F-BCF1B0D8EED4}"/>
                </a:ext>
              </a:extLst>
            </p:cNvPr>
            <p:cNvSpPr>
              <a:spLocks noChangeArrowheads="1"/>
            </p:cNvSpPr>
            <p:nvPr/>
          </p:nvSpPr>
          <p:spPr bwMode="auto">
            <a:xfrm>
              <a:off x="686" y="1372"/>
              <a:ext cx="2372" cy="2336"/>
            </a:xfrm>
            <a:prstGeom prst="rect">
              <a:avLst/>
            </a:prstGeom>
            <a:solidFill>
              <a:srgbClr val="FFFFFF"/>
            </a:solidFill>
            <a:ln w="9360" cap="rnd">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Internal network with internal IP addresses</a:t>
              </a:r>
            </a:p>
          </p:txBody>
        </p:sp>
        <p:grpSp>
          <p:nvGrpSpPr>
            <p:cNvPr id="264201" name="Group 8">
              <a:extLst>
                <a:ext uri="{FF2B5EF4-FFF2-40B4-BE49-F238E27FC236}">
                  <a16:creationId xmlns:a16="http://schemas.microsoft.com/office/drawing/2014/main" id="{3B72A78F-2342-2538-F1D2-4B8FBE6AF1DC}"/>
                </a:ext>
              </a:extLst>
            </p:cNvPr>
            <p:cNvGrpSpPr>
              <a:grpSpLocks/>
            </p:cNvGrpSpPr>
            <p:nvPr/>
          </p:nvGrpSpPr>
          <p:grpSpPr bwMode="auto">
            <a:xfrm>
              <a:off x="2683" y="2892"/>
              <a:ext cx="710" cy="371"/>
              <a:chOff x="2683" y="2892"/>
              <a:chExt cx="710" cy="371"/>
            </a:xfrm>
          </p:grpSpPr>
          <p:sp>
            <p:nvSpPr>
              <p:cNvPr id="264221" name="Rectangle 9">
                <a:extLst>
                  <a:ext uri="{FF2B5EF4-FFF2-40B4-BE49-F238E27FC236}">
                    <a16:creationId xmlns:a16="http://schemas.microsoft.com/office/drawing/2014/main" id="{8C1E07E9-F997-A9FC-5B9A-45DC6AF0F6CD}"/>
                  </a:ext>
                </a:extLst>
              </p:cNvPr>
              <p:cNvSpPr>
                <a:spLocks noChangeArrowheads="1"/>
              </p:cNvSpPr>
              <p:nvPr/>
            </p:nvSpPr>
            <p:spPr bwMode="auto">
              <a:xfrm>
                <a:off x="2683" y="2892"/>
                <a:ext cx="710" cy="371"/>
              </a:xfrm>
              <a:prstGeom prst="rect">
                <a:avLst/>
              </a:prstGeom>
              <a:solidFill>
                <a:srgbClr val="8080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64222" name="Freeform 10">
                <a:extLst>
                  <a:ext uri="{FF2B5EF4-FFF2-40B4-BE49-F238E27FC236}">
                    <a16:creationId xmlns:a16="http://schemas.microsoft.com/office/drawing/2014/main" id="{CBF624BD-3609-933A-691F-3D6E4104AC14}"/>
                  </a:ext>
                </a:extLst>
              </p:cNvPr>
              <p:cNvSpPr>
                <a:spLocks noChangeArrowheads="1"/>
              </p:cNvSpPr>
              <p:nvPr/>
            </p:nvSpPr>
            <p:spPr bwMode="auto">
              <a:xfrm>
                <a:off x="2794" y="2946"/>
                <a:ext cx="530" cy="25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160 w 21600"/>
                  <a:gd name="T13" fmla="*/ 8657 h 21600"/>
                  <a:gd name="T14" fmla="*/ 19440 w 21600"/>
                  <a:gd name="T15" fmla="*/ 12943 h 21600"/>
                </a:gdLst>
                <a:ahLst/>
                <a:cxnLst>
                  <a:cxn ang="T8">
                    <a:pos x="T0" y="T1"/>
                  </a:cxn>
                  <a:cxn ang="T9">
                    <a:pos x="T2" y="T3"/>
                  </a:cxn>
                  <a:cxn ang="T10">
                    <a:pos x="T4" y="T5"/>
                  </a:cxn>
                  <a:cxn ang="T11">
                    <a:pos x="T6" y="T7"/>
                  </a:cxn>
                </a:cxnLst>
                <a:rect l="T12" t="T13" r="T14" b="T15"/>
                <a:pathLst>
                  <a:path w="21600" h="21600">
                    <a:moveTo>
                      <a:pt x="10800" y="0"/>
                    </a:moveTo>
                    <a:lnTo>
                      <a:pt x="6480" y="4320"/>
                    </a:lnTo>
                    <a:lnTo>
                      <a:pt x="8640" y="4320"/>
                    </a:lnTo>
                    <a:lnTo>
                      <a:pt x="8640" y="8640"/>
                    </a:lnTo>
                    <a:lnTo>
                      <a:pt x="4320" y="8640"/>
                    </a:lnTo>
                    <a:lnTo>
                      <a:pt x="4320" y="6480"/>
                    </a:lnTo>
                    <a:lnTo>
                      <a:pt x="0" y="10800"/>
                    </a:lnTo>
                    <a:lnTo>
                      <a:pt x="4320" y="15120"/>
                    </a:lnTo>
                    <a:lnTo>
                      <a:pt x="4320" y="12960"/>
                    </a:lnTo>
                    <a:lnTo>
                      <a:pt x="8640" y="12960"/>
                    </a:lnTo>
                    <a:lnTo>
                      <a:pt x="8640" y="17280"/>
                    </a:lnTo>
                    <a:lnTo>
                      <a:pt x="6480" y="17280"/>
                    </a:lnTo>
                    <a:lnTo>
                      <a:pt x="10800" y="21600"/>
                    </a:lnTo>
                    <a:lnTo>
                      <a:pt x="15120" y="17280"/>
                    </a:lnTo>
                    <a:lnTo>
                      <a:pt x="12960" y="17280"/>
                    </a:lnTo>
                    <a:lnTo>
                      <a:pt x="12960" y="12960"/>
                    </a:lnTo>
                    <a:lnTo>
                      <a:pt x="17280" y="12960"/>
                    </a:lnTo>
                    <a:lnTo>
                      <a:pt x="17280" y="15120"/>
                    </a:lnTo>
                    <a:lnTo>
                      <a:pt x="21600" y="10800"/>
                    </a:lnTo>
                    <a:lnTo>
                      <a:pt x="17280" y="6480"/>
                    </a:lnTo>
                    <a:lnTo>
                      <a:pt x="17280" y="8640"/>
                    </a:lnTo>
                    <a:lnTo>
                      <a:pt x="12960" y="8640"/>
                    </a:lnTo>
                    <a:lnTo>
                      <a:pt x="12960" y="4320"/>
                    </a:lnTo>
                    <a:lnTo>
                      <a:pt x="15120" y="4320"/>
                    </a:lnTo>
                    <a:lnTo>
                      <a:pt x="10800" y="0"/>
                    </a:lnTo>
                    <a:close/>
                  </a:path>
                </a:pathLst>
              </a:cu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grpSp>
        <p:sp>
          <p:nvSpPr>
            <p:cNvPr id="264202" name="Freeform 11">
              <a:extLst>
                <a:ext uri="{FF2B5EF4-FFF2-40B4-BE49-F238E27FC236}">
                  <a16:creationId xmlns:a16="http://schemas.microsoft.com/office/drawing/2014/main" id="{563682B5-1D35-36F2-1286-A0229C1401BC}"/>
                </a:ext>
              </a:extLst>
            </p:cNvPr>
            <p:cNvSpPr>
              <a:spLocks noChangeArrowheads="1"/>
            </p:cNvSpPr>
            <p:nvPr/>
          </p:nvSpPr>
          <p:spPr bwMode="auto">
            <a:xfrm>
              <a:off x="818" y="1759"/>
              <a:ext cx="381" cy="26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2 w 21600"/>
                <a:gd name="T43" fmla="*/ 2566 h 21600"/>
                <a:gd name="T44" fmla="*/ 16724 w 21600"/>
                <a:gd name="T45" fmla="*/ 1109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4203" name="Freeform 12">
              <a:extLst>
                <a:ext uri="{FF2B5EF4-FFF2-40B4-BE49-F238E27FC236}">
                  <a16:creationId xmlns:a16="http://schemas.microsoft.com/office/drawing/2014/main" id="{A0476738-DC77-0E36-7C34-CAF3A3122A4D}"/>
                </a:ext>
              </a:extLst>
            </p:cNvPr>
            <p:cNvSpPr>
              <a:spLocks noChangeArrowheads="1"/>
            </p:cNvSpPr>
            <p:nvPr/>
          </p:nvSpPr>
          <p:spPr bwMode="auto">
            <a:xfrm>
              <a:off x="810" y="2083"/>
              <a:ext cx="381" cy="26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2 w 21600"/>
                <a:gd name="T43" fmla="*/ 2566 h 21600"/>
                <a:gd name="T44" fmla="*/ 16724 w 21600"/>
                <a:gd name="T45" fmla="*/ 1109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4204" name="Freeform 13">
              <a:extLst>
                <a:ext uri="{FF2B5EF4-FFF2-40B4-BE49-F238E27FC236}">
                  <a16:creationId xmlns:a16="http://schemas.microsoft.com/office/drawing/2014/main" id="{541FA18F-D66B-BB1D-E5EB-31EB92F61917}"/>
                </a:ext>
              </a:extLst>
            </p:cNvPr>
            <p:cNvSpPr>
              <a:spLocks noChangeArrowheads="1"/>
            </p:cNvSpPr>
            <p:nvPr/>
          </p:nvSpPr>
          <p:spPr bwMode="auto">
            <a:xfrm>
              <a:off x="810" y="2430"/>
              <a:ext cx="381" cy="26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2 w 21600"/>
                <a:gd name="T43" fmla="*/ 2566 h 21600"/>
                <a:gd name="T44" fmla="*/ 16724 w 21600"/>
                <a:gd name="T45" fmla="*/ 1109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64205" name="Line 14">
              <a:extLst>
                <a:ext uri="{FF2B5EF4-FFF2-40B4-BE49-F238E27FC236}">
                  <a16:creationId xmlns:a16="http://schemas.microsoft.com/office/drawing/2014/main" id="{99330A44-E6AD-A816-3230-618BFDBB3C87}"/>
                </a:ext>
              </a:extLst>
            </p:cNvPr>
            <p:cNvSpPr>
              <a:spLocks noChangeShapeType="1"/>
            </p:cNvSpPr>
            <p:nvPr/>
          </p:nvSpPr>
          <p:spPr bwMode="auto">
            <a:xfrm>
              <a:off x="1517" y="1719"/>
              <a:ext cx="0" cy="1726"/>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06" name="Line 15">
              <a:extLst>
                <a:ext uri="{FF2B5EF4-FFF2-40B4-BE49-F238E27FC236}">
                  <a16:creationId xmlns:a16="http://schemas.microsoft.com/office/drawing/2014/main" id="{9928070B-34D2-6808-A6A4-CC5AE11FAA1C}"/>
                </a:ext>
              </a:extLst>
            </p:cNvPr>
            <p:cNvSpPr>
              <a:spLocks noChangeShapeType="1"/>
            </p:cNvSpPr>
            <p:nvPr/>
          </p:nvSpPr>
          <p:spPr bwMode="auto">
            <a:xfrm>
              <a:off x="1174" y="1851"/>
              <a:ext cx="342"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07" name="Line 16">
              <a:extLst>
                <a:ext uri="{FF2B5EF4-FFF2-40B4-BE49-F238E27FC236}">
                  <a16:creationId xmlns:a16="http://schemas.microsoft.com/office/drawing/2014/main" id="{26DC20B9-2227-A25B-785F-4A926ECE7C1A}"/>
                </a:ext>
              </a:extLst>
            </p:cNvPr>
            <p:cNvSpPr>
              <a:spLocks noChangeShapeType="1"/>
            </p:cNvSpPr>
            <p:nvPr/>
          </p:nvSpPr>
          <p:spPr bwMode="auto">
            <a:xfrm>
              <a:off x="1157" y="2193"/>
              <a:ext cx="368"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08" name="Line 17">
              <a:extLst>
                <a:ext uri="{FF2B5EF4-FFF2-40B4-BE49-F238E27FC236}">
                  <a16:creationId xmlns:a16="http://schemas.microsoft.com/office/drawing/2014/main" id="{131C5C93-124F-3A54-6500-4964FD3B4A58}"/>
                </a:ext>
              </a:extLst>
            </p:cNvPr>
            <p:cNvSpPr>
              <a:spLocks noChangeShapeType="1"/>
            </p:cNvSpPr>
            <p:nvPr/>
          </p:nvSpPr>
          <p:spPr bwMode="auto">
            <a:xfrm>
              <a:off x="1508" y="3016"/>
              <a:ext cx="1164"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09" name="Text Box 18">
              <a:extLst>
                <a:ext uri="{FF2B5EF4-FFF2-40B4-BE49-F238E27FC236}">
                  <a16:creationId xmlns:a16="http://schemas.microsoft.com/office/drawing/2014/main" id="{81655BAE-B334-AE3B-0442-708B1055868E}"/>
                </a:ext>
              </a:extLst>
            </p:cNvPr>
            <p:cNvSpPr txBox="1">
              <a:spLocks noChangeArrowheads="1"/>
            </p:cNvSpPr>
            <p:nvPr/>
          </p:nvSpPr>
          <p:spPr bwMode="auto">
            <a:xfrm>
              <a:off x="1597" y="2692"/>
              <a:ext cx="718" cy="14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a:solidFill>
                    <a:srgbClr val="000000"/>
                  </a:solidFill>
                  <a:latin typeface="Symbol" panose="05050102010706020507" pitchFamily="18" charset="2"/>
                </a:rPr>
                <a:t></a:t>
              </a:r>
            </a:p>
          </p:txBody>
        </p:sp>
        <p:sp>
          <p:nvSpPr>
            <p:cNvPr id="264210" name="Text Box 19">
              <a:extLst>
                <a:ext uri="{FF2B5EF4-FFF2-40B4-BE49-F238E27FC236}">
                  <a16:creationId xmlns:a16="http://schemas.microsoft.com/office/drawing/2014/main" id="{9A6D5B6F-B140-AA7A-2A79-1D6C5421CCEE}"/>
                </a:ext>
              </a:extLst>
            </p:cNvPr>
            <p:cNvSpPr txBox="1">
              <a:spLocks noChangeArrowheads="1"/>
            </p:cNvSpPr>
            <p:nvPr/>
          </p:nvSpPr>
          <p:spPr bwMode="auto">
            <a:xfrm>
              <a:off x="1542" y="1795"/>
              <a:ext cx="787" cy="19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192.168.10.1</a:t>
              </a:r>
            </a:p>
          </p:txBody>
        </p:sp>
        <p:sp>
          <p:nvSpPr>
            <p:cNvPr id="264211" name="Text Box 20">
              <a:extLst>
                <a:ext uri="{FF2B5EF4-FFF2-40B4-BE49-F238E27FC236}">
                  <a16:creationId xmlns:a16="http://schemas.microsoft.com/office/drawing/2014/main" id="{6FF167A0-F6A1-8E45-BE9C-2B536CAC1A13}"/>
                </a:ext>
              </a:extLst>
            </p:cNvPr>
            <p:cNvSpPr txBox="1">
              <a:spLocks noChangeArrowheads="1"/>
            </p:cNvSpPr>
            <p:nvPr/>
          </p:nvSpPr>
          <p:spPr bwMode="auto">
            <a:xfrm>
              <a:off x="1542" y="2452"/>
              <a:ext cx="787" cy="19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192.168.10.3</a:t>
              </a:r>
            </a:p>
          </p:txBody>
        </p:sp>
        <p:sp>
          <p:nvSpPr>
            <p:cNvPr id="264212" name="Text Box 21">
              <a:extLst>
                <a:ext uri="{FF2B5EF4-FFF2-40B4-BE49-F238E27FC236}">
                  <a16:creationId xmlns:a16="http://schemas.microsoft.com/office/drawing/2014/main" id="{4834B9CA-AF8F-7B16-1112-D19C4F864518}"/>
                </a:ext>
              </a:extLst>
            </p:cNvPr>
            <p:cNvSpPr txBox="1">
              <a:spLocks noChangeArrowheads="1"/>
            </p:cNvSpPr>
            <p:nvPr/>
          </p:nvSpPr>
          <p:spPr bwMode="auto">
            <a:xfrm>
              <a:off x="1542" y="2137"/>
              <a:ext cx="787" cy="17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192.168.10.2</a:t>
              </a:r>
            </a:p>
            <a:p>
              <a:pPr>
                <a:buClrTx/>
                <a:buSzPct val="60000"/>
                <a:buFontTx/>
                <a:buNone/>
              </a:pPr>
              <a:endParaRPr lang="en-US" altLang="en-US" sz="1200" b="1">
                <a:solidFill>
                  <a:srgbClr val="000000"/>
                </a:solidFill>
              </a:endParaRPr>
            </a:p>
          </p:txBody>
        </p:sp>
        <p:sp>
          <p:nvSpPr>
            <p:cNvPr id="264213" name="Line 22">
              <a:extLst>
                <a:ext uri="{FF2B5EF4-FFF2-40B4-BE49-F238E27FC236}">
                  <a16:creationId xmlns:a16="http://schemas.microsoft.com/office/drawing/2014/main" id="{C20FAD56-CB22-F1F7-7870-212B372EC30A}"/>
                </a:ext>
              </a:extLst>
            </p:cNvPr>
            <p:cNvSpPr>
              <a:spLocks noChangeShapeType="1"/>
            </p:cNvSpPr>
            <p:nvPr/>
          </p:nvSpPr>
          <p:spPr bwMode="auto">
            <a:xfrm>
              <a:off x="1159" y="2536"/>
              <a:ext cx="342"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14" name="Text Box 23">
              <a:extLst>
                <a:ext uri="{FF2B5EF4-FFF2-40B4-BE49-F238E27FC236}">
                  <a16:creationId xmlns:a16="http://schemas.microsoft.com/office/drawing/2014/main" id="{942E783B-6933-9184-D17F-E65ADC5509CE}"/>
                </a:ext>
              </a:extLst>
            </p:cNvPr>
            <p:cNvSpPr txBox="1">
              <a:spLocks noChangeArrowheads="1"/>
            </p:cNvSpPr>
            <p:nvPr/>
          </p:nvSpPr>
          <p:spPr bwMode="auto">
            <a:xfrm>
              <a:off x="1805" y="3077"/>
              <a:ext cx="833" cy="197"/>
            </a:xfrm>
            <a:prstGeom prst="rect">
              <a:avLst/>
            </a:prstGeom>
            <a:solidFill>
              <a:srgbClr val="333333">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192.168.10.10</a:t>
              </a:r>
            </a:p>
          </p:txBody>
        </p:sp>
        <p:sp>
          <p:nvSpPr>
            <p:cNvPr id="264215" name="Line 24">
              <a:extLst>
                <a:ext uri="{FF2B5EF4-FFF2-40B4-BE49-F238E27FC236}">
                  <a16:creationId xmlns:a16="http://schemas.microsoft.com/office/drawing/2014/main" id="{D7A88D69-8DF7-A4E9-9388-BA7449EE7C46}"/>
                </a:ext>
              </a:extLst>
            </p:cNvPr>
            <p:cNvSpPr>
              <a:spLocks noChangeShapeType="1"/>
            </p:cNvSpPr>
            <p:nvPr/>
          </p:nvSpPr>
          <p:spPr bwMode="auto">
            <a:xfrm>
              <a:off x="3376" y="3026"/>
              <a:ext cx="840"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64216" name="Oval 25">
              <a:extLst>
                <a:ext uri="{FF2B5EF4-FFF2-40B4-BE49-F238E27FC236}">
                  <a16:creationId xmlns:a16="http://schemas.microsoft.com/office/drawing/2014/main" id="{655E46F4-7697-D7AF-616D-493CAC6BCDC8}"/>
                </a:ext>
              </a:extLst>
            </p:cNvPr>
            <p:cNvSpPr>
              <a:spLocks noChangeArrowheads="1"/>
            </p:cNvSpPr>
            <p:nvPr/>
          </p:nvSpPr>
          <p:spPr bwMode="auto">
            <a:xfrm>
              <a:off x="4201" y="2801"/>
              <a:ext cx="1146" cy="408"/>
            </a:xfrm>
            <a:prstGeom prst="ellipse">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Internet</a:t>
              </a:r>
            </a:p>
          </p:txBody>
        </p:sp>
        <p:sp>
          <p:nvSpPr>
            <p:cNvPr id="264217" name="Text Box 26">
              <a:extLst>
                <a:ext uri="{FF2B5EF4-FFF2-40B4-BE49-F238E27FC236}">
                  <a16:creationId xmlns:a16="http://schemas.microsoft.com/office/drawing/2014/main" id="{88125109-2F3A-D05B-F5DB-D6CE7876E9B6}"/>
                </a:ext>
              </a:extLst>
            </p:cNvPr>
            <p:cNvSpPr txBox="1">
              <a:spLocks noChangeArrowheads="1"/>
            </p:cNvSpPr>
            <p:nvPr/>
          </p:nvSpPr>
          <p:spPr bwMode="auto">
            <a:xfrm>
              <a:off x="3432" y="3086"/>
              <a:ext cx="787" cy="197"/>
            </a:xfrm>
            <a:prstGeom prst="rect">
              <a:avLst/>
            </a:prstGeom>
            <a:solidFill>
              <a:srgbClr val="333333">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201.26.7.9</a:t>
              </a:r>
            </a:p>
          </p:txBody>
        </p:sp>
        <p:sp>
          <p:nvSpPr>
            <p:cNvPr id="264218" name="AutoShape 27">
              <a:extLst>
                <a:ext uri="{FF2B5EF4-FFF2-40B4-BE49-F238E27FC236}">
                  <a16:creationId xmlns:a16="http://schemas.microsoft.com/office/drawing/2014/main" id="{B4F7067A-1AEA-02DA-1771-098F391BD117}"/>
                </a:ext>
              </a:extLst>
            </p:cNvPr>
            <p:cNvSpPr>
              <a:spLocks noChangeArrowheads="1"/>
            </p:cNvSpPr>
            <p:nvPr/>
          </p:nvSpPr>
          <p:spPr bwMode="auto">
            <a:xfrm>
              <a:off x="1751" y="3392"/>
              <a:ext cx="1052" cy="234"/>
            </a:xfrm>
            <a:prstGeom prst="wedgeRectCallout">
              <a:avLst>
                <a:gd name="adj1" fmla="val -8741"/>
                <a:gd name="adj2" fmla="val -10247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Router’s internal IP address</a:t>
              </a:r>
            </a:p>
          </p:txBody>
        </p:sp>
        <p:sp>
          <p:nvSpPr>
            <p:cNvPr id="264219" name="AutoShape 28">
              <a:extLst>
                <a:ext uri="{FF2B5EF4-FFF2-40B4-BE49-F238E27FC236}">
                  <a16:creationId xmlns:a16="http://schemas.microsoft.com/office/drawing/2014/main" id="{5B993DBE-8902-77A0-5A25-7D37262F3C41}"/>
                </a:ext>
              </a:extLst>
            </p:cNvPr>
            <p:cNvSpPr>
              <a:spLocks noChangeArrowheads="1"/>
            </p:cNvSpPr>
            <p:nvPr/>
          </p:nvSpPr>
          <p:spPr bwMode="auto">
            <a:xfrm>
              <a:off x="3333" y="3392"/>
              <a:ext cx="1051" cy="234"/>
            </a:xfrm>
            <a:prstGeom prst="wedgeRectCallout">
              <a:avLst>
                <a:gd name="adj1" fmla="val -8741"/>
                <a:gd name="adj2" fmla="val -10247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Router’s external IP address</a:t>
              </a:r>
            </a:p>
          </p:txBody>
        </p:sp>
        <p:sp>
          <p:nvSpPr>
            <p:cNvPr id="264220" name="Text Box 29">
              <a:extLst>
                <a:ext uri="{FF2B5EF4-FFF2-40B4-BE49-F238E27FC236}">
                  <a16:creationId xmlns:a16="http://schemas.microsoft.com/office/drawing/2014/main" id="{40A9D16F-9BDF-1AD3-4DFE-850243872EFB}"/>
                </a:ext>
              </a:extLst>
            </p:cNvPr>
            <p:cNvSpPr txBox="1">
              <a:spLocks noChangeArrowheads="1"/>
            </p:cNvSpPr>
            <p:nvPr/>
          </p:nvSpPr>
          <p:spPr bwMode="auto">
            <a:xfrm>
              <a:off x="2651" y="2680"/>
              <a:ext cx="879" cy="2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NAT router</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Text Box 1">
            <a:extLst>
              <a:ext uri="{FF2B5EF4-FFF2-40B4-BE49-F238E27FC236}">
                <a16:creationId xmlns:a16="http://schemas.microsoft.com/office/drawing/2014/main" id="{A926912B-3C08-7EE1-652F-5F37F2822D0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66243" name="Text Box 2">
            <a:extLst>
              <a:ext uri="{FF2B5EF4-FFF2-40B4-BE49-F238E27FC236}">
                <a16:creationId xmlns:a16="http://schemas.microsoft.com/office/drawing/2014/main" id="{E4DC90CA-E085-207C-593F-96367C1CE29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0C63E62-02E1-46E8-9E98-06D24D62AE25}" type="slidenum">
              <a:rPr lang="en-US" altLang="en-US" sz="1400">
                <a:solidFill>
                  <a:srgbClr val="000000"/>
                </a:solidFill>
              </a:rPr>
              <a:pPr algn="r" eaLnBrk="1" hangingPunct="1">
                <a:buClrTx/>
                <a:buSzPct val="60000"/>
                <a:buFontTx/>
                <a:buNone/>
              </a:pPr>
              <a:t>169</a:t>
            </a:fld>
            <a:endParaRPr lang="en-US" altLang="en-US" sz="1400">
              <a:solidFill>
                <a:srgbClr val="000000"/>
              </a:solidFill>
            </a:endParaRPr>
          </a:p>
        </p:txBody>
      </p:sp>
      <p:sp>
        <p:nvSpPr>
          <p:cNvPr id="266244" name="Text Box 3">
            <a:extLst>
              <a:ext uri="{FF2B5EF4-FFF2-40B4-BE49-F238E27FC236}">
                <a16:creationId xmlns:a16="http://schemas.microsoft.com/office/drawing/2014/main" id="{FCAE930F-ACBF-D997-4218-EF670946BA0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NAT – 1</a:t>
            </a:r>
          </a:p>
        </p:txBody>
      </p:sp>
      <p:sp>
        <p:nvSpPr>
          <p:cNvPr id="266245" name="Text Box 4">
            <a:extLst>
              <a:ext uri="{FF2B5EF4-FFF2-40B4-BE49-F238E27FC236}">
                <a16:creationId xmlns:a16="http://schemas.microsoft.com/office/drawing/2014/main" id="{5F2F1CFE-7A61-DCAF-1513-D407A97915D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For all </a:t>
            </a:r>
            <a:r>
              <a:rPr lang="en-US" altLang="en-US" sz="2800" i="1">
                <a:solidFill>
                  <a:srgbClr val="000000"/>
                </a:solidFill>
              </a:rPr>
              <a:t>incoming</a:t>
            </a:r>
            <a:r>
              <a:rPr lang="en-US" altLang="en-US" sz="2800">
                <a:solidFill>
                  <a:srgbClr val="000000"/>
                </a:solidFill>
              </a:rPr>
              <a:t> packets, regardless of which is actually the final destination in the internal network, the </a:t>
            </a:r>
            <a:r>
              <a:rPr lang="en-US" altLang="en-US" sz="2800" i="1">
                <a:solidFill>
                  <a:srgbClr val="000000"/>
                </a:solidFill>
              </a:rPr>
              <a:t>destination address</a:t>
            </a:r>
            <a:r>
              <a:rPr lang="en-US" altLang="en-US" sz="2800">
                <a:solidFill>
                  <a:srgbClr val="000000"/>
                </a:solidFill>
              </a:rPr>
              <a:t> field would always contain the NAT router’s external address when the packet enters the network. </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For all </a:t>
            </a:r>
            <a:r>
              <a:rPr lang="en-US" altLang="en-US" sz="2800" i="1">
                <a:solidFill>
                  <a:srgbClr val="000000"/>
                </a:solidFill>
              </a:rPr>
              <a:t>outgoing </a:t>
            </a:r>
            <a:r>
              <a:rPr lang="en-US" altLang="en-US" sz="2800">
                <a:solidFill>
                  <a:srgbClr val="000000"/>
                </a:solidFill>
              </a:rPr>
              <a:t>packets, regardless of which is actually the original sender in the internal network, the </a:t>
            </a:r>
            <a:r>
              <a:rPr lang="en-US" altLang="en-US" sz="2800" i="1">
                <a:solidFill>
                  <a:srgbClr val="000000"/>
                </a:solidFill>
              </a:rPr>
              <a:t>source address</a:t>
            </a:r>
            <a:r>
              <a:rPr lang="en-US" altLang="en-US" sz="2800">
                <a:solidFill>
                  <a:srgbClr val="000000"/>
                </a:solidFill>
              </a:rPr>
              <a:t> field would always contain the NAT router’s external address when the packet leaves the network.</a:t>
            </a:r>
          </a:p>
          <a:p>
            <a:pPr eaLnBrk="1" hangingPunct="1">
              <a:lnSpc>
                <a:spcPct val="90000"/>
              </a:lnSpc>
              <a:spcBef>
                <a:spcPts val="700"/>
              </a:spcBef>
              <a:buClr>
                <a:srgbClr val="3333CC"/>
              </a:buClr>
              <a:buSzPct val="60000"/>
              <a:buFont typeface="Wingdings" panose="05000000000000000000" pitchFamily="2" charset="2"/>
              <a:buNone/>
            </a:pPr>
            <a:endParaRPr lang="en-US" altLang="en-US" sz="28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Text Box 1">
            <a:extLst>
              <a:ext uri="{FF2B5EF4-FFF2-40B4-BE49-F238E27FC236}">
                <a16:creationId xmlns:a16="http://schemas.microsoft.com/office/drawing/2014/main" id="{72B512D6-3D58-53E4-4D09-350EF0F9864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68291" name="Text Box 2">
            <a:extLst>
              <a:ext uri="{FF2B5EF4-FFF2-40B4-BE49-F238E27FC236}">
                <a16:creationId xmlns:a16="http://schemas.microsoft.com/office/drawing/2014/main" id="{5DE3923E-F13C-AC3A-E4C9-070991D48A1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A8E0F36-1D5F-4E34-AB31-285F14CAC188}" type="slidenum">
              <a:rPr lang="en-US" altLang="en-US" sz="1400">
                <a:solidFill>
                  <a:srgbClr val="000000"/>
                </a:solidFill>
              </a:rPr>
              <a:pPr algn="r" eaLnBrk="1" hangingPunct="1">
                <a:buClrTx/>
                <a:buSzPct val="60000"/>
                <a:buFontTx/>
                <a:buNone/>
              </a:pPr>
              <a:t>170</a:t>
            </a:fld>
            <a:endParaRPr lang="en-US" altLang="en-US" sz="1400">
              <a:solidFill>
                <a:srgbClr val="000000"/>
              </a:solidFill>
            </a:endParaRPr>
          </a:p>
        </p:txBody>
      </p:sp>
      <p:sp>
        <p:nvSpPr>
          <p:cNvPr id="268292" name="Text Box 3">
            <a:extLst>
              <a:ext uri="{FF2B5EF4-FFF2-40B4-BE49-F238E27FC236}">
                <a16:creationId xmlns:a16="http://schemas.microsoft.com/office/drawing/2014/main" id="{04802698-6F4D-53E0-AE91-2A968F845F4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NAT – 2</a:t>
            </a:r>
          </a:p>
        </p:txBody>
      </p:sp>
      <p:sp>
        <p:nvSpPr>
          <p:cNvPr id="268293" name="Text Box 4">
            <a:extLst>
              <a:ext uri="{FF2B5EF4-FFF2-40B4-BE49-F238E27FC236}">
                <a16:creationId xmlns:a16="http://schemas.microsoft.com/office/drawing/2014/main" id="{FC2B382A-B1CE-F545-3429-723A953BF54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For all </a:t>
            </a:r>
            <a:r>
              <a:rPr lang="en-US" altLang="en-US" sz="2800" i="1">
                <a:solidFill>
                  <a:srgbClr val="000000"/>
                </a:solidFill>
              </a:rPr>
              <a:t>incoming</a:t>
            </a:r>
            <a:r>
              <a:rPr lang="en-US" altLang="en-US" sz="2800">
                <a:solidFill>
                  <a:srgbClr val="000000"/>
                </a:solidFill>
              </a:rPr>
              <a:t> packets, the NAT router replaces the </a:t>
            </a:r>
            <a:r>
              <a:rPr lang="en-US" altLang="en-US" sz="2800" i="1">
                <a:solidFill>
                  <a:srgbClr val="000000"/>
                </a:solidFill>
              </a:rPr>
              <a:t>destination address</a:t>
            </a:r>
            <a:r>
              <a:rPr lang="en-US" altLang="en-US" sz="2800">
                <a:solidFill>
                  <a:srgbClr val="000000"/>
                </a:solidFill>
              </a:rPr>
              <a:t> of the packet (which is set to the NAT router’s external address) with the internal address of the final receiving host.</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For all </a:t>
            </a:r>
            <a:r>
              <a:rPr lang="en-US" altLang="en-US" sz="2800" i="1">
                <a:solidFill>
                  <a:srgbClr val="000000"/>
                </a:solidFill>
              </a:rPr>
              <a:t>outgoing</a:t>
            </a:r>
            <a:r>
              <a:rPr lang="en-US" altLang="en-US" sz="2800">
                <a:solidFill>
                  <a:srgbClr val="000000"/>
                </a:solidFill>
              </a:rPr>
              <a:t> packets, the NAT router replaces the </a:t>
            </a:r>
            <a:r>
              <a:rPr lang="en-US" altLang="en-US" sz="2800" i="1">
                <a:solidFill>
                  <a:srgbClr val="000000"/>
                </a:solidFill>
              </a:rPr>
              <a:t>source address</a:t>
            </a:r>
            <a:r>
              <a:rPr lang="en-US" altLang="en-US" sz="2800">
                <a:solidFill>
                  <a:srgbClr val="000000"/>
                </a:solidFill>
              </a:rPr>
              <a:t> of the packet (which is set to the internal address of the original sender host) with the external address of the NAT router.</a:t>
            </a:r>
          </a:p>
          <a:p>
            <a:pPr eaLnBrk="1" hangingPunct="1">
              <a:lnSpc>
                <a:spcPct val="90000"/>
              </a:lnSpc>
              <a:spcBef>
                <a:spcPts val="700"/>
              </a:spcBef>
              <a:buClr>
                <a:srgbClr val="3333CC"/>
              </a:buClr>
              <a:buSzPct val="60000"/>
              <a:buFont typeface="Wingdings" panose="05000000000000000000" pitchFamily="2" charset="2"/>
              <a:buNone/>
            </a:pPr>
            <a:endParaRPr lang="en-US" altLang="en-US" sz="28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Text Box 1">
            <a:extLst>
              <a:ext uri="{FF2B5EF4-FFF2-40B4-BE49-F238E27FC236}">
                <a16:creationId xmlns:a16="http://schemas.microsoft.com/office/drawing/2014/main" id="{1ED3F2BF-DA34-16B6-BD0A-F65E8EA0FAF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70339" name="Text Box 2">
            <a:extLst>
              <a:ext uri="{FF2B5EF4-FFF2-40B4-BE49-F238E27FC236}">
                <a16:creationId xmlns:a16="http://schemas.microsoft.com/office/drawing/2014/main" id="{4D86A33B-B7CD-0795-9CB4-20E3E58F6E6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7569E85-4646-497D-8785-115016CC5F67}" type="slidenum">
              <a:rPr lang="en-US" altLang="en-US" sz="1400">
                <a:solidFill>
                  <a:srgbClr val="000000"/>
                </a:solidFill>
              </a:rPr>
              <a:pPr algn="r" eaLnBrk="1" hangingPunct="1">
                <a:buClrTx/>
                <a:buSzPct val="60000"/>
                <a:buFontTx/>
                <a:buNone/>
              </a:pPr>
              <a:t>171</a:t>
            </a:fld>
            <a:endParaRPr lang="en-US" altLang="en-US" sz="1400">
              <a:solidFill>
                <a:srgbClr val="000000"/>
              </a:solidFill>
            </a:endParaRPr>
          </a:p>
        </p:txBody>
      </p:sp>
      <p:sp>
        <p:nvSpPr>
          <p:cNvPr id="270340" name="Text Box 3">
            <a:extLst>
              <a:ext uri="{FF2B5EF4-FFF2-40B4-BE49-F238E27FC236}">
                <a16:creationId xmlns:a16="http://schemas.microsoft.com/office/drawing/2014/main" id="{6948C5AF-C619-144C-3D49-BD8CE82D0FC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Depicted – 2</a:t>
            </a:r>
          </a:p>
        </p:txBody>
      </p:sp>
      <p:sp>
        <p:nvSpPr>
          <p:cNvPr id="270341" name="Text Box 4">
            <a:extLst>
              <a:ext uri="{FF2B5EF4-FFF2-40B4-BE49-F238E27FC236}">
                <a16:creationId xmlns:a16="http://schemas.microsoft.com/office/drawing/2014/main" id="{3DE43831-3AD5-605D-E3CC-38FB8FDA053C}"/>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270342" name="Group 5">
            <a:extLst>
              <a:ext uri="{FF2B5EF4-FFF2-40B4-BE49-F238E27FC236}">
                <a16:creationId xmlns:a16="http://schemas.microsoft.com/office/drawing/2014/main" id="{70871C1E-F111-F555-E7B7-7A56AA3C6FD3}"/>
              </a:ext>
            </a:extLst>
          </p:cNvPr>
          <p:cNvGrpSpPr>
            <a:grpSpLocks/>
          </p:cNvGrpSpPr>
          <p:nvPr/>
        </p:nvGrpSpPr>
        <p:grpSpPr bwMode="auto">
          <a:xfrm>
            <a:off x="533400" y="1989138"/>
            <a:ext cx="8304213" cy="4867275"/>
            <a:chOff x="336" y="1253"/>
            <a:chExt cx="5231" cy="3066"/>
          </a:xfrm>
        </p:grpSpPr>
        <p:sp>
          <p:nvSpPr>
            <p:cNvPr id="270343" name="Rectangle 6">
              <a:extLst>
                <a:ext uri="{FF2B5EF4-FFF2-40B4-BE49-F238E27FC236}">
                  <a16:creationId xmlns:a16="http://schemas.microsoft.com/office/drawing/2014/main" id="{25195882-E303-2C12-218A-88FE9AF2C164}"/>
                </a:ext>
              </a:extLst>
            </p:cNvPr>
            <p:cNvSpPr>
              <a:spLocks noChangeArrowheads="1"/>
            </p:cNvSpPr>
            <p:nvPr/>
          </p:nvSpPr>
          <p:spPr bwMode="auto">
            <a:xfrm>
              <a:off x="336" y="1253"/>
              <a:ext cx="5231" cy="3066"/>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44" name="Rectangle 7">
              <a:extLst>
                <a:ext uri="{FF2B5EF4-FFF2-40B4-BE49-F238E27FC236}">
                  <a16:creationId xmlns:a16="http://schemas.microsoft.com/office/drawing/2014/main" id="{FBE425AB-ACDF-44D0-BABB-C5C56F8A28F3}"/>
                </a:ext>
              </a:extLst>
            </p:cNvPr>
            <p:cNvSpPr>
              <a:spLocks noChangeArrowheads="1"/>
            </p:cNvSpPr>
            <p:nvPr/>
          </p:nvSpPr>
          <p:spPr bwMode="auto">
            <a:xfrm>
              <a:off x="644" y="1425"/>
              <a:ext cx="2416" cy="2684"/>
            </a:xfrm>
            <a:prstGeom prst="rect">
              <a:avLst/>
            </a:prstGeom>
            <a:solidFill>
              <a:srgbClr val="FFFFFF"/>
            </a:solidFill>
            <a:ln w="9360" cap="rnd">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Internal network with internal IP addresses</a:t>
              </a:r>
            </a:p>
          </p:txBody>
        </p:sp>
        <p:grpSp>
          <p:nvGrpSpPr>
            <p:cNvPr id="270345" name="Group 8">
              <a:extLst>
                <a:ext uri="{FF2B5EF4-FFF2-40B4-BE49-F238E27FC236}">
                  <a16:creationId xmlns:a16="http://schemas.microsoft.com/office/drawing/2014/main" id="{07568F36-A6EA-AEC0-F2A0-6A7B64682BDE}"/>
                </a:ext>
              </a:extLst>
            </p:cNvPr>
            <p:cNvGrpSpPr>
              <a:grpSpLocks/>
            </p:cNvGrpSpPr>
            <p:nvPr/>
          </p:nvGrpSpPr>
          <p:grpSpPr bwMode="auto">
            <a:xfrm>
              <a:off x="2668" y="2778"/>
              <a:ext cx="723" cy="370"/>
              <a:chOff x="2668" y="2778"/>
              <a:chExt cx="723" cy="370"/>
            </a:xfrm>
          </p:grpSpPr>
          <p:sp>
            <p:nvSpPr>
              <p:cNvPr id="270380" name="Rectangle 9">
                <a:extLst>
                  <a:ext uri="{FF2B5EF4-FFF2-40B4-BE49-F238E27FC236}">
                    <a16:creationId xmlns:a16="http://schemas.microsoft.com/office/drawing/2014/main" id="{18CE42F5-89B8-6D3D-8960-B6895A9B64BC}"/>
                  </a:ext>
                </a:extLst>
              </p:cNvPr>
              <p:cNvSpPr>
                <a:spLocks noChangeArrowheads="1"/>
              </p:cNvSpPr>
              <p:nvPr/>
            </p:nvSpPr>
            <p:spPr bwMode="auto">
              <a:xfrm>
                <a:off x="2668" y="2778"/>
                <a:ext cx="723" cy="370"/>
              </a:xfrm>
              <a:prstGeom prst="rect">
                <a:avLst/>
              </a:prstGeom>
              <a:solidFill>
                <a:srgbClr val="80808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81" name="Freeform 10">
                <a:extLst>
                  <a:ext uri="{FF2B5EF4-FFF2-40B4-BE49-F238E27FC236}">
                    <a16:creationId xmlns:a16="http://schemas.microsoft.com/office/drawing/2014/main" id="{DA2A37BD-95C2-D35E-195B-7902235E871E}"/>
                  </a:ext>
                </a:extLst>
              </p:cNvPr>
              <p:cNvSpPr>
                <a:spLocks noChangeArrowheads="1"/>
              </p:cNvSpPr>
              <p:nvPr/>
            </p:nvSpPr>
            <p:spPr bwMode="auto">
              <a:xfrm>
                <a:off x="2781" y="2832"/>
                <a:ext cx="540" cy="256"/>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160 w 21600"/>
                  <a:gd name="T13" fmla="*/ 8606 h 21600"/>
                  <a:gd name="T14" fmla="*/ 19440 w 21600"/>
                  <a:gd name="T15" fmla="*/ 12994 h 21600"/>
                </a:gdLst>
                <a:ahLst/>
                <a:cxnLst>
                  <a:cxn ang="T8">
                    <a:pos x="T0" y="T1"/>
                  </a:cxn>
                  <a:cxn ang="T9">
                    <a:pos x="T2" y="T3"/>
                  </a:cxn>
                  <a:cxn ang="T10">
                    <a:pos x="T4" y="T5"/>
                  </a:cxn>
                  <a:cxn ang="T11">
                    <a:pos x="T6" y="T7"/>
                  </a:cxn>
                </a:cxnLst>
                <a:rect l="T12" t="T13" r="T14" b="T15"/>
                <a:pathLst>
                  <a:path w="21600" h="21600">
                    <a:moveTo>
                      <a:pt x="10800" y="0"/>
                    </a:moveTo>
                    <a:lnTo>
                      <a:pt x="6480" y="4320"/>
                    </a:lnTo>
                    <a:lnTo>
                      <a:pt x="8640" y="4320"/>
                    </a:lnTo>
                    <a:lnTo>
                      <a:pt x="8640" y="8640"/>
                    </a:lnTo>
                    <a:lnTo>
                      <a:pt x="4320" y="8640"/>
                    </a:lnTo>
                    <a:lnTo>
                      <a:pt x="4320" y="6480"/>
                    </a:lnTo>
                    <a:lnTo>
                      <a:pt x="0" y="10800"/>
                    </a:lnTo>
                    <a:lnTo>
                      <a:pt x="4320" y="15120"/>
                    </a:lnTo>
                    <a:lnTo>
                      <a:pt x="4320" y="12960"/>
                    </a:lnTo>
                    <a:lnTo>
                      <a:pt x="8640" y="12960"/>
                    </a:lnTo>
                    <a:lnTo>
                      <a:pt x="8640" y="17280"/>
                    </a:lnTo>
                    <a:lnTo>
                      <a:pt x="6480" y="17280"/>
                    </a:lnTo>
                    <a:lnTo>
                      <a:pt x="10800" y="21600"/>
                    </a:lnTo>
                    <a:lnTo>
                      <a:pt x="15120" y="17280"/>
                    </a:lnTo>
                    <a:lnTo>
                      <a:pt x="12960" y="17280"/>
                    </a:lnTo>
                    <a:lnTo>
                      <a:pt x="12960" y="12960"/>
                    </a:lnTo>
                    <a:lnTo>
                      <a:pt x="17280" y="12960"/>
                    </a:lnTo>
                    <a:lnTo>
                      <a:pt x="17280" y="15120"/>
                    </a:lnTo>
                    <a:lnTo>
                      <a:pt x="21600" y="10800"/>
                    </a:lnTo>
                    <a:lnTo>
                      <a:pt x="17280" y="6480"/>
                    </a:lnTo>
                    <a:lnTo>
                      <a:pt x="17280" y="8640"/>
                    </a:lnTo>
                    <a:lnTo>
                      <a:pt x="12960" y="8640"/>
                    </a:lnTo>
                    <a:lnTo>
                      <a:pt x="12960" y="4320"/>
                    </a:lnTo>
                    <a:lnTo>
                      <a:pt x="15120" y="4320"/>
                    </a:lnTo>
                    <a:lnTo>
                      <a:pt x="10800" y="0"/>
                    </a:lnTo>
                    <a:close/>
                  </a:path>
                </a:pathLst>
              </a:cu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grpSp>
        <p:sp>
          <p:nvSpPr>
            <p:cNvPr id="270346" name="Freeform 11">
              <a:extLst>
                <a:ext uri="{FF2B5EF4-FFF2-40B4-BE49-F238E27FC236}">
                  <a16:creationId xmlns:a16="http://schemas.microsoft.com/office/drawing/2014/main" id="{28DC9CC8-B245-2F84-AF42-72325699C049}"/>
                </a:ext>
              </a:extLst>
            </p:cNvPr>
            <p:cNvSpPr>
              <a:spLocks noChangeArrowheads="1"/>
            </p:cNvSpPr>
            <p:nvPr/>
          </p:nvSpPr>
          <p:spPr bwMode="auto">
            <a:xfrm>
              <a:off x="778" y="1812"/>
              <a:ext cx="389" cy="26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2 w 21600"/>
                <a:gd name="T43" fmla="*/ 2566 h 21600"/>
                <a:gd name="T44" fmla="*/ 16769 w 21600"/>
                <a:gd name="T45" fmla="*/ 1109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70347" name="Line 12">
              <a:extLst>
                <a:ext uri="{FF2B5EF4-FFF2-40B4-BE49-F238E27FC236}">
                  <a16:creationId xmlns:a16="http://schemas.microsoft.com/office/drawing/2014/main" id="{78AAD42E-D0D1-5EA1-FE2C-35B62C0C7257}"/>
                </a:ext>
              </a:extLst>
            </p:cNvPr>
            <p:cNvSpPr>
              <a:spLocks noChangeShapeType="1"/>
            </p:cNvSpPr>
            <p:nvPr/>
          </p:nvSpPr>
          <p:spPr bwMode="auto">
            <a:xfrm>
              <a:off x="1491" y="1772"/>
              <a:ext cx="18" cy="2268"/>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70348" name="Line 13">
              <a:extLst>
                <a:ext uri="{FF2B5EF4-FFF2-40B4-BE49-F238E27FC236}">
                  <a16:creationId xmlns:a16="http://schemas.microsoft.com/office/drawing/2014/main" id="{3F8F2002-B796-BF90-F9FF-2F592E6387FC}"/>
                </a:ext>
              </a:extLst>
            </p:cNvPr>
            <p:cNvSpPr>
              <a:spLocks noChangeShapeType="1"/>
            </p:cNvSpPr>
            <p:nvPr/>
          </p:nvSpPr>
          <p:spPr bwMode="auto">
            <a:xfrm>
              <a:off x="1141" y="1904"/>
              <a:ext cx="349"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70349" name="Line 14">
              <a:extLst>
                <a:ext uri="{FF2B5EF4-FFF2-40B4-BE49-F238E27FC236}">
                  <a16:creationId xmlns:a16="http://schemas.microsoft.com/office/drawing/2014/main" id="{281DC6A0-D309-9569-2DDC-35F374224262}"/>
                </a:ext>
              </a:extLst>
            </p:cNvPr>
            <p:cNvSpPr>
              <a:spLocks noChangeShapeType="1"/>
            </p:cNvSpPr>
            <p:nvPr/>
          </p:nvSpPr>
          <p:spPr bwMode="auto">
            <a:xfrm>
              <a:off x="1491" y="2902"/>
              <a:ext cx="1166"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70350" name="Text Box 15">
              <a:extLst>
                <a:ext uri="{FF2B5EF4-FFF2-40B4-BE49-F238E27FC236}">
                  <a16:creationId xmlns:a16="http://schemas.microsoft.com/office/drawing/2014/main" id="{46DE5B6F-4BED-9EF0-E0FC-F2D03F4140CF}"/>
                </a:ext>
              </a:extLst>
            </p:cNvPr>
            <p:cNvSpPr txBox="1">
              <a:spLocks noChangeArrowheads="1"/>
            </p:cNvSpPr>
            <p:nvPr/>
          </p:nvSpPr>
          <p:spPr bwMode="auto">
            <a:xfrm>
              <a:off x="1516" y="1848"/>
              <a:ext cx="802" cy="19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192.168.10.1</a:t>
              </a:r>
            </a:p>
          </p:txBody>
        </p:sp>
        <p:sp>
          <p:nvSpPr>
            <p:cNvPr id="270351" name="Text Box 16">
              <a:extLst>
                <a:ext uri="{FF2B5EF4-FFF2-40B4-BE49-F238E27FC236}">
                  <a16:creationId xmlns:a16="http://schemas.microsoft.com/office/drawing/2014/main" id="{85C0A286-7389-6EF3-C5B3-275BE9A918A8}"/>
                </a:ext>
              </a:extLst>
            </p:cNvPr>
            <p:cNvSpPr txBox="1">
              <a:spLocks noChangeArrowheads="1"/>
            </p:cNvSpPr>
            <p:nvPr/>
          </p:nvSpPr>
          <p:spPr bwMode="auto">
            <a:xfrm>
              <a:off x="1781" y="2962"/>
              <a:ext cx="841" cy="197"/>
            </a:xfrm>
            <a:prstGeom prst="rect">
              <a:avLst/>
            </a:prstGeom>
            <a:solidFill>
              <a:srgbClr val="333333">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192.168.10.10</a:t>
              </a:r>
            </a:p>
          </p:txBody>
        </p:sp>
        <p:sp>
          <p:nvSpPr>
            <p:cNvPr id="270352" name="Line 17">
              <a:extLst>
                <a:ext uri="{FF2B5EF4-FFF2-40B4-BE49-F238E27FC236}">
                  <a16:creationId xmlns:a16="http://schemas.microsoft.com/office/drawing/2014/main" id="{AC1C0C9E-BD23-D4BC-E977-CF22264BCE4B}"/>
                </a:ext>
              </a:extLst>
            </p:cNvPr>
            <p:cNvSpPr>
              <a:spLocks noChangeShapeType="1"/>
            </p:cNvSpPr>
            <p:nvPr/>
          </p:nvSpPr>
          <p:spPr bwMode="auto">
            <a:xfrm>
              <a:off x="3374" y="2911"/>
              <a:ext cx="855"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70353" name="Oval 18">
              <a:extLst>
                <a:ext uri="{FF2B5EF4-FFF2-40B4-BE49-F238E27FC236}">
                  <a16:creationId xmlns:a16="http://schemas.microsoft.com/office/drawing/2014/main" id="{1D1CCD79-2652-EAAF-F191-3D22BA0E738A}"/>
                </a:ext>
              </a:extLst>
            </p:cNvPr>
            <p:cNvSpPr>
              <a:spLocks noChangeArrowheads="1"/>
            </p:cNvSpPr>
            <p:nvPr/>
          </p:nvSpPr>
          <p:spPr bwMode="auto">
            <a:xfrm>
              <a:off x="4214" y="2686"/>
              <a:ext cx="1168" cy="408"/>
            </a:xfrm>
            <a:prstGeom prst="ellipse">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Internet</a:t>
              </a:r>
            </a:p>
          </p:txBody>
        </p:sp>
        <p:sp>
          <p:nvSpPr>
            <p:cNvPr id="270354" name="Text Box 19">
              <a:extLst>
                <a:ext uri="{FF2B5EF4-FFF2-40B4-BE49-F238E27FC236}">
                  <a16:creationId xmlns:a16="http://schemas.microsoft.com/office/drawing/2014/main" id="{CCC38774-75FB-695A-AE23-EF1A33B05767}"/>
                </a:ext>
              </a:extLst>
            </p:cNvPr>
            <p:cNvSpPr txBox="1">
              <a:spLocks noChangeArrowheads="1"/>
            </p:cNvSpPr>
            <p:nvPr/>
          </p:nvSpPr>
          <p:spPr bwMode="auto">
            <a:xfrm>
              <a:off x="3431" y="2971"/>
              <a:ext cx="802" cy="197"/>
            </a:xfrm>
            <a:prstGeom prst="rect">
              <a:avLst/>
            </a:prstGeom>
            <a:solidFill>
              <a:srgbClr val="333333">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201.26.7.9</a:t>
              </a:r>
            </a:p>
          </p:txBody>
        </p:sp>
        <p:sp>
          <p:nvSpPr>
            <p:cNvPr id="270355" name="Text Box 20">
              <a:extLst>
                <a:ext uri="{FF2B5EF4-FFF2-40B4-BE49-F238E27FC236}">
                  <a16:creationId xmlns:a16="http://schemas.microsoft.com/office/drawing/2014/main" id="{B1E68257-69E6-895D-E8A1-483D0E815EC1}"/>
                </a:ext>
              </a:extLst>
            </p:cNvPr>
            <p:cNvSpPr txBox="1">
              <a:spLocks noChangeArrowheads="1"/>
            </p:cNvSpPr>
            <p:nvPr/>
          </p:nvSpPr>
          <p:spPr bwMode="auto">
            <a:xfrm>
              <a:off x="2636" y="2566"/>
              <a:ext cx="895" cy="19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NAT router</a:t>
              </a:r>
            </a:p>
          </p:txBody>
        </p:sp>
        <p:grpSp>
          <p:nvGrpSpPr>
            <p:cNvPr id="270356" name="Group 21">
              <a:extLst>
                <a:ext uri="{FF2B5EF4-FFF2-40B4-BE49-F238E27FC236}">
                  <a16:creationId xmlns:a16="http://schemas.microsoft.com/office/drawing/2014/main" id="{BCD421B1-18DD-14D2-C806-C30235D12122}"/>
                </a:ext>
              </a:extLst>
            </p:cNvPr>
            <p:cNvGrpSpPr>
              <a:grpSpLocks/>
            </p:cNvGrpSpPr>
            <p:nvPr/>
          </p:nvGrpSpPr>
          <p:grpSpPr bwMode="auto">
            <a:xfrm>
              <a:off x="1658" y="2143"/>
              <a:ext cx="850" cy="104"/>
              <a:chOff x="1658" y="2143"/>
              <a:chExt cx="850" cy="104"/>
            </a:xfrm>
          </p:grpSpPr>
          <p:sp>
            <p:nvSpPr>
              <p:cNvPr id="270378" name="Text Box 22">
                <a:extLst>
                  <a:ext uri="{FF2B5EF4-FFF2-40B4-BE49-F238E27FC236}">
                    <a16:creationId xmlns:a16="http://schemas.microsoft.com/office/drawing/2014/main" id="{E94BEEB7-9444-B21B-7798-F2366F3F0808}"/>
                  </a:ext>
                </a:extLst>
              </p:cNvPr>
              <p:cNvSpPr txBox="1">
                <a:spLocks noChangeArrowheads="1"/>
              </p:cNvSpPr>
              <p:nvPr/>
            </p:nvSpPr>
            <p:spPr bwMode="auto">
              <a:xfrm>
                <a:off x="1658" y="2148"/>
                <a:ext cx="593" cy="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79" name="Text Box 23">
                <a:extLst>
                  <a:ext uri="{FF2B5EF4-FFF2-40B4-BE49-F238E27FC236}">
                    <a16:creationId xmlns:a16="http://schemas.microsoft.com/office/drawing/2014/main" id="{33DE9B6E-4544-4A11-DE51-5428A814735F}"/>
                  </a:ext>
                </a:extLst>
              </p:cNvPr>
              <p:cNvSpPr txBox="1">
                <a:spLocks noChangeArrowheads="1"/>
              </p:cNvSpPr>
              <p:nvPr/>
            </p:nvSpPr>
            <p:spPr bwMode="auto">
              <a:xfrm>
                <a:off x="2255" y="2143"/>
                <a:ext cx="253" cy="99"/>
              </a:xfrm>
              <a:prstGeom prst="rect">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70357" name="Freeform 24">
              <a:extLst>
                <a:ext uri="{FF2B5EF4-FFF2-40B4-BE49-F238E27FC236}">
                  <a16:creationId xmlns:a16="http://schemas.microsoft.com/office/drawing/2014/main" id="{7E42D8AE-1C86-F939-EA38-480EDAD9BAC4}"/>
                </a:ext>
              </a:extLst>
            </p:cNvPr>
            <p:cNvSpPr>
              <a:spLocks noChangeArrowheads="1"/>
            </p:cNvSpPr>
            <p:nvPr/>
          </p:nvSpPr>
          <p:spPr bwMode="auto">
            <a:xfrm>
              <a:off x="2554" y="2121"/>
              <a:ext cx="252" cy="14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29 w 21600"/>
                <a:gd name="T13" fmla="*/ 5438 h 21600"/>
                <a:gd name="T14" fmla="*/ 18857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blipFill dpi="0" rotWithShape="0">
              <a:blip r:embed="rId3">
                <a:alphaModFix amt="50000"/>
              </a:blip>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70358" name="Text Box 25">
              <a:extLst>
                <a:ext uri="{FF2B5EF4-FFF2-40B4-BE49-F238E27FC236}">
                  <a16:creationId xmlns:a16="http://schemas.microsoft.com/office/drawing/2014/main" id="{02F279BD-D942-8F84-B3A2-79AF9E10587A}"/>
                </a:ext>
              </a:extLst>
            </p:cNvPr>
            <p:cNvSpPr txBox="1">
              <a:spLocks noChangeArrowheads="1"/>
            </p:cNvSpPr>
            <p:nvPr/>
          </p:nvSpPr>
          <p:spPr bwMode="auto">
            <a:xfrm>
              <a:off x="1687" y="2416"/>
              <a:ext cx="1197" cy="18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Source: 192.168.10.1</a:t>
              </a:r>
            </a:p>
          </p:txBody>
        </p:sp>
        <p:sp>
          <p:nvSpPr>
            <p:cNvPr id="270359" name="Line 26">
              <a:extLst>
                <a:ext uri="{FF2B5EF4-FFF2-40B4-BE49-F238E27FC236}">
                  <a16:creationId xmlns:a16="http://schemas.microsoft.com/office/drawing/2014/main" id="{30230CF1-1ACC-CB20-121D-3798BFAD57E3}"/>
                </a:ext>
              </a:extLst>
            </p:cNvPr>
            <p:cNvSpPr>
              <a:spLocks noChangeShapeType="1"/>
            </p:cNvSpPr>
            <p:nvPr/>
          </p:nvSpPr>
          <p:spPr bwMode="auto">
            <a:xfrm flipV="1">
              <a:off x="2398" y="2261"/>
              <a:ext cx="0" cy="148"/>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270360" name="Group 27">
              <a:extLst>
                <a:ext uri="{FF2B5EF4-FFF2-40B4-BE49-F238E27FC236}">
                  <a16:creationId xmlns:a16="http://schemas.microsoft.com/office/drawing/2014/main" id="{8772C939-8017-AD3E-4F4A-5942316DF4C5}"/>
                </a:ext>
              </a:extLst>
            </p:cNvPr>
            <p:cNvGrpSpPr>
              <a:grpSpLocks/>
            </p:cNvGrpSpPr>
            <p:nvPr/>
          </p:nvGrpSpPr>
          <p:grpSpPr bwMode="auto">
            <a:xfrm>
              <a:off x="3385" y="2156"/>
              <a:ext cx="841" cy="102"/>
              <a:chOff x="3385" y="2156"/>
              <a:chExt cx="841" cy="102"/>
            </a:xfrm>
          </p:grpSpPr>
          <p:sp>
            <p:nvSpPr>
              <p:cNvPr id="270376" name="Text Box 28">
                <a:extLst>
                  <a:ext uri="{FF2B5EF4-FFF2-40B4-BE49-F238E27FC236}">
                    <a16:creationId xmlns:a16="http://schemas.microsoft.com/office/drawing/2014/main" id="{9A91D5E3-28A7-31D2-1886-B320408F0188}"/>
                  </a:ext>
                </a:extLst>
              </p:cNvPr>
              <p:cNvSpPr txBox="1">
                <a:spLocks noChangeArrowheads="1"/>
              </p:cNvSpPr>
              <p:nvPr/>
            </p:nvSpPr>
            <p:spPr bwMode="auto">
              <a:xfrm>
                <a:off x="3385" y="2156"/>
                <a:ext cx="594" cy="1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77" name="Text Box 29">
                <a:extLst>
                  <a:ext uri="{FF2B5EF4-FFF2-40B4-BE49-F238E27FC236}">
                    <a16:creationId xmlns:a16="http://schemas.microsoft.com/office/drawing/2014/main" id="{97E90472-ABB7-92CE-082F-F95DDFFCF29D}"/>
                  </a:ext>
                </a:extLst>
              </p:cNvPr>
              <p:cNvSpPr txBox="1">
                <a:spLocks noChangeArrowheads="1"/>
              </p:cNvSpPr>
              <p:nvPr/>
            </p:nvSpPr>
            <p:spPr bwMode="auto">
              <a:xfrm>
                <a:off x="3973" y="2158"/>
                <a:ext cx="253" cy="100"/>
              </a:xfrm>
              <a:prstGeom prst="rect">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70361" name="Freeform 30">
              <a:extLst>
                <a:ext uri="{FF2B5EF4-FFF2-40B4-BE49-F238E27FC236}">
                  <a16:creationId xmlns:a16="http://schemas.microsoft.com/office/drawing/2014/main" id="{FAB4292D-6728-38A5-B66D-27132C4052D2}"/>
                </a:ext>
              </a:extLst>
            </p:cNvPr>
            <p:cNvSpPr>
              <a:spLocks noChangeArrowheads="1"/>
            </p:cNvSpPr>
            <p:nvPr/>
          </p:nvSpPr>
          <p:spPr bwMode="auto">
            <a:xfrm>
              <a:off x="4272" y="2137"/>
              <a:ext cx="252" cy="14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29 w 21600"/>
                <a:gd name="T13" fmla="*/ 5438 h 21600"/>
                <a:gd name="T14" fmla="*/ 18857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blipFill dpi="0" rotWithShape="0">
              <a:blip r:embed="rId3">
                <a:alphaModFix amt="50000"/>
              </a:blip>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70362" name="Text Box 31">
              <a:extLst>
                <a:ext uri="{FF2B5EF4-FFF2-40B4-BE49-F238E27FC236}">
                  <a16:creationId xmlns:a16="http://schemas.microsoft.com/office/drawing/2014/main" id="{92C1FCD1-5FA6-73A4-20FB-94488DF0359F}"/>
                </a:ext>
              </a:extLst>
            </p:cNvPr>
            <p:cNvSpPr txBox="1">
              <a:spLocks noChangeArrowheads="1"/>
            </p:cNvSpPr>
            <p:nvPr/>
          </p:nvSpPr>
          <p:spPr bwMode="auto">
            <a:xfrm>
              <a:off x="3405" y="2431"/>
              <a:ext cx="1197" cy="18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Source: 201.26.7.9</a:t>
              </a:r>
            </a:p>
          </p:txBody>
        </p:sp>
        <p:sp>
          <p:nvSpPr>
            <p:cNvPr id="270363" name="Line 32">
              <a:extLst>
                <a:ext uri="{FF2B5EF4-FFF2-40B4-BE49-F238E27FC236}">
                  <a16:creationId xmlns:a16="http://schemas.microsoft.com/office/drawing/2014/main" id="{2A2F9DF8-12DB-BF73-0B9F-15A56878A0F4}"/>
                </a:ext>
              </a:extLst>
            </p:cNvPr>
            <p:cNvSpPr>
              <a:spLocks noChangeShapeType="1"/>
            </p:cNvSpPr>
            <p:nvPr/>
          </p:nvSpPr>
          <p:spPr bwMode="auto">
            <a:xfrm flipV="1">
              <a:off x="4116" y="2276"/>
              <a:ext cx="0" cy="149"/>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270364" name="Group 33">
              <a:extLst>
                <a:ext uri="{FF2B5EF4-FFF2-40B4-BE49-F238E27FC236}">
                  <a16:creationId xmlns:a16="http://schemas.microsoft.com/office/drawing/2014/main" id="{50F85D20-3BA4-963A-3FC1-23F5A834EFD5}"/>
                </a:ext>
              </a:extLst>
            </p:cNvPr>
            <p:cNvGrpSpPr>
              <a:grpSpLocks/>
            </p:cNvGrpSpPr>
            <p:nvPr/>
          </p:nvGrpSpPr>
          <p:grpSpPr bwMode="auto">
            <a:xfrm>
              <a:off x="1858" y="3443"/>
              <a:ext cx="854" cy="101"/>
              <a:chOff x="1858" y="3443"/>
              <a:chExt cx="854" cy="101"/>
            </a:xfrm>
          </p:grpSpPr>
          <p:sp>
            <p:nvSpPr>
              <p:cNvPr id="270374" name="Text Box 34">
                <a:extLst>
                  <a:ext uri="{FF2B5EF4-FFF2-40B4-BE49-F238E27FC236}">
                    <a16:creationId xmlns:a16="http://schemas.microsoft.com/office/drawing/2014/main" id="{F4EE76A6-7E2A-D062-BE87-E0746FADF8A0}"/>
                  </a:ext>
                </a:extLst>
              </p:cNvPr>
              <p:cNvSpPr txBox="1">
                <a:spLocks noChangeArrowheads="1"/>
              </p:cNvSpPr>
              <p:nvPr/>
            </p:nvSpPr>
            <p:spPr bwMode="auto">
              <a:xfrm>
                <a:off x="2118" y="3443"/>
                <a:ext cx="594" cy="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75" name="Text Box 35">
                <a:extLst>
                  <a:ext uri="{FF2B5EF4-FFF2-40B4-BE49-F238E27FC236}">
                    <a16:creationId xmlns:a16="http://schemas.microsoft.com/office/drawing/2014/main" id="{7DD8B6B4-6D21-D7C3-5EA1-F0AE686C00F6}"/>
                  </a:ext>
                </a:extLst>
              </p:cNvPr>
              <p:cNvSpPr txBox="1">
                <a:spLocks noChangeArrowheads="1"/>
              </p:cNvSpPr>
              <p:nvPr/>
            </p:nvSpPr>
            <p:spPr bwMode="auto">
              <a:xfrm>
                <a:off x="1858" y="3445"/>
                <a:ext cx="253" cy="99"/>
              </a:xfrm>
              <a:prstGeom prst="rect">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70365" name="Freeform 36">
              <a:extLst>
                <a:ext uri="{FF2B5EF4-FFF2-40B4-BE49-F238E27FC236}">
                  <a16:creationId xmlns:a16="http://schemas.microsoft.com/office/drawing/2014/main" id="{ED63757E-12A7-A0D5-4F98-2402AA421E54}"/>
                </a:ext>
              </a:extLst>
            </p:cNvPr>
            <p:cNvSpPr>
              <a:spLocks noChangeArrowheads="1"/>
            </p:cNvSpPr>
            <p:nvPr/>
          </p:nvSpPr>
          <p:spPr bwMode="auto">
            <a:xfrm rot="10620000">
              <a:off x="1554" y="3423"/>
              <a:ext cx="252" cy="14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29 w 21600"/>
                <a:gd name="T13" fmla="*/ 5438 h 21600"/>
                <a:gd name="T14" fmla="*/ 18857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blipFill dpi="0" rotWithShape="0">
              <a:blip r:embed="rId3">
                <a:alphaModFix amt="50000"/>
              </a:blip>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270366" name="Text Box 37">
              <a:extLst>
                <a:ext uri="{FF2B5EF4-FFF2-40B4-BE49-F238E27FC236}">
                  <a16:creationId xmlns:a16="http://schemas.microsoft.com/office/drawing/2014/main" id="{40516CBC-10BD-6AE3-407D-D7979F384DBA}"/>
                </a:ext>
              </a:extLst>
            </p:cNvPr>
            <p:cNvSpPr txBox="1">
              <a:spLocks noChangeArrowheads="1"/>
            </p:cNvSpPr>
            <p:nvPr/>
          </p:nvSpPr>
          <p:spPr bwMode="auto">
            <a:xfrm>
              <a:off x="1583" y="3717"/>
              <a:ext cx="1422" cy="18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Destination: 192.168.10.1</a:t>
              </a:r>
            </a:p>
          </p:txBody>
        </p:sp>
        <p:sp>
          <p:nvSpPr>
            <p:cNvPr id="270367" name="Line 38">
              <a:extLst>
                <a:ext uri="{FF2B5EF4-FFF2-40B4-BE49-F238E27FC236}">
                  <a16:creationId xmlns:a16="http://schemas.microsoft.com/office/drawing/2014/main" id="{4665ED5A-3048-8149-929B-AA31368108BE}"/>
                </a:ext>
              </a:extLst>
            </p:cNvPr>
            <p:cNvSpPr>
              <a:spLocks noChangeShapeType="1"/>
            </p:cNvSpPr>
            <p:nvPr/>
          </p:nvSpPr>
          <p:spPr bwMode="auto">
            <a:xfrm flipV="1">
              <a:off x="2021" y="3568"/>
              <a:ext cx="0" cy="149"/>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70368" name="Text Box 39">
              <a:extLst>
                <a:ext uri="{FF2B5EF4-FFF2-40B4-BE49-F238E27FC236}">
                  <a16:creationId xmlns:a16="http://schemas.microsoft.com/office/drawing/2014/main" id="{E7BAA191-B039-8926-04AC-65EB4A52A01D}"/>
                </a:ext>
              </a:extLst>
            </p:cNvPr>
            <p:cNvSpPr txBox="1">
              <a:spLocks noChangeArrowheads="1"/>
            </p:cNvSpPr>
            <p:nvPr/>
          </p:nvSpPr>
          <p:spPr bwMode="auto">
            <a:xfrm>
              <a:off x="3223" y="3733"/>
              <a:ext cx="1441" cy="18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Destination: 201.26.7.9</a:t>
              </a:r>
            </a:p>
          </p:txBody>
        </p:sp>
        <p:sp>
          <p:nvSpPr>
            <p:cNvPr id="270369" name="Line 40">
              <a:extLst>
                <a:ext uri="{FF2B5EF4-FFF2-40B4-BE49-F238E27FC236}">
                  <a16:creationId xmlns:a16="http://schemas.microsoft.com/office/drawing/2014/main" id="{6F3CCDF2-672C-9132-B36A-74FAF987A8B6}"/>
                </a:ext>
              </a:extLst>
            </p:cNvPr>
            <p:cNvSpPr>
              <a:spLocks noChangeShapeType="1"/>
            </p:cNvSpPr>
            <p:nvPr/>
          </p:nvSpPr>
          <p:spPr bwMode="auto">
            <a:xfrm flipV="1">
              <a:off x="3515" y="3584"/>
              <a:ext cx="0" cy="149"/>
            </a:xfrm>
            <a:prstGeom prst="line">
              <a:avLst/>
            </a:prstGeom>
            <a:noFill/>
            <a:ln w="9360" cap="sq">
              <a:solidFill>
                <a:srgbClr val="000000"/>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nvGrpSpPr>
            <p:cNvPr id="270370" name="Group 41">
              <a:extLst>
                <a:ext uri="{FF2B5EF4-FFF2-40B4-BE49-F238E27FC236}">
                  <a16:creationId xmlns:a16="http://schemas.microsoft.com/office/drawing/2014/main" id="{92F800F3-17AC-18E4-4B51-4086E05AC6C0}"/>
                </a:ext>
              </a:extLst>
            </p:cNvPr>
            <p:cNvGrpSpPr>
              <a:grpSpLocks/>
            </p:cNvGrpSpPr>
            <p:nvPr/>
          </p:nvGrpSpPr>
          <p:grpSpPr bwMode="auto">
            <a:xfrm>
              <a:off x="3372" y="3458"/>
              <a:ext cx="853" cy="100"/>
              <a:chOff x="3372" y="3458"/>
              <a:chExt cx="853" cy="100"/>
            </a:xfrm>
          </p:grpSpPr>
          <p:sp>
            <p:nvSpPr>
              <p:cNvPr id="270372" name="Text Box 42">
                <a:extLst>
                  <a:ext uri="{FF2B5EF4-FFF2-40B4-BE49-F238E27FC236}">
                    <a16:creationId xmlns:a16="http://schemas.microsoft.com/office/drawing/2014/main" id="{140AED14-5546-72D7-9315-643EAD0D8270}"/>
                  </a:ext>
                </a:extLst>
              </p:cNvPr>
              <p:cNvSpPr txBox="1">
                <a:spLocks noChangeArrowheads="1"/>
              </p:cNvSpPr>
              <p:nvPr/>
            </p:nvSpPr>
            <p:spPr bwMode="auto">
              <a:xfrm>
                <a:off x="3631" y="3458"/>
                <a:ext cx="593" cy="1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270373" name="Text Box 43">
                <a:extLst>
                  <a:ext uri="{FF2B5EF4-FFF2-40B4-BE49-F238E27FC236}">
                    <a16:creationId xmlns:a16="http://schemas.microsoft.com/office/drawing/2014/main" id="{112BC31A-58CC-918D-BDDA-0EE85F607044}"/>
                  </a:ext>
                </a:extLst>
              </p:cNvPr>
              <p:cNvSpPr txBox="1">
                <a:spLocks noChangeArrowheads="1"/>
              </p:cNvSpPr>
              <p:nvPr/>
            </p:nvSpPr>
            <p:spPr bwMode="auto">
              <a:xfrm>
                <a:off x="3372" y="3458"/>
                <a:ext cx="253" cy="100"/>
              </a:xfrm>
              <a:prstGeom prst="rect">
                <a:avLst/>
              </a:prstGeom>
              <a:solidFill>
                <a:srgbClr val="000000"/>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
          <p:nvSpPr>
            <p:cNvPr id="270371" name="Freeform 44">
              <a:extLst>
                <a:ext uri="{FF2B5EF4-FFF2-40B4-BE49-F238E27FC236}">
                  <a16:creationId xmlns:a16="http://schemas.microsoft.com/office/drawing/2014/main" id="{D8D2B435-A708-5730-4284-0F6A29BC511F}"/>
                </a:ext>
              </a:extLst>
            </p:cNvPr>
            <p:cNvSpPr>
              <a:spLocks noChangeArrowheads="1"/>
            </p:cNvSpPr>
            <p:nvPr/>
          </p:nvSpPr>
          <p:spPr bwMode="auto">
            <a:xfrm rot="10800000">
              <a:off x="3068" y="3426"/>
              <a:ext cx="252" cy="14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29 w 21600"/>
                <a:gd name="T13" fmla="*/ 5438 h 21600"/>
                <a:gd name="T14" fmla="*/ 18857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blipFill dpi="0" rotWithShape="0">
              <a:blip r:embed="rId3">
                <a:alphaModFix amt="50000"/>
              </a:blip>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ext Box 1">
            <a:extLst>
              <a:ext uri="{FF2B5EF4-FFF2-40B4-BE49-F238E27FC236}">
                <a16:creationId xmlns:a16="http://schemas.microsoft.com/office/drawing/2014/main" id="{572D2726-FB03-6B2C-79BD-05452A71064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72387" name="Text Box 2">
            <a:extLst>
              <a:ext uri="{FF2B5EF4-FFF2-40B4-BE49-F238E27FC236}">
                <a16:creationId xmlns:a16="http://schemas.microsoft.com/office/drawing/2014/main" id="{DAB714DD-F7B8-CFC4-EA19-17D36AD9BFB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03D4BEB-F5A0-4AE6-9D82-6EFADF6A3AE4}" type="slidenum">
              <a:rPr lang="en-US" altLang="en-US" sz="1400">
                <a:solidFill>
                  <a:srgbClr val="000000"/>
                </a:solidFill>
              </a:rPr>
              <a:pPr algn="r" eaLnBrk="1" hangingPunct="1">
                <a:buClrTx/>
                <a:buSzPct val="60000"/>
                <a:buFontTx/>
                <a:buNone/>
              </a:pPr>
              <a:t>172</a:t>
            </a:fld>
            <a:endParaRPr lang="en-US" altLang="en-US" sz="1400">
              <a:solidFill>
                <a:srgbClr val="000000"/>
              </a:solidFill>
            </a:endParaRPr>
          </a:p>
        </p:txBody>
      </p:sp>
      <p:sp>
        <p:nvSpPr>
          <p:cNvPr id="272388" name="Text Box 3">
            <a:extLst>
              <a:ext uri="{FF2B5EF4-FFF2-40B4-BE49-F238E27FC236}">
                <a16:creationId xmlns:a16="http://schemas.microsoft.com/office/drawing/2014/main" id="{06C3170A-473A-F395-4D03-EEB98C0D609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Translation Table</a:t>
            </a:r>
          </a:p>
        </p:txBody>
      </p:sp>
      <p:sp>
        <p:nvSpPr>
          <p:cNvPr id="272389" name="Text Box 4">
            <a:extLst>
              <a:ext uri="{FF2B5EF4-FFF2-40B4-BE49-F238E27FC236}">
                <a16:creationId xmlns:a16="http://schemas.microsoft.com/office/drawing/2014/main" id="{060191F4-574E-586B-E45C-560526018F7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Suppose host 192.168.10.1 has sent a packet to an external host 210.10.20.20</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NAT router adds the following entry to its translation table, which helps in processing responses received from 210.10.20.20</a:t>
            </a:r>
          </a:p>
        </p:txBody>
      </p:sp>
      <p:grpSp>
        <p:nvGrpSpPr>
          <p:cNvPr id="272390" name="Group 5">
            <a:extLst>
              <a:ext uri="{FF2B5EF4-FFF2-40B4-BE49-F238E27FC236}">
                <a16:creationId xmlns:a16="http://schemas.microsoft.com/office/drawing/2014/main" id="{AD37E4F4-A2E4-00BD-04B1-D8BF71CB0C28}"/>
              </a:ext>
            </a:extLst>
          </p:cNvPr>
          <p:cNvGrpSpPr>
            <a:grpSpLocks/>
          </p:cNvGrpSpPr>
          <p:nvPr/>
        </p:nvGrpSpPr>
        <p:grpSpPr bwMode="auto">
          <a:xfrm>
            <a:off x="4572000" y="4800600"/>
            <a:ext cx="3427413" cy="1446213"/>
            <a:chOff x="2880" y="3024"/>
            <a:chExt cx="2159" cy="911"/>
          </a:xfrm>
        </p:grpSpPr>
        <p:grpSp>
          <p:nvGrpSpPr>
            <p:cNvPr id="272391" name="Group 6">
              <a:extLst>
                <a:ext uri="{FF2B5EF4-FFF2-40B4-BE49-F238E27FC236}">
                  <a16:creationId xmlns:a16="http://schemas.microsoft.com/office/drawing/2014/main" id="{FA84B8AF-495C-609F-7A9E-FC5009966870}"/>
                </a:ext>
              </a:extLst>
            </p:cNvPr>
            <p:cNvGrpSpPr>
              <a:grpSpLocks/>
            </p:cNvGrpSpPr>
            <p:nvPr/>
          </p:nvGrpSpPr>
          <p:grpSpPr bwMode="auto">
            <a:xfrm>
              <a:off x="2880" y="3240"/>
              <a:ext cx="1073" cy="695"/>
              <a:chOff x="2880" y="3240"/>
              <a:chExt cx="1073" cy="695"/>
            </a:xfrm>
          </p:grpSpPr>
          <p:sp>
            <p:nvSpPr>
              <p:cNvPr id="272396" name="Text Box 7">
                <a:extLst>
                  <a:ext uri="{FF2B5EF4-FFF2-40B4-BE49-F238E27FC236}">
                    <a16:creationId xmlns:a16="http://schemas.microsoft.com/office/drawing/2014/main" id="{FB85F158-6EA0-A643-8080-32F19C456262}"/>
                  </a:ext>
                </a:extLst>
              </p:cNvPr>
              <p:cNvSpPr txBox="1">
                <a:spLocks noChangeArrowheads="1"/>
              </p:cNvSpPr>
              <p:nvPr/>
            </p:nvSpPr>
            <p:spPr bwMode="auto">
              <a:xfrm>
                <a:off x="2880" y="3240"/>
                <a:ext cx="1073" cy="25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Internal</a:t>
                </a:r>
              </a:p>
            </p:txBody>
          </p:sp>
          <p:sp>
            <p:nvSpPr>
              <p:cNvPr id="272397" name="Text Box 8">
                <a:extLst>
                  <a:ext uri="{FF2B5EF4-FFF2-40B4-BE49-F238E27FC236}">
                    <a16:creationId xmlns:a16="http://schemas.microsoft.com/office/drawing/2014/main" id="{5EEE18FA-8F91-5FC9-67AF-F79BD798BF06}"/>
                  </a:ext>
                </a:extLst>
              </p:cNvPr>
              <p:cNvSpPr txBox="1">
                <a:spLocks noChangeArrowheads="1"/>
              </p:cNvSpPr>
              <p:nvPr/>
            </p:nvSpPr>
            <p:spPr bwMode="auto">
              <a:xfrm>
                <a:off x="2880" y="3495"/>
                <a:ext cx="1073" cy="44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192.168.10.1</a:t>
                </a:r>
              </a:p>
              <a:p>
                <a:pPr algn="ctr">
                  <a:buClrTx/>
                  <a:buSzPct val="60000"/>
                  <a:buFontTx/>
                  <a:buNone/>
                </a:pPr>
                <a:r>
                  <a:rPr lang="en-US" altLang="en-US" sz="900" b="1">
                    <a:solidFill>
                      <a:srgbClr val="000000"/>
                    </a:solidFill>
                  </a:rPr>
                  <a:t>…</a:t>
                </a:r>
              </a:p>
              <a:p>
                <a:pPr algn="ctr">
                  <a:buClrTx/>
                  <a:buSzPct val="60000"/>
                  <a:buFontTx/>
                  <a:buNone/>
                </a:pPr>
                <a:r>
                  <a:rPr lang="en-US" altLang="en-US" sz="900" b="1">
                    <a:solidFill>
                      <a:srgbClr val="000000"/>
                    </a:solidFill>
                  </a:rPr>
                  <a:t>…</a:t>
                </a:r>
              </a:p>
            </p:txBody>
          </p:sp>
        </p:grpSp>
        <p:grpSp>
          <p:nvGrpSpPr>
            <p:cNvPr id="272392" name="Group 9">
              <a:extLst>
                <a:ext uri="{FF2B5EF4-FFF2-40B4-BE49-F238E27FC236}">
                  <a16:creationId xmlns:a16="http://schemas.microsoft.com/office/drawing/2014/main" id="{007C2CC5-7726-1003-E490-D2A0C77C98B0}"/>
                </a:ext>
              </a:extLst>
            </p:cNvPr>
            <p:cNvGrpSpPr>
              <a:grpSpLocks/>
            </p:cNvGrpSpPr>
            <p:nvPr/>
          </p:nvGrpSpPr>
          <p:grpSpPr bwMode="auto">
            <a:xfrm>
              <a:off x="3958" y="3240"/>
              <a:ext cx="1073" cy="695"/>
              <a:chOff x="3958" y="3240"/>
              <a:chExt cx="1073" cy="695"/>
            </a:xfrm>
          </p:grpSpPr>
          <p:sp>
            <p:nvSpPr>
              <p:cNvPr id="272394" name="Text Box 10">
                <a:extLst>
                  <a:ext uri="{FF2B5EF4-FFF2-40B4-BE49-F238E27FC236}">
                    <a16:creationId xmlns:a16="http://schemas.microsoft.com/office/drawing/2014/main" id="{1ADB9689-808D-D9A5-4EA0-F738AAB2E249}"/>
                  </a:ext>
                </a:extLst>
              </p:cNvPr>
              <p:cNvSpPr txBox="1">
                <a:spLocks noChangeArrowheads="1"/>
              </p:cNvSpPr>
              <p:nvPr/>
            </p:nvSpPr>
            <p:spPr bwMode="auto">
              <a:xfrm>
                <a:off x="3958" y="3240"/>
                <a:ext cx="1073" cy="258"/>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External</a:t>
                </a:r>
              </a:p>
            </p:txBody>
          </p:sp>
          <p:sp>
            <p:nvSpPr>
              <p:cNvPr id="272395" name="Text Box 11">
                <a:extLst>
                  <a:ext uri="{FF2B5EF4-FFF2-40B4-BE49-F238E27FC236}">
                    <a16:creationId xmlns:a16="http://schemas.microsoft.com/office/drawing/2014/main" id="{489E753B-F20E-D335-FCD0-1C93BDD31E81}"/>
                  </a:ext>
                </a:extLst>
              </p:cNvPr>
              <p:cNvSpPr txBox="1">
                <a:spLocks noChangeArrowheads="1"/>
              </p:cNvSpPr>
              <p:nvPr/>
            </p:nvSpPr>
            <p:spPr bwMode="auto">
              <a:xfrm>
                <a:off x="3958" y="3495"/>
                <a:ext cx="1073" cy="44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210.10.20.20</a:t>
                </a:r>
              </a:p>
              <a:p>
                <a:pPr algn="ctr">
                  <a:buClrTx/>
                  <a:buSzPct val="60000"/>
                  <a:buFontTx/>
                  <a:buNone/>
                </a:pPr>
                <a:r>
                  <a:rPr lang="en-US" altLang="en-US" sz="900" b="1">
                    <a:solidFill>
                      <a:srgbClr val="000000"/>
                    </a:solidFill>
                  </a:rPr>
                  <a:t>…</a:t>
                </a:r>
              </a:p>
              <a:p>
                <a:pPr algn="ctr">
                  <a:buClrTx/>
                  <a:buSzPct val="60000"/>
                  <a:buFontTx/>
                  <a:buNone/>
                </a:pPr>
                <a:r>
                  <a:rPr lang="en-US" altLang="en-US" sz="900" b="1">
                    <a:solidFill>
                      <a:srgbClr val="000000"/>
                    </a:solidFill>
                  </a:rPr>
                  <a:t>…</a:t>
                </a:r>
              </a:p>
            </p:txBody>
          </p:sp>
        </p:grpSp>
        <p:sp>
          <p:nvSpPr>
            <p:cNvPr id="272393" name="Text Box 12">
              <a:extLst>
                <a:ext uri="{FF2B5EF4-FFF2-40B4-BE49-F238E27FC236}">
                  <a16:creationId xmlns:a16="http://schemas.microsoft.com/office/drawing/2014/main" id="{262535DD-3F9B-CCA8-1ECF-3E65805E899A}"/>
                </a:ext>
              </a:extLst>
            </p:cNvPr>
            <p:cNvSpPr txBox="1">
              <a:spLocks noChangeArrowheads="1"/>
            </p:cNvSpPr>
            <p:nvPr/>
          </p:nvSpPr>
          <p:spPr bwMode="auto">
            <a:xfrm>
              <a:off x="2880" y="3024"/>
              <a:ext cx="2159" cy="215"/>
            </a:xfrm>
            <a:prstGeom prst="rect">
              <a:avLst/>
            </a:prstGeom>
            <a:solidFill>
              <a:srgbClr val="333333">
                <a:alpha val="39999"/>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Translation table</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Text Box 1">
            <a:extLst>
              <a:ext uri="{FF2B5EF4-FFF2-40B4-BE49-F238E27FC236}">
                <a16:creationId xmlns:a16="http://schemas.microsoft.com/office/drawing/2014/main" id="{1E8C10AE-A3BE-269A-A5FA-4E040B457B3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74435" name="Text Box 2">
            <a:extLst>
              <a:ext uri="{FF2B5EF4-FFF2-40B4-BE49-F238E27FC236}">
                <a16:creationId xmlns:a16="http://schemas.microsoft.com/office/drawing/2014/main" id="{D496869A-591C-804C-38B1-CA94C51DED5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350C59C-DDE8-4DD8-B5B9-C47CC1622F89}" type="slidenum">
              <a:rPr lang="en-US" altLang="en-US" sz="1400">
                <a:solidFill>
                  <a:srgbClr val="000000"/>
                </a:solidFill>
              </a:rPr>
              <a:pPr algn="r" eaLnBrk="1" hangingPunct="1">
                <a:buClrTx/>
                <a:buSzPct val="60000"/>
                <a:buFontTx/>
                <a:buNone/>
              </a:pPr>
              <a:t>173</a:t>
            </a:fld>
            <a:endParaRPr lang="en-US" altLang="en-US" sz="1400">
              <a:solidFill>
                <a:srgbClr val="000000"/>
              </a:solidFill>
            </a:endParaRPr>
          </a:p>
        </p:txBody>
      </p:sp>
      <p:sp>
        <p:nvSpPr>
          <p:cNvPr id="274436" name="Text Box 3">
            <a:extLst>
              <a:ext uri="{FF2B5EF4-FFF2-40B4-BE49-F238E27FC236}">
                <a16:creationId xmlns:a16="http://schemas.microsoft.com/office/drawing/2014/main" id="{B74C8DBE-78DF-213F-60B3-B9D2C29440FC}"/>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Translation Table – Problems – 1</a:t>
            </a:r>
          </a:p>
        </p:txBody>
      </p:sp>
      <p:sp>
        <p:nvSpPr>
          <p:cNvPr id="274437" name="Text Box 4">
            <a:extLst>
              <a:ext uri="{FF2B5EF4-FFF2-40B4-BE49-F238E27FC236}">
                <a16:creationId xmlns:a16="http://schemas.microsoft.com/office/drawing/2014/main" id="{3071D101-E1BB-887F-02CB-9099632187F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Suppose two internal hosts (192.168.10.1 and 192.168.10.2) want to send a packet to the same external host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NAT router would create the following two entries in the NAT routing table and replace the </a:t>
            </a:r>
            <a:r>
              <a:rPr lang="en-US" altLang="en-US" sz="2400" i="1">
                <a:solidFill>
                  <a:srgbClr val="000000"/>
                </a:solidFill>
              </a:rPr>
              <a:t>source address</a:t>
            </a:r>
            <a:r>
              <a:rPr lang="en-US" altLang="en-US" sz="2400">
                <a:solidFill>
                  <a:srgbClr val="000000"/>
                </a:solidFill>
              </a:rPr>
              <a:t> in the two packets with its own external address (201.26.7.9) </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This is a problem, since on the return path, both packets would bear destination address as 201.26.7.9</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How does the NAT router know where the reply packet is meant for 192.168.10.1 or 192.168.10.2?</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Text Box 1">
            <a:extLst>
              <a:ext uri="{FF2B5EF4-FFF2-40B4-BE49-F238E27FC236}">
                <a16:creationId xmlns:a16="http://schemas.microsoft.com/office/drawing/2014/main" id="{7006CF5B-0409-37D7-CA69-31B6598F171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76483" name="Text Box 2">
            <a:extLst>
              <a:ext uri="{FF2B5EF4-FFF2-40B4-BE49-F238E27FC236}">
                <a16:creationId xmlns:a16="http://schemas.microsoft.com/office/drawing/2014/main" id="{45702012-AE3D-50D8-9987-F6B3F870524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00FC19D-3EC3-4D63-B492-AE1710883F62}" type="slidenum">
              <a:rPr lang="en-US" altLang="en-US" sz="1400">
                <a:solidFill>
                  <a:srgbClr val="000000"/>
                </a:solidFill>
              </a:rPr>
              <a:pPr algn="r" eaLnBrk="1" hangingPunct="1">
                <a:buClrTx/>
                <a:buSzPct val="60000"/>
                <a:buFontTx/>
                <a:buNone/>
              </a:pPr>
              <a:t>174</a:t>
            </a:fld>
            <a:endParaRPr lang="en-US" altLang="en-US" sz="1400">
              <a:solidFill>
                <a:srgbClr val="000000"/>
              </a:solidFill>
            </a:endParaRPr>
          </a:p>
        </p:txBody>
      </p:sp>
      <p:sp>
        <p:nvSpPr>
          <p:cNvPr id="276484" name="Text Box 3">
            <a:extLst>
              <a:ext uri="{FF2B5EF4-FFF2-40B4-BE49-F238E27FC236}">
                <a16:creationId xmlns:a16="http://schemas.microsoft.com/office/drawing/2014/main" id="{E12450B6-FE67-4B0E-C943-579E6A3E974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Translation Table – Problems – 2</a:t>
            </a:r>
          </a:p>
        </p:txBody>
      </p:sp>
      <p:sp>
        <p:nvSpPr>
          <p:cNvPr id="276485" name="Text Box 4">
            <a:extLst>
              <a:ext uri="{FF2B5EF4-FFF2-40B4-BE49-F238E27FC236}">
                <a16:creationId xmlns:a16="http://schemas.microsoft.com/office/drawing/2014/main" id="{4F033C80-9C36-C254-92B8-1F63CA896EA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58813" indent="-658813">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228725" algn="l"/>
                <a:tab pos="2143125" algn="l"/>
                <a:tab pos="3057525" algn="l"/>
                <a:tab pos="3971925" algn="l"/>
                <a:tab pos="4886325" algn="l"/>
                <a:tab pos="5800725" algn="l"/>
                <a:tab pos="6715125" algn="l"/>
                <a:tab pos="7629525" algn="l"/>
                <a:tab pos="8543925" algn="l"/>
                <a:tab pos="9458325" algn="l"/>
                <a:tab pos="103727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A single internal host cannot access two different applications on the same single external host (e.g. HTTP and FTP) at the same time</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This happens because the NAT translation table does not maintain port numbers, but it has only IP addresses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There is no way to distinguish between one application and another</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For a single internal-external host combination, our translation table has a single entry</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Text Box 1">
            <a:extLst>
              <a:ext uri="{FF2B5EF4-FFF2-40B4-BE49-F238E27FC236}">
                <a16:creationId xmlns:a16="http://schemas.microsoft.com/office/drawing/2014/main" id="{F0676B30-AB3A-AEA8-A953-FD9E8D8CE4F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78531" name="Text Box 2">
            <a:extLst>
              <a:ext uri="{FF2B5EF4-FFF2-40B4-BE49-F238E27FC236}">
                <a16:creationId xmlns:a16="http://schemas.microsoft.com/office/drawing/2014/main" id="{A791404B-9473-7F9B-DEA6-480A6D0474E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1206182-C9F1-4FEF-9421-AD86EF84EABA}" type="slidenum">
              <a:rPr lang="en-US" altLang="en-US" sz="1400">
                <a:solidFill>
                  <a:srgbClr val="000000"/>
                </a:solidFill>
              </a:rPr>
              <a:pPr algn="r" eaLnBrk="1" hangingPunct="1">
                <a:buClrTx/>
                <a:buSzPct val="60000"/>
                <a:buFontTx/>
                <a:buNone/>
              </a:pPr>
              <a:t>175</a:t>
            </a:fld>
            <a:endParaRPr lang="en-US" altLang="en-US" sz="1400">
              <a:solidFill>
                <a:srgbClr val="000000"/>
              </a:solidFill>
            </a:endParaRPr>
          </a:p>
        </p:txBody>
      </p:sp>
      <p:sp>
        <p:nvSpPr>
          <p:cNvPr id="278532" name="Text Box 3">
            <a:extLst>
              <a:ext uri="{FF2B5EF4-FFF2-40B4-BE49-F238E27FC236}">
                <a16:creationId xmlns:a16="http://schemas.microsoft.com/office/drawing/2014/main" id="{655A74CE-42BF-7257-EB9A-E87511FDB6E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Solution</a:t>
            </a:r>
          </a:p>
        </p:txBody>
      </p:sp>
      <p:sp>
        <p:nvSpPr>
          <p:cNvPr id="278533" name="Text Box 4">
            <a:extLst>
              <a:ext uri="{FF2B5EF4-FFF2-40B4-BE49-F238E27FC236}">
                <a16:creationId xmlns:a16="http://schemas.microsoft.com/office/drawing/2014/main" id="{E76385F2-F598-7968-3E97-DBC1731DD7A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Within a company, every host has a unique 10.x.y.z address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Whenever any packet leaves the company network, it is passed through a NAT box</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The NAT box converts the internal address to the external address</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Fine for outgoing packets, what about incoming ones?!</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TCP source port is replaced by an index into the NAT box’s 65,536-entry translation table (this table contains the original IP address and original source port)</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When an incoming packet is received, the TCP source port is extracted and used as an index into the translation table</a:t>
            </a:r>
          </a:p>
          <a:p>
            <a:pPr eaLnBrk="1" hangingPunct="1">
              <a:lnSpc>
                <a:spcPct val="80000"/>
              </a:lnSpc>
              <a:spcBef>
                <a:spcPts val="500"/>
              </a:spcBef>
              <a:buClr>
                <a:srgbClr val="3333CC"/>
              </a:buClr>
              <a:buSzPct val="60000"/>
              <a:buFont typeface="Wingdings" panose="05000000000000000000" pitchFamily="2" charset="2"/>
              <a:buChar char=""/>
            </a:pPr>
            <a:r>
              <a:rPr lang="en-US" altLang="en-US" sz="2000">
                <a:solidFill>
                  <a:srgbClr val="000000"/>
                </a:solidFill>
              </a:rPr>
              <a:t>When a match is found, the corresponding source port is obtained, and it replaces the one in the packet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Text Box 1">
            <a:extLst>
              <a:ext uri="{FF2B5EF4-FFF2-40B4-BE49-F238E27FC236}">
                <a16:creationId xmlns:a16="http://schemas.microsoft.com/office/drawing/2014/main" id="{412580AE-E267-C615-8E2A-7CAEAB949E2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80579" name="Text Box 2">
            <a:extLst>
              <a:ext uri="{FF2B5EF4-FFF2-40B4-BE49-F238E27FC236}">
                <a16:creationId xmlns:a16="http://schemas.microsoft.com/office/drawing/2014/main" id="{5CD792BB-F84C-BF5B-6EFD-0AB77450D53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32CC1FA-D310-4C72-A13D-9B8331A2FBD9}" type="slidenum">
              <a:rPr lang="en-US" altLang="en-US" sz="1400">
                <a:solidFill>
                  <a:srgbClr val="000000"/>
                </a:solidFill>
              </a:rPr>
              <a:pPr algn="r" eaLnBrk="1" hangingPunct="1">
                <a:buClrTx/>
                <a:buSzPct val="60000"/>
                <a:buFontTx/>
                <a:buNone/>
              </a:pPr>
              <a:t>176</a:t>
            </a:fld>
            <a:endParaRPr lang="en-US" altLang="en-US" sz="1400">
              <a:solidFill>
                <a:srgbClr val="000000"/>
              </a:solidFill>
            </a:endParaRPr>
          </a:p>
        </p:txBody>
      </p:sp>
      <p:sp>
        <p:nvSpPr>
          <p:cNvPr id="280580" name="Text Box 3">
            <a:extLst>
              <a:ext uri="{FF2B5EF4-FFF2-40B4-BE49-F238E27FC236}">
                <a16:creationId xmlns:a16="http://schemas.microsoft.com/office/drawing/2014/main" id="{3B445331-4AF9-0B50-61CE-6421103049E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Modified NAT Translation Table</a:t>
            </a:r>
          </a:p>
        </p:txBody>
      </p:sp>
      <p:graphicFrame>
        <p:nvGraphicFramePr>
          <p:cNvPr id="142340" name="Group 4">
            <a:extLst>
              <a:ext uri="{FF2B5EF4-FFF2-40B4-BE49-F238E27FC236}">
                <a16:creationId xmlns:a16="http://schemas.microsoft.com/office/drawing/2014/main" id="{B2467264-5EEE-49F7-9CDC-FA392AEAFC88}"/>
              </a:ext>
            </a:extLst>
          </p:cNvPr>
          <p:cNvGraphicFramePr>
            <a:graphicFrameLocks noGrp="1"/>
          </p:cNvGraphicFramePr>
          <p:nvPr>
            <p:extLst>
              <p:ext uri="{D42A27DB-BD31-4B8C-83A1-F6EECF244321}">
                <p14:modId xmlns:p14="http://schemas.microsoft.com/office/powerpoint/2010/main" val="3677881257"/>
              </p:ext>
            </p:extLst>
          </p:nvPr>
        </p:nvGraphicFramePr>
        <p:xfrm>
          <a:off x="1182688" y="2017713"/>
          <a:ext cx="7773987" cy="4114801"/>
        </p:xfrm>
        <a:graphic>
          <a:graphicData uri="http://schemas.openxmlformats.org/drawingml/2006/table">
            <a:tbl>
              <a:tblPr/>
              <a:tblGrid>
                <a:gridCol w="1390650">
                  <a:extLst>
                    <a:ext uri="{9D8B030D-6E8A-4147-A177-3AD203B41FA5}">
                      <a16:colId xmlns:a16="http://schemas.microsoft.com/office/drawing/2014/main" val="2489282191"/>
                    </a:ext>
                  </a:extLst>
                </a:gridCol>
                <a:gridCol w="1298575">
                  <a:extLst>
                    <a:ext uri="{9D8B030D-6E8A-4147-A177-3AD203B41FA5}">
                      <a16:colId xmlns:a16="http://schemas.microsoft.com/office/drawing/2014/main" val="1872755139"/>
                    </a:ext>
                  </a:extLst>
                </a:gridCol>
                <a:gridCol w="1317625">
                  <a:extLst>
                    <a:ext uri="{9D8B030D-6E8A-4147-A177-3AD203B41FA5}">
                      <a16:colId xmlns:a16="http://schemas.microsoft.com/office/drawing/2014/main" val="1560425656"/>
                    </a:ext>
                  </a:extLst>
                </a:gridCol>
                <a:gridCol w="1135062">
                  <a:extLst>
                    <a:ext uri="{9D8B030D-6E8A-4147-A177-3AD203B41FA5}">
                      <a16:colId xmlns:a16="http://schemas.microsoft.com/office/drawing/2014/main" val="1886313496"/>
                    </a:ext>
                  </a:extLst>
                </a:gridCol>
                <a:gridCol w="1316038">
                  <a:extLst>
                    <a:ext uri="{9D8B030D-6E8A-4147-A177-3AD203B41FA5}">
                      <a16:colId xmlns:a16="http://schemas.microsoft.com/office/drawing/2014/main" val="9372151"/>
                    </a:ext>
                  </a:extLst>
                </a:gridCol>
                <a:gridCol w="1316037">
                  <a:extLst>
                    <a:ext uri="{9D8B030D-6E8A-4147-A177-3AD203B41FA5}">
                      <a16:colId xmlns:a16="http://schemas.microsoft.com/office/drawing/2014/main" val="367969963"/>
                    </a:ext>
                  </a:extLst>
                </a:gridCol>
              </a:tblGrid>
              <a:tr h="11842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Internal address</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Internal port</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External address</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External port</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NAT port</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Transport protocol</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C0C0C0"/>
                    </a:solidFill>
                  </a:tcPr>
                </a:tc>
                <a:extLst>
                  <a:ext uri="{0D108BD9-81ED-4DB2-BD59-A6C34878D82A}">
                    <a16:rowId xmlns:a16="http://schemas.microsoft.com/office/drawing/2014/main" val="1554022030"/>
                  </a:ext>
                </a:extLst>
              </a:tr>
              <a:tr h="73342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192.168.10.1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dirty="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1030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210.10.20.20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80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14000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TCP</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61936338"/>
                  </a:ext>
                </a:extLst>
              </a:tr>
              <a:tr h="731838">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192.168.10.1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dirty="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1031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210.10.20.20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14001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TCP</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2818879"/>
                  </a:ext>
                </a:extLst>
              </a:tr>
              <a:tr h="73342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192.168.10.2</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dirty="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26601</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210.10.20.20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80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14002</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TCP</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49878755"/>
                  </a:ext>
                </a:extLst>
              </a:tr>
              <a:tr h="731838">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192.168.10.3</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1275</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207.21.1.5</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80</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14003</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just"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600" b="0" i="0" u="none" strike="noStrike" cap="none" normalizeH="0" baseline="0" dirty="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TCP</a:t>
                      </a:r>
                    </a:p>
                  </a:txBody>
                  <a:tcPr marL="90000" marR="90000" marT="5696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31111199"/>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Text Box 1">
            <a:extLst>
              <a:ext uri="{FF2B5EF4-FFF2-40B4-BE49-F238E27FC236}">
                <a16:creationId xmlns:a16="http://schemas.microsoft.com/office/drawing/2014/main" id="{303985D0-C5D4-F990-ACE0-963F029EBEE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82627" name="Text Box 2">
            <a:extLst>
              <a:ext uri="{FF2B5EF4-FFF2-40B4-BE49-F238E27FC236}">
                <a16:creationId xmlns:a16="http://schemas.microsoft.com/office/drawing/2014/main" id="{CD2B08D7-10F1-E07D-0AF4-59A93571BF8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6AF996D-F44A-4011-BC37-23F362524218}" type="slidenum">
              <a:rPr lang="en-US" altLang="en-US" sz="1400">
                <a:solidFill>
                  <a:srgbClr val="000000"/>
                </a:solidFill>
              </a:rPr>
              <a:pPr algn="r" eaLnBrk="1" hangingPunct="1">
                <a:buClrTx/>
                <a:buSzPct val="60000"/>
                <a:buFontTx/>
                <a:buNone/>
              </a:pPr>
              <a:t>177</a:t>
            </a:fld>
            <a:endParaRPr lang="en-US" altLang="en-US" sz="1400">
              <a:solidFill>
                <a:srgbClr val="000000"/>
              </a:solidFill>
            </a:endParaRPr>
          </a:p>
        </p:txBody>
      </p:sp>
      <p:sp>
        <p:nvSpPr>
          <p:cNvPr id="282628" name="Text Box 3">
            <a:extLst>
              <a:ext uri="{FF2B5EF4-FFF2-40B4-BE49-F238E27FC236}">
                <a16:creationId xmlns:a16="http://schemas.microsoft.com/office/drawing/2014/main" id="{B28EFE44-9F08-A28C-36D2-C9E0598B5DF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Modified NAT Translation Table</a:t>
            </a:r>
          </a:p>
        </p:txBody>
      </p:sp>
      <p:sp>
        <p:nvSpPr>
          <p:cNvPr id="282629" name="Text Box 4">
            <a:extLst>
              <a:ext uri="{FF2B5EF4-FFF2-40B4-BE49-F238E27FC236}">
                <a16:creationId xmlns:a16="http://schemas.microsoft.com/office/drawing/2014/main" id="{AD7696AE-A8F6-B6BE-500A-DE28E46D5C9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400"/>
              </a:spcBef>
              <a:buClr>
                <a:srgbClr val="3333CC"/>
              </a:buClr>
              <a:buSzPct val="60000"/>
              <a:buFont typeface="Wingdings" panose="05000000000000000000" pitchFamily="2" charset="2"/>
              <a:buChar char=""/>
            </a:pPr>
            <a:r>
              <a:rPr lang="en-US" altLang="en-US" sz="1600">
                <a:solidFill>
                  <a:srgbClr val="000000"/>
                </a:solidFill>
              </a:rPr>
              <a:t>The </a:t>
            </a:r>
            <a:r>
              <a:rPr lang="en-US" altLang="en-US" sz="1600" i="1">
                <a:solidFill>
                  <a:srgbClr val="000000"/>
                </a:solidFill>
              </a:rPr>
              <a:t>Internal port</a:t>
            </a:r>
            <a:r>
              <a:rPr lang="en-US" altLang="en-US" sz="1600">
                <a:solidFill>
                  <a:srgbClr val="000000"/>
                </a:solidFill>
              </a:rPr>
              <a:t> column signifies the port number used by the application program on the internal host. As per TCP/IP specifications, this port number is randomly chosen. However, this port number is important because when a response comes back from the other side corresponding to the user’s request, the user’s computer needs to know to which application program the response needs to be handed over. This is determined by this port number.</a:t>
            </a:r>
          </a:p>
          <a:p>
            <a:pPr eaLnBrk="1" hangingPunct="1">
              <a:lnSpc>
                <a:spcPct val="80000"/>
              </a:lnSpc>
              <a:spcBef>
                <a:spcPts val="400"/>
              </a:spcBef>
              <a:buClr>
                <a:srgbClr val="3333CC"/>
              </a:buClr>
              <a:buSzPct val="60000"/>
              <a:buFont typeface="Wingdings" panose="05000000000000000000" pitchFamily="2" charset="2"/>
              <a:buChar char=""/>
            </a:pPr>
            <a:r>
              <a:rPr lang="en-US" altLang="en-US" sz="1600">
                <a:solidFill>
                  <a:srgbClr val="000000"/>
                </a:solidFill>
              </a:rPr>
              <a:t>The </a:t>
            </a:r>
            <a:r>
              <a:rPr lang="en-US" altLang="en-US" sz="1600" i="1">
                <a:solidFill>
                  <a:srgbClr val="000000"/>
                </a:solidFill>
              </a:rPr>
              <a:t>External port</a:t>
            </a:r>
            <a:r>
              <a:rPr lang="en-US" altLang="en-US" sz="1600">
                <a:solidFill>
                  <a:srgbClr val="000000"/>
                </a:solidFill>
              </a:rPr>
              <a:t> column signifies the port number used by the application program on the server side. This port number is always fixed for a given application, and is known as </a:t>
            </a:r>
            <a:r>
              <a:rPr lang="en-US" altLang="en-US" sz="1600" b="1">
                <a:solidFill>
                  <a:srgbClr val="000000"/>
                </a:solidFill>
              </a:rPr>
              <a:t>well-known port</a:t>
            </a:r>
            <a:r>
              <a:rPr lang="en-US" altLang="en-US" sz="1600">
                <a:solidFill>
                  <a:srgbClr val="000000"/>
                </a:solidFill>
              </a:rPr>
              <a:t>. For example, an HTTP server always runs on port 80, an FTP server always runs on port 21, etc. This is why we see these numbers in this column.</a:t>
            </a:r>
          </a:p>
          <a:p>
            <a:pPr eaLnBrk="1" hangingPunct="1">
              <a:lnSpc>
                <a:spcPct val="80000"/>
              </a:lnSpc>
              <a:spcBef>
                <a:spcPts val="400"/>
              </a:spcBef>
              <a:buClr>
                <a:srgbClr val="3333CC"/>
              </a:buClr>
              <a:buSzPct val="60000"/>
              <a:buFont typeface="Wingdings" panose="05000000000000000000" pitchFamily="2" charset="2"/>
              <a:buChar char=""/>
            </a:pPr>
            <a:r>
              <a:rPr lang="en-US" altLang="en-US" sz="1600">
                <a:solidFill>
                  <a:srgbClr val="000000"/>
                </a:solidFill>
              </a:rPr>
              <a:t>The </a:t>
            </a:r>
            <a:r>
              <a:rPr lang="en-US" altLang="en-US" sz="1600" i="1">
                <a:solidFill>
                  <a:srgbClr val="000000"/>
                </a:solidFill>
              </a:rPr>
              <a:t>NAT port</a:t>
            </a:r>
            <a:r>
              <a:rPr lang="en-US" altLang="en-US" sz="1600">
                <a:solidFill>
                  <a:srgbClr val="000000"/>
                </a:solidFill>
              </a:rPr>
              <a:t> is a sequentially incrementing number, generated by the NAT router. This column has absolutely nothing to do with the source or destination port numbers. Instead, it is merely used like a primary key column in the translation table when a response comes back from the external host. This is explained subsequently.</a:t>
            </a:r>
          </a:p>
          <a:p>
            <a:pPr eaLnBrk="1" hangingPunct="1">
              <a:lnSpc>
                <a:spcPct val="80000"/>
              </a:lnSpc>
              <a:spcBef>
                <a:spcPts val="400"/>
              </a:spcBef>
              <a:buClr>
                <a:srgbClr val="3333CC"/>
              </a:buClr>
              <a:buSzPct val="60000"/>
              <a:buFont typeface="Wingdings" panose="05000000000000000000" pitchFamily="2" charset="2"/>
              <a:buChar char=""/>
            </a:pPr>
            <a:r>
              <a:rPr lang="en-US" altLang="en-US" sz="1600">
                <a:solidFill>
                  <a:srgbClr val="000000"/>
                </a:solidFill>
              </a:rPr>
              <a:t>The </a:t>
            </a:r>
            <a:r>
              <a:rPr lang="en-US" altLang="en-US" sz="1600" i="1">
                <a:solidFill>
                  <a:srgbClr val="000000"/>
                </a:solidFill>
              </a:rPr>
              <a:t>Transport protocol</a:t>
            </a:r>
            <a:r>
              <a:rPr lang="en-US" altLang="en-US" sz="1600">
                <a:solidFill>
                  <a:srgbClr val="000000"/>
                </a:solidFill>
              </a:rPr>
              <a:t> column is not relevant here.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Text Box 1">
            <a:extLst>
              <a:ext uri="{FF2B5EF4-FFF2-40B4-BE49-F238E27FC236}">
                <a16:creationId xmlns:a16="http://schemas.microsoft.com/office/drawing/2014/main" id="{1F3AE239-367A-D666-3D0D-94C0576A9D2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84675" name="Text Box 2">
            <a:extLst>
              <a:ext uri="{FF2B5EF4-FFF2-40B4-BE49-F238E27FC236}">
                <a16:creationId xmlns:a16="http://schemas.microsoft.com/office/drawing/2014/main" id="{84215DFC-6D8D-09E3-1369-A9D5AAC5FC8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4C5ED62-4974-4B67-85D5-986B7BB3AF1A}" type="slidenum">
              <a:rPr lang="en-US" altLang="en-US" sz="1400">
                <a:solidFill>
                  <a:srgbClr val="000000"/>
                </a:solidFill>
              </a:rPr>
              <a:pPr algn="r" eaLnBrk="1" hangingPunct="1">
                <a:buClrTx/>
                <a:buSzPct val="60000"/>
                <a:buFontTx/>
                <a:buNone/>
              </a:pPr>
              <a:t>178</a:t>
            </a:fld>
            <a:endParaRPr lang="en-US" altLang="en-US" sz="1400">
              <a:solidFill>
                <a:srgbClr val="000000"/>
              </a:solidFill>
            </a:endParaRPr>
          </a:p>
        </p:txBody>
      </p:sp>
      <p:sp>
        <p:nvSpPr>
          <p:cNvPr id="284676" name="Text Box 3">
            <a:extLst>
              <a:ext uri="{FF2B5EF4-FFF2-40B4-BE49-F238E27FC236}">
                <a16:creationId xmlns:a16="http://schemas.microsoft.com/office/drawing/2014/main" id="{5F54173C-1BC4-8D02-2F42-EA3E94B63DF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NAT Problems</a:t>
            </a:r>
          </a:p>
        </p:txBody>
      </p:sp>
      <p:sp>
        <p:nvSpPr>
          <p:cNvPr id="284677" name="Text Box 4">
            <a:extLst>
              <a:ext uri="{FF2B5EF4-FFF2-40B4-BE49-F238E27FC236}">
                <a16:creationId xmlns:a16="http://schemas.microsoft.com/office/drawing/2014/main" id="{5A4981EE-F472-99F5-297F-C5BE0A8FEDF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Violation of the IP architectural model (one IP, one computer; here 10.20.2.2 can refer to thousands of computers across the world)</a:t>
            </a:r>
          </a:p>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Connectionless Internet becomes connection-oriented</a:t>
            </a:r>
          </a:p>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Protocol at layer k needs to know about protocol layer k+1 (e.g. what if new version of TCP doubles the port number bits?)</a:t>
            </a:r>
          </a:p>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TCP source port is 16-bit, so at the most 65,536 machines can be mapped on to one IP address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Text Box 1">
            <a:extLst>
              <a:ext uri="{FF2B5EF4-FFF2-40B4-BE49-F238E27FC236}">
                <a16:creationId xmlns:a16="http://schemas.microsoft.com/office/drawing/2014/main" id="{1BD4DA2F-05A2-72D4-E39A-725BB3D07C1F}"/>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IP Communication</a:t>
            </a:r>
          </a:p>
        </p:txBody>
      </p:sp>
      <p:sp>
        <p:nvSpPr>
          <p:cNvPr id="286723" name="Text Box 2">
            <a:extLst>
              <a:ext uri="{FF2B5EF4-FFF2-40B4-BE49-F238E27FC236}">
                <a16:creationId xmlns:a16="http://schemas.microsoft.com/office/drawing/2014/main" id="{FC3D8C20-5B9E-DF6E-594C-6EE8357B7E2F}"/>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Text Box 1">
            <a:extLst>
              <a:ext uri="{FF2B5EF4-FFF2-40B4-BE49-F238E27FC236}">
                <a16:creationId xmlns:a16="http://schemas.microsoft.com/office/drawing/2014/main" id="{CECB8069-197F-8938-BF57-7039182CFB6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88771" name="Text Box 2">
            <a:extLst>
              <a:ext uri="{FF2B5EF4-FFF2-40B4-BE49-F238E27FC236}">
                <a16:creationId xmlns:a16="http://schemas.microsoft.com/office/drawing/2014/main" id="{D05914E0-6B6E-7EF0-1F99-419656FAD55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3358089-C1C8-43CE-AD72-48A4233213A9}" type="slidenum">
              <a:rPr lang="en-US" altLang="en-US" sz="1400">
                <a:solidFill>
                  <a:srgbClr val="000000"/>
                </a:solidFill>
              </a:rPr>
              <a:pPr algn="r" eaLnBrk="1" hangingPunct="1">
                <a:buClrTx/>
                <a:buSzPct val="60000"/>
                <a:buFontTx/>
                <a:buNone/>
              </a:pPr>
              <a:t>180</a:t>
            </a:fld>
            <a:endParaRPr lang="en-US" altLang="en-US" sz="1400">
              <a:solidFill>
                <a:srgbClr val="000000"/>
              </a:solidFill>
            </a:endParaRPr>
          </a:p>
        </p:txBody>
      </p:sp>
      <p:sp>
        <p:nvSpPr>
          <p:cNvPr id="288772" name="Text Box 3">
            <a:extLst>
              <a:ext uri="{FF2B5EF4-FFF2-40B4-BE49-F238E27FC236}">
                <a16:creationId xmlns:a16="http://schemas.microsoft.com/office/drawing/2014/main" id="{A422C954-193E-B8DA-8720-0B21EE52FC69}"/>
              </a:ext>
            </a:extLst>
          </p:cNvPr>
          <p:cNvSpPr txBox="1">
            <a:spLocks noChangeArrowheads="1"/>
          </p:cNvSpPr>
          <p:nvPr/>
        </p:nvSpPr>
        <p:spPr bwMode="auto">
          <a:xfrm>
            <a:off x="990600" y="558800"/>
            <a:ext cx="35814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IP Datagram</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grpSp>
        <p:nvGrpSpPr>
          <p:cNvPr id="288773" name="Group 4">
            <a:extLst>
              <a:ext uri="{FF2B5EF4-FFF2-40B4-BE49-F238E27FC236}">
                <a16:creationId xmlns:a16="http://schemas.microsoft.com/office/drawing/2014/main" id="{90F6D8A3-89F1-E540-AA08-6BDA06664749}"/>
              </a:ext>
            </a:extLst>
          </p:cNvPr>
          <p:cNvGrpSpPr>
            <a:grpSpLocks/>
          </p:cNvGrpSpPr>
          <p:nvPr/>
        </p:nvGrpSpPr>
        <p:grpSpPr bwMode="auto">
          <a:xfrm>
            <a:off x="838200" y="1524000"/>
            <a:ext cx="7389813" cy="4311650"/>
            <a:chOff x="528" y="960"/>
            <a:chExt cx="4655" cy="2716"/>
          </a:xfrm>
        </p:grpSpPr>
        <p:sp>
          <p:nvSpPr>
            <p:cNvPr id="288774" name="Text Box 5">
              <a:extLst>
                <a:ext uri="{FF2B5EF4-FFF2-40B4-BE49-F238E27FC236}">
                  <a16:creationId xmlns:a16="http://schemas.microsoft.com/office/drawing/2014/main" id="{0EA2EC14-61E7-563C-07BB-96D4C701F9C5}"/>
                </a:ext>
              </a:extLst>
            </p:cNvPr>
            <p:cNvSpPr txBox="1">
              <a:spLocks noChangeArrowheads="1"/>
            </p:cNvSpPr>
            <p:nvPr/>
          </p:nvSpPr>
          <p:spPr bwMode="auto">
            <a:xfrm>
              <a:off x="528" y="960"/>
              <a:ext cx="4635" cy="2716"/>
            </a:xfrm>
            <a:prstGeom prst="rect">
              <a:avLst/>
            </a:prstGeom>
            <a:solidFill>
              <a:srgbClr val="00E4A8"/>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Version	HLEN	Service Type		Total Length</a:t>
              </a:r>
            </a:p>
            <a:p>
              <a:pPr>
                <a:buClrTx/>
                <a:buSzPct val="60000"/>
                <a:buFontTx/>
                <a:buNone/>
              </a:pPr>
              <a:r>
                <a:rPr lang="en-US" altLang="en-US" sz="1200" b="1">
                  <a:solidFill>
                    <a:srgbClr val="000000"/>
                  </a:solidFill>
                  <a:latin typeface="Times New Roman" panose="02020603050405020304" pitchFamily="18" charset="0"/>
                </a:rPr>
                <a:t>(4 bits)	(4 bits)    	(8 bits)     		(16 bits)</a:t>
              </a:r>
            </a:p>
            <a:p>
              <a:pPr>
                <a:buClrTx/>
                <a:buSzPct val="60000"/>
                <a:buFontTx/>
                <a:buNone/>
              </a:pPr>
              <a:endParaRPr lang="en-US" altLang="en-US" sz="1200" b="1">
                <a:solidFill>
                  <a:srgbClr val="000000"/>
                </a:solidFill>
                <a:latin typeface="Times New Roman" panose="02020603050405020304" pitchFamily="18" charset="0"/>
              </a:endParaRPr>
            </a:p>
            <a:p>
              <a:pPr algn="just">
                <a:buClrTx/>
                <a:buSzPct val="60000"/>
                <a:buFontTx/>
                <a:buNone/>
              </a:pPr>
              <a:endParaRPr lang="en-US" altLang="en-US" sz="1000" b="1">
                <a:solidFill>
                  <a:srgbClr val="000000"/>
                </a:solidFill>
                <a:latin typeface="Times New Roman" panose="02020603050405020304" pitchFamily="18" charset="0"/>
              </a:endParaRPr>
            </a:p>
            <a:p>
              <a:pPr algn="just">
                <a:buClrTx/>
                <a:buSzPct val="60000"/>
                <a:buFontTx/>
                <a:buNone/>
              </a:pPr>
              <a:r>
                <a:rPr lang="en-US" altLang="en-US" sz="1200" b="1">
                  <a:solidFill>
                    <a:srgbClr val="000000"/>
                  </a:solidFill>
                  <a:latin typeface="Times New Roman" panose="02020603050405020304" pitchFamily="18" charset="0"/>
                </a:rPr>
                <a:t>Identification         			Flags    	Fragmentation Offset</a:t>
              </a:r>
            </a:p>
            <a:p>
              <a:pPr>
                <a:buClrTx/>
                <a:buSzPct val="60000"/>
                <a:buFontTx/>
                <a:buNone/>
              </a:pPr>
              <a:r>
                <a:rPr lang="en-US" altLang="en-US" sz="1200" b="1">
                  <a:solidFill>
                    <a:srgbClr val="000000"/>
                  </a:solidFill>
                  <a:latin typeface="Times New Roman" panose="02020603050405020304" pitchFamily="18" charset="0"/>
                </a:rPr>
                <a:t>    (16 bits)        			(3 bits)             (13 bits)</a:t>
              </a:r>
            </a:p>
            <a:p>
              <a:pPr>
                <a:buClrTx/>
                <a:buSzPct val="60000"/>
                <a:buFontTx/>
                <a:buNone/>
              </a:pPr>
              <a:endParaRPr lang="en-US" altLang="en-US" sz="1200" b="1">
                <a:solidFill>
                  <a:srgbClr val="000000"/>
                </a:solidFill>
                <a:latin typeface="Times New Roman" panose="02020603050405020304" pitchFamily="18" charset="0"/>
              </a:endParaRPr>
            </a:p>
            <a:p>
              <a:pPr algn="just">
                <a:buClrTx/>
                <a:buSzPct val="60000"/>
                <a:buFontTx/>
                <a:buNone/>
              </a:pPr>
              <a:r>
                <a:rPr lang="en-US" altLang="en-US" sz="1200" b="1">
                  <a:solidFill>
                    <a:srgbClr val="000000"/>
                  </a:solidFill>
                  <a:latin typeface="Times New Roman" panose="02020603050405020304" pitchFamily="18" charset="0"/>
                </a:rPr>
                <a:t>Time to live	             Protocol		Header Checksum</a:t>
              </a:r>
            </a:p>
            <a:p>
              <a:pPr>
                <a:buClrTx/>
                <a:buSzPct val="60000"/>
                <a:buFontTx/>
                <a:buNone/>
              </a:pPr>
              <a:r>
                <a:rPr lang="en-US" altLang="en-US" sz="1200" b="1">
                  <a:solidFill>
                    <a:srgbClr val="000000"/>
                  </a:solidFill>
                  <a:latin typeface="Times New Roman" panose="02020603050405020304" pitchFamily="18" charset="0"/>
                </a:rPr>
                <a:t>   (8 bits) 	             (8 bits)      		(16 bits)</a:t>
              </a:r>
            </a:p>
            <a:p>
              <a:pP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Source IP address</a:t>
              </a:r>
            </a:p>
            <a:p>
              <a:pPr algn="ctr">
                <a:buClrTx/>
                <a:buSzPct val="60000"/>
                <a:buFontTx/>
                <a:buNone/>
              </a:pPr>
              <a:r>
                <a:rPr lang="en-US" altLang="en-US" sz="1200" b="1">
                  <a:solidFill>
                    <a:srgbClr val="000000"/>
                  </a:solidFill>
                  <a:latin typeface="Times New Roman" panose="02020603050405020304" pitchFamily="18" charset="0"/>
                </a:rPr>
                <a:t>(32 bits)</a:t>
              </a:r>
            </a:p>
            <a:p>
              <a:pP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Destination IP address</a:t>
              </a:r>
            </a:p>
            <a:p>
              <a:pPr algn="ctr">
                <a:buClrTx/>
                <a:buSzPct val="60000"/>
                <a:buFontTx/>
                <a:buNone/>
              </a:pPr>
              <a:r>
                <a:rPr lang="en-US" altLang="en-US" sz="1200" b="1">
                  <a:solidFill>
                    <a:srgbClr val="000000"/>
                  </a:solidFill>
                  <a:latin typeface="Times New Roman" panose="02020603050405020304" pitchFamily="18" charset="0"/>
                </a:rPr>
                <a:t>(32 bits)</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Data</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Options</a:t>
              </a:r>
            </a:p>
            <a:p>
              <a:pPr>
                <a:buClrTx/>
                <a:buSzPct val="60000"/>
                <a:buFontTx/>
                <a:buNone/>
              </a:pPr>
              <a:endParaRPr lang="en-US" altLang="en-US" sz="1200" b="1">
                <a:solidFill>
                  <a:srgbClr val="000000"/>
                </a:solidFill>
                <a:latin typeface="Times New Roman" panose="02020603050405020304" pitchFamily="18" charset="0"/>
              </a:endParaRPr>
            </a:p>
          </p:txBody>
        </p:sp>
        <p:sp>
          <p:nvSpPr>
            <p:cNvPr id="288775" name="Line 6">
              <a:extLst>
                <a:ext uri="{FF2B5EF4-FFF2-40B4-BE49-F238E27FC236}">
                  <a16:creationId xmlns:a16="http://schemas.microsoft.com/office/drawing/2014/main" id="{91E25F4E-8984-52DB-915E-8198BEA3E6FA}"/>
                </a:ext>
              </a:extLst>
            </p:cNvPr>
            <p:cNvSpPr>
              <a:spLocks noChangeShapeType="1"/>
            </p:cNvSpPr>
            <p:nvPr/>
          </p:nvSpPr>
          <p:spPr bwMode="auto">
            <a:xfrm>
              <a:off x="528" y="1375"/>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76" name="Line 7">
              <a:extLst>
                <a:ext uri="{FF2B5EF4-FFF2-40B4-BE49-F238E27FC236}">
                  <a16:creationId xmlns:a16="http://schemas.microsoft.com/office/drawing/2014/main" id="{21A74540-6978-0D92-E0E2-A4C442ED9160}"/>
                </a:ext>
              </a:extLst>
            </p:cNvPr>
            <p:cNvSpPr>
              <a:spLocks noChangeShapeType="1"/>
            </p:cNvSpPr>
            <p:nvPr/>
          </p:nvSpPr>
          <p:spPr bwMode="auto">
            <a:xfrm>
              <a:off x="1075" y="969"/>
              <a:ext cx="0" cy="42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77" name="Line 8">
              <a:extLst>
                <a:ext uri="{FF2B5EF4-FFF2-40B4-BE49-F238E27FC236}">
                  <a16:creationId xmlns:a16="http://schemas.microsoft.com/office/drawing/2014/main" id="{90A2308D-0A13-7A00-A608-E93D5D210B59}"/>
                </a:ext>
              </a:extLst>
            </p:cNvPr>
            <p:cNvSpPr>
              <a:spLocks noChangeShapeType="1"/>
            </p:cNvSpPr>
            <p:nvPr/>
          </p:nvSpPr>
          <p:spPr bwMode="auto">
            <a:xfrm>
              <a:off x="1545" y="969"/>
              <a:ext cx="0" cy="40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78" name="Line 9">
              <a:extLst>
                <a:ext uri="{FF2B5EF4-FFF2-40B4-BE49-F238E27FC236}">
                  <a16:creationId xmlns:a16="http://schemas.microsoft.com/office/drawing/2014/main" id="{CB99EE6A-98E6-E393-7BAB-F30D8CC2E6B7}"/>
                </a:ext>
              </a:extLst>
            </p:cNvPr>
            <p:cNvSpPr>
              <a:spLocks noChangeShapeType="1"/>
            </p:cNvSpPr>
            <p:nvPr/>
          </p:nvSpPr>
          <p:spPr bwMode="auto">
            <a:xfrm>
              <a:off x="2660" y="960"/>
              <a:ext cx="0" cy="120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79" name="Line 10">
              <a:extLst>
                <a:ext uri="{FF2B5EF4-FFF2-40B4-BE49-F238E27FC236}">
                  <a16:creationId xmlns:a16="http://schemas.microsoft.com/office/drawing/2014/main" id="{8BBE1B3A-03E1-34F2-B3DF-548C6E6954B7}"/>
                </a:ext>
              </a:extLst>
            </p:cNvPr>
            <p:cNvSpPr>
              <a:spLocks noChangeShapeType="1"/>
            </p:cNvSpPr>
            <p:nvPr/>
          </p:nvSpPr>
          <p:spPr bwMode="auto">
            <a:xfrm>
              <a:off x="538" y="1763"/>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0" name="Line 11">
              <a:extLst>
                <a:ext uri="{FF2B5EF4-FFF2-40B4-BE49-F238E27FC236}">
                  <a16:creationId xmlns:a16="http://schemas.microsoft.com/office/drawing/2014/main" id="{90EAF106-785C-1F29-0652-E3F32A06CA9E}"/>
                </a:ext>
              </a:extLst>
            </p:cNvPr>
            <p:cNvSpPr>
              <a:spLocks noChangeShapeType="1"/>
            </p:cNvSpPr>
            <p:nvPr/>
          </p:nvSpPr>
          <p:spPr bwMode="auto">
            <a:xfrm>
              <a:off x="3414" y="1375"/>
              <a:ext cx="0" cy="3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1" name="Line 12">
              <a:extLst>
                <a:ext uri="{FF2B5EF4-FFF2-40B4-BE49-F238E27FC236}">
                  <a16:creationId xmlns:a16="http://schemas.microsoft.com/office/drawing/2014/main" id="{1134A904-ED27-58EB-B065-082B1E457D9F}"/>
                </a:ext>
              </a:extLst>
            </p:cNvPr>
            <p:cNvSpPr>
              <a:spLocks noChangeShapeType="1"/>
            </p:cNvSpPr>
            <p:nvPr/>
          </p:nvSpPr>
          <p:spPr bwMode="auto">
            <a:xfrm>
              <a:off x="548" y="2168"/>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2" name="Line 13">
              <a:extLst>
                <a:ext uri="{FF2B5EF4-FFF2-40B4-BE49-F238E27FC236}">
                  <a16:creationId xmlns:a16="http://schemas.microsoft.com/office/drawing/2014/main" id="{4AFEE887-DD35-95A8-2BC3-E46554B9ABCE}"/>
                </a:ext>
              </a:extLst>
            </p:cNvPr>
            <p:cNvSpPr>
              <a:spLocks noChangeShapeType="1"/>
            </p:cNvSpPr>
            <p:nvPr/>
          </p:nvSpPr>
          <p:spPr bwMode="auto">
            <a:xfrm>
              <a:off x="1418" y="1768"/>
              <a:ext cx="0" cy="40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3" name="Line 14">
              <a:extLst>
                <a:ext uri="{FF2B5EF4-FFF2-40B4-BE49-F238E27FC236}">
                  <a16:creationId xmlns:a16="http://schemas.microsoft.com/office/drawing/2014/main" id="{886215E4-EFFF-BA5C-9A34-29E6E266AA10}"/>
                </a:ext>
              </a:extLst>
            </p:cNvPr>
            <p:cNvSpPr>
              <a:spLocks noChangeShapeType="1"/>
            </p:cNvSpPr>
            <p:nvPr/>
          </p:nvSpPr>
          <p:spPr bwMode="auto">
            <a:xfrm>
              <a:off x="548" y="2583"/>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4" name="Line 15">
              <a:extLst>
                <a:ext uri="{FF2B5EF4-FFF2-40B4-BE49-F238E27FC236}">
                  <a16:creationId xmlns:a16="http://schemas.microsoft.com/office/drawing/2014/main" id="{4D011400-39D6-D508-A8B5-6292CCEFBA40}"/>
                </a:ext>
              </a:extLst>
            </p:cNvPr>
            <p:cNvSpPr>
              <a:spLocks noChangeShapeType="1"/>
            </p:cNvSpPr>
            <p:nvPr/>
          </p:nvSpPr>
          <p:spPr bwMode="auto">
            <a:xfrm>
              <a:off x="538" y="2944"/>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288785" name="Line 16">
              <a:extLst>
                <a:ext uri="{FF2B5EF4-FFF2-40B4-BE49-F238E27FC236}">
                  <a16:creationId xmlns:a16="http://schemas.microsoft.com/office/drawing/2014/main" id="{151985D8-8514-8DF9-4EC8-631942F79144}"/>
                </a:ext>
              </a:extLst>
            </p:cNvPr>
            <p:cNvSpPr>
              <a:spLocks noChangeShapeType="1"/>
            </p:cNvSpPr>
            <p:nvPr/>
          </p:nvSpPr>
          <p:spPr bwMode="auto">
            <a:xfrm>
              <a:off x="528" y="3306"/>
              <a:ext cx="463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ext Box 1">
            <a:extLst>
              <a:ext uri="{FF2B5EF4-FFF2-40B4-BE49-F238E27FC236}">
                <a16:creationId xmlns:a16="http://schemas.microsoft.com/office/drawing/2014/main" id="{FA17A2C4-77BA-1E56-9C56-9FEFEAF4B9E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90819" name="Text Box 2">
            <a:extLst>
              <a:ext uri="{FF2B5EF4-FFF2-40B4-BE49-F238E27FC236}">
                <a16:creationId xmlns:a16="http://schemas.microsoft.com/office/drawing/2014/main" id="{71E5752D-3957-E35B-E9AB-F86F5B9461F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FFECE84-E39C-4AF0-9C10-DD69A45D5C69}" type="slidenum">
              <a:rPr lang="en-US" altLang="en-US" sz="1400">
                <a:solidFill>
                  <a:srgbClr val="000000"/>
                </a:solidFill>
              </a:rPr>
              <a:pPr algn="r" eaLnBrk="1" hangingPunct="1">
                <a:buClrTx/>
                <a:buSzPct val="60000"/>
                <a:buFontTx/>
                <a:buNone/>
              </a:pPr>
              <a:t>181</a:t>
            </a:fld>
            <a:endParaRPr lang="en-US" altLang="en-US" sz="1400">
              <a:solidFill>
                <a:srgbClr val="000000"/>
              </a:solidFill>
            </a:endParaRPr>
          </a:p>
        </p:txBody>
      </p:sp>
      <p:sp>
        <p:nvSpPr>
          <p:cNvPr id="290820" name="Text Box 3">
            <a:extLst>
              <a:ext uri="{FF2B5EF4-FFF2-40B4-BE49-F238E27FC236}">
                <a16:creationId xmlns:a16="http://schemas.microsoft.com/office/drawing/2014/main" id="{84EF6C38-E324-E68B-BC0E-4AD3069AC9D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IP Datagram – 1</a:t>
            </a:r>
          </a:p>
        </p:txBody>
      </p:sp>
      <p:sp>
        <p:nvSpPr>
          <p:cNvPr id="290821" name="Text Box 4">
            <a:extLst>
              <a:ext uri="{FF2B5EF4-FFF2-40B4-BE49-F238E27FC236}">
                <a16:creationId xmlns:a16="http://schemas.microsoft.com/office/drawing/2014/main" id="{2876409E-0A2C-FEDF-B50B-9320A537E06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Version: Currently 4, in future 6</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Header Length (HLEN): Total length of the datagram in 4-byte words.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1">
            <a:extLst>
              <a:ext uri="{FF2B5EF4-FFF2-40B4-BE49-F238E27FC236}">
                <a16:creationId xmlns:a16="http://schemas.microsoft.com/office/drawing/2014/main" id="{021D29BF-578D-E78B-893B-8D5EB249FA1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92867" name="Text Box 2">
            <a:extLst>
              <a:ext uri="{FF2B5EF4-FFF2-40B4-BE49-F238E27FC236}">
                <a16:creationId xmlns:a16="http://schemas.microsoft.com/office/drawing/2014/main" id="{92F8A723-0BA9-7203-96CF-A122AC5B8FD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15C7923-2531-4970-ADBD-161D3A10AE50}" type="slidenum">
              <a:rPr lang="en-US" altLang="en-US" sz="1400">
                <a:solidFill>
                  <a:srgbClr val="000000"/>
                </a:solidFill>
              </a:rPr>
              <a:pPr algn="r" eaLnBrk="1" hangingPunct="1">
                <a:buClrTx/>
                <a:buSzPct val="60000"/>
                <a:buFontTx/>
                <a:buNone/>
              </a:pPr>
              <a:t>182</a:t>
            </a:fld>
            <a:endParaRPr lang="en-US" altLang="en-US" sz="1400">
              <a:solidFill>
                <a:srgbClr val="000000"/>
              </a:solidFill>
            </a:endParaRPr>
          </a:p>
        </p:txBody>
      </p:sp>
      <p:sp>
        <p:nvSpPr>
          <p:cNvPr id="292868" name="Text Box 3">
            <a:extLst>
              <a:ext uri="{FF2B5EF4-FFF2-40B4-BE49-F238E27FC236}">
                <a16:creationId xmlns:a16="http://schemas.microsoft.com/office/drawing/2014/main" id="{C8BA8640-AD89-6FC7-4A22-C229C72D176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IP Datagram – 2</a:t>
            </a:r>
          </a:p>
        </p:txBody>
      </p:sp>
      <p:sp>
        <p:nvSpPr>
          <p:cNvPr id="292869" name="Text Box 4">
            <a:extLst>
              <a:ext uri="{FF2B5EF4-FFF2-40B4-BE49-F238E27FC236}">
                <a16:creationId xmlns:a16="http://schemas.microsoft.com/office/drawing/2014/main" id="{CDC94833-A741-2A2E-2D93-25439685625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Services: Contains flags such as priority, type of service needed (e.g. minimize cost), etc</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Total length: This 16-bit field contains the total length (Header + Data) of the IP datagram in bytes. Maximum value 65535, of which 20-60 bytes are reserved for header.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Text Box 1">
            <a:extLst>
              <a:ext uri="{FF2B5EF4-FFF2-40B4-BE49-F238E27FC236}">
                <a16:creationId xmlns:a16="http://schemas.microsoft.com/office/drawing/2014/main" id="{A45CBB39-E218-E24C-D1C7-51785FD9791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94915" name="Text Box 2">
            <a:extLst>
              <a:ext uri="{FF2B5EF4-FFF2-40B4-BE49-F238E27FC236}">
                <a16:creationId xmlns:a16="http://schemas.microsoft.com/office/drawing/2014/main" id="{B687007C-6B06-3663-AC42-92B382D4A62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A23716C-ADA2-4487-8B8A-BF2FCBBA74E0}" type="slidenum">
              <a:rPr lang="en-US" altLang="en-US" sz="1400">
                <a:solidFill>
                  <a:srgbClr val="000000"/>
                </a:solidFill>
              </a:rPr>
              <a:pPr algn="r" eaLnBrk="1" hangingPunct="1">
                <a:buClrTx/>
                <a:buSzPct val="60000"/>
                <a:buFontTx/>
                <a:buNone/>
              </a:pPr>
              <a:t>183</a:t>
            </a:fld>
            <a:endParaRPr lang="en-US" altLang="en-US" sz="1400">
              <a:solidFill>
                <a:srgbClr val="000000"/>
              </a:solidFill>
            </a:endParaRPr>
          </a:p>
        </p:txBody>
      </p:sp>
      <p:sp>
        <p:nvSpPr>
          <p:cNvPr id="294916" name="Text Box 3">
            <a:extLst>
              <a:ext uri="{FF2B5EF4-FFF2-40B4-BE49-F238E27FC236}">
                <a16:creationId xmlns:a16="http://schemas.microsoft.com/office/drawing/2014/main" id="{DF5F56D1-99BF-2541-726C-A32548CF9C6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IP Datagram – 3</a:t>
            </a:r>
          </a:p>
        </p:txBody>
      </p:sp>
      <p:sp>
        <p:nvSpPr>
          <p:cNvPr id="294917" name="Text Box 4">
            <a:extLst>
              <a:ext uri="{FF2B5EF4-FFF2-40B4-BE49-F238E27FC236}">
                <a16:creationId xmlns:a16="http://schemas.microsoft.com/office/drawing/2014/main" id="{EB151845-0D44-0DA8-823D-1876B99E358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Identification: Used in </a:t>
            </a:r>
            <a:r>
              <a:rPr lang="en-US" altLang="en-US" sz="2800" i="1" dirty="0">
                <a:solidFill>
                  <a:srgbClr val="000000"/>
                </a:solidFill>
              </a:rPr>
              <a:t>fragmentation</a:t>
            </a:r>
            <a:r>
              <a:rPr lang="en-US" altLang="en-US" sz="2800" dirty="0">
                <a:solidFill>
                  <a:srgbClr val="000000"/>
                </a:solidFill>
              </a:rPr>
              <a:t>.</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Flags: Used in </a:t>
            </a:r>
            <a:r>
              <a:rPr lang="en-US" altLang="en-US" sz="2800" i="1" dirty="0">
                <a:solidFill>
                  <a:srgbClr val="000000"/>
                </a:solidFill>
              </a:rPr>
              <a:t>fragmentation</a:t>
            </a:r>
            <a:r>
              <a:rPr lang="en-US" altLang="en-US" sz="2800" dirty="0">
                <a:solidFill>
                  <a:srgbClr val="000000"/>
                </a:solidFill>
              </a:rPr>
              <a:t>.</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Fragmentation offset: Used in </a:t>
            </a:r>
            <a:r>
              <a:rPr lang="en-US" altLang="en-US" sz="2800" i="1" dirty="0">
                <a:solidFill>
                  <a:srgbClr val="000000"/>
                </a:solidFill>
              </a:rPr>
              <a:t>fragmentation</a:t>
            </a:r>
            <a:r>
              <a:rPr lang="en-US" altLang="en-US" sz="2800" dirty="0">
                <a:solidFill>
                  <a:srgbClr val="000000"/>
                </a:solidFill>
              </a:rPr>
              <a:t>.</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Time to live: Specifies the maximum number of hops (routers) a datagram can visit before it must be discarded. Usually has a value of twice the number of expected hops. Avoids a datagram from traveling infinitely.</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Protocol: Higher protocol (TCP, UDP, ICMP, IGMP).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Text Box 1">
            <a:extLst>
              <a:ext uri="{FF2B5EF4-FFF2-40B4-BE49-F238E27FC236}">
                <a16:creationId xmlns:a16="http://schemas.microsoft.com/office/drawing/2014/main" id="{2C87457E-7CFD-E805-BA95-3F4FF068ABD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296963" name="Text Box 2">
            <a:extLst>
              <a:ext uri="{FF2B5EF4-FFF2-40B4-BE49-F238E27FC236}">
                <a16:creationId xmlns:a16="http://schemas.microsoft.com/office/drawing/2014/main" id="{3DF2C77A-36C3-1DDC-EA4C-1199F59E3B3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BB18F20-4FD1-4D4D-9111-DD3858D348A3}" type="slidenum">
              <a:rPr lang="en-US" altLang="en-US" sz="1400">
                <a:solidFill>
                  <a:srgbClr val="000000"/>
                </a:solidFill>
              </a:rPr>
              <a:pPr algn="r" eaLnBrk="1" hangingPunct="1">
                <a:buClrTx/>
                <a:buSzPct val="60000"/>
                <a:buFontTx/>
                <a:buNone/>
              </a:pPr>
              <a:t>184</a:t>
            </a:fld>
            <a:endParaRPr lang="en-US" altLang="en-US" sz="1400">
              <a:solidFill>
                <a:srgbClr val="000000"/>
              </a:solidFill>
            </a:endParaRPr>
          </a:p>
        </p:txBody>
      </p:sp>
      <p:sp>
        <p:nvSpPr>
          <p:cNvPr id="296964" name="Text Box 3">
            <a:extLst>
              <a:ext uri="{FF2B5EF4-FFF2-40B4-BE49-F238E27FC236}">
                <a16:creationId xmlns:a16="http://schemas.microsoft.com/office/drawing/2014/main" id="{3D1A073B-3301-9DDB-A9E4-F55C1ABB7F7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IP Datagram – 4</a:t>
            </a:r>
          </a:p>
        </p:txBody>
      </p:sp>
      <p:sp>
        <p:nvSpPr>
          <p:cNvPr id="296965" name="Text Box 4">
            <a:extLst>
              <a:ext uri="{FF2B5EF4-FFF2-40B4-BE49-F238E27FC236}">
                <a16:creationId xmlns:a16="http://schemas.microsoft.com/office/drawing/2014/main" id="{00A86B63-694C-F3B2-05B8-9511903A866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Checksum: Used for error detection.</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Source address: 32-bit source IP address.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Destination address: 32-bit destination IP address.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7BD989-B3D5-B249-F883-F10629A5A735}"/>
              </a:ext>
            </a:extLst>
          </p:cNvPr>
          <p:cNvSpPr>
            <a:spLocks noGrp="1"/>
          </p:cNvSpPr>
          <p:nvPr>
            <p:ph type="title"/>
          </p:nvPr>
        </p:nvSpPr>
        <p:spPr/>
        <p:txBody>
          <a:bodyPr/>
          <a:lstStyle/>
          <a:p>
            <a:r>
              <a:rPr lang="en-IN" dirty="0"/>
              <a:t>Checksum Example</a:t>
            </a:r>
          </a:p>
        </p:txBody>
      </p:sp>
      <p:sp>
        <p:nvSpPr>
          <p:cNvPr id="7" name="Content Placeholder 6">
            <a:extLst>
              <a:ext uri="{FF2B5EF4-FFF2-40B4-BE49-F238E27FC236}">
                <a16:creationId xmlns:a16="http://schemas.microsoft.com/office/drawing/2014/main" id="{4DCC753E-15C6-B45C-A163-70878321EDD2}"/>
              </a:ext>
            </a:extLst>
          </p:cNvPr>
          <p:cNvSpPr>
            <a:spLocks noGrp="1"/>
          </p:cNvSpPr>
          <p:nvPr>
            <p:ph idx="1"/>
          </p:nvPr>
        </p:nvSpPr>
        <p:spPr/>
        <p:txBody>
          <a:bodyPr/>
          <a:lstStyle/>
          <a:p>
            <a:endParaRPr lang="en-IN"/>
          </a:p>
        </p:txBody>
      </p:sp>
      <p:pic>
        <p:nvPicPr>
          <p:cNvPr id="9" name="Picture 8">
            <a:extLst>
              <a:ext uri="{FF2B5EF4-FFF2-40B4-BE49-F238E27FC236}">
                <a16:creationId xmlns:a16="http://schemas.microsoft.com/office/drawing/2014/main" id="{0107E3BC-A424-71BB-3635-3FB21701D758}"/>
              </a:ext>
            </a:extLst>
          </p:cNvPr>
          <p:cNvPicPr>
            <a:picLocks noChangeAspect="1"/>
          </p:cNvPicPr>
          <p:nvPr/>
        </p:nvPicPr>
        <p:blipFill>
          <a:blip r:embed="rId2"/>
          <a:stretch>
            <a:fillRect/>
          </a:stretch>
        </p:blipFill>
        <p:spPr>
          <a:xfrm>
            <a:off x="220662" y="1556792"/>
            <a:ext cx="8702676" cy="4351338"/>
          </a:xfrm>
          <a:prstGeom prst="rect">
            <a:avLst/>
          </a:prstGeom>
        </p:spPr>
      </p:pic>
    </p:spTree>
    <p:extLst>
      <p:ext uri="{BB962C8B-B14F-4D97-AF65-F5344CB8AC3E}">
        <p14:creationId xmlns:p14="http://schemas.microsoft.com/office/powerpoint/2010/main" val="72115220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Text Box 1">
            <a:extLst>
              <a:ext uri="{FF2B5EF4-FFF2-40B4-BE49-F238E27FC236}">
                <a16:creationId xmlns:a16="http://schemas.microsoft.com/office/drawing/2014/main" id="{70FBE8E7-612E-230F-88DF-FBE4C723C45D}"/>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Datagram Encapsulation</a:t>
            </a:r>
          </a:p>
        </p:txBody>
      </p:sp>
      <p:sp>
        <p:nvSpPr>
          <p:cNvPr id="299011" name="Text Box 2">
            <a:extLst>
              <a:ext uri="{FF2B5EF4-FFF2-40B4-BE49-F238E27FC236}">
                <a16:creationId xmlns:a16="http://schemas.microsoft.com/office/drawing/2014/main" id="{9CA97729-D2AA-2DA4-EF4E-5FB52A859BA0}"/>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Text Box 1">
            <a:extLst>
              <a:ext uri="{FF2B5EF4-FFF2-40B4-BE49-F238E27FC236}">
                <a16:creationId xmlns:a16="http://schemas.microsoft.com/office/drawing/2014/main" id="{30452E61-FDA4-2324-80D5-8F0465F791B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01059" name="Text Box 2">
            <a:extLst>
              <a:ext uri="{FF2B5EF4-FFF2-40B4-BE49-F238E27FC236}">
                <a16:creationId xmlns:a16="http://schemas.microsoft.com/office/drawing/2014/main" id="{2F7A086A-D841-0AF8-7FF4-54A09B7029B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9225A27-2A5F-44FF-A2EB-73A412C3E7C1}" type="slidenum">
              <a:rPr lang="en-US" altLang="en-US" sz="1400">
                <a:solidFill>
                  <a:srgbClr val="000000"/>
                </a:solidFill>
              </a:rPr>
              <a:pPr algn="r" eaLnBrk="1" hangingPunct="1">
                <a:buClrTx/>
                <a:buSzPct val="60000"/>
                <a:buFontTx/>
                <a:buNone/>
              </a:pPr>
              <a:t>187</a:t>
            </a:fld>
            <a:endParaRPr lang="en-US" altLang="en-US" sz="1400">
              <a:solidFill>
                <a:srgbClr val="000000"/>
              </a:solidFill>
            </a:endParaRPr>
          </a:p>
        </p:txBody>
      </p:sp>
      <p:grpSp>
        <p:nvGrpSpPr>
          <p:cNvPr id="301060" name="Group 3">
            <a:extLst>
              <a:ext uri="{FF2B5EF4-FFF2-40B4-BE49-F238E27FC236}">
                <a16:creationId xmlns:a16="http://schemas.microsoft.com/office/drawing/2014/main" id="{E2218AAD-DBE5-F681-BD57-F469567FD415}"/>
              </a:ext>
            </a:extLst>
          </p:cNvPr>
          <p:cNvGrpSpPr>
            <a:grpSpLocks/>
          </p:cNvGrpSpPr>
          <p:nvPr/>
        </p:nvGrpSpPr>
        <p:grpSpPr bwMode="auto">
          <a:xfrm>
            <a:off x="838200" y="1066800"/>
            <a:ext cx="7389813" cy="2770188"/>
            <a:chOff x="528" y="672"/>
            <a:chExt cx="4655" cy="1745"/>
          </a:xfrm>
        </p:grpSpPr>
        <p:sp>
          <p:nvSpPr>
            <p:cNvPr id="301068" name="Rectangle 4">
              <a:extLst>
                <a:ext uri="{FF2B5EF4-FFF2-40B4-BE49-F238E27FC236}">
                  <a16:creationId xmlns:a16="http://schemas.microsoft.com/office/drawing/2014/main" id="{D5229D23-CCD3-F963-FB72-EAB068A165D1}"/>
                </a:ext>
              </a:extLst>
            </p:cNvPr>
            <p:cNvSpPr>
              <a:spLocks noChangeArrowheads="1"/>
            </p:cNvSpPr>
            <p:nvPr/>
          </p:nvSpPr>
          <p:spPr bwMode="auto">
            <a:xfrm>
              <a:off x="528" y="672"/>
              <a:ext cx="4655" cy="1745"/>
            </a:xfrm>
            <a:prstGeom prst="rect">
              <a:avLst/>
            </a:prstGeom>
            <a:solidFill>
              <a:srgbClr val="00E4A8"/>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1069" name="Text Box 5">
              <a:extLst>
                <a:ext uri="{FF2B5EF4-FFF2-40B4-BE49-F238E27FC236}">
                  <a16:creationId xmlns:a16="http://schemas.microsoft.com/office/drawing/2014/main" id="{8FADB298-FCE7-1125-912A-8A31B49860E8}"/>
                </a:ext>
              </a:extLst>
            </p:cNvPr>
            <p:cNvSpPr txBox="1">
              <a:spLocks noChangeArrowheads="1"/>
            </p:cNvSpPr>
            <p:nvPr/>
          </p:nvSpPr>
          <p:spPr bwMode="auto">
            <a:xfrm>
              <a:off x="712" y="1057"/>
              <a:ext cx="4239" cy="27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Original message</a:t>
              </a:r>
            </a:p>
          </p:txBody>
        </p:sp>
        <p:sp>
          <p:nvSpPr>
            <p:cNvPr id="301070" name="Line 6">
              <a:extLst>
                <a:ext uri="{FF2B5EF4-FFF2-40B4-BE49-F238E27FC236}">
                  <a16:creationId xmlns:a16="http://schemas.microsoft.com/office/drawing/2014/main" id="{9A484306-6E8D-7D69-128B-30A30371E391}"/>
                </a:ext>
              </a:extLst>
            </p:cNvPr>
            <p:cNvSpPr>
              <a:spLocks noChangeShapeType="1"/>
            </p:cNvSpPr>
            <p:nvPr/>
          </p:nvSpPr>
          <p:spPr bwMode="auto">
            <a:xfrm flipH="1">
              <a:off x="1055" y="1344"/>
              <a:ext cx="481" cy="38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71" name="Line 7">
              <a:extLst>
                <a:ext uri="{FF2B5EF4-FFF2-40B4-BE49-F238E27FC236}">
                  <a16:creationId xmlns:a16="http://schemas.microsoft.com/office/drawing/2014/main" id="{87A88746-D0FF-2E6E-F15D-2B9EAA388D0A}"/>
                </a:ext>
              </a:extLst>
            </p:cNvPr>
            <p:cNvSpPr>
              <a:spLocks noChangeShapeType="1"/>
            </p:cNvSpPr>
            <p:nvPr/>
          </p:nvSpPr>
          <p:spPr bwMode="auto">
            <a:xfrm>
              <a:off x="2736" y="1344"/>
              <a:ext cx="0" cy="43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72" name="Line 8">
              <a:extLst>
                <a:ext uri="{FF2B5EF4-FFF2-40B4-BE49-F238E27FC236}">
                  <a16:creationId xmlns:a16="http://schemas.microsoft.com/office/drawing/2014/main" id="{C4990670-A23A-789D-086F-97C30B4F4415}"/>
                </a:ext>
              </a:extLst>
            </p:cNvPr>
            <p:cNvSpPr>
              <a:spLocks noChangeShapeType="1"/>
            </p:cNvSpPr>
            <p:nvPr/>
          </p:nvSpPr>
          <p:spPr bwMode="auto">
            <a:xfrm>
              <a:off x="3696" y="1344"/>
              <a:ext cx="479" cy="38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73" name="Text Box 9">
              <a:extLst>
                <a:ext uri="{FF2B5EF4-FFF2-40B4-BE49-F238E27FC236}">
                  <a16:creationId xmlns:a16="http://schemas.microsoft.com/office/drawing/2014/main" id="{AFD04800-D322-488D-A741-D2DE79A926B9}"/>
                </a:ext>
              </a:extLst>
            </p:cNvPr>
            <p:cNvSpPr txBox="1">
              <a:spLocks noChangeArrowheads="1"/>
            </p:cNvSpPr>
            <p:nvPr/>
          </p:nvSpPr>
          <p:spPr bwMode="auto">
            <a:xfrm>
              <a:off x="656" y="1729"/>
              <a:ext cx="1367" cy="45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TCP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1074" name="Line 10">
              <a:extLst>
                <a:ext uri="{FF2B5EF4-FFF2-40B4-BE49-F238E27FC236}">
                  <a16:creationId xmlns:a16="http://schemas.microsoft.com/office/drawing/2014/main" id="{8AC5511C-76F4-1574-1F02-61C624BCF85B}"/>
                </a:ext>
              </a:extLst>
            </p:cNvPr>
            <p:cNvSpPr>
              <a:spLocks noChangeShapeType="1"/>
            </p:cNvSpPr>
            <p:nvPr/>
          </p:nvSpPr>
          <p:spPr bwMode="auto">
            <a:xfrm>
              <a:off x="1088" y="1732"/>
              <a:ext cx="0" cy="46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75" name="Text Box 11">
              <a:extLst>
                <a:ext uri="{FF2B5EF4-FFF2-40B4-BE49-F238E27FC236}">
                  <a16:creationId xmlns:a16="http://schemas.microsoft.com/office/drawing/2014/main" id="{623FE982-F497-7A5F-5BFB-475042EED17E}"/>
                </a:ext>
              </a:extLst>
            </p:cNvPr>
            <p:cNvSpPr txBox="1">
              <a:spLocks noChangeArrowheads="1"/>
            </p:cNvSpPr>
            <p:nvPr/>
          </p:nvSpPr>
          <p:spPr bwMode="auto">
            <a:xfrm>
              <a:off x="2160" y="1728"/>
              <a:ext cx="1407" cy="456"/>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TCP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1076" name="Line 12">
              <a:extLst>
                <a:ext uri="{FF2B5EF4-FFF2-40B4-BE49-F238E27FC236}">
                  <a16:creationId xmlns:a16="http://schemas.microsoft.com/office/drawing/2014/main" id="{542BB1BC-5576-FA1A-E070-D0A568D707DF}"/>
                </a:ext>
              </a:extLst>
            </p:cNvPr>
            <p:cNvSpPr>
              <a:spLocks noChangeShapeType="1"/>
            </p:cNvSpPr>
            <p:nvPr/>
          </p:nvSpPr>
          <p:spPr bwMode="auto">
            <a:xfrm>
              <a:off x="2736" y="1728"/>
              <a:ext cx="0" cy="46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77" name="Text Box 13">
              <a:extLst>
                <a:ext uri="{FF2B5EF4-FFF2-40B4-BE49-F238E27FC236}">
                  <a16:creationId xmlns:a16="http://schemas.microsoft.com/office/drawing/2014/main" id="{E474C21E-DFF5-4C7A-79AC-940865159888}"/>
                </a:ext>
              </a:extLst>
            </p:cNvPr>
            <p:cNvSpPr txBox="1">
              <a:spLocks noChangeArrowheads="1"/>
            </p:cNvSpPr>
            <p:nvPr/>
          </p:nvSpPr>
          <p:spPr bwMode="auto">
            <a:xfrm>
              <a:off x="3648" y="1728"/>
              <a:ext cx="1383" cy="456"/>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TCP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1078" name="Line 14">
              <a:extLst>
                <a:ext uri="{FF2B5EF4-FFF2-40B4-BE49-F238E27FC236}">
                  <a16:creationId xmlns:a16="http://schemas.microsoft.com/office/drawing/2014/main" id="{337691B7-E5D2-850B-6104-83544FABC4C4}"/>
                </a:ext>
              </a:extLst>
            </p:cNvPr>
            <p:cNvSpPr>
              <a:spLocks noChangeShapeType="1"/>
            </p:cNvSpPr>
            <p:nvPr/>
          </p:nvSpPr>
          <p:spPr bwMode="auto">
            <a:xfrm>
              <a:off x="4224" y="1728"/>
              <a:ext cx="0" cy="46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1061" name="Text Box 15">
            <a:extLst>
              <a:ext uri="{FF2B5EF4-FFF2-40B4-BE49-F238E27FC236}">
                <a16:creationId xmlns:a16="http://schemas.microsoft.com/office/drawing/2014/main" id="{29E41496-DC02-A93D-B284-5A73C6F9AA16}"/>
              </a:ext>
            </a:extLst>
          </p:cNvPr>
          <p:cNvSpPr txBox="1">
            <a:spLocks noChangeArrowheads="1"/>
          </p:cNvSpPr>
          <p:nvPr/>
        </p:nvSpPr>
        <p:spPr bwMode="auto">
          <a:xfrm>
            <a:off x="58738" y="431800"/>
            <a:ext cx="8054975" cy="46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400" b="1" i="1">
                <a:solidFill>
                  <a:srgbClr val="000000"/>
                </a:solidFill>
                <a:latin typeface="Times New Roman" panose="02020603050405020304" pitchFamily="18" charset="0"/>
                <a:cs typeface="Times New Roman" panose="02020603050405020304" pitchFamily="18" charset="0"/>
              </a:rPr>
              <a:t>TCP Layer Breaks Down the Original Message Into Segments</a:t>
            </a:r>
            <a:r>
              <a:rPr lang="en-US" altLang="en-US" sz="2000">
                <a:solidFill>
                  <a:srgbClr val="000000"/>
                </a:solidFill>
                <a:latin typeface="Times New Roman" panose="02020603050405020304" pitchFamily="18" charset="0"/>
              </a:rPr>
              <a:t> </a:t>
            </a:r>
          </a:p>
        </p:txBody>
      </p:sp>
      <p:grpSp>
        <p:nvGrpSpPr>
          <p:cNvPr id="301062" name="Group 16">
            <a:extLst>
              <a:ext uri="{FF2B5EF4-FFF2-40B4-BE49-F238E27FC236}">
                <a16:creationId xmlns:a16="http://schemas.microsoft.com/office/drawing/2014/main" id="{BF3DED55-C837-174B-983F-D6F10F02438C}"/>
              </a:ext>
            </a:extLst>
          </p:cNvPr>
          <p:cNvGrpSpPr>
            <a:grpSpLocks/>
          </p:cNvGrpSpPr>
          <p:nvPr/>
        </p:nvGrpSpPr>
        <p:grpSpPr bwMode="auto">
          <a:xfrm>
            <a:off x="1066800" y="5257800"/>
            <a:ext cx="7085013" cy="855663"/>
            <a:chOff x="672" y="3312"/>
            <a:chExt cx="4463" cy="539"/>
          </a:xfrm>
        </p:grpSpPr>
        <p:sp>
          <p:nvSpPr>
            <p:cNvPr id="301064" name="Rectangle 17">
              <a:extLst>
                <a:ext uri="{FF2B5EF4-FFF2-40B4-BE49-F238E27FC236}">
                  <a16:creationId xmlns:a16="http://schemas.microsoft.com/office/drawing/2014/main" id="{6C213B5D-BDC5-578F-E919-FF101655B4E2}"/>
                </a:ext>
              </a:extLst>
            </p:cNvPr>
            <p:cNvSpPr>
              <a:spLocks noChangeArrowheads="1"/>
            </p:cNvSpPr>
            <p:nvPr/>
          </p:nvSpPr>
          <p:spPr bwMode="auto">
            <a:xfrm>
              <a:off x="672" y="3312"/>
              <a:ext cx="4463" cy="539"/>
            </a:xfrm>
            <a:prstGeom prst="rect">
              <a:avLst/>
            </a:prstGeom>
            <a:solidFill>
              <a:srgbClr val="00E4A8"/>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1065" name="Text Box 18">
              <a:extLst>
                <a:ext uri="{FF2B5EF4-FFF2-40B4-BE49-F238E27FC236}">
                  <a16:creationId xmlns:a16="http://schemas.microsoft.com/office/drawing/2014/main" id="{8C41F86C-62BC-42AF-A5D4-380AC22C41CB}"/>
                </a:ext>
              </a:extLst>
            </p:cNvPr>
            <p:cNvSpPr txBox="1">
              <a:spLocks noChangeArrowheads="1"/>
            </p:cNvSpPr>
            <p:nvPr/>
          </p:nvSpPr>
          <p:spPr bwMode="auto">
            <a:xfrm>
              <a:off x="904" y="3456"/>
              <a:ext cx="3989" cy="24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1066" name="Line 19">
              <a:extLst>
                <a:ext uri="{FF2B5EF4-FFF2-40B4-BE49-F238E27FC236}">
                  <a16:creationId xmlns:a16="http://schemas.microsoft.com/office/drawing/2014/main" id="{A4690A21-711E-8FA0-9042-69A96DF637A6}"/>
                </a:ext>
              </a:extLst>
            </p:cNvPr>
            <p:cNvSpPr>
              <a:spLocks noChangeShapeType="1"/>
            </p:cNvSpPr>
            <p:nvPr/>
          </p:nvSpPr>
          <p:spPr bwMode="auto">
            <a:xfrm>
              <a:off x="1813" y="3462"/>
              <a:ext cx="0"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1067" name="Line 20">
              <a:extLst>
                <a:ext uri="{FF2B5EF4-FFF2-40B4-BE49-F238E27FC236}">
                  <a16:creationId xmlns:a16="http://schemas.microsoft.com/office/drawing/2014/main" id="{EEF40773-CDFD-A4EB-DDD5-135B3BB3D162}"/>
                </a:ext>
              </a:extLst>
            </p:cNvPr>
            <p:cNvSpPr>
              <a:spLocks noChangeShapeType="1"/>
            </p:cNvSpPr>
            <p:nvPr/>
          </p:nvSpPr>
          <p:spPr bwMode="auto">
            <a:xfrm>
              <a:off x="2722" y="3462"/>
              <a:ext cx="0"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1063" name="Text Box 21">
            <a:extLst>
              <a:ext uri="{FF2B5EF4-FFF2-40B4-BE49-F238E27FC236}">
                <a16:creationId xmlns:a16="http://schemas.microsoft.com/office/drawing/2014/main" id="{96FFC54C-A04C-09A9-088F-89AF8E08042E}"/>
              </a:ext>
            </a:extLst>
          </p:cNvPr>
          <p:cNvSpPr txBox="1">
            <a:spLocks noChangeArrowheads="1"/>
          </p:cNvSpPr>
          <p:nvPr/>
        </p:nvSpPr>
        <p:spPr bwMode="auto">
          <a:xfrm>
            <a:off x="1358900" y="4486275"/>
            <a:ext cx="62484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IP Header Is Added to the TCP Segments</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Text Box 1">
            <a:extLst>
              <a:ext uri="{FF2B5EF4-FFF2-40B4-BE49-F238E27FC236}">
                <a16:creationId xmlns:a16="http://schemas.microsoft.com/office/drawing/2014/main" id="{6ACBE005-576F-0DE9-0E47-FED1AF5E5F5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03107" name="Text Box 2">
            <a:extLst>
              <a:ext uri="{FF2B5EF4-FFF2-40B4-BE49-F238E27FC236}">
                <a16:creationId xmlns:a16="http://schemas.microsoft.com/office/drawing/2014/main" id="{6CDDD5B9-C96E-FAB7-4C93-77C662E4393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B9755D0-3293-4C6B-9D57-028B0F5D0721}" type="slidenum">
              <a:rPr lang="en-US" altLang="en-US" sz="1400">
                <a:solidFill>
                  <a:srgbClr val="000000"/>
                </a:solidFill>
              </a:rPr>
              <a:pPr algn="r" eaLnBrk="1" hangingPunct="1">
                <a:buClrTx/>
                <a:buSzPct val="60000"/>
                <a:buFontTx/>
                <a:buNone/>
              </a:pPr>
              <a:t>188</a:t>
            </a:fld>
            <a:endParaRPr lang="en-US" altLang="en-US" sz="1400">
              <a:solidFill>
                <a:srgbClr val="000000"/>
              </a:solidFill>
            </a:endParaRPr>
          </a:p>
        </p:txBody>
      </p:sp>
      <p:grpSp>
        <p:nvGrpSpPr>
          <p:cNvPr id="303108" name="Group 3">
            <a:extLst>
              <a:ext uri="{FF2B5EF4-FFF2-40B4-BE49-F238E27FC236}">
                <a16:creationId xmlns:a16="http://schemas.microsoft.com/office/drawing/2014/main" id="{97C1CA46-5AD6-3DE9-EDCA-23FDFC766FAD}"/>
              </a:ext>
            </a:extLst>
          </p:cNvPr>
          <p:cNvGrpSpPr>
            <a:grpSpLocks/>
          </p:cNvGrpSpPr>
          <p:nvPr/>
        </p:nvGrpSpPr>
        <p:grpSpPr bwMode="auto">
          <a:xfrm>
            <a:off x="1219200" y="838200"/>
            <a:ext cx="6704013" cy="1693863"/>
            <a:chOff x="768" y="528"/>
            <a:chExt cx="4223" cy="1067"/>
          </a:xfrm>
        </p:grpSpPr>
        <p:sp>
          <p:nvSpPr>
            <p:cNvPr id="303116" name="Rectangle 4">
              <a:extLst>
                <a:ext uri="{FF2B5EF4-FFF2-40B4-BE49-F238E27FC236}">
                  <a16:creationId xmlns:a16="http://schemas.microsoft.com/office/drawing/2014/main" id="{7C5602E3-4CFD-FBC7-3669-04EDF64C1595}"/>
                </a:ext>
              </a:extLst>
            </p:cNvPr>
            <p:cNvSpPr>
              <a:spLocks noChangeArrowheads="1"/>
            </p:cNvSpPr>
            <p:nvPr/>
          </p:nvSpPr>
          <p:spPr bwMode="auto">
            <a:xfrm>
              <a:off x="768" y="528"/>
              <a:ext cx="4223" cy="1067"/>
            </a:xfrm>
            <a:prstGeom prst="rect">
              <a:avLst/>
            </a:prstGeom>
            <a:solidFill>
              <a:srgbClr val="CC99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3117" name="Text Box 5">
              <a:extLst>
                <a:ext uri="{FF2B5EF4-FFF2-40B4-BE49-F238E27FC236}">
                  <a16:creationId xmlns:a16="http://schemas.microsoft.com/office/drawing/2014/main" id="{03E9C721-82E9-2362-C71D-65C20EB2879D}"/>
                </a:ext>
              </a:extLst>
            </p:cNvPr>
            <p:cNvSpPr txBox="1">
              <a:spLocks noChangeArrowheads="1"/>
            </p:cNvSpPr>
            <p:nvPr/>
          </p:nvSpPr>
          <p:spPr bwMode="auto">
            <a:xfrm>
              <a:off x="1566" y="666"/>
              <a:ext cx="3284" cy="24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3118" name="Line 6">
              <a:extLst>
                <a:ext uri="{FF2B5EF4-FFF2-40B4-BE49-F238E27FC236}">
                  <a16:creationId xmlns:a16="http://schemas.microsoft.com/office/drawing/2014/main" id="{A8891195-12BE-00C7-610A-53660CC14274}"/>
                </a:ext>
              </a:extLst>
            </p:cNvPr>
            <p:cNvSpPr>
              <a:spLocks noChangeShapeType="1"/>
            </p:cNvSpPr>
            <p:nvPr/>
          </p:nvSpPr>
          <p:spPr bwMode="auto">
            <a:xfrm>
              <a:off x="2315" y="672"/>
              <a:ext cx="0"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3119" name="Line 7">
              <a:extLst>
                <a:ext uri="{FF2B5EF4-FFF2-40B4-BE49-F238E27FC236}">
                  <a16:creationId xmlns:a16="http://schemas.microsoft.com/office/drawing/2014/main" id="{B20D3BAF-72C9-593A-B15D-6AC0559996C0}"/>
                </a:ext>
              </a:extLst>
            </p:cNvPr>
            <p:cNvSpPr>
              <a:spLocks noChangeShapeType="1"/>
            </p:cNvSpPr>
            <p:nvPr/>
          </p:nvSpPr>
          <p:spPr bwMode="auto">
            <a:xfrm>
              <a:off x="3063" y="672"/>
              <a:ext cx="0" cy="23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3120" name="Text Box 8">
              <a:extLst>
                <a:ext uri="{FF2B5EF4-FFF2-40B4-BE49-F238E27FC236}">
                  <a16:creationId xmlns:a16="http://schemas.microsoft.com/office/drawing/2014/main" id="{6288EB9B-0A30-F4C6-EE3A-F1A87E02F5F1}"/>
                </a:ext>
              </a:extLst>
            </p:cNvPr>
            <p:cNvSpPr txBox="1">
              <a:spLocks noChangeArrowheads="1"/>
            </p:cNvSpPr>
            <p:nvPr/>
          </p:nvSpPr>
          <p:spPr bwMode="auto">
            <a:xfrm>
              <a:off x="926" y="1116"/>
              <a:ext cx="3924" cy="35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Ethernet</a:t>
              </a:r>
            </a:p>
            <a:p>
              <a:pPr>
                <a:buClrTx/>
                <a:buSzPct val="60000"/>
                <a:buFontTx/>
                <a:buNone/>
              </a:pPr>
              <a:r>
                <a:rPr lang="en-US" altLang="en-US" sz="1200" b="1">
                  <a:solidFill>
                    <a:srgbClr val="000000"/>
                  </a:solidFill>
                  <a:latin typeface="Times New Roman" panose="02020603050405020304" pitchFamily="18" charset="0"/>
                </a:rPr>
                <a:t>Frame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3121" name="Line 9">
              <a:extLst>
                <a:ext uri="{FF2B5EF4-FFF2-40B4-BE49-F238E27FC236}">
                  <a16:creationId xmlns:a16="http://schemas.microsoft.com/office/drawing/2014/main" id="{49B199C7-3846-8833-1B95-9DFB470197F2}"/>
                </a:ext>
              </a:extLst>
            </p:cNvPr>
            <p:cNvSpPr>
              <a:spLocks noChangeShapeType="1"/>
            </p:cNvSpPr>
            <p:nvPr/>
          </p:nvSpPr>
          <p:spPr bwMode="auto">
            <a:xfrm>
              <a:off x="1566" y="1120"/>
              <a:ext cx="0" cy="35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3122" name="Line 10">
              <a:extLst>
                <a:ext uri="{FF2B5EF4-FFF2-40B4-BE49-F238E27FC236}">
                  <a16:creationId xmlns:a16="http://schemas.microsoft.com/office/drawing/2014/main" id="{AA83C106-8279-597A-C7A8-C61993BC007F}"/>
                </a:ext>
              </a:extLst>
            </p:cNvPr>
            <p:cNvSpPr>
              <a:spLocks noChangeShapeType="1"/>
            </p:cNvSpPr>
            <p:nvPr/>
          </p:nvSpPr>
          <p:spPr bwMode="auto">
            <a:xfrm flipV="1">
              <a:off x="1575" y="921"/>
              <a:ext cx="0" cy="169"/>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3123" name="Line 11">
              <a:extLst>
                <a:ext uri="{FF2B5EF4-FFF2-40B4-BE49-F238E27FC236}">
                  <a16:creationId xmlns:a16="http://schemas.microsoft.com/office/drawing/2014/main" id="{5E3F6132-D273-36D7-E09F-3E4D6E1A4DFB}"/>
                </a:ext>
              </a:extLst>
            </p:cNvPr>
            <p:cNvSpPr>
              <a:spLocks noChangeShapeType="1"/>
            </p:cNvSpPr>
            <p:nvPr/>
          </p:nvSpPr>
          <p:spPr bwMode="auto">
            <a:xfrm flipV="1">
              <a:off x="4842" y="927"/>
              <a:ext cx="0" cy="169"/>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3109" name="Text Box 12">
            <a:extLst>
              <a:ext uri="{FF2B5EF4-FFF2-40B4-BE49-F238E27FC236}">
                <a16:creationId xmlns:a16="http://schemas.microsoft.com/office/drawing/2014/main" id="{51EF2FC7-67BA-BF9F-D204-17312F1C41B5}"/>
              </a:ext>
            </a:extLst>
          </p:cNvPr>
          <p:cNvSpPr txBox="1">
            <a:spLocks noChangeArrowheads="1"/>
          </p:cNvSpPr>
          <p:nvPr/>
        </p:nvSpPr>
        <p:spPr bwMode="auto">
          <a:xfrm>
            <a:off x="1296988" y="228600"/>
            <a:ext cx="2538412"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Ethernet Frame</a:t>
            </a:r>
          </a:p>
        </p:txBody>
      </p:sp>
      <p:grpSp>
        <p:nvGrpSpPr>
          <p:cNvPr id="303110" name="Group 13">
            <a:extLst>
              <a:ext uri="{FF2B5EF4-FFF2-40B4-BE49-F238E27FC236}">
                <a16:creationId xmlns:a16="http://schemas.microsoft.com/office/drawing/2014/main" id="{CAD38448-D3A9-B4D7-92BB-98F40C070AA4}"/>
              </a:ext>
            </a:extLst>
          </p:cNvPr>
          <p:cNvGrpSpPr>
            <a:grpSpLocks/>
          </p:cNvGrpSpPr>
          <p:nvPr/>
        </p:nvGrpSpPr>
        <p:grpSpPr bwMode="auto">
          <a:xfrm>
            <a:off x="1295400" y="3810000"/>
            <a:ext cx="6856413" cy="1617663"/>
            <a:chOff x="816" y="2400"/>
            <a:chExt cx="4319" cy="1019"/>
          </a:xfrm>
        </p:grpSpPr>
        <p:sp>
          <p:nvSpPr>
            <p:cNvPr id="303112" name="Rectangle 14">
              <a:extLst>
                <a:ext uri="{FF2B5EF4-FFF2-40B4-BE49-F238E27FC236}">
                  <a16:creationId xmlns:a16="http://schemas.microsoft.com/office/drawing/2014/main" id="{91E01061-ADF5-A8D5-EFDF-FC876D1498FA}"/>
                </a:ext>
              </a:extLst>
            </p:cNvPr>
            <p:cNvSpPr>
              <a:spLocks noChangeArrowheads="1"/>
            </p:cNvSpPr>
            <p:nvPr/>
          </p:nvSpPr>
          <p:spPr bwMode="auto">
            <a:xfrm>
              <a:off x="816" y="2400"/>
              <a:ext cx="4319" cy="1019"/>
            </a:xfrm>
            <a:prstGeom prst="rect">
              <a:avLst/>
            </a:prstGeom>
            <a:solidFill>
              <a:srgbClr val="CC99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3113" name="Text Box 15">
              <a:extLst>
                <a:ext uri="{FF2B5EF4-FFF2-40B4-BE49-F238E27FC236}">
                  <a16:creationId xmlns:a16="http://schemas.microsoft.com/office/drawing/2014/main" id="{32A0FC98-5CBA-7815-A212-8E8DD51F4ED2}"/>
                </a:ext>
              </a:extLst>
            </p:cNvPr>
            <p:cNvSpPr txBox="1">
              <a:spLocks noChangeArrowheads="1"/>
            </p:cNvSpPr>
            <p:nvPr/>
          </p:nvSpPr>
          <p:spPr bwMode="auto">
            <a:xfrm>
              <a:off x="1041" y="2672"/>
              <a:ext cx="3859" cy="4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3114" name="Line 16">
              <a:extLst>
                <a:ext uri="{FF2B5EF4-FFF2-40B4-BE49-F238E27FC236}">
                  <a16:creationId xmlns:a16="http://schemas.microsoft.com/office/drawing/2014/main" id="{992B8B3C-42AD-69EF-5EB2-00A41B87B825}"/>
                </a:ext>
              </a:extLst>
            </p:cNvPr>
            <p:cNvSpPr>
              <a:spLocks noChangeShapeType="1"/>
            </p:cNvSpPr>
            <p:nvPr/>
          </p:nvSpPr>
          <p:spPr bwMode="auto">
            <a:xfrm>
              <a:off x="1920" y="2683"/>
              <a:ext cx="0" cy="4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3115" name="Line 17">
              <a:extLst>
                <a:ext uri="{FF2B5EF4-FFF2-40B4-BE49-F238E27FC236}">
                  <a16:creationId xmlns:a16="http://schemas.microsoft.com/office/drawing/2014/main" id="{4981846F-251A-842B-D416-09C6F28D7A9E}"/>
                </a:ext>
              </a:extLst>
            </p:cNvPr>
            <p:cNvSpPr>
              <a:spLocks noChangeShapeType="1"/>
            </p:cNvSpPr>
            <p:nvPr/>
          </p:nvSpPr>
          <p:spPr bwMode="auto">
            <a:xfrm>
              <a:off x="2800" y="2683"/>
              <a:ext cx="0" cy="45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3111" name="Text Box 18">
            <a:extLst>
              <a:ext uri="{FF2B5EF4-FFF2-40B4-BE49-F238E27FC236}">
                <a16:creationId xmlns:a16="http://schemas.microsoft.com/office/drawing/2014/main" id="{8DC845C5-7FA9-85C0-EE8B-1EE16831ACCE}"/>
              </a:ext>
            </a:extLst>
          </p:cNvPr>
          <p:cNvSpPr txBox="1">
            <a:spLocks noChangeArrowheads="1"/>
          </p:cNvSpPr>
          <p:nvPr/>
        </p:nvSpPr>
        <p:spPr bwMode="auto">
          <a:xfrm>
            <a:off x="1295400" y="3200400"/>
            <a:ext cx="34417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Original IP Datagram</a:t>
            </a:r>
          </a:p>
          <a:p>
            <a:pPr eaLnBrk="1" hangingPunct="1">
              <a:buClrTx/>
              <a:buSzPct val="60000"/>
              <a:buFontTx/>
              <a:buNone/>
            </a:pPr>
            <a:endParaRPr lang="en-US" altLang="en-US" sz="2800" b="1" i="1">
              <a:solidFill>
                <a:srgbClr val="000000"/>
              </a:solidFill>
              <a:latin typeface="Times New Roman" panose="02020603050405020304" pitchFamily="18" charset="0"/>
              <a:cs typeface="Times New Roman" panose="02020603050405020304" pitchFamily="18" charset="0"/>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Text Box 1">
            <a:extLst>
              <a:ext uri="{FF2B5EF4-FFF2-40B4-BE49-F238E27FC236}">
                <a16:creationId xmlns:a16="http://schemas.microsoft.com/office/drawing/2014/main" id="{E34A77F8-DC58-FF74-D8D9-3B606B7AEF4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05155" name="Text Box 2">
            <a:extLst>
              <a:ext uri="{FF2B5EF4-FFF2-40B4-BE49-F238E27FC236}">
                <a16:creationId xmlns:a16="http://schemas.microsoft.com/office/drawing/2014/main" id="{5D4B463C-82B3-0677-4F45-53F2D806E94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413AE6B-C446-4C69-A318-0943194828F9}" type="slidenum">
              <a:rPr lang="en-US" altLang="en-US" sz="1400">
                <a:solidFill>
                  <a:srgbClr val="000000"/>
                </a:solidFill>
              </a:rPr>
              <a:pPr algn="r" eaLnBrk="1" hangingPunct="1">
                <a:buClrTx/>
                <a:buSzPct val="60000"/>
                <a:buFontTx/>
                <a:buNone/>
              </a:pPr>
              <a:t>189</a:t>
            </a:fld>
            <a:endParaRPr lang="en-US" altLang="en-US" sz="1400">
              <a:solidFill>
                <a:srgbClr val="000000"/>
              </a:solidFill>
            </a:endParaRPr>
          </a:p>
        </p:txBody>
      </p:sp>
      <p:grpSp>
        <p:nvGrpSpPr>
          <p:cNvPr id="305156" name="Group 3">
            <a:extLst>
              <a:ext uri="{FF2B5EF4-FFF2-40B4-BE49-F238E27FC236}">
                <a16:creationId xmlns:a16="http://schemas.microsoft.com/office/drawing/2014/main" id="{3A75D294-5E8E-8E49-894E-D988EF879E90}"/>
              </a:ext>
            </a:extLst>
          </p:cNvPr>
          <p:cNvGrpSpPr>
            <a:grpSpLocks/>
          </p:cNvGrpSpPr>
          <p:nvPr/>
        </p:nvGrpSpPr>
        <p:grpSpPr bwMode="auto">
          <a:xfrm>
            <a:off x="762000" y="914400"/>
            <a:ext cx="7389813" cy="2227263"/>
            <a:chOff x="480" y="576"/>
            <a:chExt cx="4655" cy="1403"/>
          </a:xfrm>
        </p:grpSpPr>
        <p:sp>
          <p:nvSpPr>
            <p:cNvPr id="305164" name="Rectangle 4">
              <a:extLst>
                <a:ext uri="{FF2B5EF4-FFF2-40B4-BE49-F238E27FC236}">
                  <a16:creationId xmlns:a16="http://schemas.microsoft.com/office/drawing/2014/main" id="{BEF975C7-01A0-AB97-7403-D4CE02185D13}"/>
                </a:ext>
              </a:extLst>
            </p:cNvPr>
            <p:cNvSpPr>
              <a:spLocks noChangeArrowheads="1"/>
            </p:cNvSpPr>
            <p:nvPr/>
          </p:nvSpPr>
          <p:spPr bwMode="auto">
            <a:xfrm>
              <a:off x="480" y="576"/>
              <a:ext cx="4655" cy="140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5165" name="Text Box 5">
              <a:extLst>
                <a:ext uri="{FF2B5EF4-FFF2-40B4-BE49-F238E27FC236}">
                  <a16:creationId xmlns:a16="http://schemas.microsoft.com/office/drawing/2014/main" id="{015854F4-CE12-7E78-5F38-FC8F165E6EF3}"/>
                </a:ext>
              </a:extLst>
            </p:cNvPr>
            <p:cNvSpPr txBox="1">
              <a:spLocks noChangeArrowheads="1"/>
            </p:cNvSpPr>
            <p:nvPr/>
          </p:nvSpPr>
          <p:spPr bwMode="auto">
            <a:xfrm>
              <a:off x="1360" y="757"/>
              <a:ext cx="3619" cy="3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5166" name="Line 6">
              <a:extLst>
                <a:ext uri="{FF2B5EF4-FFF2-40B4-BE49-F238E27FC236}">
                  <a16:creationId xmlns:a16="http://schemas.microsoft.com/office/drawing/2014/main" id="{06217494-F05A-FF42-DA53-EE1026947616}"/>
                </a:ext>
              </a:extLst>
            </p:cNvPr>
            <p:cNvSpPr>
              <a:spLocks noChangeShapeType="1"/>
            </p:cNvSpPr>
            <p:nvPr/>
          </p:nvSpPr>
          <p:spPr bwMode="auto">
            <a:xfrm>
              <a:off x="2185" y="765"/>
              <a:ext cx="0" cy="31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5167" name="Line 7">
              <a:extLst>
                <a:ext uri="{FF2B5EF4-FFF2-40B4-BE49-F238E27FC236}">
                  <a16:creationId xmlns:a16="http://schemas.microsoft.com/office/drawing/2014/main" id="{C038741C-5E3E-A16D-8F1B-B3241DBE8A23}"/>
                </a:ext>
              </a:extLst>
            </p:cNvPr>
            <p:cNvSpPr>
              <a:spLocks noChangeShapeType="1"/>
            </p:cNvSpPr>
            <p:nvPr/>
          </p:nvSpPr>
          <p:spPr bwMode="auto">
            <a:xfrm>
              <a:off x="3010" y="765"/>
              <a:ext cx="0" cy="31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5168" name="Text Box 8">
              <a:extLst>
                <a:ext uri="{FF2B5EF4-FFF2-40B4-BE49-F238E27FC236}">
                  <a16:creationId xmlns:a16="http://schemas.microsoft.com/office/drawing/2014/main" id="{E7B50180-4699-1755-A71C-E6926D9254AA}"/>
                </a:ext>
              </a:extLst>
            </p:cNvPr>
            <p:cNvSpPr txBox="1">
              <a:spLocks noChangeArrowheads="1"/>
            </p:cNvSpPr>
            <p:nvPr/>
          </p:nvSpPr>
          <p:spPr bwMode="auto">
            <a:xfrm>
              <a:off x="654" y="1349"/>
              <a:ext cx="4325" cy="4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X.25</a:t>
              </a:r>
            </a:p>
            <a:p>
              <a:pPr>
                <a:buClrTx/>
                <a:buSzPct val="60000"/>
                <a:buFontTx/>
                <a:buNone/>
              </a:pPr>
              <a:r>
                <a:rPr lang="en-US" altLang="en-US" sz="1200" b="1">
                  <a:solidFill>
                    <a:srgbClr val="000000"/>
                  </a:solidFill>
                  <a:latin typeface="Times New Roman" panose="02020603050405020304" pitchFamily="18" charset="0"/>
                </a:rPr>
                <a:t>Frame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5169" name="Line 9">
              <a:extLst>
                <a:ext uri="{FF2B5EF4-FFF2-40B4-BE49-F238E27FC236}">
                  <a16:creationId xmlns:a16="http://schemas.microsoft.com/office/drawing/2014/main" id="{7EAAD724-3092-F192-47BA-568BB2FD7D95}"/>
                </a:ext>
              </a:extLst>
            </p:cNvPr>
            <p:cNvSpPr>
              <a:spLocks noChangeShapeType="1"/>
            </p:cNvSpPr>
            <p:nvPr/>
          </p:nvSpPr>
          <p:spPr bwMode="auto">
            <a:xfrm>
              <a:off x="1360" y="1354"/>
              <a:ext cx="0" cy="47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5170" name="Line 10">
              <a:extLst>
                <a:ext uri="{FF2B5EF4-FFF2-40B4-BE49-F238E27FC236}">
                  <a16:creationId xmlns:a16="http://schemas.microsoft.com/office/drawing/2014/main" id="{CBD1C97E-DA1D-EE02-AFCA-8747DFA43FCA}"/>
                </a:ext>
              </a:extLst>
            </p:cNvPr>
            <p:cNvSpPr>
              <a:spLocks noChangeShapeType="1"/>
            </p:cNvSpPr>
            <p:nvPr/>
          </p:nvSpPr>
          <p:spPr bwMode="auto">
            <a:xfrm flipV="1">
              <a:off x="1369" y="1093"/>
              <a:ext cx="0" cy="22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5171" name="Line 11">
              <a:extLst>
                <a:ext uri="{FF2B5EF4-FFF2-40B4-BE49-F238E27FC236}">
                  <a16:creationId xmlns:a16="http://schemas.microsoft.com/office/drawing/2014/main" id="{BFDB6582-2884-00DC-C1AE-70723452AAED}"/>
                </a:ext>
              </a:extLst>
            </p:cNvPr>
            <p:cNvSpPr>
              <a:spLocks noChangeShapeType="1"/>
            </p:cNvSpPr>
            <p:nvPr/>
          </p:nvSpPr>
          <p:spPr bwMode="auto">
            <a:xfrm flipV="1">
              <a:off x="4971" y="1101"/>
              <a:ext cx="0" cy="22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5157" name="Text Box 12">
            <a:extLst>
              <a:ext uri="{FF2B5EF4-FFF2-40B4-BE49-F238E27FC236}">
                <a16:creationId xmlns:a16="http://schemas.microsoft.com/office/drawing/2014/main" id="{3303B445-32E8-6AAF-CDA8-CCACF2839BDC}"/>
              </a:ext>
            </a:extLst>
          </p:cNvPr>
          <p:cNvSpPr txBox="1">
            <a:spLocks noChangeArrowheads="1"/>
          </p:cNvSpPr>
          <p:nvPr/>
        </p:nvSpPr>
        <p:spPr bwMode="auto">
          <a:xfrm>
            <a:off x="915988" y="406400"/>
            <a:ext cx="193675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X.25 Frame</a:t>
            </a:r>
          </a:p>
        </p:txBody>
      </p:sp>
      <p:grpSp>
        <p:nvGrpSpPr>
          <p:cNvPr id="305158" name="Group 13">
            <a:extLst>
              <a:ext uri="{FF2B5EF4-FFF2-40B4-BE49-F238E27FC236}">
                <a16:creationId xmlns:a16="http://schemas.microsoft.com/office/drawing/2014/main" id="{F1675323-979F-ABAE-C083-437868702C49}"/>
              </a:ext>
            </a:extLst>
          </p:cNvPr>
          <p:cNvGrpSpPr>
            <a:grpSpLocks/>
          </p:cNvGrpSpPr>
          <p:nvPr/>
        </p:nvGrpSpPr>
        <p:grpSpPr bwMode="auto">
          <a:xfrm>
            <a:off x="838200" y="4267200"/>
            <a:ext cx="7237413" cy="1465263"/>
            <a:chOff x="528" y="2688"/>
            <a:chExt cx="4559" cy="923"/>
          </a:xfrm>
        </p:grpSpPr>
        <p:sp>
          <p:nvSpPr>
            <p:cNvPr id="305160" name="Rectangle 14">
              <a:extLst>
                <a:ext uri="{FF2B5EF4-FFF2-40B4-BE49-F238E27FC236}">
                  <a16:creationId xmlns:a16="http://schemas.microsoft.com/office/drawing/2014/main" id="{F0FCD02D-CC2A-9310-4F62-C54CD1068BE8}"/>
                </a:ext>
              </a:extLst>
            </p:cNvPr>
            <p:cNvSpPr>
              <a:spLocks noChangeArrowheads="1"/>
            </p:cNvSpPr>
            <p:nvPr/>
          </p:nvSpPr>
          <p:spPr bwMode="auto">
            <a:xfrm>
              <a:off x="528" y="2688"/>
              <a:ext cx="4559" cy="92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5161" name="Text Box 15">
              <a:extLst>
                <a:ext uri="{FF2B5EF4-FFF2-40B4-BE49-F238E27FC236}">
                  <a16:creationId xmlns:a16="http://schemas.microsoft.com/office/drawing/2014/main" id="{B9EB77FB-28D9-EDEA-DD80-DCE1757CB176}"/>
                </a:ext>
              </a:extLst>
            </p:cNvPr>
            <p:cNvSpPr txBox="1">
              <a:spLocks noChangeArrowheads="1"/>
            </p:cNvSpPr>
            <p:nvPr/>
          </p:nvSpPr>
          <p:spPr bwMode="auto">
            <a:xfrm>
              <a:off x="765" y="2934"/>
              <a:ext cx="4074" cy="42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5162" name="Line 16">
              <a:extLst>
                <a:ext uri="{FF2B5EF4-FFF2-40B4-BE49-F238E27FC236}">
                  <a16:creationId xmlns:a16="http://schemas.microsoft.com/office/drawing/2014/main" id="{D53EB509-C13D-98E2-E65F-506F90239746}"/>
                </a:ext>
              </a:extLst>
            </p:cNvPr>
            <p:cNvSpPr>
              <a:spLocks noChangeShapeType="1"/>
            </p:cNvSpPr>
            <p:nvPr/>
          </p:nvSpPr>
          <p:spPr bwMode="auto">
            <a:xfrm>
              <a:off x="1694" y="2945"/>
              <a:ext cx="0" cy="40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5163" name="Line 17">
              <a:extLst>
                <a:ext uri="{FF2B5EF4-FFF2-40B4-BE49-F238E27FC236}">
                  <a16:creationId xmlns:a16="http://schemas.microsoft.com/office/drawing/2014/main" id="{A50E8990-18FB-DE2C-D9B1-2D3AEEF6E3A8}"/>
                </a:ext>
              </a:extLst>
            </p:cNvPr>
            <p:cNvSpPr>
              <a:spLocks noChangeShapeType="1"/>
            </p:cNvSpPr>
            <p:nvPr/>
          </p:nvSpPr>
          <p:spPr bwMode="auto">
            <a:xfrm>
              <a:off x="2622" y="2945"/>
              <a:ext cx="0" cy="40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5159" name="Text Box 18">
            <a:extLst>
              <a:ext uri="{FF2B5EF4-FFF2-40B4-BE49-F238E27FC236}">
                <a16:creationId xmlns:a16="http://schemas.microsoft.com/office/drawing/2014/main" id="{745B4973-73CE-8537-6D82-D0790E54F55C}"/>
              </a:ext>
            </a:extLst>
          </p:cNvPr>
          <p:cNvSpPr txBox="1">
            <a:spLocks noChangeArrowheads="1"/>
          </p:cNvSpPr>
          <p:nvPr/>
        </p:nvSpPr>
        <p:spPr bwMode="auto">
          <a:xfrm>
            <a:off x="838200" y="3733800"/>
            <a:ext cx="34417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Original IP Datagram</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Text Box 1">
            <a:extLst>
              <a:ext uri="{FF2B5EF4-FFF2-40B4-BE49-F238E27FC236}">
                <a16:creationId xmlns:a16="http://schemas.microsoft.com/office/drawing/2014/main" id="{BD1BF65C-CE07-9FD5-CC67-34E6AF9C0AC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07203" name="Text Box 2">
            <a:extLst>
              <a:ext uri="{FF2B5EF4-FFF2-40B4-BE49-F238E27FC236}">
                <a16:creationId xmlns:a16="http://schemas.microsoft.com/office/drawing/2014/main" id="{E3DB7ADF-29F4-A5E1-C3C7-F62A590A5E8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E9F8420-0133-4E4A-8EA5-472709BACDCC}" type="slidenum">
              <a:rPr lang="en-US" altLang="en-US" sz="1400">
                <a:solidFill>
                  <a:srgbClr val="000000"/>
                </a:solidFill>
              </a:rPr>
              <a:pPr algn="r" eaLnBrk="1" hangingPunct="1">
                <a:buClrTx/>
                <a:buSzPct val="60000"/>
                <a:buFontTx/>
                <a:buNone/>
              </a:pPr>
              <a:t>190</a:t>
            </a:fld>
            <a:endParaRPr lang="en-US" altLang="en-US" sz="1400">
              <a:solidFill>
                <a:srgbClr val="000000"/>
              </a:solidFill>
            </a:endParaRPr>
          </a:p>
        </p:txBody>
      </p:sp>
      <p:grpSp>
        <p:nvGrpSpPr>
          <p:cNvPr id="307204" name="Group 3">
            <a:extLst>
              <a:ext uri="{FF2B5EF4-FFF2-40B4-BE49-F238E27FC236}">
                <a16:creationId xmlns:a16="http://schemas.microsoft.com/office/drawing/2014/main" id="{445A3591-B2F6-0A60-7791-855C6D3124E0}"/>
              </a:ext>
            </a:extLst>
          </p:cNvPr>
          <p:cNvGrpSpPr>
            <a:grpSpLocks/>
          </p:cNvGrpSpPr>
          <p:nvPr/>
        </p:nvGrpSpPr>
        <p:grpSpPr bwMode="auto">
          <a:xfrm>
            <a:off x="990600" y="838200"/>
            <a:ext cx="7085013" cy="2513013"/>
            <a:chOff x="624" y="528"/>
            <a:chExt cx="4463" cy="1583"/>
          </a:xfrm>
        </p:grpSpPr>
        <p:sp>
          <p:nvSpPr>
            <p:cNvPr id="307211" name="Rectangle 4">
              <a:extLst>
                <a:ext uri="{FF2B5EF4-FFF2-40B4-BE49-F238E27FC236}">
                  <a16:creationId xmlns:a16="http://schemas.microsoft.com/office/drawing/2014/main" id="{FF6AF917-CA92-7230-B3EB-CB534C215F85}"/>
                </a:ext>
              </a:extLst>
            </p:cNvPr>
            <p:cNvSpPr>
              <a:spLocks noChangeArrowheads="1"/>
            </p:cNvSpPr>
            <p:nvPr/>
          </p:nvSpPr>
          <p:spPr bwMode="auto">
            <a:xfrm>
              <a:off x="624" y="528"/>
              <a:ext cx="4463" cy="1583"/>
            </a:xfrm>
            <a:prstGeom prst="rect">
              <a:avLst/>
            </a:prstGeom>
            <a:solidFill>
              <a:srgbClr val="CC99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212" name="Text Box 5">
              <a:extLst>
                <a:ext uri="{FF2B5EF4-FFF2-40B4-BE49-F238E27FC236}">
                  <a16:creationId xmlns:a16="http://schemas.microsoft.com/office/drawing/2014/main" id="{2453AC34-65A2-6CB1-F099-F3A1D3A2F9CC}"/>
                </a:ext>
              </a:extLst>
            </p:cNvPr>
            <p:cNvSpPr txBox="1">
              <a:spLocks noChangeArrowheads="1"/>
            </p:cNvSpPr>
            <p:nvPr/>
          </p:nvSpPr>
          <p:spPr bwMode="auto">
            <a:xfrm>
              <a:off x="1468" y="733"/>
              <a:ext cx="3470" cy="3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IP header                       TCP header                   Data</a:t>
              </a:r>
            </a:p>
          </p:txBody>
        </p:sp>
        <p:sp>
          <p:nvSpPr>
            <p:cNvPr id="307213" name="Line 6">
              <a:extLst>
                <a:ext uri="{FF2B5EF4-FFF2-40B4-BE49-F238E27FC236}">
                  <a16:creationId xmlns:a16="http://schemas.microsoft.com/office/drawing/2014/main" id="{BE29D3A3-FAD9-5C6A-DE6B-07CD225F4585}"/>
                </a:ext>
              </a:extLst>
            </p:cNvPr>
            <p:cNvSpPr>
              <a:spLocks noChangeShapeType="1"/>
            </p:cNvSpPr>
            <p:nvPr/>
          </p:nvSpPr>
          <p:spPr bwMode="auto">
            <a:xfrm>
              <a:off x="2258" y="742"/>
              <a:ext cx="0" cy="3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14" name="Line 7">
              <a:extLst>
                <a:ext uri="{FF2B5EF4-FFF2-40B4-BE49-F238E27FC236}">
                  <a16:creationId xmlns:a16="http://schemas.microsoft.com/office/drawing/2014/main" id="{B1400DDA-00E3-C9CC-D3F6-347020952C1F}"/>
                </a:ext>
              </a:extLst>
            </p:cNvPr>
            <p:cNvSpPr>
              <a:spLocks noChangeShapeType="1"/>
            </p:cNvSpPr>
            <p:nvPr/>
          </p:nvSpPr>
          <p:spPr bwMode="auto">
            <a:xfrm>
              <a:off x="3049" y="742"/>
              <a:ext cx="0" cy="3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15" name="Text Box 8">
              <a:extLst>
                <a:ext uri="{FF2B5EF4-FFF2-40B4-BE49-F238E27FC236}">
                  <a16:creationId xmlns:a16="http://schemas.microsoft.com/office/drawing/2014/main" id="{61AA52E5-A073-467F-E505-19BBF6B298A2}"/>
                </a:ext>
              </a:extLst>
            </p:cNvPr>
            <p:cNvSpPr txBox="1">
              <a:spLocks noChangeArrowheads="1"/>
            </p:cNvSpPr>
            <p:nvPr/>
          </p:nvSpPr>
          <p:spPr bwMode="auto">
            <a:xfrm>
              <a:off x="791" y="1400"/>
              <a:ext cx="4147" cy="5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Token ring</a:t>
              </a:r>
            </a:p>
            <a:p>
              <a:pPr>
                <a:buClrTx/>
                <a:buSzPct val="60000"/>
                <a:buFontTx/>
                <a:buNone/>
              </a:pPr>
              <a:r>
                <a:rPr lang="en-US" altLang="en-US" sz="1200" b="1">
                  <a:solidFill>
                    <a:srgbClr val="000000"/>
                  </a:solidFill>
                  <a:latin typeface="Times New Roman" panose="02020603050405020304" pitchFamily="18" charset="0"/>
                </a:rPr>
                <a:t>Frame                                Data</a:t>
              </a:r>
            </a:p>
            <a:p>
              <a:pPr>
                <a:buClrTx/>
                <a:buSzPct val="60000"/>
                <a:buFontTx/>
                <a:buNone/>
              </a:pPr>
              <a:r>
                <a:rPr lang="en-US" altLang="en-US" sz="1200" b="1">
                  <a:solidFill>
                    <a:srgbClr val="000000"/>
                  </a:solidFill>
                  <a:latin typeface="Times New Roman" panose="02020603050405020304" pitchFamily="18" charset="0"/>
                </a:rPr>
                <a:t>header</a:t>
              </a:r>
            </a:p>
          </p:txBody>
        </p:sp>
        <p:sp>
          <p:nvSpPr>
            <p:cNvPr id="307216" name="Line 9">
              <a:extLst>
                <a:ext uri="{FF2B5EF4-FFF2-40B4-BE49-F238E27FC236}">
                  <a16:creationId xmlns:a16="http://schemas.microsoft.com/office/drawing/2014/main" id="{F92FFD6D-46A2-5C57-83FD-9CC6B727B6E8}"/>
                </a:ext>
              </a:extLst>
            </p:cNvPr>
            <p:cNvSpPr>
              <a:spLocks noChangeShapeType="1"/>
            </p:cNvSpPr>
            <p:nvPr/>
          </p:nvSpPr>
          <p:spPr bwMode="auto">
            <a:xfrm>
              <a:off x="1468" y="1406"/>
              <a:ext cx="0" cy="53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17" name="Line 10">
              <a:extLst>
                <a:ext uri="{FF2B5EF4-FFF2-40B4-BE49-F238E27FC236}">
                  <a16:creationId xmlns:a16="http://schemas.microsoft.com/office/drawing/2014/main" id="{4CF878AA-1F6F-E0BC-8547-23814C3CC2C4}"/>
                </a:ext>
              </a:extLst>
            </p:cNvPr>
            <p:cNvSpPr>
              <a:spLocks noChangeShapeType="1"/>
            </p:cNvSpPr>
            <p:nvPr/>
          </p:nvSpPr>
          <p:spPr bwMode="auto">
            <a:xfrm flipV="1">
              <a:off x="1476" y="1111"/>
              <a:ext cx="0" cy="25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18" name="Line 11">
              <a:extLst>
                <a:ext uri="{FF2B5EF4-FFF2-40B4-BE49-F238E27FC236}">
                  <a16:creationId xmlns:a16="http://schemas.microsoft.com/office/drawing/2014/main" id="{ACBA480C-0A18-5CEB-3087-271E3B688025}"/>
                </a:ext>
              </a:extLst>
            </p:cNvPr>
            <p:cNvSpPr>
              <a:spLocks noChangeShapeType="1"/>
            </p:cNvSpPr>
            <p:nvPr/>
          </p:nvSpPr>
          <p:spPr bwMode="auto">
            <a:xfrm flipV="1">
              <a:off x="4930" y="1120"/>
              <a:ext cx="0" cy="2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07205" name="Text Box 12">
            <a:extLst>
              <a:ext uri="{FF2B5EF4-FFF2-40B4-BE49-F238E27FC236}">
                <a16:creationId xmlns:a16="http://schemas.microsoft.com/office/drawing/2014/main" id="{9E6F7085-DA83-812B-72E7-078FDAFBED43}"/>
              </a:ext>
            </a:extLst>
          </p:cNvPr>
          <p:cNvSpPr txBox="1">
            <a:spLocks noChangeArrowheads="1"/>
          </p:cNvSpPr>
          <p:nvPr/>
        </p:nvSpPr>
        <p:spPr bwMode="auto">
          <a:xfrm>
            <a:off x="1068388" y="304800"/>
            <a:ext cx="2982912"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Token Ring Frame</a:t>
            </a:r>
          </a:p>
        </p:txBody>
      </p:sp>
      <p:sp>
        <p:nvSpPr>
          <p:cNvPr id="307206" name="Rectangle 13">
            <a:extLst>
              <a:ext uri="{FF2B5EF4-FFF2-40B4-BE49-F238E27FC236}">
                <a16:creationId xmlns:a16="http://schemas.microsoft.com/office/drawing/2014/main" id="{BD76E2D5-858D-1FC2-5487-C3C3CF45C68C}"/>
              </a:ext>
            </a:extLst>
          </p:cNvPr>
          <p:cNvSpPr>
            <a:spLocks noChangeArrowheads="1"/>
          </p:cNvSpPr>
          <p:nvPr/>
        </p:nvSpPr>
        <p:spPr bwMode="auto">
          <a:xfrm>
            <a:off x="1447800" y="4724400"/>
            <a:ext cx="6629400" cy="1619250"/>
          </a:xfrm>
          <a:prstGeom prst="rect">
            <a:avLst/>
          </a:prstGeom>
          <a:solidFill>
            <a:srgbClr val="CC99FF">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07207" name="Text Box 14">
            <a:extLst>
              <a:ext uri="{FF2B5EF4-FFF2-40B4-BE49-F238E27FC236}">
                <a16:creationId xmlns:a16="http://schemas.microsoft.com/office/drawing/2014/main" id="{BC772D2E-803D-330C-7B9E-030165B25C71}"/>
              </a:ext>
            </a:extLst>
          </p:cNvPr>
          <p:cNvSpPr txBox="1">
            <a:spLocks noChangeArrowheads="1"/>
          </p:cNvSpPr>
          <p:nvPr/>
        </p:nvSpPr>
        <p:spPr bwMode="auto">
          <a:xfrm>
            <a:off x="2382838" y="5202238"/>
            <a:ext cx="5053012" cy="7143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400" b="1">
                <a:solidFill>
                  <a:srgbClr val="000000"/>
                </a:solidFill>
                <a:latin typeface="Times New Roman" panose="02020603050405020304" pitchFamily="18" charset="0"/>
              </a:rPr>
              <a:t>Class                   Network number              Host number</a:t>
            </a:r>
          </a:p>
        </p:txBody>
      </p:sp>
      <p:sp>
        <p:nvSpPr>
          <p:cNvPr id="307208" name="Line 15">
            <a:extLst>
              <a:ext uri="{FF2B5EF4-FFF2-40B4-BE49-F238E27FC236}">
                <a16:creationId xmlns:a16="http://schemas.microsoft.com/office/drawing/2014/main" id="{A2C4775A-F226-99E0-7CC2-A06DDF967D2F}"/>
              </a:ext>
            </a:extLst>
          </p:cNvPr>
          <p:cNvSpPr>
            <a:spLocks noChangeShapeType="1"/>
          </p:cNvSpPr>
          <p:nvPr/>
        </p:nvSpPr>
        <p:spPr bwMode="auto">
          <a:xfrm>
            <a:off x="5297488" y="5202238"/>
            <a:ext cx="1587" cy="7143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09" name="Line 16">
            <a:extLst>
              <a:ext uri="{FF2B5EF4-FFF2-40B4-BE49-F238E27FC236}">
                <a16:creationId xmlns:a16="http://schemas.microsoft.com/office/drawing/2014/main" id="{EEABE9AA-6727-746F-3AD8-871D8967D060}"/>
              </a:ext>
            </a:extLst>
          </p:cNvPr>
          <p:cNvSpPr>
            <a:spLocks noChangeShapeType="1"/>
          </p:cNvSpPr>
          <p:nvPr/>
        </p:nvSpPr>
        <p:spPr bwMode="auto">
          <a:xfrm>
            <a:off x="3159125" y="5202238"/>
            <a:ext cx="1588" cy="7143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07210" name="Text Box 17">
            <a:extLst>
              <a:ext uri="{FF2B5EF4-FFF2-40B4-BE49-F238E27FC236}">
                <a16:creationId xmlns:a16="http://schemas.microsoft.com/office/drawing/2014/main" id="{D827CCB7-5956-431E-4268-97B076B1BC8A}"/>
              </a:ext>
            </a:extLst>
          </p:cNvPr>
          <p:cNvSpPr txBox="1">
            <a:spLocks noChangeArrowheads="1"/>
          </p:cNvSpPr>
          <p:nvPr/>
        </p:nvSpPr>
        <p:spPr bwMode="auto">
          <a:xfrm>
            <a:off x="1296988" y="4114800"/>
            <a:ext cx="3990975"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Three Parts of IP Address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Text Box 1">
            <a:extLst>
              <a:ext uri="{FF2B5EF4-FFF2-40B4-BE49-F238E27FC236}">
                <a16:creationId xmlns:a16="http://schemas.microsoft.com/office/drawing/2014/main" id="{F9D3E6CC-597A-0A11-763C-95615B0F8E0B}"/>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Fragmentation</a:t>
            </a:r>
          </a:p>
        </p:txBody>
      </p:sp>
      <p:sp>
        <p:nvSpPr>
          <p:cNvPr id="309251" name="Text Box 2">
            <a:extLst>
              <a:ext uri="{FF2B5EF4-FFF2-40B4-BE49-F238E27FC236}">
                <a16:creationId xmlns:a16="http://schemas.microsoft.com/office/drawing/2014/main" id="{E53936CA-A8F0-8D9E-8C23-DCF9F61CCDF0}"/>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Text Box 1">
            <a:extLst>
              <a:ext uri="{FF2B5EF4-FFF2-40B4-BE49-F238E27FC236}">
                <a16:creationId xmlns:a16="http://schemas.microsoft.com/office/drawing/2014/main" id="{41435DDE-BBED-99EB-12B6-19CB5A2A59F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1299" name="Text Box 2">
            <a:extLst>
              <a:ext uri="{FF2B5EF4-FFF2-40B4-BE49-F238E27FC236}">
                <a16:creationId xmlns:a16="http://schemas.microsoft.com/office/drawing/2014/main" id="{A54BA9EC-1A6A-F7D4-A0BC-E0041C770C3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E721AD7-7606-4B82-83D9-404CD1DEA4C8}" type="slidenum">
              <a:rPr lang="en-US" altLang="en-US" sz="1400">
                <a:solidFill>
                  <a:srgbClr val="000000"/>
                </a:solidFill>
              </a:rPr>
              <a:pPr algn="r" eaLnBrk="1" hangingPunct="1">
                <a:buClrTx/>
                <a:buSzPct val="60000"/>
                <a:buFontTx/>
                <a:buNone/>
              </a:pPr>
              <a:t>192</a:t>
            </a:fld>
            <a:endParaRPr lang="en-US" altLang="en-US" sz="1400">
              <a:solidFill>
                <a:srgbClr val="000000"/>
              </a:solidFill>
            </a:endParaRPr>
          </a:p>
        </p:txBody>
      </p:sp>
      <p:sp>
        <p:nvSpPr>
          <p:cNvPr id="311300" name="Text Box 3">
            <a:extLst>
              <a:ext uri="{FF2B5EF4-FFF2-40B4-BE49-F238E27FC236}">
                <a16:creationId xmlns:a16="http://schemas.microsoft.com/office/drawing/2014/main" id="{C3076C98-12A9-3DF6-BC68-62CC7C3232F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Why Fragmentation?</a:t>
            </a:r>
          </a:p>
        </p:txBody>
      </p:sp>
      <p:sp>
        <p:nvSpPr>
          <p:cNvPr id="311301" name="Text Box 4">
            <a:extLst>
              <a:ext uri="{FF2B5EF4-FFF2-40B4-BE49-F238E27FC236}">
                <a16:creationId xmlns:a16="http://schemas.microsoft.com/office/drawing/2014/main" id="{593CD0A6-F95E-6F2B-4638-F7FDCE88838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As a datagram travels through different physical networks, every router retrieves the IP datagram from the frame it receives, processes it, and encapsulates it inside another frame.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The format and size of the hardware frame depends on the network type.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Each data link layer protocol defines its own frame format, which specifies, among other things, what is the Maximum Transmission Unit (MTU) of the data field. The IP datagram’s data size must be less than this so that the IP datagram can fit inside the hardware frame. If not, we need fragmentation.</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MTU for Ethernet is 1,500; PPP is 296; X.25 is 576.</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Text Box 1">
            <a:extLst>
              <a:ext uri="{FF2B5EF4-FFF2-40B4-BE49-F238E27FC236}">
                <a16:creationId xmlns:a16="http://schemas.microsoft.com/office/drawing/2014/main" id="{5BF1E6B3-6699-8F7B-8661-CE7048FC907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3347" name="Text Box 2">
            <a:extLst>
              <a:ext uri="{FF2B5EF4-FFF2-40B4-BE49-F238E27FC236}">
                <a16:creationId xmlns:a16="http://schemas.microsoft.com/office/drawing/2014/main" id="{D868DD19-8A7B-8E29-EDCE-EDACC0F9EE8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8BAC0DE-CA35-473A-A260-1AF2C7EAB062}" type="slidenum">
              <a:rPr lang="en-US" altLang="en-US" sz="1400">
                <a:solidFill>
                  <a:srgbClr val="000000"/>
                </a:solidFill>
              </a:rPr>
              <a:pPr algn="r" eaLnBrk="1" hangingPunct="1">
                <a:buClrTx/>
                <a:buSzPct val="60000"/>
                <a:buFontTx/>
                <a:buNone/>
              </a:pPr>
              <a:t>193</a:t>
            </a:fld>
            <a:endParaRPr lang="en-US" altLang="en-US" sz="1400">
              <a:solidFill>
                <a:srgbClr val="000000"/>
              </a:solidFill>
            </a:endParaRPr>
          </a:p>
        </p:txBody>
      </p:sp>
      <p:sp>
        <p:nvSpPr>
          <p:cNvPr id="313348" name="Text Box 3">
            <a:extLst>
              <a:ext uri="{FF2B5EF4-FFF2-40B4-BE49-F238E27FC236}">
                <a16:creationId xmlns:a16="http://schemas.microsoft.com/office/drawing/2014/main" id="{3E4C6F89-E181-7656-0B80-75F8D7B410F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MTU Concept</a:t>
            </a:r>
          </a:p>
        </p:txBody>
      </p:sp>
      <p:sp>
        <p:nvSpPr>
          <p:cNvPr id="313349" name="Text Box 4">
            <a:extLst>
              <a:ext uri="{FF2B5EF4-FFF2-40B4-BE49-F238E27FC236}">
                <a16:creationId xmlns:a16="http://schemas.microsoft.com/office/drawing/2014/main" id="{B9D7525C-AC0E-EEAB-B4A5-66B3A02DBDA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13350" name="Group 5">
            <a:extLst>
              <a:ext uri="{FF2B5EF4-FFF2-40B4-BE49-F238E27FC236}">
                <a16:creationId xmlns:a16="http://schemas.microsoft.com/office/drawing/2014/main" id="{C1B363B5-C305-C556-8E9D-3E3BF5878D56}"/>
              </a:ext>
            </a:extLst>
          </p:cNvPr>
          <p:cNvGrpSpPr>
            <a:grpSpLocks/>
          </p:cNvGrpSpPr>
          <p:nvPr/>
        </p:nvGrpSpPr>
        <p:grpSpPr bwMode="auto">
          <a:xfrm>
            <a:off x="1752600" y="1981200"/>
            <a:ext cx="6608763" cy="4037013"/>
            <a:chOff x="1104" y="1248"/>
            <a:chExt cx="4163" cy="2543"/>
          </a:xfrm>
        </p:grpSpPr>
        <p:sp>
          <p:nvSpPr>
            <p:cNvPr id="313351" name="Rectangle 6">
              <a:extLst>
                <a:ext uri="{FF2B5EF4-FFF2-40B4-BE49-F238E27FC236}">
                  <a16:creationId xmlns:a16="http://schemas.microsoft.com/office/drawing/2014/main" id="{AEBEC5C2-F1F7-6562-4863-EF047449647C}"/>
                </a:ext>
              </a:extLst>
            </p:cNvPr>
            <p:cNvSpPr>
              <a:spLocks noChangeArrowheads="1"/>
            </p:cNvSpPr>
            <p:nvPr/>
          </p:nvSpPr>
          <p:spPr bwMode="auto">
            <a:xfrm>
              <a:off x="1104" y="1248"/>
              <a:ext cx="4163" cy="254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3352" name="Freeform 7">
              <a:extLst>
                <a:ext uri="{FF2B5EF4-FFF2-40B4-BE49-F238E27FC236}">
                  <a16:creationId xmlns:a16="http://schemas.microsoft.com/office/drawing/2014/main" id="{12886251-639F-0896-3D57-BC042829E268}"/>
                </a:ext>
              </a:extLst>
            </p:cNvPr>
            <p:cNvSpPr>
              <a:spLocks noChangeArrowheads="1"/>
            </p:cNvSpPr>
            <p:nvPr/>
          </p:nvSpPr>
          <p:spPr bwMode="auto">
            <a:xfrm>
              <a:off x="1476" y="1468"/>
              <a:ext cx="549" cy="42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8 w 21600"/>
                <a:gd name="T43" fmla="*/ 2535 h 21600"/>
                <a:gd name="T44" fmla="*/ 16761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13353" name="Oval 8">
              <a:extLst>
                <a:ext uri="{FF2B5EF4-FFF2-40B4-BE49-F238E27FC236}">
                  <a16:creationId xmlns:a16="http://schemas.microsoft.com/office/drawing/2014/main" id="{5B02B881-9817-76E3-64B8-8E34C0FB554B}"/>
                </a:ext>
              </a:extLst>
            </p:cNvPr>
            <p:cNvSpPr>
              <a:spLocks noChangeArrowheads="1"/>
            </p:cNvSpPr>
            <p:nvPr/>
          </p:nvSpPr>
          <p:spPr bwMode="auto">
            <a:xfrm>
              <a:off x="2415" y="1488"/>
              <a:ext cx="1255" cy="370"/>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LAN-1</a:t>
              </a:r>
            </a:p>
          </p:txBody>
        </p:sp>
        <p:grpSp>
          <p:nvGrpSpPr>
            <p:cNvPr id="313354" name="Group 9">
              <a:extLst>
                <a:ext uri="{FF2B5EF4-FFF2-40B4-BE49-F238E27FC236}">
                  <a16:creationId xmlns:a16="http://schemas.microsoft.com/office/drawing/2014/main" id="{14A10B3C-C3DE-BE56-962E-CDFA043DB04F}"/>
                </a:ext>
              </a:extLst>
            </p:cNvPr>
            <p:cNvGrpSpPr>
              <a:grpSpLocks/>
            </p:cNvGrpSpPr>
            <p:nvPr/>
          </p:nvGrpSpPr>
          <p:grpSpPr bwMode="auto">
            <a:xfrm>
              <a:off x="2592" y="2368"/>
              <a:ext cx="609" cy="231"/>
              <a:chOff x="2592" y="2368"/>
              <a:chExt cx="609" cy="231"/>
            </a:xfrm>
          </p:grpSpPr>
          <p:sp>
            <p:nvSpPr>
              <p:cNvPr id="313368" name="Oval 10">
                <a:extLst>
                  <a:ext uri="{FF2B5EF4-FFF2-40B4-BE49-F238E27FC236}">
                    <a16:creationId xmlns:a16="http://schemas.microsoft.com/office/drawing/2014/main" id="{29B6D101-C31A-1349-BC17-997E66ACB5CF}"/>
                  </a:ext>
                </a:extLst>
              </p:cNvPr>
              <p:cNvSpPr>
                <a:spLocks noChangeArrowheads="1"/>
              </p:cNvSpPr>
              <p:nvPr/>
            </p:nvSpPr>
            <p:spPr bwMode="auto">
              <a:xfrm>
                <a:off x="2592" y="2368"/>
                <a:ext cx="609" cy="231"/>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13369" name="Line 11">
                <a:extLst>
                  <a:ext uri="{FF2B5EF4-FFF2-40B4-BE49-F238E27FC236}">
                    <a16:creationId xmlns:a16="http://schemas.microsoft.com/office/drawing/2014/main" id="{66DB9EBC-434E-0B3A-580C-24A4F6BC8132}"/>
                  </a:ext>
                </a:extLst>
              </p:cNvPr>
              <p:cNvSpPr>
                <a:spLocks noChangeShapeType="1"/>
              </p:cNvSpPr>
              <p:nvPr/>
            </p:nvSpPr>
            <p:spPr bwMode="auto">
              <a:xfrm>
                <a:off x="2744" y="2445"/>
                <a:ext cx="286" cy="8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70" name="Line 12">
                <a:extLst>
                  <a:ext uri="{FF2B5EF4-FFF2-40B4-BE49-F238E27FC236}">
                    <a16:creationId xmlns:a16="http://schemas.microsoft.com/office/drawing/2014/main" id="{CEFD26C4-BF04-5B6A-8A84-653BB798EC28}"/>
                  </a:ext>
                </a:extLst>
              </p:cNvPr>
              <p:cNvSpPr>
                <a:spLocks noChangeShapeType="1"/>
              </p:cNvSpPr>
              <p:nvPr/>
            </p:nvSpPr>
            <p:spPr bwMode="auto">
              <a:xfrm flipH="1">
                <a:off x="2752" y="2422"/>
                <a:ext cx="243" cy="12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313355" name="Oval 13">
              <a:extLst>
                <a:ext uri="{FF2B5EF4-FFF2-40B4-BE49-F238E27FC236}">
                  <a16:creationId xmlns:a16="http://schemas.microsoft.com/office/drawing/2014/main" id="{9DAB5653-A98E-4B96-FB3C-1E1ED8FDFD4A}"/>
                </a:ext>
              </a:extLst>
            </p:cNvPr>
            <p:cNvSpPr>
              <a:spLocks noChangeArrowheads="1"/>
            </p:cNvSpPr>
            <p:nvPr/>
          </p:nvSpPr>
          <p:spPr bwMode="auto">
            <a:xfrm>
              <a:off x="3677" y="2299"/>
              <a:ext cx="1255" cy="370"/>
            </a:xfrm>
            <a:prstGeom prst="ellipse">
              <a:avLst/>
            </a:prstGeom>
            <a:solidFill>
              <a:srgbClr val="000000">
                <a:alpha val="50195"/>
              </a:srgbClr>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LAN-2</a:t>
              </a:r>
            </a:p>
          </p:txBody>
        </p:sp>
        <p:sp>
          <p:nvSpPr>
            <p:cNvPr id="313356" name="Freeform 14">
              <a:extLst>
                <a:ext uri="{FF2B5EF4-FFF2-40B4-BE49-F238E27FC236}">
                  <a16:creationId xmlns:a16="http://schemas.microsoft.com/office/drawing/2014/main" id="{B28817E6-611F-6788-3578-F5C43B3917B2}"/>
                </a:ext>
              </a:extLst>
            </p:cNvPr>
            <p:cNvSpPr>
              <a:spLocks noChangeArrowheads="1"/>
            </p:cNvSpPr>
            <p:nvPr/>
          </p:nvSpPr>
          <p:spPr bwMode="auto">
            <a:xfrm>
              <a:off x="4073" y="3145"/>
              <a:ext cx="549" cy="42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8 w 21600"/>
                <a:gd name="T43" fmla="*/ 2535 h 21600"/>
                <a:gd name="T44" fmla="*/ 16761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13357" name="Line 15">
              <a:extLst>
                <a:ext uri="{FF2B5EF4-FFF2-40B4-BE49-F238E27FC236}">
                  <a16:creationId xmlns:a16="http://schemas.microsoft.com/office/drawing/2014/main" id="{C909329F-494F-B5DC-29EE-44C322753D64}"/>
                </a:ext>
              </a:extLst>
            </p:cNvPr>
            <p:cNvSpPr>
              <a:spLocks noChangeShapeType="1"/>
            </p:cNvSpPr>
            <p:nvPr/>
          </p:nvSpPr>
          <p:spPr bwMode="auto">
            <a:xfrm>
              <a:off x="1972" y="1525"/>
              <a:ext cx="714"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58" name="Line 16">
              <a:extLst>
                <a:ext uri="{FF2B5EF4-FFF2-40B4-BE49-F238E27FC236}">
                  <a16:creationId xmlns:a16="http://schemas.microsoft.com/office/drawing/2014/main" id="{7A376281-541E-B37E-9E9F-E02382E1EA13}"/>
                </a:ext>
              </a:extLst>
            </p:cNvPr>
            <p:cNvSpPr>
              <a:spLocks noChangeShapeType="1"/>
            </p:cNvSpPr>
            <p:nvPr/>
          </p:nvSpPr>
          <p:spPr bwMode="auto">
            <a:xfrm>
              <a:off x="1964" y="1733"/>
              <a:ext cx="529"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59" name="Line 17">
              <a:extLst>
                <a:ext uri="{FF2B5EF4-FFF2-40B4-BE49-F238E27FC236}">
                  <a16:creationId xmlns:a16="http://schemas.microsoft.com/office/drawing/2014/main" id="{5858F5B2-936C-F0F5-5CDB-B4473FFBC9EC}"/>
                </a:ext>
              </a:extLst>
            </p:cNvPr>
            <p:cNvSpPr>
              <a:spLocks noChangeShapeType="1"/>
            </p:cNvSpPr>
            <p:nvPr/>
          </p:nvSpPr>
          <p:spPr bwMode="auto">
            <a:xfrm>
              <a:off x="2221" y="1657"/>
              <a:ext cx="0" cy="29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0" name="Text Box 18">
              <a:extLst>
                <a:ext uri="{FF2B5EF4-FFF2-40B4-BE49-F238E27FC236}">
                  <a16:creationId xmlns:a16="http://schemas.microsoft.com/office/drawing/2014/main" id="{D160E64C-31BF-3B66-255B-E1A092CE4441}"/>
                </a:ext>
              </a:extLst>
            </p:cNvPr>
            <p:cNvSpPr txBox="1">
              <a:spLocks noChangeArrowheads="1"/>
            </p:cNvSpPr>
            <p:nvPr/>
          </p:nvSpPr>
          <p:spPr bwMode="auto">
            <a:xfrm>
              <a:off x="1819" y="2010"/>
              <a:ext cx="731" cy="2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MTU 3,100</a:t>
              </a:r>
            </a:p>
          </p:txBody>
        </p:sp>
        <p:sp>
          <p:nvSpPr>
            <p:cNvPr id="313361" name="Line 19">
              <a:extLst>
                <a:ext uri="{FF2B5EF4-FFF2-40B4-BE49-F238E27FC236}">
                  <a16:creationId xmlns:a16="http://schemas.microsoft.com/office/drawing/2014/main" id="{7C5822C0-A6F7-9BD4-7B4F-921B071C49EA}"/>
                </a:ext>
              </a:extLst>
            </p:cNvPr>
            <p:cNvSpPr>
              <a:spLocks noChangeShapeType="1"/>
            </p:cNvSpPr>
            <p:nvPr/>
          </p:nvSpPr>
          <p:spPr bwMode="auto">
            <a:xfrm>
              <a:off x="4412" y="2665"/>
              <a:ext cx="0" cy="477"/>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2" name="Line 20">
              <a:extLst>
                <a:ext uri="{FF2B5EF4-FFF2-40B4-BE49-F238E27FC236}">
                  <a16:creationId xmlns:a16="http://schemas.microsoft.com/office/drawing/2014/main" id="{1D0D2168-18CB-3AFE-835C-87BE68005C26}"/>
                </a:ext>
              </a:extLst>
            </p:cNvPr>
            <p:cNvSpPr>
              <a:spLocks noChangeShapeType="1"/>
            </p:cNvSpPr>
            <p:nvPr/>
          </p:nvSpPr>
          <p:spPr bwMode="auto">
            <a:xfrm>
              <a:off x="4279" y="2662"/>
              <a:ext cx="0" cy="484"/>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3" name="Text Box 21">
              <a:extLst>
                <a:ext uri="{FF2B5EF4-FFF2-40B4-BE49-F238E27FC236}">
                  <a16:creationId xmlns:a16="http://schemas.microsoft.com/office/drawing/2014/main" id="{76C49122-3143-7FF6-734D-592B8E7094D6}"/>
                </a:ext>
              </a:extLst>
            </p:cNvPr>
            <p:cNvSpPr txBox="1">
              <a:spLocks noChangeArrowheads="1"/>
            </p:cNvSpPr>
            <p:nvPr/>
          </p:nvSpPr>
          <p:spPr bwMode="auto">
            <a:xfrm>
              <a:off x="3234" y="2842"/>
              <a:ext cx="730" cy="2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MTU 1,200</a:t>
              </a:r>
            </a:p>
          </p:txBody>
        </p:sp>
        <p:sp>
          <p:nvSpPr>
            <p:cNvPr id="313364" name="Line 22">
              <a:extLst>
                <a:ext uri="{FF2B5EF4-FFF2-40B4-BE49-F238E27FC236}">
                  <a16:creationId xmlns:a16="http://schemas.microsoft.com/office/drawing/2014/main" id="{47F9EC3F-D097-4992-FF44-95F8580D7F77}"/>
                </a:ext>
              </a:extLst>
            </p:cNvPr>
            <p:cNvSpPr>
              <a:spLocks noChangeShapeType="1"/>
            </p:cNvSpPr>
            <p:nvPr/>
          </p:nvSpPr>
          <p:spPr bwMode="auto">
            <a:xfrm>
              <a:off x="3990" y="2932"/>
              <a:ext cx="36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5" name="Line 23">
              <a:extLst>
                <a:ext uri="{FF2B5EF4-FFF2-40B4-BE49-F238E27FC236}">
                  <a16:creationId xmlns:a16="http://schemas.microsoft.com/office/drawing/2014/main" id="{F7040ED7-6B11-B232-C5C2-DE573158C4AA}"/>
                </a:ext>
              </a:extLst>
            </p:cNvPr>
            <p:cNvSpPr>
              <a:spLocks noChangeShapeType="1"/>
            </p:cNvSpPr>
            <p:nvPr/>
          </p:nvSpPr>
          <p:spPr bwMode="auto">
            <a:xfrm flipH="1">
              <a:off x="2896" y="1858"/>
              <a:ext cx="129" cy="51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6" name="Line 24">
              <a:extLst>
                <a:ext uri="{FF2B5EF4-FFF2-40B4-BE49-F238E27FC236}">
                  <a16:creationId xmlns:a16="http://schemas.microsoft.com/office/drawing/2014/main" id="{7881979F-33D5-C82F-E83A-920539B62C74}"/>
                </a:ext>
              </a:extLst>
            </p:cNvPr>
            <p:cNvSpPr>
              <a:spLocks noChangeShapeType="1"/>
            </p:cNvSpPr>
            <p:nvPr/>
          </p:nvSpPr>
          <p:spPr bwMode="auto">
            <a:xfrm>
              <a:off x="3202" y="2489"/>
              <a:ext cx="47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13367" name="Text Box 25">
              <a:extLst>
                <a:ext uri="{FF2B5EF4-FFF2-40B4-BE49-F238E27FC236}">
                  <a16:creationId xmlns:a16="http://schemas.microsoft.com/office/drawing/2014/main" id="{3A594917-9F06-58C8-5A8A-8020A5888B6D}"/>
                </a:ext>
              </a:extLst>
            </p:cNvPr>
            <p:cNvSpPr txBox="1">
              <a:spLocks noChangeArrowheads="1"/>
            </p:cNvSpPr>
            <p:nvPr/>
          </p:nvSpPr>
          <p:spPr bwMode="auto">
            <a:xfrm>
              <a:off x="2487" y="2669"/>
              <a:ext cx="602" cy="17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Router</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Text Box 1">
            <a:extLst>
              <a:ext uri="{FF2B5EF4-FFF2-40B4-BE49-F238E27FC236}">
                <a16:creationId xmlns:a16="http://schemas.microsoft.com/office/drawing/2014/main" id="{592BB525-0B64-419F-E7EE-28BC325E41F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5395" name="Text Box 2">
            <a:extLst>
              <a:ext uri="{FF2B5EF4-FFF2-40B4-BE49-F238E27FC236}">
                <a16:creationId xmlns:a16="http://schemas.microsoft.com/office/drawing/2014/main" id="{EB7D1F04-9A8B-5371-A91C-3D1C55706FC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52D8D69-6DE2-4BE4-AA48-8F187C60725B}" type="slidenum">
              <a:rPr lang="en-US" altLang="en-US" sz="1400">
                <a:solidFill>
                  <a:srgbClr val="000000"/>
                </a:solidFill>
              </a:rPr>
              <a:pPr algn="r" eaLnBrk="1" hangingPunct="1">
                <a:buClrTx/>
                <a:buSzPct val="60000"/>
                <a:buFontTx/>
                <a:buNone/>
              </a:pPr>
              <a:t>194</a:t>
            </a:fld>
            <a:endParaRPr lang="en-US" altLang="en-US" sz="1400">
              <a:solidFill>
                <a:srgbClr val="000000"/>
              </a:solidFill>
            </a:endParaRPr>
          </a:p>
        </p:txBody>
      </p:sp>
      <p:sp>
        <p:nvSpPr>
          <p:cNvPr id="315396" name="Text Box 3">
            <a:extLst>
              <a:ext uri="{FF2B5EF4-FFF2-40B4-BE49-F238E27FC236}">
                <a16:creationId xmlns:a16="http://schemas.microsoft.com/office/drawing/2014/main" id="{340BF9A5-0EB4-63D4-BFFD-EA144E39762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Fragmentation Technology</a:t>
            </a:r>
          </a:p>
        </p:txBody>
      </p:sp>
      <p:sp>
        <p:nvSpPr>
          <p:cNvPr id="315397" name="Text Box 4">
            <a:extLst>
              <a:ext uri="{FF2B5EF4-FFF2-40B4-BE49-F238E27FC236}">
                <a16:creationId xmlns:a16="http://schemas.microsoft.com/office/drawing/2014/main" id="{42C36CF8-E75D-5046-3632-7461DCCEA59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IP datagram can contain up to 65,536 bytes. This was done to make IP independent of the physical networks.</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When a datagram is fragmented, each fragment has its own headers.</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A fragment can get re-fragmented if it passes through a network of even lesser MTU.</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Reassembly is done only at the final destination.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Text Box 1">
            <a:extLst>
              <a:ext uri="{FF2B5EF4-FFF2-40B4-BE49-F238E27FC236}">
                <a16:creationId xmlns:a16="http://schemas.microsoft.com/office/drawing/2014/main" id="{D23DA08A-C64C-EB7C-9B43-300D6484217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7443" name="Text Box 2">
            <a:extLst>
              <a:ext uri="{FF2B5EF4-FFF2-40B4-BE49-F238E27FC236}">
                <a16:creationId xmlns:a16="http://schemas.microsoft.com/office/drawing/2014/main" id="{28F43FE7-16A4-1B2A-B72A-D5CB020C44E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745C5F4-B9AE-4D78-BA76-F0906B9FB199}" type="slidenum">
              <a:rPr lang="en-US" altLang="en-US" sz="1400">
                <a:solidFill>
                  <a:srgbClr val="000000"/>
                </a:solidFill>
              </a:rPr>
              <a:pPr algn="r" eaLnBrk="1" hangingPunct="1">
                <a:buClrTx/>
                <a:buSzPct val="60000"/>
                <a:buFontTx/>
                <a:buNone/>
              </a:pPr>
              <a:t>195</a:t>
            </a:fld>
            <a:endParaRPr lang="en-US" altLang="en-US" sz="1400">
              <a:solidFill>
                <a:srgbClr val="000000"/>
              </a:solidFill>
            </a:endParaRPr>
          </a:p>
        </p:txBody>
      </p:sp>
      <p:sp>
        <p:nvSpPr>
          <p:cNvPr id="317444" name="Text Box 3">
            <a:extLst>
              <a:ext uri="{FF2B5EF4-FFF2-40B4-BE49-F238E27FC236}">
                <a16:creationId xmlns:a16="http://schemas.microsoft.com/office/drawing/2014/main" id="{8E02D289-77A0-0583-084B-55A12DA659A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Relevance to IP Datagram Format</a:t>
            </a:r>
          </a:p>
        </p:txBody>
      </p:sp>
      <p:sp>
        <p:nvSpPr>
          <p:cNvPr id="317445" name="Text Box 4">
            <a:extLst>
              <a:ext uri="{FF2B5EF4-FFF2-40B4-BE49-F238E27FC236}">
                <a16:creationId xmlns:a16="http://schemas.microsoft.com/office/drawing/2014/main" id="{2E190B68-3EA1-864A-1EED-104FF2B40B5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When a datagram is fragmented, the following fields of the IP datagram are impacted:</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b="1" dirty="0">
                <a:solidFill>
                  <a:srgbClr val="000000"/>
                </a:solidFill>
              </a:rPr>
              <a:t>Total length</a:t>
            </a:r>
            <a:r>
              <a:rPr lang="en-US" altLang="en-US" sz="2000" dirty="0">
                <a:solidFill>
                  <a:srgbClr val="000000"/>
                </a:solidFill>
              </a:rPr>
              <a:t>: Specifies the length of each fragment.</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b="1" dirty="0">
                <a:solidFill>
                  <a:srgbClr val="000000"/>
                </a:solidFill>
              </a:rPr>
              <a:t>Identification</a:t>
            </a:r>
            <a:r>
              <a:rPr lang="en-US" altLang="en-US" sz="2000" dirty="0">
                <a:solidFill>
                  <a:srgbClr val="000000"/>
                </a:solidFill>
              </a:rPr>
              <a:t>: Identifies a datagram originating from a source to a destination. A combination of identification + source address is unique. Helps receiver in recreating the datagram from the fragments, as this value is common for all the fragments of a datagram.</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b="1" dirty="0">
                <a:solidFill>
                  <a:srgbClr val="000000"/>
                </a:solidFill>
              </a:rPr>
              <a:t>Flags</a:t>
            </a:r>
            <a:r>
              <a:rPr lang="en-US" altLang="en-US" sz="2000" dirty="0">
                <a:solidFill>
                  <a:srgbClr val="000000"/>
                </a:solidFill>
              </a:rPr>
              <a:t>: Specifies whether a datagram can be fragmented, or whether there are more fragments to follow if already fragmented, etc. (See next slide)</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sz="2000" b="1" dirty="0">
                <a:solidFill>
                  <a:srgbClr val="000000"/>
                </a:solidFill>
              </a:rPr>
              <a:t>Fragmentation offset</a:t>
            </a:r>
            <a:r>
              <a:rPr lang="en-US" altLang="en-US" sz="2000" dirty="0">
                <a:solidFill>
                  <a:srgbClr val="000000"/>
                </a:solidFill>
              </a:rPr>
              <a:t>: Shows the relative position of a fragment with respect to the whole datagram measured in 8-byte units.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CEEC4E-F0C0-C391-5414-50617111FE6C}"/>
              </a:ext>
            </a:extLst>
          </p:cNvPr>
          <p:cNvSpPr>
            <a:spLocks noGrp="1"/>
          </p:cNvSpPr>
          <p:nvPr>
            <p:ph type="title"/>
          </p:nvPr>
        </p:nvSpPr>
        <p:spPr/>
        <p:txBody>
          <a:bodyPr/>
          <a:lstStyle/>
          <a:p>
            <a:r>
              <a:rPr lang="en-IN" dirty="0"/>
              <a:t>Flags Field</a:t>
            </a:r>
          </a:p>
        </p:txBody>
      </p:sp>
      <p:sp>
        <p:nvSpPr>
          <p:cNvPr id="3" name="Content Placeholder 2">
            <a:extLst>
              <a:ext uri="{FF2B5EF4-FFF2-40B4-BE49-F238E27FC236}">
                <a16:creationId xmlns:a16="http://schemas.microsoft.com/office/drawing/2014/main" id="{78E39EAA-CB1B-D480-6D32-3F6A8DD0BC38}"/>
              </a:ext>
            </a:extLst>
          </p:cNvPr>
          <p:cNvSpPr>
            <a:spLocks noGrp="1"/>
          </p:cNvSpPr>
          <p:nvPr>
            <p:ph idx="1"/>
          </p:nvPr>
        </p:nvSpPr>
        <p:spPr/>
        <p:txBody>
          <a:bodyPr/>
          <a:lstStyle/>
          <a:p>
            <a:r>
              <a:rPr lang="en-IN" dirty="0"/>
              <a:t>3-bit field</a:t>
            </a:r>
          </a:p>
          <a:p>
            <a:endParaRPr lang="en-IN" dirty="0"/>
          </a:p>
          <a:p>
            <a:r>
              <a:rPr lang="en-IN" dirty="0"/>
              <a:t>Bit 1: Reserved (Not used).</a:t>
            </a:r>
          </a:p>
          <a:p>
            <a:r>
              <a:rPr lang="en-IN" dirty="0"/>
              <a:t>Bit 2: </a:t>
            </a:r>
            <a:r>
              <a:rPr lang="en-IN" i="1" dirty="0"/>
              <a:t>Do not fragment</a:t>
            </a:r>
            <a:r>
              <a:rPr lang="en-IN" dirty="0"/>
              <a:t> bit. If set to 1, the datagram must not be fragmented. So, drop the packet and send an ICMP error message to the sender.</a:t>
            </a:r>
          </a:p>
          <a:p>
            <a:r>
              <a:rPr lang="en-IN" dirty="0"/>
              <a:t>Bit 3: </a:t>
            </a:r>
            <a:r>
              <a:rPr lang="en-IN" i="1" dirty="0"/>
              <a:t>More fragments</a:t>
            </a:r>
            <a:r>
              <a:rPr lang="en-IN" dirty="0"/>
              <a:t> bit. If it is set to 1, it means that the current datagram is not the last fragment. There are more fragments of the original datagram.</a:t>
            </a:r>
          </a:p>
          <a:p>
            <a:endParaRPr lang="en-IN" dirty="0"/>
          </a:p>
          <a:p>
            <a:endParaRPr lang="en-IN" dirty="0"/>
          </a:p>
          <a:p>
            <a:endParaRPr lang="en-IN" dirty="0"/>
          </a:p>
          <a:p>
            <a:endParaRPr lang="en-IN" dirty="0"/>
          </a:p>
          <a:p>
            <a:endParaRPr lang="en-IN" dirty="0"/>
          </a:p>
        </p:txBody>
      </p:sp>
      <p:pic>
        <p:nvPicPr>
          <p:cNvPr id="5" name="Picture 4">
            <a:extLst>
              <a:ext uri="{FF2B5EF4-FFF2-40B4-BE49-F238E27FC236}">
                <a16:creationId xmlns:a16="http://schemas.microsoft.com/office/drawing/2014/main" id="{C66969E1-35F9-87C1-5575-02C3B78D907C}"/>
              </a:ext>
            </a:extLst>
          </p:cNvPr>
          <p:cNvPicPr>
            <a:picLocks noChangeAspect="1"/>
          </p:cNvPicPr>
          <p:nvPr/>
        </p:nvPicPr>
        <p:blipFill>
          <a:blip r:embed="rId2"/>
          <a:stretch>
            <a:fillRect/>
          </a:stretch>
        </p:blipFill>
        <p:spPr>
          <a:xfrm>
            <a:off x="2771800" y="1786596"/>
            <a:ext cx="5321605" cy="706300"/>
          </a:xfrm>
          <a:prstGeom prst="rect">
            <a:avLst/>
          </a:prstGeom>
        </p:spPr>
      </p:pic>
    </p:spTree>
    <p:extLst>
      <p:ext uri="{BB962C8B-B14F-4D97-AF65-F5344CB8AC3E}">
        <p14:creationId xmlns:p14="http://schemas.microsoft.com/office/powerpoint/2010/main" val="393355943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09E547-80F4-2E3A-4273-511D1D8E4ED2}"/>
              </a:ext>
            </a:extLst>
          </p:cNvPr>
          <p:cNvSpPr>
            <a:spLocks noGrp="1"/>
          </p:cNvSpPr>
          <p:nvPr>
            <p:ph type="title"/>
          </p:nvPr>
        </p:nvSpPr>
        <p:spPr/>
        <p:txBody>
          <a:bodyPr/>
          <a:lstStyle/>
          <a:p>
            <a:r>
              <a:rPr lang="en-IN" dirty="0"/>
              <a:t>Fragmentation – More</a:t>
            </a:r>
          </a:p>
        </p:txBody>
      </p:sp>
      <p:sp>
        <p:nvSpPr>
          <p:cNvPr id="3" name="Content Placeholder 2">
            <a:extLst>
              <a:ext uri="{FF2B5EF4-FFF2-40B4-BE49-F238E27FC236}">
                <a16:creationId xmlns:a16="http://schemas.microsoft.com/office/drawing/2014/main" id="{A83C49CC-AEC1-37AC-268B-59F2E2298C04}"/>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228A4FC1-51B6-0D92-17A7-BEE5DC17EEC4}"/>
              </a:ext>
            </a:extLst>
          </p:cNvPr>
          <p:cNvPicPr>
            <a:picLocks noChangeAspect="1"/>
          </p:cNvPicPr>
          <p:nvPr/>
        </p:nvPicPr>
        <p:blipFill>
          <a:blip r:embed="rId2"/>
          <a:stretch>
            <a:fillRect/>
          </a:stretch>
        </p:blipFill>
        <p:spPr>
          <a:xfrm>
            <a:off x="755576" y="1988840"/>
            <a:ext cx="7761151" cy="4104456"/>
          </a:xfrm>
          <a:prstGeom prst="rect">
            <a:avLst/>
          </a:prstGeom>
        </p:spPr>
      </p:pic>
    </p:spTree>
    <p:extLst>
      <p:ext uri="{BB962C8B-B14F-4D97-AF65-F5344CB8AC3E}">
        <p14:creationId xmlns:p14="http://schemas.microsoft.com/office/powerpoint/2010/main" val="102021736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37627B-2CC9-D84B-3240-ACA5DB643102}"/>
              </a:ext>
            </a:extLst>
          </p:cNvPr>
          <p:cNvSpPr>
            <a:spLocks noGrp="1"/>
          </p:cNvSpPr>
          <p:nvPr>
            <p:ph type="title"/>
          </p:nvPr>
        </p:nvSpPr>
        <p:spPr/>
        <p:txBody>
          <a:bodyPr/>
          <a:lstStyle/>
          <a:p>
            <a:r>
              <a:rPr lang="en-IN" dirty="0"/>
              <a:t>Fragmentation Example</a:t>
            </a:r>
          </a:p>
        </p:txBody>
      </p:sp>
      <p:sp>
        <p:nvSpPr>
          <p:cNvPr id="3" name="Content Placeholder 2">
            <a:extLst>
              <a:ext uri="{FF2B5EF4-FFF2-40B4-BE49-F238E27FC236}">
                <a16:creationId xmlns:a16="http://schemas.microsoft.com/office/drawing/2014/main" id="{09707672-5C19-7267-0699-E2C948A175EE}"/>
              </a:ext>
            </a:extLst>
          </p:cNvPr>
          <p:cNvSpPr>
            <a:spLocks noGrp="1"/>
          </p:cNvSpPr>
          <p:nvPr>
            <p:ph idx="1"/>
          </p:nvPr>
        </p:nvSpPr>
        <p:spPr/>
        <p:txBody>
          <a:bodyPr>
            <a:normAutofit fontScale="92500"/>
          </a:bodyPr>
          <a:lstStyle/>
          <a:p>
            <a:r>
              <a:rPr lang="en-US" dirty="0"/>
              <a:t>Consider an IP datagram with a data size of 4000 bytes fragmented into three fragments. </a:t>
            </a:r>
          </a:p>
          <a:p>
            <a:r>
              <a:rPr lang="en-US" dirty="0"/>
              <a:t>The bytes in the original datagram are numbered 0 to 3999. </a:t>
            </a:r>
          </a:p>
          <a:p>
            <a:r>
              <a:rPr lang="en-US" dirty="0"/>
              <a:t>The first fragment carries bytes 0 to 1399. The</a:t>
            </a:r>
          </a:p>
          <a:p>
            <a:r>
              <a:rPr lang="en-US" dirty="0"/>
              <a:t>offset for this datagram is 0/8 = 0. </a:t>
            </a:r>
          </a:p>
          <a:p>
            <a:r>
              <a:rPr lang="en-US" dirty="0"/>
              <a:t>The second fragment carries bytes 1400 to 2799; the offset value for this fragment is 1400/8 = 175. </a:t>
            </a:r>
          </a:p>
          <a:p>
            <a:r>
              <a:rPr lang="en-US" dirty="0"/>
              <a:t>Finally, the third fragment carries bytes 2800 to 3999. The offset value for this fragment is 2800/8 = 350.</a:t>
            </a:r>
            <a:endParaRPr lang="en-IN" dirty="0"/>
          </a:p>
        </p:txBody>
      </p:sp>
    </p:spTree>
    <p:extLst>
      <p:ext uri="{BB962C8B-B14F-4D97-AF65-F5344CB8AC3E}">
        <p14:creationId xmlns:p14="http://schemas.microsoft.com/office/powerpoint/2010/main" val="373612595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1">
            <a:extLst>
              <a:ext uri="{FF2B5EF4-FFF2-40B4-BE49-F238E27FC236}">
                <a16:creationId xmlns:a16="http://schemas.microsoft.com/office/drawing/2014/main" id="{A43DB644-4301-EFF2-3835-CA8626C8CF9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9491" name="Text Box 2">
            <a:extLst>
              <a:ext uri="{FF2B5EF4-FFF2-40B4-BE49-F238E27FC236}">
                <a16:creationId xmlns:a16="http://schemas.microsoft.com/office/drawing/2014/main" id="{5E066151-8932-C9A8-0B68-C60158CCB54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003284C-5897-4AC6-912C-83DA55C097CE}" type="slidenum">
              <a:rPr lang="en-US" altLang="en-US" sz="1400">
                <a:solidFill>
                  <a:srgbClr val="000000"/>
                </a:solidFill>
              </a:rPr>
              <a:pPr algn="r" eaLnBrk="1" hangingPunct="1">
                <a:buClrTx/>
                <a:buSzPct val="60000"/>
                <a:buFontTx/>
                <a:buNone/>
              </a:pPr>
              <a:t>199</a:t>
            </a:fld>
            <a:endParaRPr lang="en-US" altLang="en-US" sz="1400">
              <a:solidFill>
                <a:srgbClr val="000000"/>
              </a:solidFill>
            </a:endParaRPr>
          </a:p>
        </p:txBody>
      </p:sp>
      <p:sp>
        <p:nvSpPr>
          <p:cNvPr id="319492" name="Text Box 3">
            <a:extLst>
              <a:ext uri="{FF2B5EF4-FFF2-40B4-BE49-F238E27FC236}">
                <a16:creationId xmlns:a16="http://schemas.microsoft.com/office/drawing/2014/main" id="{40E51C56-A606-84F7-F206-3D1EC6BAE4A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Fragmentation Example</a:t>
            </a:r>
          </a:p>
        </p:txBody>
      </p:sp>
      <p:sp>
        <p:nvSpPr>
          <p:cNvPr id="319493" name="Text Box 4">
            <a:extLst>
              <a:ext uri="{FF2B5EF4-FFF2-40B4-BE49-F238E27FC236}">
                <a16:creationId xmlns:a16="http://schemas.microsoft.com/office/drawing/2014/main" id="{DE74842D-1715-2FC6-C6FB-547B7570A26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pic>
        <p:nvPicPr>
          <p:cNvPr id="3" name="Picture 2">
            <a:extLst>
              <a:ext uri="{FF2B5EF4-FFF2-40B4-BE49-F238E27FC236}">
                <a16:creationId xmlns:a16="http://schemas.microsoft.com/office/drawing/2014/main" id="{23298308-9BDC-CD0A-633D-261389DAB691}"/>
              </a:ext>
            </a:extLst>
          </p:cNvPr>
          <p:cNvPicPr>
            <a:picLocks noChangeAspect="1"/>
          </p:cNvPicPr>
          <p:nvPr/>
        </p:nvPicPr>
        <p:blipFill>
          <a:blip r:embed="rId3"/>
          <a:stretch>
            <a:fillRect/>
          </a:stretch>
        </p:blipFill>
        <p:spPr>
          <a:xfrm>
            <a:off x="899591" y="2017713"/>
            <a:ext cx="7429651" cy="3859559"/>
          </a:xfrm>
          <a:prstGeom prst="rect">
            <a:avLst/>
          </a:prstGeom>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9F453F-BF9D-45AD-572B-C0F67A3595B0}"/>
              </a:ext>
            </a:extLst>
          </p:cNvPr>
          <p:cNvSpPr>
            <a:spLocks noGrp="1"/>
          </p:cNvSpPr>
          <p:nvPr>
            <p:ph type="title"/>
          </p:nvPr>
        </p:nvSpPr>
        <p:spPr/>
        <p:txBody>
          <a:bodyPr/>
          <a:lstStyle/>
          <a:p>
            <a:r>
              <a:rPr lang="en-IN" dirty="0"/>
              <a:t>Fragmentation of Fragmentation</a:t>
            </a:r>
          </a:p>
        </p:txBody>
      </p:sp>
      <p:sp>
        <p:nvSpPr>
          <p:cNvPr id="3" name="Content Placeholder 2">
            <a:extLst>
              <a:ext uri="{FF2B5EF4-FFF2-40B4-BE49-F238E27FC236}">
                <a16:creationId xmlns:a16="http://schemas.microsoft.com/office/drawing/2014/main" id="{96402689-0524-3180-B22A-1D8ED3A4D6A4}"/>
              </a:ext>
            </a:extLst>
          </p:cNvPr>
          <p:cNvSpPr>
            <a:spLocks noGrp="1"/>
          </p:cNvSpPr>
          <p:nvPr>
            <p:ph idx="1"/>
          </p:nvPr>
        </p:nvSpPr>
        <p:spPr/>
        <p:txBody>
          <a:bodyPr>
            <a:normAutofit fontScale="70000" lnSpcReduction="20000"/>
          </a:bodyPr>
          <a:lstStyle/>
          <a:p>
            <a:r>
              <a:rPr lang="en-US" dirty="0"/>
              <a:t>If a fragment itself is fragmented, the value of the offset field is always relative to the original datagram. </a:t>
            </a:r>
          </a:p>
          <a:p>
            <a:r>
              <a:rPr lang="en-US" dirty="0"/>
              <a:t>For example, in the figure, the second fragment is itself fragmented later to two fragments of 800 bytes and 600 bytes, but the offset shows the relative position of the fragments to the original data.</a:t>
            </a:r>
          </a:p>
          <a:p>
            <a:r>
              <a:rPr lang="en-US" dirty="0"/>
              <a:t>It is obvious that even if each fragment follows a different path and arrives out of order, the final destination host can reassemble the original datagram from the fragments received (if none of them is lost) using the following strategy:</a:t>
            </a:r>
          </a:p>
          <a:p>
            <a:r>
              <a:rPr lang="en-US" dirty="0"/>
              <a:t>a. The first fragment has an offset field value of zero.</a:t>
            </a:r>
          </a:p>
          <a:p>
            <a:r>
              <a:rPr lang="en-US" dirty="0"/>
              <a:t>b. Divide the length of the first fragment by 8. The second fragment has an offset value equal to that result.</a:t>
            </a:r>
          </a:p>
          <a:p>
            <a:r>
              <a:rPr lang="en-US" dirty="0"/>
              <a:t>c. Divide the total length of the first and second fragment by 8. The third fragment has an offset value equal to that result.</a:t>
            </a:r>
          </a:p>
          <a:p>
            <a:r>
              <a:rPr lang="en-US" dirty="0"/>
              <a:t>d. Continue the process. The last fragment has a more bit value of 0.</a:t>
            </a:r>
          </a:p>
          <a:p>
            <a:endParaRPr lang="en-IN" dirty="0"/>
          </a:p>
        </p:txBody>
      </p:sp>
    </p:spTree>
    <p:extLst>
      <p:ext uri="{BB962C8B-B14F-4D97-AF65-F5344CB8AC3E}">
        <p14:creationId xmlns:p14="http://schemas.microsoft.com/office/powerpoint/2010/main" val="574004568"/>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1">
            <a:extLst>
              <a:ext uri="{FF2B5EF4-FFF2-40B4-BE49-F238E27FC236}">
                <a16:creationId xmlns:a16="http://schemas.microsoft.com/office/drawing/2014/main" id="{A43DB644-4301-EFF2-3835-CA8626C8CF9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19491" name="Text Box 2">
            <a:extLst>
              <a:ext uri="{FF2B5EF4-FFF2-40B4-BE49-F238E27FC236}">
                <a16:creationId xmlns:a16="http://schemas.microsoft.com/office/drawing/2014/main" id="{5E066151-8932-C9A8-0B68-C60158CCB54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003284C-5897-4AC6-912C-83DA55C097CE}" type="slidenum">
              <a:rPr lang="en-US" altLang="en-US" sz="1400">
                <a:solidFill>
                  <a:srgbClr val="000000"/>
                </a:solidFill>
              </a:rPr>
              <a:pPr algn="r" eaLnBrk="1" hangingPunct="1">
                <a:buClrTx/>
                <a:buSzPct val="60000"/>
                <a:buFontTx/>
                <a:buNone/>
              </a:pPr>
              <a:t>201</a:t>
            </a:fld>
            <a:endParaRPr lang="en-US" altLang="en-US" sz="1400">
              <a:solidFill>
                <a:srgbClr val="000000"/>
              </a:solidFill>
            </a:endParaRPr>
          </a:p>
        </p:txBody>
      </p:sp>
      <p:sp>
        <p:nvSpPr>
          <p:cNvPr id="319492" name="Text Box 3">
            <a:extLst>
              <a:ext uri="{FF2B5EF4-FFF2-40B4-BE49-F238E27FC236}">
                <a16:creationId xmlns:a16="http://schemas.microsoft.com/office/drawing/2014/main" id="{40E51C56-A606-84F7-F206-3D1EC6BAE4A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Fragmentation Example</a:t>
            </a:r>
          </a:p>
        </p:txBody>
      </p:sp>
      <p:sp>
        <p:nvSpPr>
          <p:cNvPr id="319493" name="Text Box 4">
            <a:extLst>
              <a:ext uri="{FF2B5EF4-FFF2-40B4-BE49-F238E27FC236}">
                <a16:creationId xmlns:a16="http://schemas.microsoft.com/office/drawing/2014/main" id="{DE74842D-1715-2FC6-C6FB-547B7570A26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pic>
        <p:nvPicPr>
          <p:cNvPr id="4" name="Picture 3">
            <a:extLst>
              <a:ext uri="{FF2B5EF4-FFF2-40B4-BE49-F238E27FC236}">
                <a16:creationId xmlns:a16="http://schemas.microsoft.com/office/drawing/2014/main" id="{349E3A38-1100-9241-BAA6-A2A969B90482}"/>
              </a:ext>
            </a:extLst>
          </p:cNvPr>
          <p:cNvPicPr>
            <a:picLocks noChangeAspect="1"/>
          </p:cNvPicPr>
          <p:nvPr/>
        </p:nvPicPr>
        <p:blipFill>
          <a:blip r:embed="rId3"/>
          <a:stretch>
            <a:fillRect/>
          </a:stretch>
        </p:blipFill>
        <p:spPr>
          <a:xfrm>
            <a:off x="823709" y="1801754"/>
            <a:ext cx="7296036" cy="4330759"/>
          </a:xfrm>
          <a:prstGeom prst="rect">
            <a:avLst/>
          </a:prstGeom>
        </p:spPr>
      </p:pic>
    </p:spTree>
    <p:extLst>
      <p:ext uri="{BB962C8B-B14F-4D97-AF65-F5344CB8AC3E}">
        <p14:creationId xmlns:p14="http://schemas.microsoft.com/office/powerpoint/2010/main" val="225822966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Text Box 1">
            <a:extLst>
              <a:ext uri="{FF2B5EF4-FFF2-40B4-BE49-F238E27FC236}">
                <a16:creationId xmlns:a16="http://schemas.microsoft.com/office/drawing/2014/main" id="{4CB94FF9-CD11-74A4-D5CE-01F7DD79AF13}"/>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Delivery and Routing of IP Packets</a:t>
            </a:r>
          </a:p>
        </p:txBody>
      </p:sp>
      <p:sp>
        <p:nvSpPr>
          <p:cNvPr id="323587" name="Text Box 2">
            <a:extLst>
              <a:ext uri="{FF2B5EF4-FFF2-40B4-BE49-F238E27FC236}">
                <a16:creationId xmlns:a16="http://schemas.microsoft.com/office/drawing/2014/main" id="{C47669D7-9588-8977-86BF-342EB7C5CF60}"/>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Text Box 1">
            <a:extLst>
              <a:ext uri="{FF2B5EF4-FFF2-40B4-BE49-F238E27FC236}">
                <a16:creationId xmlns:a16="http://schemas.microsoft.com/office/drawing/2014/main" id="{3468B880-ED61-9229-FFC2-E3D2790C121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25635" name="Text Box 2">
            <a:extLst>
              <a:ext uri="{FF2B5EF4-FFF2-40B4-BE49-F238E27FC236}">
                <a16:creationId xmlns:a16="http://schemas.microsoft.com/office/drawing/2014/main" id="{4305E8A0-52F5-206F-2CF3-B264CA1D70E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3B12D83-B603-4C9A-B1D8-65FE1E1CCBAD}" type="slidenum">
              <a:rPr lang="en-US" altLang="en-US" sz="1400">
                <a:solidFill>
                  <a:srgbClr val="000000"/>
                </a:solidFill>
              </a:rPr>
              <a:pPr algn="r" eaLnBrk="1" hangingPunct="1">
                <a:buClrTx/>
                <a:buSzPct val="60000"/>
                <a:buFontTx/>
                <a:buNone/>
              </a:pPr>
              <a:t>203</a:t>
            </a:fld>
            <a:endParaRPr lang="en-US" altLang="en-US" sz="1400">
              <a:solidFill>
                <a:srgbClr val="000000"/>
              </a:solidFill>
            </a:endParaRPr>
          </a:p>
        </p:txBody>
      </p:sp>
      <p:sp>
        <p:nvSpPr>
          <p:cNvPr id="325636" name="Text Box 3">
            <a:extLst>
              <a:ext uri="{FF2B5EF4-FFF2-40B4-BE49-F238E27FC236}">
                <a16:creationId xmlns:a16="http://schemas.microsoft.com/office/drawing/2014/main" id="{01754AEE-C51B-6450-1196-A8FBFF054DD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Connection-oriented versus Connectionless Services</a:t>
            </a:r>
          </a:p>
        </p:txBody>
      </p:sp>
      <p:sp>
        <p:nvSpPr>
          <p:cNvPr id="325637" name="Text Box 4">
            <a:extLst>
              <a:ext uri="{FF2B5EF4-FFF2-40B4-BE49-F238E27FC236}">
                <a16:creationId xmlns:a16="http://schemas.microsoft.com/office/drawing/2014/main" id="{DABFC8F4-046F-B931-4933-3F3140FEB79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Delivery of packets in network layer is done by one of these service types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Connection-oriented service (e.g. ATM)</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A connection is established between the network layer protocols of the two computers and packets are sent</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Guarantee of sequence</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Route of packets is decided only once</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Connectionless service (e.g. IP)</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Every packet is independent of others</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Path of different packets can be different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683" name="Picture 2" descr="http://www.tcpipguide.com/free/diagrams/ipdirectindirect.png">
            <a:extLst>
              <a:ext uri="{FF2B5EF4-FFF2-40B4-BE49-F238E27FC236}">
                <a16:creationId xmlns:a16="http://schemas.microsoft.com/office/drawing/2014/main" id="{E7932F8E-AB14-6067-5731-58199BAAFB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2988" y="1989138"/>
            <a:ext cx="7345362" cy="463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Text Box 3">
            <a:extLst>
              <a:ext uri="{FF2B5EF4-FFF2-40B4-BE49-F238E27FC236}">
                <a16:creationId xmlns:a16="http://schemas.microsoft.com/office/drawing/2014/main" id="{DB1E541D-9572-A6E9-D105-79096488E6F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Direct and Indirect Delivery</a:t>
            </a: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7" name="Text Box 3">
            <a:extLst>
              <a:ext uri="{FF2B5EF4-FFF2-40B4-BE49-F238E27FC236}">
                <a16:creationId xmlns:a16="http://schemas.microsoft.com/office/drawing/2014/main" id="{B99B69C5-6848-1CE8-19AD-5C976CDD83C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Next Hop Routing</a:t>
            </a:r>
          </a:p>
        </p:txBody>
      </p:sp>
      <p:pic>
        <p:nvPicPr>
          <p:cNvPr id="328708" name="Picture 2" descr="http://www.tcpipguide.com/free/diagrams/iphops.png">
            <a:extLst>
              <a:ext uri="{FF2B5EF4-FFF2-40B4-BE49-F238E27FC236}">
                <a16:creationId xmlns:a16="http://schemas.microsoft.com/office/drawing/2014/main" id="{EDD7468B-32D0-F95A-B880-999A16553C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550" y="1844675"/>
            <a:ext cx="7561263" cy="4932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1" name="Text Box 3">
            <a:extLst>
              <a:ext uri="{FF2B5EF4-FFF2-40B4-BE49-F238E27FC236}">
                <a16:creationId xmlns:a16="http://schemas.microsoft.com/office/drawing/2014/main" id="{3EE77AD5-8486-1BD8-17C0-C7E58BC136B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IP Routing and Routing Tables</a:t>
            </a:r>
          </a:p>
        </p:txBody>
      </p:sp>
      <p:pic>
        <p:nvPicPr>
          <p:cNvPr id="329732" name="Picture 2" descr="http://www.tcpipguide.com/free/diagrams/iprouting.png">
            <a:extLst>
              <a:ext uri="{FF2B5EF4-FFF2-40B4-BE49-F238E27FC236}">
                <a16:creationId xmlns:a16="http://schemas.microsoft.com/office/drawing/2014/main" id="{AC941B4B-EDE2-F07F-AFA5-AF73B5A94D0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1913" y="1889125"/>
            <a:ext cx="6057900" cy="481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Text Box 1">
            <a:extLst>
              <a:ext uri="{FF2B5EF4-FFF2-40B4-BE49-F238E27FC236}">
                <a16:creationId xmlns:a16="http://schemas.microsoft.com/office/drawing/2014/main" id="{49EAE88B-3F5B-A155-EE60-50C7A690F75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30755" name="Text Box 2">
            <a:extLst>
              <a:ext uri="{FF2B5EF4-FFF2-40B4-BE49-F238E27FC236}">
                <a16:creationId xmlns:a16="http://schemas.microsoft.com/office/drawing/2014/main" id="{86B3E4C4-D72F-E824-8F14-F265FBD49B4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2D81B51-4BED-4C6A-914E-8247D9F8F99C}" type="slidenum">
              <a:rPr lang="en-US" altLang="en-US" sz="1400">
                <a:solidFill>
                  <a:srgbClr val="000000"/>
                </a:solidFill>
              </a:rPr>
              <a:pPr algn="r" eaLnBrk="1" hangingPunct="1">
                <a:buClrTx/>
                <a:buSzPct val="60000"/>
                <a:buFontTx/>
                <a:buNone/>
              </a:pPr>
              <a:t>207</a:t>
            </a:fld>
            <a:endParaRPr lang="en-US" altLang="en-US" sz="1400">
              <a:solidFill>
                <a:srgbClr val="000000"/>
              </a:solidFill>
            </a:endParaRPr>
          </a:p>
        </p:txBody>
      </p:sp>
      <p:sp>
        <p:nvSpPr>
          <p:cNvPr id="330756" name="Text Box 3">
            <a:extLst>
              <a:ext uri="{FF2B5EF4-FFF2-40B4-BE49-F238E27FC236}">
                <a16:creationId xmlns:a16="http://schemas.microsoft.com/office/drawing/2014/main" id="{2844C585-97AE-1AF3-2AF8-4006E0387CB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Direct versus Indirect Delivery</a:t>
            </a:r>
          </a:p>
        </p:txBody>
      </p:sp>
      <p:sp>
        <p:nvSpPr>
          <p:cNvPr id="330757" name="Text Box 4">
            <a:extLst>
              <a:ext uri="{FF2B5EF4-FFF2-40B4-BE49-F238E27FC236}">
                <a16:creationId xmlns:a16="http://schemas.microsoft.com/office/drawing/2014/main" id="{1B30DC1F-5BC7-EC8F-3F37-F0D77448ACE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Direct delivery: Final destination host is connected to the same physical network: Use physical address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grpSp>
        <p:nvGrpSpPr>
          <p:cNvPr id="330758" name="Group 5">
            <a:extLst>
              <a:ext uri="{FF2B5EF4-FFF2-40B4-BE49-F238E27FC236}">
                <a16:creationId xmlns:a16="http://schemas.microsoft.com/office/drawing/2014/main" id="{39B35640-745B-5411-FE88-8BC55E61DAAA}"/>
              </a:ext>
            </a:extLst>
          </p:cNvPr>
          <p:cNvGrpSpPr>
            <a:grpSpLocks/>
          </p:cNvGrpSpPr>
          <p:nvPr/>
        </p:nvGrpSpPr>
        <p:grpSpPr bwMode="auto">
          <a:xfrm>
            <a:off x="1295400" y="3810000"/>
            <a:ext cx="6627813" cy="2532063"/>
            <a:chOff x="816" y="2400"/>
            <a:chExt cx="4175" cy="1595"/>
          </a:xfrm>
        </p:grpSpPr>
        <p:sp>
          <p:nvSpPr>
            <p:cNvPr id="330759" name="Text Box 6">
              <a:extLst>
                <a:ext uri="{FF2B5EF4-FFF2-40B4-BE49-F238E27FC236}">
                  <a16:creationId xmlns:a16="http://schemas.microsoft.com/office/drawing/2014/main" id="{0CB8CB2E-87D8-A367-A311-DE4D387D23EF}"/>
                </a:ext>
              </a:extLst>
            </p:cNvPr>
            <p:cNvSpPr txBox="1">
              <a:spLocks noChangeArrowheads="1"/>
            </p:cNvSpPr>
            <p:nvPr/>
          </p:nvSpPr>
          <p:spPr bwMode="auto">
            <a:xfrm>
              <a:off x="816" y="2400"/>
              <a:ext cx="4175" cy="159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0760" name="Freeform 7">
              <a:extLst>
                <a:ext uri="{FF2B5EF4-FFF2-40B4-BE49-F238E27FC236}">
                  <a16:creationId xmlns:a16="http://schemas.microsoft.com/office/drawing/2014/main" id="{9FE794AE-9EB6-926F-4D7A-2FFE0724D72A}"/>
                </a:ext>
              </a:extLst>
            </p:cNvPr>
            <p:cNvSpPr>
              <a:spLocks noChangeArrowheads="1"/>
            </p:cNvSpPr>
            <p:nvPr/>
          </p:nvSpPr>
          <p:spPr bwMode="auto">
            <a:xfrm>
              <a:off x="1285" y="2703"/>
              <a:ext cx="360" cy="31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40 w 21600"/>
                <a:gd name="T45" fmla="*/ 11144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0761" name="Line 8">
              <a:extLst>
                <a:ext uri="{FF2B5EF4-FFF2-40B4-BE49-F238E27FC236}">
                  <a16:creationId xmlns:a16="http://schemas.microsoft.com/office/drawing/2014/main" id="{CE04A08A-149D-8BE9-AF6D-00D5E24BC001}"/>
                </a:ext>
              </a:extLst>
            </p:cNvPr>
            <p:cNvSpPr>
              <a:spLocks noChangeShapeType="1"/>
            </p:cNvSpPr>
            <p:nvPr/>
          </p:nvSpPr>
          <p:spPr bwMode="auto">
            <a:xfrm>
              <a:off x="1476" y="3024"/>
              <a:ext cx="249" cy="16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0762" name="Oval 9">
              <a:extLst>
                <a:ext uri="{FF2B5EF4-FFF2-40B4-BE49-F238E27FC236}">
                  <a16:creationId xmlns:a16="http://schemas.microsoft.com/office/drawing/2014/main" id="{D3C1FE7D-839C-9D3A-FC63-CCB43E68BDFC}"/>
                </a:ext>
              </a:extLst>
            </p:cNvPr>
            <p:cNvSpPr>
              <a:spLocks noChangeArrowheads="1"/>
            </p:cNvSpPr>
            <p:nvPr/>
          </p:nvSpPr>
          <p:spPr bwMode="auto">
            <a:xfrm>
              <a:off x="1378" y="3120"/>
              <a:ext cx="2497" cy="47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Network</a:t>
              </a:r>
            </a:p>
          </p:txBody>
        </p:sp>
        <p:sp>
          <p:nvSpPr>
            <p:cNvPr id="330763" name="Text Box 10">
              <a:extLst>
                <a:ext uri="{FF2B5EF4-FFF2-40B4-BE49-F238E27FC236}">
                  <a16:creationId xmlns:a16="http://schemas.microsoft.com/office/drawing/2014/main" id="{5EE55291-8023-E1B5-CB86-212A25676847}"/>
                </a:ext>
              </a:extLst>
            </p:cNvPr>
            <p:cNvSpPr txBox="1">
              <a:spLocks noChangeArrowheads="1"/>
            </p:cNvSpPr>
            <p:nvPr/>
          </p:nvSpPr>
          <p:spPr bwMode="auto">
            <a:xfrm>
              <a:off x="2984" y="3714"/>
              <a:ext cx="597" cy="18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Router</a:t>
              </a:r>
            </a:p>
          </p:txBody>
        </p:sp>
        <p:sp>
          <p:nvSpPr>
            <p:cNvPr id="330764" name="Line 11">
              <a:extLst>
                <a:ext uri="{FF2B5EF4-FFF2-40B4-BE49-F238E27FC236}">
                  <a16:creationId xmlns:a16="http://schemas.microsoft.com/office/drawing/2014/main" id="{24646CBD-0998-E90A-85F7-E4E02C5EE640}"/>
                </a:ext>
              </a:extLst>
            </p:cNvPr>
            <p:cNvSpPr>
              <a:spLocks noChangeShapeType="1"/>
            </p:cNvSpPr>
            <p:nvPr/>
          </p:nvSpPr>
          <p:spPr bwMode="auto">
            <a:xfrm>
              <a:off x="3190" y="3582"/>
              <a:ext cx="61" cy="13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0765" name="Line 12">
              <a:extLst>
                <a:ext uri="{FF2B5EF4-FFF2-40B4-BE49-F238E27FC236}">
                  <a16:creationId xmlns:a16="http://schemas.microsoft.com/office/drawing/2014/main" id="{AD9A5106-D890-C587-1F03-B2B882F43C8C}"/>
                </a:ext>
              </a:extLst>
            </p:cNvPr>
            <p:cNvSpPr>
              <a:spLocks noChangeShapeType="1"/>
            </p:cNvSpPr>
            <p:nvPr/>
          </p:nvSpPr>
          <p:spPr bwMode="auto">
            <a:xfrm>
              <a:off x="3582" y="3816"/>
              <a:ext cx="46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0766" name="Text Box 13">
              <a:extLst>
                <a:ext uri="{FF2B5EF4-FFF2-40B4-BE49-F238E27FC236}">
                  <a16:creationId xmlns:a16="http://schemas.microsoft.com/office/drawing/2014/main" id="{9CB813EB-F432-2E21-ED1F-20A9C711040C}"/>
                </a:ext>
              </a:extLst>
            </p:cNvPr>
            <p:cNvSpPr txBox="1">
              <a:spLocks noChangeArrowheads="1"/>
            </p:cNvSpPr>
            <p:nvPr/>
          </p:nvSpPr>
          <p:spPr bwMode="auto">
            <a:xfrm>
              <a:off x="3984" y="3684"/>
              <a:ext cx="972" cy="26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To the rest of the Internet …</a:t>
              </a:r>
            </a:p>
          </p:txBody>
        </p:sp>
        <p:sp>
          <p:nvSpPr>
            <p:cNvPr id="330767" name="Freeform 14">
              <a:extLst>
                <a:ext uri="{FF2B5EF4-FFF2-40B4-BE49-F238E27FC236}">
                  <a16:creationId xmlns:a16="http://schemas.microsoft.com/office/drawing/2014/main" id="{762D4110-5CF3-2A9F-64DA-DE9DA6CB5F07}"/>
                </a:ext>
              </a:extLst>
            </p:cNvPr>
            <p:cNvSpPr>
              <a:spLocks noChangeArrowheads="1"/>
            </p:cNvSpPr>
            <p:nvPr/>
          </p:nvSpPr>
          <p:spPr bwMode="auto">
            <a:xfrm>
              <a:off x="3810" y="2727"/>
              <a:ext cx="360" cy="31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40 w 21600"/>
                <a:gd name="T45" fmla="*/ 11144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0768" name="Line 15">
              <a:extLst>
                <a:ext uri="{FF2B5EF4-FFF2-40B4-BE49-F238E27FC236}">
                  <a16:creationId xmlns:a16="http://schemas.microsoft.com/office/drawing/2014/main" id="{E7639AC2-7032-3790-4D31-C77A47AA2200}"/>
                </a:ext>
              </a:extLst>
            </p:cNvPr>
            <p:cNvSpPr>
              <a:spLocks noChangeShapeType="1"/>
            </p:cNvSpPr>
            <p:nvPr/>
          </p:nvSpPr>
          <p:spPr bwMode="auto">
            <a:xfrm flipH="1">
              <a:off x="3662" y="3042"/>
              <a:ext cx="286" cy="19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0769" name="Text Box 16">
              <a:extLst>
                <a:ext uri="{FF2B5EF4-FFF2-40B4-BE49-F238E27FC236}">
                  <a16:creationId xmlns:a16="http://schemas.microsoft.com/office/drawing/2014/main" id="{86B0BB72-97B4-D04C-E781-732E414DB61D}"/>
                </a:ext>
              </a:extLst>
            </p:cNvPr>
            <p:cNvSpPr txBox="1">
              <a:spLocks noChangeArrowheads="1"/>
            </p:cNvSpPr>
            <p:nvPr/>
          </p:nvSpPr>
          <p:spPr bwMode="auto">
            <a:xfrm>
              <a:off x="2360" y="2868"/>
              <a:ext cx="561" cy="20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t>
              </a:r>
            </a:p>
          </p:txBody>
        </p:sp>
        <p:sp>
          <p:nvSpPr>
            <p:cNvPr id="330770" name="Text Box 17">
              <a:extLst>
                <a:ext uri="{FF2B5EF4-FFF2-40B4-BE49-F238E27FC236}">
                  <a16:creationId xmlns:a16="http://schemas.microsoft.com/office/drawing/2014/main" id="{D0636B5F-32FB-974C-D312-801F70C3B05A}"/>
                </a:ext>
              </a:extLst>
            </p:cNvPr>
            <p:cNvSpPr txBox="1">
              <a:spLocks noChangeArrowheads="1"/>
            </p:cNvSpPr>
            <p:nvPr/>
          </p:nvSpPr>
          <p:spPr bwMode="auto">
            <a:xfrm>
              <a:off x="1869" y="2696"/>
              <a:ext cx="1819" cy="1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Direct delivery</a:t>
              </a:r>
            </a:p>
          </p:txBody>
        </p:sp>
        <p:sp>
          <p:nvSpPr>
            <p:cNvPr id="330771" name="Text Box 18">
              <a:extLst>
                <a:ext uri="{FF2B5EF4-FFF2-40B4-BE49-F238E27FC236}">
                  <a16:creationId xmlns:a16="http://schemas.microsoft.com/office/drawing/2014/main" id="{52473217-2171-B81F-1F1D-4D98D1B33CAC}"/>
                </a:ext>
              </a:extLst>
            </p:cNvPr>
            <p:cNvSpPr txBox="1">
              <a:spLocks noChangeArrowheads="1"/>
            </p:cNvSpPr>
            <p:nvPr/>
          </p:nvSpPr>
          <p:spPr bwMode="auto">
            <a:xfrm>
              <a:off x="1057" y="2468"/>
              <a:ext cx="748" cy="17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Source</a:t>
              </a:r>
            </a:p>
          </p:txBody>
        </p:sp>
        <p:sp>
          <p:nvSpPr>
            <p:cNvPr id="330772" name="Text Box 19">
              <a:extLst>
                <a:ext uri="{FF2B5EF4-FFF2-40B4-BE49-F238E27FC236}">
                  <a16:creationId xmlns:a16="http://schemas.microsoft.com/office/drawing/2014/main" id="{68438B07-3506-1029-91A1-2075A02FC11B}"/>
                </a:ext>
              </a:extLst>
            </p:cNvPr>
            <p:cNvSpPr txBox="1">
              <a:spLocks noChangeArrowheads="1"/>
            </p:cNvSpPr>
            <p:nvPr/>
          </p:nvSpPr>
          <p:spPr bwMode="auto">
            <a:xfrm>
              <a:off x="3609" y="2474"/>
              <a:ext cx="802" cy="179"/>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Destination</a:t>
              </a:r>
            </a:p>
          </p:txBody>
        </p:sp>
        <p:sp>
          <p:nvSpPr>
            <p:cNvPr id="330773" name="Freeform 20">
              <a:extLst>
                <a:ext uri="{FF2B5EF4-FFF2-40B4-BE49-F238E27FC236}">
                  <a16:creationId xmlns:a16="http://schemas.microsoft.com/office/drawing/2014/main" id="{D0BE9E6F-B02F-6EF3-A8BF-A117EEDB1FAE}"/>
                </a:ext>
              </a:extLst>
            </p:cNvPr>
            <p:cNvSpPr>
              <a:spLocks noChangeArrowheads="1"/>
            </p:cNvSpPr>
            <p:nvPr/>
          </p:nvSpPr>
          <p:spPr bwMode="auto">
            <a:xfrm>
              <a:off x="1708" y="2930"/>
              <a:ext cx="2060" cy="184"/>
            </a:xfrm>
            <a:custGeom>
              <a:avLst/>
              <a:gdLst>
                <a:gd name="T0" fmla="*/ 0 w 3465"/>
                <a:gd name="T1" fmla="*/ 0 h 462"/>
                <a:gd name="T2" fmla="*/ 268 w 3465"/>
                <a:gd name="T3" fmla="*/ 143 h 462"/>
                <a:gd name="T4" fmla="*/ 1141 w 3465"/>
                <a:gd name="T5" fmla="*/ 167 h 462"/>
                <a:gd name="T6" fmla="*/ 1668 w 3465"/>
                <a:gd name="T7" fmla="*/ 167 h 462"/>
                <a:gd name="T8" fmla="*/ 2060 w 3465"/>
                <a:gd name="T9" fmla="*/ 66 h 462"/>
                <a:gd name="T10" fmla="*/ 0 60000 65536"/>
                <a:gd name="T11" fmla="*/ 0 60000 65536"/>
                <a:gd name="T12" fmla="*/ 0 60000 65536"/>
                <a:gd name="T13" fmla="*/ 0 60000 65536"/>
                <a:gd name="T14" fmla="*/ 0 60000 65536"/>
                <a:gd name="T15" fmla="*/ 0 w 3465"/>
                <a:gd name="T16" fmla="*/ 0 h 462"/>
                <a:gd name="T17" fmla="*/ 3465 w 3465"/>
                <a:gd name="T18" fmla="*/ 462 h 462"/>
              </a:gdLst>
              <a:ahLst/>
              <a:cxnLst>
                <a:cxn ang="T10">
                  <a:pos x="T0" y="T1"/>
                </a:cxn>
                <a:cxn ang="T11">
                  <a:pos x="T2" y="T3"/>
                </a:cxn>
                <a:cxn ang="T12">
                  <a:pos x="T4" y="T5"/>
                </a:cxn>
                <a:cxn ang="T13">
                  <a:pos x="T6" y="T7"/>
                </a:cxn>
                <a:cxn ang="T14">
                  <a:pos x="T8" y="T9"/>
                </a:cxn>
              </a:cxnLst>
              <a:rect l="T15" t="T16" r="T17" b="T18"/>
              <a:pathLst>
                <a:path w="3465" h="462">
                  <a:moveTo>
                    <a:pt x="0" y="0"/>
                  </a:moveTo>
                  <a:cubicBezTo>
                    <a:pt x="65" y="145"/>
                    <a:pt x="130" y="290"/>
                    <a:pt x="450" y="360"/>
                  </a:cubicBezTo>
                  <a:cubicBezTo>
                    <a:pt x="770" y="430"/>
                    <a:pt x="1527" y="410"/>
                    <a:pt x="1920" y="420"/>
                  </a:cubicBezTo>
                  <a:cubicBezTo>
                    <a:pt x="2313" y="430"/>
                    <a:pt x="2548" y="462"/>
                    <a:pt x="2805" y="420"/>
                  </a:cubicBezTo>
                  <a:cubicBezTo>
                    <a:pt x="3062" y="378"/>
                    <a:pt x="3263" y="271"/>
                    <a:pt x="3465" y="16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0774" name="Line 21">
              <a:extLst>
                <a:ext uri="{FF2B5EF4-FFF2-40B4-BE49-F238E27FC236}">
                  <a16:creationId xmlns:a16="http://schemas.microsoft.com/office/drawing/2014/main" id="{E056504E-D14A-EF23-7612-A20D5F7BADF6}"/>
                </a:ext>
              </a:extLst>
            </p:cNvPr>
            <p:cNvSpPr>
              <a:spLocks noChangeShapeType="1"/>
            </p:cNvSpPr>
            <p:nvPr/>
          </p:nvSpPr>
          <p:spPr bwMode="auto">
            <a:xfrm flipV="1">
              <a:off x="3743" y="2971"/>
              <a:ext cx="53" cy="3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Text Box 1">
            <a:extLst>
              <a:ext uri="{FF2B5EF4-FFF2-40B4-BE49-F238E27FC236}">
                <a16:creationId xmlns:a16="http://schemas.microsoft.com/office/drawing/2014/main" id="{8E9300FC-EC6B-5A06-3419-DA758E72E26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32803" name="Text Box 2">
            <a:extLst>
              <a:ext uri="{FF2B5EF4-FFF2-40B4-BE49-F238E27FC236}">
                <a16:creationId xmlns:a16="http://schemas.microsoft.com/office/drawing/2014/main" id="{CE8DDB98-4305-26A1-42A6-3995323ED86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F64DB83-FD1B-40F2-9430-15FF03C6347D}" type="slidenum">
              <a:rPr lang="en-US" altLang="en-US" sz="1400">
                <a:solidFill>
                  <a:srgbClr val="000000"/>
                </a:solidFill>
              </a:rPr>
              <a:pPr algn="r" eaLnBrk="1" hangingPunct="1">
                <a:buClrTx/>
                <a:buSzPct val="60000"/>
                <a:buFontTx/>
                <a:buNone/>
              </a:pPr>
              <a:t>208</a:t>
            </a:fld>
            <a:endParaRPr lang="en-US" altLang="en-US" sz="1400">
              <a:solidFill>
                <a:srgbClr val="000000"/>
              </a:solidFill>
            </a:endParaRPr>
          </a:p>
        </p:txBody>
      </p:sp>
      <p:sp>
        <p:nvSpPr>
          <p:cNvPr id="332804" name="Text Box 3">
            <a:extLst>
              <a:ext uri="{FF2B5EF4-FFF2-40B4-BE49-F238E27FC236}">
                <a16:creationId xmlns:a16="http://schemas.microsoft.com/office/drawing/2014/main" id="{83D88ACA-4AF3-131D-4330-703F2464F95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Direct versus Indirect Delivery</a:t>
            </a:r>
          </a:p>
        </p:txBody>
      </p:sp>
      <p:sp>
        <p:nvSpPr>
          <p:cNvPr id="332805" name="Text Box 4">
            <a:extLst>
              <a:ext uri="{FF2B5EF4-FFF2-40B4-BE49-F238E27FC236}">
                <a16:creationId xmlns:a16="http://schemas.microsoft.com/office/drawing/2014/main" id="{E174C380-FF0F-23B2-B77B-026FB8CF036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Indirect delivery: Final destination host is on a different physical network</a:t>
            </a:r>
          </a:p>
        </p:txBody>
      </p:sp>
      <p:grpSp>
        <p:nvGrpSpPr>
          <p:cNvPr id="332806" name="Group 5">
            <a:extLst>
              <a:ext uri="{FF2B5EF4-FFF2-40B4-BE49-F238E27FC236}">
                <a16:creationId xmlns:a16="http://schemas.microsoft.com/office/drawing/2014/main" id="{BB5608D2-50CB-0A98-77E8-6781A5037DB6}"/>
              </a:ext>
            </a:extLst>
          </p:cNvPr>
          <p:cNvGrpSpPr>
            <a:grpSpLocks/>
          </p:cNvGrpSpPr>
          <p:nvPr/>
        </p:nvGrpSpPr>
        <p:grpSpPr bwMode="auto">
          <a:xfrm>
            <a:off x="1676400" y="3200400"/>
            <a:ext cx="7085013" cy="2970213"/>
            <a:chOff x="1056" y="2016"/>
            <a:chExt cx="4463" cy="1871"/>
          </a:xfrm>
        </p:grpSpPr>
        <p:sp>
          <p:nvSpPr>
            <p:cNvPr id="332807" name="Text Box 6">
              <a:extLst>
                <a:ext uri="{FF2B5EF4-FFF2-40B4-BE49-F238E27FC236}">
                  <a16:creationId xmlns:a16="http://schemas.microsoft.com/office/drawing/2014/main" id="{66F89CE7-7D5D-5C51-0634-DEB8596D8EFF}"/>
                </a:ext>
              </a:extLst>
            </p:cNvPr>
            <p:cNvSpPr txBox="1">
              <a:spLocks noChangeArrowheads="1"/>
            </p:cNvSpPr>
            <p:nvPr/>
          </p:nvSpPr>
          <p:spPr bwMode="auto">
            <a:xfrm>
              <a:off x="1056" y="2016"/>
              <a:ext cx="4463" cy="187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32808" name="Freeform 7">
              <a:extLst>
                <a:ext uri="{FF2B5EF4-FFF2-40B4-BE49-F238E27FC236}">
                  <a16:creationId xmlns:a16="http://schemas.microsoft.com/office/drawing/2014/main" id="{03F05E1B-C131-E4D1-CEA1-03216ADC3E21}"/>
                </a:ext>
              </a:extLst>
            </p:cNvPr>
            <p:cNvSpPr>
              <a:spLocks noChangeArrowheads="1"/>
            </p:cNvSpPr>
            <p:nvPr/>
          </p:nvSpPr>
          <p:spPr bwMode="auto">
            <a:xfrm>
              <a:off x="1557" y="2107"/>
              <a:ext cx="386" cy="25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4 w 21600"/>
                <a:gd name="T43" fmla="*/ 2521 h 21600"/>
                <a:gd name="T44" fmla="*/ 16788 w 21600"/>
                <a:gd name="T45" fmla="*/ 1117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09" name="Line 8">
              <a:extLst>
                <a:ext uri="{FF2B5EF4-FFF2-40B4-BE49-F238E27FC236}">
                  <a16:creationId xmlns:a16="http://schemas.microsoft.com/office/drawing/2014/main" id="{0DD87919-8048-32AD-71F5-EC3C3163AE32}"/>
                </a:ext>
              </a:extLst>
            </p:cNvPr>
            <p:cNvSpPr>
              <a:spLocks noChangeShapeType="1"/>
            </p:cNvSpPr>
            <p:nvPr/>
          </p:nvSpPr>
          <p:spPr bwMode="auto">
            <a:xfrm>
              <a:off x="1762" y="2370"/>
              <a:ext cx="266" cy="13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10" name="Oval 9">
              <a:extLst>
                <a:ext uri="{FF2B5EF4-FFF2-40B4-BE49-F238E27FC236}">
                  <a16:creationId xmlns:a16="http://schemas.microsoft.com/office/drawing/2014/main" id="{481C0F74-83D1-E4A5-36CE-C76684921E45}"/>
                </a:ext>
              </a:extLst>
            </p:cNvPr>
            <p:cNvSpPr>
              <a:spLocks noChangeArrowheads="1"/>
            </p:cNvSpPr>
            <p:nvPr/>
          </p:nvSpPr>
          <p:spPr bwMode="auto">
            <a:xfrm>
              <a:off x="1657" y="2448"/>
              <a:ext cx="2670" cy="392"/>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Network</a:t>
              </a:r>
            </a:p>
          </p:txBody>
        </p:sp>
        <p:sp>
          <p:nvSpPr>
            <p:cNvPr id="332811" name="Text Box 10">
              <a:extLst>
                <a:ext uri="{FF2B5EF4-FFF2-40B4-BE49-F238E27FC236}">
                  <a16:creationId xmlns:a16="http://schemas.microsoft.com/office/drawing/2014/main" id="{CF9201EC-A2A2-0641-6AFF-CE1D2361A837}"/>
                </a:ext>
              </a:extLst>
            </p:cNvPr>
            <p:cNvSpPr txBox="1">
              <a:spLocks noChangeArrowheads="1"/>
            </p:cNvSpPr>
            <p:nvPr/>
          </p:nvSpPr>
          <p:spPr bwMode="auto">
            <a:xfrm>
              <a:off x="3374" y="2935"/>
              <a:ext cx="638" cy="15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Router</a:t>
              </a:r>
            </a:p>
          </p:txBody>
        </p:sp>
        <p:sp>
          <p:nvSpPr>
            <p:cNvPr id="332812" name="Line 11">
              <a:extLst>
                <a:ext uri="{FF2B5EF4-FFF2-40B4-BE49-F238E27FC236}">
                  <a16:creationId xmlns:a16="http://schemas.microsoft.com/office/drawing/2014/main" id="{6A0EFE67-0456-2AC4-E1B7-EA8A0317F8A8}"/>
                </a:ext>
              </a:extLst>
            </p:cNvPr>
            <p:cNvSpPr>
              <a:spLocks noChangeShapeType="1"/>
            </p:cNvSpPr>
            <p:nvPr/>
          </p:nvSpPr>
          <p:spPr bwMode="auto">
            <a:xfrm>
              <a:off x="3593" y="2827"/>
              <a:ext cx="66" cy="10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13" name="Freeform 12">
              <a:extLst>
                <a:ext uri="{FF2B5EF4-FFF2-40B4-BE49-F238E27FC236}">
                  <a16:creationId xmlns:a16="http://schemas.microsoft.com/office/drawing/2014/main" id="{6FCB9042-19BA-5420-3F23-DFAE2BDCFC19}"/>
                </a:ext>
              </a:extLst>
            </p:cNvPr>
            <p:cNvSpPr>
              <a:spLocks noChangeArrowheads="1"/>
            </p:cNvSpPr>
            <p:nvPr/>
          </p:nvSpPr>
          <p:spPr bwMode="auto">
            <a:xfrm>
              <a:off x="4257" y="2127"/>
              <a:ext cx="385" cy="25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1 h 21600"/>
                <a:gd name="T44" fmla="*/ 16775 w 21600"/>
                <a:gd name="T45" fmla="*/ 1117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14" name="Line 13">
              <a:extLst>
                <a:ext uri="{FF2B5EF4-FFF2-40B4-BE49-F238E27FC236}">
                  <a16:creationId xmlns:a16="http://schemas.microsoft.com/office/drawing/2014/main" id="{DA66F268-FA6C-21AA-EC42-A8280F67A2C5}"/>
                </a:ext>
              </a:extLst>
            </p:cNvPr>
            <p:cNvSpPr>
              <a:spLocks noChangeShapeType="1"/>
            </p:cNvSpPr>
            <p:nvPr/>
          </p:nvSpPr>
          <p:spPr bwMode="auto">
            <a:xfrm flipH="1">
              <a:off x="4098" y="2385"/>
              <a:ext cx="306" cy="15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15" name="Text Box 14">
              <a:extLst>
                <a:ext uri="{FF2B5EF4-FFF2-40B4-BE49-F238E27FC236}">
                  <a16:creationId xmlns:a16="http://schemas.microsoft.com/office/drawing/2014/main" id="{E2234E40-B680-677E-B4BD-ABDB7229367F}"/>
                </a:ext>
              </a:extLst>
            </p:cNvPr>
            <p:cNvSpPr txBox="1">
              <a:spLocks noChangeArrowheads="1"/>
            </p:cNvSpPr>
            <p:nvPr/>
          </p:nvSpPr>
          <p:spPr bwMode="auto">
            <a:xfrm>
              <a:off x="2706" y="2198"/>
              <a:ext cx="600" cy="16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t>
              </a:r>
            </a:p>
          </p:txBody>
        </p:sp>
        <p:sp>
          <p:nvSpPr>
            <p:cNvPr id="332816" name="Oval 15">
              <a:extLst>
                <a:ext uri="{FF2B5EF4-FFF2-40B4-BE49-F238E27FC236}">
                  <a16:creationId xmlns:a16="http://schemas.microsoft.com/office/drawing/2014/main" id="{0027E223-0124-BA0E-E0FA-7C911FF11DF5}"/>
                </a:ext>
              </a:extLst>
            </p:cNvPr>
            <p:cNvSpPr>
              <a:spLocks noChangeArrowheads="1"/>
            </p:cNvSpPr>
            <p:nvPr/>
          </p:nvSpPr>
          <p:spPr bwMode="auto">
            <a:xfrm>
              <a:off x="1590" y="3225"/>
              <a:ext cx="2670" cy="392"/>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Network</a:t>
              </a:r>
            </a:p>
          </p:txBody>
        </p:sp>
        <p:sp>
          <p:nvSpPr>
            <p:cNvPr id="332817" name="Line 16">
              <a:extLst>
                <a:ext uri="{FF2B5EF4-FFF2-40B4-BE49-F238E27FC236}">
                  <a16:creationId xmlns:a16="http://schemas.microsoft.com/office/drawing/2014/main" id="{BCCD3E6C-FD33-19C8-37AF-7502D8B1934B}"/>
                </a:ext>
              </a:extLst>
            </p:cNvPr>
            <p:cNvSpPr>
              <a:spLocks noChangeShapeType="1"/>
            </p:cNvSpPr>
            <p:nvPr/>
          </p:nvSpPr>
          <p:spPr bwMode="auto">
            <a:xfrm flipH="1">
              <a:off x="3554" y="3094"/>
              <a:ext cx="134" cy="15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18" name="Freeform 17">
              <a:extLst>
                <a:ext uri="{FF2B5EF4-FFF2-40B4-BE49-F238E27FC236}">
                  <a16:creationId xmlns:a16="http://schemas.microsoft.com/office/drawing/2014/main" id="{D06C46BE-5DA0-4695-0E82-71AF6A8ED9D1}"/>
                </a:ext>
              </a:extLst>
            </p:cNvPr>
            <p:cNvSpPr>
              <a:spLocks noChangeArrowheads="1"/>
            </p:cNvSpPr>
            <p:nvPr/>
          </p:nvSpPr>
          <p:spPr bwMode="auto">
            <a:xfrm>
              <a:off x="4638" y="3159"/>
              <a:ext cx="385" cy="25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1 h 21600"/>
                <a:gd name="T44" fmla="*/ 16775 w 21600"/>
                <a:gd name="T45" fmla="*/ 1117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19" name="Line 18">
              <a:extLst>
                <a:ext uri="{FF2B5EF4-FFF2-40B4-BE49-F238E27FC236}">
                  <a16:creationId xmlns:a16="http://schemas.microsoft.com/office/drawing/2014/main" id="{16B1A4AF-59ED-DC85-3ED7-13BA4DDADB00}"/>
                </a:ext>
              </a:extLst>
            </p:cNvPr>
            <p:cNvSpPr>
              <a:spLocks noChangeShapeType="1"/>
            </p:cNvSpPr>
            <p:nvPr/>
          </p:nvSpPr>
          <p:spPr bwMode="auto">
            <a:xfrm>
              <a:off x="4194" y="3364"/>
              <a:ext cx="438"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20" name="Freeform 19">
              <a:extLst>
                <a:ext uri="{FF2B5EF4-FFF2-40B4-BE49-F238E27FC236}">
                  <a16:creationId xmlns:a16="http://schemas.microsoft.com/office/drawing/2014/main" id="{15D704B7-E0E0-27C1-3C0C-AE60CC1E0116}"/>
                </a:ext>
              </a:extLst>
            </p:cNvPr>
            <p:cNvSpPr>
              <a:spLocks noChangeArrowheads="1"/>
            </p:cNvSpPr>
            <p:nvPr/>
          </p:nvSpPr>
          <p:spPr bwMode="auto">
            <a:xfrm>
              <a:off x="4409" y="3517"/>
              <a:ext cx="385" cy="25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7 w 21600"/>
                <a:gd name="T43" fmla="*/ 2521 h 21600"/>
                <a:gd name="T44" fmla="*/ 16775 w 21600"/>
                <a:gd name="T45" fmla="*/ 1117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21" name="Line 20">
              <a:extLst>
                <a:ext uri="{FF2B5EF4-FFF2-40B4-BE49-F238E27FC236}">
                  <a16:creationId xmlns:a16="http://schemas.microsoft.com/office/drawing/2014/main" id="{143D2176-5A99-A853-EE89-83148C2910B8}"/>
                </a:ext>
              </a:extLst>
            </p:cNvPr>
            <p:cNvSpPr>
              <a:spLocks noChangeShapeType="1"/>
            </p:cNvSpPr>
            <p:nvPr/>
          </p:nvSpPr>
          <p:spPr bwMode="auto">
            <a:xfrm>
              <a:off x="4137" y="3516"/>
              <a:ext cx="304" cy="15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22" name="Text Box 21">
              <a:extLst>
                <a:ext uri="{FF2B5EF4-FFF2-40B4-BE49-F238E27FC236}">
                  <a16:creationId xmlns:a16="http://schemas.microsoft.com/office/drawing/2014/main" id="{EDA1FC6B-69B5-0088-096F-275325428499}"/>
                </a:ext>
              </a:extLst>
            </p:cNvPr>
            <p:cNvSpPr txBox="1">
              <a:spLocks noChangeArrowheads="1"/>
            </p:cNvSpPr>
            <p:nvPr/>
          </p:nvSpPr>
          <p:spPr bwMode="auto">
            <a:xfrm>
              <a:off x="2048" y="2072"/>
              <a:ext cx="667" cy="15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Source</a:t>
              </a:r>
            </a:p>
          </p:txBody>
        </p:sp>
        <p:sp>
          <p:nvSpPr>
            <p:cNvPr id="332823" name="Text Box 22">
              <a:extLst>
                <a:ext uri="{FF2B5EF4-FFF2-40B4-BE49-F238E27FC236}">
                  <a16:creationId xmlns:a16="http://schemas.microsoft.com/office/drawing/2014/main" id="{123B8E5D-63D2-DB16-C97B-3C5C9E687D1A}"/>
                </a:ext>
              </a:extLst>
            </p:cNvPr>
            <p:cNvSpPr txBox="1">
              <a:spLocks noChangeArrowheads="1"/>
            </p:cNvSpPr>
            <p:nvPr/>
          </p:nvSpPr>
          <p:spPr bwMode="auto">
            <a:xfrm>
              <a:off x="3507" y="3649"/>
              <a:ext cx="857" cy="15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Destination</a:t>
              </a:r>
            </a:p>
          </p:txBody>
        </p:sp>
        <p:sp>
          <p:nvSpPr>
            <p:cNvPr id="332824" name="Freeform 23">
              <a:extLst>
                <a:ext uri="{FF2B5EF4-FFF2-40B4-BE49-F238E27FC236}">
                  <a16:creationId xmlns:a16="http://schemas.microsoft.com/office/drawing/2014/main" id="{E0136DA3-473A-7392-3B03-3E7F922D6382}"/>
                </a:ext>
              </a:extLst>
            </p:cNvPr>
            <p:cNvSpPr>
              <a:spLocks noChangeArrowheads="1"/>
            </p:cNvSpPr>
            <p:nvPr/>
          </p:nvSpPr>
          <p:spPr bwMode="auto">
            <a:xfrm>
              <a:off x="1420" y="2396"/>
              <a:ext cx="2202" cy="490"/>
            </a:xfrm>
            <a:custGeom>
              <a:avLst/>
              <a:gdLst>
                <a:gd name="T0" fmla="*/ 144 w 3539"/>
                <a:gd name="T1" fmla="*/ 0 h 1560"/>
                <a:gd name="T2" fmla="*/ 296 w 3539"/>
                <a:gd name="T3" fmla="*/ 52 h 1560"/>
                <a:gd name="T4" fmla="*/ 14 w 3539"/>
                <a:gd name="T5" fmla="*/ 122 h 1560"/>
                <a:gd name="T6" fmla="*/ 220 w 3539"/>
                <a:gd name="T7" fmla="*/ 210 h 1560"/>
                <a:gd name="T8" fmla="*/ 704 w 3539"/>
                <a:gd name="T9" fmla="*/ 262 h 1560"/>
                <a:gd name="T10" fmla="*/ 1492 w 3539"/>
                <a:gd name="T11" fmla="*/ 264 h 1560"/>
                <a:gd name="T12" fmla="*/ 1541 w 3539"/>
                <a:gd name="T13" fmla="*/ 283 h 1560"/>
                <a:gd name="T14" fmla="*/ 0 60000 65536"/>
                <a:gd name="T15" fmla="*/ 0 60000 65536"/>
                <a:gd name="T16" fmla="*/ 0 60000 65536"/>
                <a:gd name="T17" fmla="*/ 0 60000 65536"/>
                <a:gd name="T18" fmla="*/ 0 60000 65536"/>
                <a:gd name="T19" fmla="*/ 0 60000 65536"/>
                <a:gd name="T20" fmla="*/ 0 60000 65536"/>
                <a:gd name="T21" fmla="*/ 0 w 3539"/>
                <a:gd name="T22" fmla="*/ 0 h 1560"/>
                <a:gd name="T23" fmla="*/ 3539 w 3539"/>
                <a:gd name="T24" fmla="*/ 1560 h 15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39" h="1560">
                  <a:moveTo>
                    <a:pt x="312" y="0"/>
                  </a:moveTo>
                  <a:cubicBezTo>
                    <a:pt x="500" y="86"/>
                    <a:pt x="689" y="173"/>
                    <a:pt x="642" y="285"/>
                  </a:cubicBezTo>
                  <a:cubicBezTo>
                    <a:pt x="595" y="397"/>
                    <a:pt x="54" y="530"/>
                    <a:pt x="27" y="675"/>
                  </a:cubicBezTo>
                  <a:cubicBezTo>
                    <a:pt x="0" y="820"/>
                    <a:pt x="227" y="1028"/>
                    <a:pt x="477" y="1155"/>
                  </a:cubicBezTo>
                  <a:cubicBezTo>
                    <a:pt x="727" y="1282"/>
                    <a:pt x="1067" y="1390"/>
                    <a:pt x="1527" y="1440"/>
                  </a:cubicBezTo>
                  <a:cubicBezTo>
                    <a:pt x="1987" y="1490"/>
                    <a:pt x="2935" y="1435"/>
                    <a:pt x="3237" y="1455"/>
                  </a:cubicBezTo>
                  <a:cubicBezTo>
                    <a:pt x="3539" y="1475"/>
                    <a:pt x="3440" y="1517"/>
                    <a:pt x="3342" y="1560"/>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25" name="Line 24">
              <a:extLst>
                <a:ext uri="{FF2B5EF4-FFF2-40B4-BE49-F238E27FC236}">
                  <a16:creationId xmlns:a16="http://schemas.microsoft.com/office/drawing/2014/main" id="{E0A6A322-1B99-DF17-D068-2F22D4828B3E}"/>
                </a:ext>
              </a:extLst>
            </p:cNvPr>
            <p:cNvSpPr>
              <a:spLocks noChangeShapeType="1"/>
            </p:cNvSpPr>
            <p:nvPr/>
          </p:nvSpPr>
          <p:spPr bwMode="auto">
            <a:xfrm flipH="1">
              <a:off x="3477" y="2892"/>
              <a:ext cx="20" cy="2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2826" name="Freeform 25">
              <a:extLst>
                <a:ext uri="{FF2B5EF4-FFF2-40B4-BE49-F238E27FC236}">
                  <a16:creationId xmlns:a16="http://schemas.microsoft.com/office/drawing/2014/main" id="{FE28D5E8-3461-A638-6247-A5292B06CF12}"/>
                </a:ext>
              </a:extLst>
            </p:cNvPr>
            <p:cNvSpPr>
              <a:spLocks noChangeArrowheads="1"/>
            </p:cNvSpPr>
            <p:nvPr/>
          </p:nvSpPr>
          <p:spPr bwMode="auto">
            <a:xfrm>
              <a:off x="3676" y="3108"/>
              <a:ext cx="717" cy="485"/>
            </a:xfrm>
            <a:custGeom>
              <a:avLst/>
              <a:gdLst>
                <a:gd name="T0" fmla="*/ 194 w 1130"/>
                <a:gd name="T1" fmla="*/ 0 h 1485"/>
                <a:gd name="T2" fmla="*/ 60 w 1130"/>
                <a:gd name="T3" fmla="*/ 103 h 1485"/>
                <a:gd name="T4" fmla="*/ 555 w 1130"/>
                <a:gd name="T5" fmla="*/ 211 h 1485"/>
                <a:gd name="T6" fmla="*/ 612 w 1130"/>
                <a:gd name="T7" fmla="*/ 377 h 1485"/>
                <a:gd name="T8" fmla="*/ 603 w 1130"/>
                <a:gd name="T9" fmla="*/ 407 h 1485"/>
                <a:gd name="T10" fmla="*/ 631 w 1130"/>
                <a:gd name="T11" fmla="*/ 465 h 1485"/>
                <a:gd name="T12" fmla="*/ 717 w 1130"/>
                <a:gd name="T13" fmla="*/ 485 h 1485"/>
                <a:gd name="T14" fmla="*/ 0 60000 65536"/>
                <a:gd name="T15" fmla="*/ 0 60000 65536"/>
                <a:gd name="T16" fmla="*/ 0 60000 65536"/>
                <a:gd name="T17" fmla="*/ 0 60000 65536"/>
                <a:gd name="T18" fmla="*/ 0 60000 65536"/>
                <a:gd name="T19" fmla="*/ 0 60000 65536"/>
                <a:gd name="T20" fmla="*/ 0 60000 65536"/>
                <a:gd name="T21" fmla="*/ 0 w 1130"/>
                <a:gd name="T22" fmla="*/ 0 h 1485"/>
                <a:gd name="T23" fmla="*/ 1130 w 1130"/>
                <a:gd name="T24" fmla="*/ 1485 h 14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0" h="1485">
                  <a:moveTo>
                    <a:pt x="305" y="0"/>
                  </a:moveTo>
                  <a:cubicBezTo>
                    <a:pt x="152" y="103"/>
                    <a:pt x="0" y="207"/>
                    <a:pt x="95" y="315"/>
                  </a:cubicBezTo>
                  <a:cubicBezTo>
                    <a:pt x="190" y="423"/>
                    <a:pt x="730" y="505"/>
                    <a:pt x="875" y="645"/>
                  </a:cubicBezTo>
                  <a:cubicBezTo>
                    <a:pt x="1020" y="785"/>
                    <a:pt x="952" y="1055"/>
                    <a:pt x="965" y="1155"/>
                  </a:cubicBezTo>
                  <a:cubicBezTo>
                    <a:pt x="978" y="1255"/>
                    <a:pt x="945" y="1200"/>
                    <a:pt x="950" y="1245"/>
                  </a:cubicBezTo>
                  <a:cubicBezTo>
                    <a:pt x="955" y="1290"/>
                    <a:pt x="965" y="1385"/>
                    <a:pt x="995" y="1425"/>
                  </a:cubicBezTo>
                  <a:cubicBezTo>
                    <a:pt x="1025" y="1465"/>
                    <a:pt x="1108" y="1478"/>
                    <a:pt x="1130" y="148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332827" name="Line 26">
              <a:extLst>
                <a:ext uri="{FF2B5EF4-FFF2-40B4-BE49-F238E27FC236}">
                  <a16:creationId xmlns:a16="http://schemas.microsoft.com/office/drawing/2014/main" id="{28754ABB-85B1-0838-375B-1847FCEF754B}"/>
                </a:ext>
              </a:extLst>
            </p:cNvPr>
            <p:cNvSpPr>
              <a:spLocks noChangeShapeType="1"/>
            </p:cNvSpPr>
            <p:nvPr/>
          </p:nvSpPr>
          <p:spPr bwMode="auto">
            <a:xfrm>
              <a:off x="4385" y="3595"/>
              <a:ext cx="56" cy="23"/>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Text Box 1">
            <a:extLst>
              <a:ext uri="{FF2B5EF4-FFF2-40B4-BE49-F238E27FC236}">
                <a16:creationId xmlns:a16="http://schemas.microsoft.com/office/drawing/2014/main" id="{ADB8E891-1CD6-7753-84C7-F19A415EBA5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34851" name="Text Box 2">
            <a:extLst>
              <a:ext uri="{FF2B5EF4-FFF2-40B4-BE49-F238E27FC236}">
                <a16:creationId xmlns:a16="http://schemas.microsoft.com/office/drawing/2014/main" id="{D08A4B1A-500A-01EC-2F0C-51225850BBA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BD57432-B008-4AEC-974F-0FB507B3568F}" type="slidenum">
              <a:rPr lang="en-US" altLang="en-US" sz="1400">
                <a:solidFill>
                  <a:srgbClr val="000000"/>
                </a:solidFill>
              </a:rPr>
              <a:pPr algn="r" eaLnBrk="1" hangingPunct="1">
                <a:buClrTx/>
                <a:buSzPct val="60000"/>
                <a:buFontTx/>
                <a:buNone/>
              </a:pPr>
              <a:t>209</a:t>
            </a:fld>
            <a:endParaRPr lang="en-US" altLang="en-US" sz="1400">
              <a:solidFill>
                <a:srgbClr val="000000"/>
              </a:solidFill>
            </a:endParaRPr>
          </a:p>
        </p:txBody>
      </p:sp>
      <p:sp>
        <p:nvSpPr>
          <p:cNvPr id="334852" name="Text Box 3">
            <a:extLst>
              <a:ext uri="{FF2B5EF4-FFF2-40B4-BE49-F238E27FC236}">
                <a16:creationId xmlns:a16="http://schemas.microsoft.com/office/drawing/2014/main" id="{F6577372-7399-05CF-2076-9CD0A8E4005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Methods</a:t>
            </a:r>
          </a:p>
        </p:txBody>
      </p:sp>
      <p:sp>
        <p:nvSpPr>
          <p:cNvPr id="334853" name="Text Box 4">
            <a:extLst>
              <a:ext uri="{FF2B5EF4-FFF2-40B4-BE49-F238E27FC236}">
                <a16:creationId xmlns:a16="http://schemas.microsoft.com/office/drawing/2014/main" id="{B7BEA260-E7A8-FEDB-EE56-955642C7F31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Every host or router needs to have a routing table for sending and forwarding packets, respectively</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Contains information about reaching the final destination – not practical today; so need better methods</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Next-hop routing</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Network-specific routing</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Host-specific routing</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Text Box 1">
            <a:extLst>
              <a:ext uri="{FF2B5EF4-FFF2-40B4-BE49-F238E27FC236}">
                <a16:creationId xmlns:a16="http://schemas.microsoft.com/office/drawing/2014/main" id="{B61200B7-11DF-A632-4C89-8C47DB1BCE5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36899" name="Text Box 2">
            <a:extLst>
              <a:ext uri="{FF2B5EF4-FFF2-40B4-BE49-F238E27FC236}">
                <a16:creationId xmlns:a16="http://schemas.microsoft.com/office/drawing/2014/main" id="{0FF5DE42-8611-D82A-E756-AFEACF84A5A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3E66195-BA09-4CE9-B70B-4EBA9798B474}" type="slidenum">
              <a:rPr lang="en-US" altLang="en-US" sz="1400">
                <a:solidFill>
                  <a:srgbClr val="000000"/>
                </a:solidFill>
              </a:rPr>
              <a:pPr algn="r" eaLnBrk="1" hangingPunct="1">
                <a:buClrTx/>
                <a:buSzPct val="60000"/>
                <a:buFontTx/>
                <a:buNone/>
              </a:pPr>
              <a:t>210</a:t>
            </a:fld>
            <a:endParaRPr lang="en-US" altLang="en-US" sz="1400">
              <a:solidFill>
                <a:srgbClr val="000000"/>
              </a:solidFill>
            </a:endParaRPr>
          </a:p>
        </p:txBody>
      </p:sp>
      <p:sp>
        <p:nvSpPr>
          <p:cNvPr id="336900" name="Text Box 3">
            <a:extLst>
              <a:ext uri="{FF2B5EF4-FFF2-40B4-BE49-F238E27FC236}">
                <a16:creationId xmlns:a16="http://schemas.microsoft.com/office/drawing/2014/main" id="{3DA87A0C-C9E3-C22C-6CC3-B6980E4DF3F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Next-hop Routing – 1</a:t>
            </a:r>
          </a:p>
        </p:txBody>
      </p:sp>
      <p:sp>
        <p:nvSpPr>
          <p:cNvPr id="336901" name="Text Box 4">
            <a:extLst>
              <a:ext uri="{FF2B5EF4-FFF2-40B4-BE49-F238E27FC236}">
                <a16:creationId xmlns:a16="http://schemas.microsoft.com/office/drawing/2014/main" id="{E578BBE4-7D6F-3272-25BA-CD60E497FAE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Routing table holds information only about the next hop; not the complete route</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grpSp>
        <p:nvGrpSpPr>
          <p:cNvPr id="336902" name="Group 5">
            <a:extLst>
              <a:ext uri="{FF2B5EF4-FFF2-40B4-BE49-F238E27FC236}">
                <a16:creationId xmlns:a16="http://schemas.microsoft.com/office/drawing/2014/main" id="{85538BBD-14D2-B4C1-D631-535538216D04}"/>
              </a:ext>
            </a:extLst>
          </p:cNvPr>
          <p:cNvGrpSpPr>
            <a:grpSpLocks/>
          </p:cNvGrpSpPr>
          <p:nvPr/>
        </p:nvGrpSpPr>
        <p:grpSpPr bwMode="auto">
          <a:xfrm>
            <a:off x="1600200" y="3810000"/>
            <a:ext cx="6627813" cy="1751013"/>
            <a:chOff x="1008" y="2400"/>
            <a:chExt cx="4175" cy="1103"/>
          </a:xfrm>
        </p:grpSpPr>
        <p:sp>
          <p:nvSpPr>
            <p:cNvPr id="336903" name="AutoShape 6">
              <a:extLst>
                <a:ext uri="{FF2B5EF4-FFF2-40B4-BE49-F238E27FC236}">
                  <a16:creationId xmlns:a16="http://schemas.microsoft.com/office/drawing/2014/main" id="{A4F25BBC-BA67-2815-FA90-669E2819B4BE}"/>
                </a:ext>
              </a:extLst>
            </p:cNvPr>
            <p:cNvSpPr>
              <a:spLocks noChangeArrowheads="1"/>
            </p:cNvSpPr>
            <p:nvPr/>
          </p:nvSpPr>
          <p:spPr bwMode="auto">
            <a:xfrm>
              <a:off x="1008" y="2400"/>
              <a:ext cx="659" cy="50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7 w 21600"/>
                <a:gd name="T43" fmla="*/ 2546 h 21600"/>
                <a:gd name="T44" fmla="*/ 16749 w 21600"/>
                <a:gd name="T45" fmla="*/ 11161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A</a:t>
              </a:r>
            </a:p>
          </p:txBody>
        </p:sp>
        <p:sp>
          <p:nvSpPr>
            <p:cNvPr id="336904" name="Line 7">
              <a:extLst>
                <a:ext uri="{FF2B5EF4-FFF2-40B4-BE49-F238E27FC236}">
                  <a16:creationId xmlns:a16="http://schemas.microsoft.com/office/drawing/2014/main" id="{3D27DD1F-80E6-89E1-914C-5ED4E1B829D8}"/>
                </a:ext>
              </a:extLst>
            </p:cNvPr>
            <p:cNvSpPr>
              <a:spLocks noChangeShapeType="1"/>
            </p:cNvSpPr>
            <p:nvPr/>
          </p:nvSpPr>
          <p:spPr bwMode="auto">
            <a:xfrm>
              <a:off x="1369" y="2907"/>
              <a:ext cx="241" cy="28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6905" name="Oval 8">
              <a:extLst>
                <a:ext uri="{FF2B5EF4-FFF2-40B4-BE49-F238E27FC236}">
                  <a16:creationId xmlns:a16="http://schemas.microsoft.com/office/drawing/2014/main" id="{AAFF6CB8-AE0D-9AEF-BC83-9624974EB832}"/>
                </a:ext>
              </a:extLst>
            </p:cNvPr>
            <p:cNvSpPr>
              <a:spLocks noChangeArrowheads="1"/>
            </p:cNvSpPr>
            <p:nvPr/>
          </p:nvSpPr>
          <p:spPr bwMode="auto">
            <a:xfrm>
              <a:off x="1351" y="3188"/>
              <a:ext cx="664" cy="31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Network</a:t>
              </a:r>
            </a:p>
          </p:txBody>
        </p:sp>
        <p:sp>
          <p:nvSpPr>
            <p:cNvPr id="336906" name="Line 9">
              <a:extLst>
                <a:ext uri="{FF2B5EF4-FFF2-40B4-BE49-F238E27FC236}">
                  <a16:creationId xmlns:a16="http://schemas.microsoft.com/office/drawing/2014/main" id="{2A9E9587-3AAB-C2A0-0EC8-A51F861BFD3C}"/>
                </a:ext>
              </a:extLst>
            </p:cNvPr>
            <p:cNvSpPr>
              <a:spLocks noChangeShapeType="1"/>
            </p:cNvSpPr>
            <p:nvPr/>
          </p:nvSpPr>
          <p:spPr bwMode="auto">
            <a:xfrm>
              <a:off x="2007" y="3346"/>
              <a:ext cx="17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6907" name="Oval 10">
              <a:extLst>
                <a:ext uri="{FF2B5EF4-FFF2-40B4-BE49-F238E27FC236}">
                  <a16:creationId xmlns:a16="http://schemas.microsoft.com/office/drawing/2014/main" id="{1B9080B9-F51F-DD5F-12CD-4FF9FFE64CB0}"/>
                </a:ext>
              </a:extLst>
            </p:cNvPr>
            <p:cNvSpPr>
              <a:spLocks noChangeArrowheads="1"/>
            </p:cNvSpPr>
            <p:nvPr/>
          </p:nvSpPr>
          <p:spPr bwMode="auto">
            <a:xfrm>
              <a:off x="2189" y="3231"/>
              <a:ext cx="391" cy="229"/>
            </a:xfrm>
            <a:prstGeom prst="ellipse">
              <a:avLst/>
            </a:prstGeom>
            <a:blipFill dpi="0" rotWithShape="0">
              <a:blip r:embed="rId3"/>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R1</a:t>
              </a:r>
            </a:p>
          </p:txBody>
        </p:sp>
        <p:sp>
          <p:nvSpPr>
            <p:cNvPr id="336908" name="Line 11">
              <a:extLst>
                <a:ext uri="{FF2B5EF4-FFF2-40B4-BE49-F238E27FC236}">
                  <a16:creationId xmlns:a16="http://schemas.microsoft.com/office/drawing/2014/main" id="{D2C440B9-0CCF-C4E2-F2EC-20DC4EC0A17C}"/>
                </a:ext>
              </a:extLst>
            </p:cNvPr>
            <p:cNvSpPr>
              <a:spLocks noChangeShapeType="1"/>
            </p:cNvSpPr>
            <p:nvPr/>
          </p:nvSpPr>
          <p:spPr bwMode="auto">
            <a:xfrm>
              <a:off x="2581" y="3353"/>
              <a:ext cx="17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6909" name="Oval 12">
              <a:extLst>
                <a:ext uri="{FF2B5EF4-FFF2-40B4-BE49-F238E27FC236}">
                  <a16:creationId xmlns:a16="http://schemas.microsoft.com/office/drawing/2014/main" id="{276BA599-E47E-735F-B4C8-EAACAD5FC29F}"/>
                </a:ext>
              </a:extLst>
            </p:cNvPr>
            <p:cNvSpPr>
              <a:spLocks noChangeArrowheads="1"/>
            </p:cNvSpPr>
            <p:nvPr/>
          </p:nvSpPr>
          <p:spPr bwMode="auto">
            <a:xfrm>
              <a:off x="2754" y="3188"/>
              <a:ext cx="658" cy="31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Network</a:t>
              </a:r>
            </a:p>
          </p:txBody>
        </p:sp>
        <p:sp>
          <p:nvSpPr>
            <p:cNvPr id="336910" name="Line 13">
              <a:extLst>
                <a:ext uri="{FF2B5EF4-FFF2-40B4-BE49-F238E27FC236}">
                  <a16:creationId xmlns:a16="http://schemas.microsoft.com/office/drawing/2014/main" id="{C24F6AF6-F79D-63A2-3B6B-E4170582B957}"/>
                </a:ext>
              </a:extLst>
            </p:cNvPr>
            <p:cNvSpPr>
              <a:spLocks noChangeShapeType="1"/>
            </p:cNvSpPr>
            <p:nvPr/>
          </p:nvSpPr>
          <p:spPr bwMode="auto">
            <a:xfrm>
              <a:off x="3410" y="3346"/>
              <a:ext cx="17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6911" name="Oval 14">
              <a:extLst>
                <a:ext uri="{FF2B5EF4-FFF2-40B4-BE49-F238E27FC236}">
                  <a16:creationId xmlns:a16="http://schemas.microsoft.com/office/drawing/2014/main" id="{2E3C6FEB-2BC6-788F-B710-0EB3DB9B3F6A}"/>
                </a:ext>
              </a:extLst>
            </p:cNvPr>
            <p:cNvSpPr>
              <a:spLocks noChangeArrowheads="1"/>
            </p:cNvSpPr>
            <p:nvPr/>
          </p:nvSpPr>
          <p:spPr bwMode="auto">
            <a:xfrm>
              <a:off x="3601" y="3231"/>
              <a:ext cx="391" cy="229"/>
            </a:xfrm>
            <a:prstGeom prst="ellipse">
              <a:avLst/>
            </a:prstGeom>
            <a:blipFill dpi="0" rotWithShape="0">
              <a:blip r:embed="rId3"/>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R2</a:t>
              </a:r>
            </a:p>
          </p:txBody>
        </p:sp>
        <p:sp>
          <p:nvSpPr>
            <p:cNvPr id="336912" name="Oval 15">
              <a:extLst>
                <a:ext uri="{FF2B5EF4-FFF2-40B4-BE49-F238E27FC236}">
                  <a16:creationId xmlns:a16="http://schemas.microsoft.com/office/drawing/2014/main" id="{566FD80E-F0D3-92C1-ACE7-C0616E8E89AC}"/>
                </a:ext>
              </a:extLst>
            </p:cNvPr>
            <p:cNvSpPr>
              <a:spLocks noChangeArrowheads="1"/>
            </p:cNvSpPr>
            <p:nvPr/>
          </p:nvSpPr>
          <p:spPr bwMode="auto">
            <a:xfrm>
              <a:off x="4147" y="3180"/>
              <a:ext cx="658" cy="316"/>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Network</a:t>
              </a:r>
            </a:p>
          </p:txBody>
        </p:sp>
        <p:sp>
          <p:nvSpPr>
            <p:cNvPr id="336913" name="Line 16">
              <a:extLst>
                <a:ext uri="{FF2B5EF4-FFF2-40B4-BE49-F238E27FC236}">
                  <a16:creationId xmlns:a16="http://schemas.microsoft.com/office/drawing/2014/main" id="{DEFFE75E-F899-F614-8EDD-D53747E523C9}"/>
                </a:ext>
              </a:extLst>
            </p:cNvPr>
            <p:cNvSpPr>
              <a:spLocks noChangeShapeType="1"/>
            </p:cNvSpPr>
            <p:nvPr/>
          </p:nvSpPr>
          <p:spPr bwMode="auto">
            <a:xfrm>
              <a:off x="3974" y="3353"/>
              <a:ext cx="17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36914" name="AutoShape 17">
              <a:extLst>
                <a:ext uri="{FF2B5EF4-FFF2-40B4-BE49-F238E27FC236}">
                  <a16:creationId xmlns:a16="http://schemas.microsoft.com/office/drawing/2014/main" id="{4C10DD53-3F4C-1EA7-19A1-717EB0E3C00E}"/>
                </a:ext>
              </a:extLst>
            </p:cNvPr>
            <p:cNvSpPr>
              <a:spLocks noChangeArrowheads="1"/>
            </p:cNvSpPr>
            <p:nvPr/>
          </p:nvSpPr>
          <p:spPr bwMode="auto">
            <a:xfrm>
              <a:off x="4524" y="2414"/>
              <a:ext cx="659" cy="50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7 w 21600"/>
                <a:gd name="T43" fmla="*/ 2546 h 21600"/>
                <a:gd name="T44" fmla="*/ 16749 w 21600"/>
                <a:gd name="T45" fmla="*/ 11161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B</a:t>
              </a:r>
            </a:p>
          </p:txBody>
        </p:sp>
        <p:sp>
          <p:nvSpPr>
            <p:cNvPr id="336915" name="Line 18">
              <a:extLst>
                <a:ext uri="{FF2B5EF4-FFF2-40B4-BE49-F238E27FC236}">
                  <a16:creationId xmlns:a16="http://schemas.microsoft.com/office/drawing/2014/main" id="{21F2172F-86DE-E07D-C754-B88236F8D23E}"/>
                </a:ext>
              </a:extLst>
            </p:cNvPr>
            <p:cNvSpPr>
              <a:spLocks noChangeShapeType="1"/>
            </p:cNvSpPr>
            <p:nvPr/>
          </p:nvSpPr>
          <p:spPr bwMode="auto">
            <a:xfrm flipH="1">
              <a:off x="4683" y="2921"/>
              <a:ext cx="211" cy="2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Text Box 1">
            <a:extLst>
              <a:ext uri="{FF2B5EF4-FFF2-40B4-BE49-F238E27FC236}">
                <a16:creationId xmlns:a16="http://schemas.microsoft.com/office/drawing/2014/main" id="{6486E101-A6A3-5819-0BE2-A949C4E601A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38947" name="Text Box 2">
            <a:extLst>
              <a:ext uri="{FF2B5EF4-FFF2-40B4-BE49-F238E27FC236}">
                <a16:creationId xmlns:a16="http://schemas.microsoft.com/office/drawing/2014/main" id="{9A9BB4F0-42E4-5FFB-E290-DB6985DE355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538B457-201E-40CB-8225-685DB9E779AF}" type="slidenum">
              <a:rPr lang="en-US" altLang="en-US" sz="1400">
                <a:solidFill>
                  <a:srgbClr val="000000"/>
                </a:solidFill>
              </a:rPr>
              <a:pPr algn="r" eaLnBrk="1" hangingPunct="1">
                <a:buClrTx/>
                <a:buSzPct val="60000"/>
                <a:buFontTx/>
                <a:buNone/>
              </a:pPr>
              <a:t>211</a:t>
            </a:fld>
            <a:endParaRPr lang="en-US" altLang="en-US" sz="1400">
              <a:solidFill>
                <a:srgbClr val="000000"/>
              </a:solidFill>
            </a:endParaRPr>
          </a:p>
        </p:txBody>
      </p:sp>
      <p:sp>
        <p:nvSpPr>
          <p:cNvPr id="338948" name="Text Box 3">
            <a:extLst>
              <a:ext uri="{FF2B5EF4-FFF2-40B4-BE49-F238E27FC236}">
                <a16:creationId xmlns:a16="http://schemas.microsoft.com/office/drawing/2014/main" id="{84054348-9B19-10BD-E67F-7FDACF7AF2A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Next-hop Routing – 2</a:t>
            </a:r>
          </a:p>
        </p:txBody>
      </p:sp>
      <p:sp>
        <p:nvSpPr>
          <p:cNvPr id="338949" name="Text Box 4">
            <a:extLst>
              <a:ext uri="{FF2B5EF4-FFF2-40B4-BE49-F238E27FC236}">
                <a16:creationId xmlns:a16="http://schemas.microsoft.com/office/drawing/2014/main" id="{EB39BC1F-A4BA-D963-35C0-FC7710CA253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Routing tables: Based on route</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graphicFrame>
        <p:nvGraphicFramePr>
          <p:cNvPr id="169989" name="Group 5">
            <a:extLst>
              <a:ext uri="{FF2B5EF4-FFF2-40B4-BE49-F238E27FC236}">
                <a16:creationId xmlns:a16="http://schemas.microsoft.com/office/drawing/2014/main" id="{09A1F52D-F475-43F1-8213-A4C31AAB0958}"/>
              </a:ext>
            </a:extLst>
          </p:cNvPr>
          <p:cNvGraphicFramePr>
            <a:graphicFrameLocks noGrp="1"/>
          </p:cNvGraphicFramePr>
          <p:nvPr/>
        </p:nvGraphicFramePr>
        <p:xfrm>
          <a:off x="1524000" y="2743200"/>
          <a:ext cx="6097588" cy="2501901"/>
        </p:xfrm>
        <a:graphic>
          <a:graphicData uri="http://schemas.openxmlformats.org/drawingml/2006/table">
            <a:tbl>
              <a:tblPr/>
              <a:tblGrid>
                <a:gridCol w="2032000">
                  <a:extLst>
                    <a:ext uri="{9D8B030D-6E8A-4147-A177-3AD203B41FA5}">
                      <a16:colId xmlns:a16="http://schemas.microsoft.com/office/drawing/2014/main" val="3486924247"/>
                    </a:ext>
                  </a:extLst>
                </a:gridCol>
                <a:gridCol w="2033588">
                  <a:extLst>
                    <a:ext uri="{9D8B030D-6E8A-4147-A177-3AD203B41FA5}">
                      <a16:colId xmlns:a16="http://schemas.microsoft.com/office/drawing/2014/main" val="3362456832"/>
                    </a:ext>
                  </a:extLst>
                </a:gridCol>
                <a:gridCol w="2032000">
                  <a:extLst>
                    <a:ext uri="{9D8B030D-6E8A-4147-A177-3AD203B41FA5}">
                      <a16:colId xmlns:a16="http://schemas.microsoft.com/office/drawing/2014/main" val="3098415051"/>
                    </a:ext>
                  </a:extLst>
                </a:gridCol>
              </a:tblGrid>
              <a:tr h="9445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Entry in the table of</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Route</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37663760"/>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R1-R2-B</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462642"/>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R2-B</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2929816"/>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R2</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30168943"/>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Text Box 1">
            <a:extLst>
              <a:ext uri="{FF2B5EF4-FFF2-40B4-BE49-F238E27FC236}">
                <a16:creationId xmlns:a16="http://schemas.microsoft.com/office/drawing/2014/main" id="{C58B94A8-A875-7742-E209-74DF5807487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0995" name="Text Box 2">
            <a:extLst>
              <a:ext uri="{FF2B5EF4-FFF2-40B4-BE49-F238E27FC236}">
                <a16:creationId xmlns:a16="http://schemas.microsoft.com/office/drawing/2014/main" id="{AECBE005-D37F-A3D0-AF95-B5B3746B49D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5F5546C-D440-4697-8542-7DA1966FC978}" type="slidenum">
              <a:rPr lang="en-US" altLang="en-US" sz="1400">
                <a:solidFill>
                  <a:srgbClr val="000000"/>
                </a:solidFill>
              </a:rPr>
              <a:pPr algn="r" eaLnBrk="1" hangingPunct="1">
                <a:buClrTx/>
                <a:buSzPct val="60000"/>
                <a:buFontTx/>
                <a:buNone/>
              </a:pPr>
              <a:t>212</a:t>
            </a:fld>
            <a:endParaRPr lang="en-US" altLang="en-US" sz="1400">
              <a:solidFill>
                <a:srgbClr val="000000"/>
              </a:solidFill>
            </a:endParaRPr>
          </a:p>
        </p:txBody>
      </p:sp>
      <p:sp>
        <p:nvSpPr>
          <p:cNvPr id="340996" name="Text Box 3">
            <a:extLst>
              <a:ext uri="{FF2B5EF4-FFF2-40B4-BE49-F238E27FC236}">
                <a16:creationId xmlns:a16="http://schemas.microsoft.com/office/drawing/2014/main" id="{62E5A394-B7ED-BD75-199D-50F92F08F34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Next-hop Routing – 3</a:t>
            </a:r>
          </a:p>
        </p:txBody>
      </p:sp>
      <p:sp>
        <p:nvSpPr>
          <p:cNvPr id="340997" name="Text Box 4">
            <a:extLst>
              <a:ext uri="{FF2B5EF4-FFF2-40B4-BE49-F238E27FC236}">
                <a16:creationId xmlns:a16="http://schemas.microsoft.com/office/drawing/2014/main" id="{85EF882D-68DF-D055-ACE3-3B591F7E5DC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Routing tables: Based on next hop</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graphicFrame>
        <p:nvGraphicFramePr>
          <p:cNvPr id="171013" name="Group 5">
            <a:extLst>
              <a:ext uri="{FF2B5EF4-FFF2-40B4-BE49-F238E27FC236}">
                <a16:creationId xmlns:a16="http://schemas.microsoft.com/office/drawing/2014/main" id="{4DDEC650-A202-45DE-97A8-D9EA1EF8A417}"/>
              </a:ext>
            </a:extLst>
          </p:cNvPr>
          <p:cNvGraphicFramePr>
            <a:graphicFrameLocks noGrp="1"/>
          </p:cNvGraphicFramePr>
          <p:nvPr/>
        </p:nvGraphicFramePr>
        <p:xfrm>
          <a:off x="1524000" y="2743200"/>
          <a:ext cx="6097588" cy="2501901"/>
        </p:xfrm>
        <a:graphic>
          <a:graphicData uri="http://schemas.openxmlformats.org/drawingml/2006/table">
            <a:tbl>
              <a:tblPr/>
              <a:tblGrid>
                <a:gridCol w="2032000">
                  <a:extLst>
                    <a:ext uri="{9D8B030D-6E8A-4147-A177-3AD203B41FA5}">
                      <a16:colId xmlns:a16="http://schemas.microsoft.com/office/drawing/2014/main" val="2794591902"/>
                    </a:ext>
                  </a:extLst>
                </a:gridCol>
                <a:gridCol w="2033588">
                  <a:extLst>
                    <a:ext uri="{9D8B030D-6E8A-4147-A177-3AD203B41FA5}">
                      <a16:colId xmlns:a16="http://schemas.microsoft.com/office/drawing/2014/main" val="1024206988"/>
                    </a:ext>
                  </a:extLst>
                </a:gridCol>
                <a:gridCol w="2032000">
                  <a:extLst>
                    <a:ext uri="{9D8B030D-6E8A-4147-A177-3AD203B41FA5}">
                      <a16:colId xmlns:a16="http://schemas.microsoft.com/office/drawing/2014/main" val="1948251714"/>
                    </a:ext>
                  </a:extLst>
                </a:gridCol>
              </a:tblGrid>
              <a:tr h="9445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Entry in the table of</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 hop</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FFCF01">
                        <a:alpha val="50000"/>
                      </a:srgbClr>
                    </a:solidFill>
                  </a:tcPr>
                </a:tc>
                <a:extLst>
                  <a:ext uri="{0D108BD9-81ED-4DB2-BD59-A6C34878D82A}">
                    <a16:rowId xmlns:a16="http://schemas.microsoft.com/office/drawing/2014/main" val="29676014"/>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FFCF01">
                        <a:alpha val="50000"/>
                      </a:srgbClr>
                    </a:solidFill>
                  </a:tcPr>
                </a:tc>
                <a:extLst>
                  <a:ext uri="{0D108BD9-81ED-4DB2-BD59-A6C34878D82A}">
                    <a16:rowId xmlns:a16="http://schemas.microsoft.com/office/drawing/2014/main" val="3531303012"/>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R2</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solidFill>
                      <a:srgbClr val="FFCF01">
                        <a:alpha val="50000"/>
                      </a:srgbClr>
                    </a:solidFill>
                  </a:tcPr>
                </a:tc>
                <a:extLst>
                  <a:ext uri="{0D108BD9-81ED-4DB2-BD59-A6C34878D82A}">
                    <a16:rowId xmlns:a16="http://schemas.microsoft.com/office/drawing/2014/main" val="1989122363"/>
                  </a:ext>
                </a:extLst>
              </a:tr>
              <a:tr h="5191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R2</a:t>
                      </a:r>
                    </a:p>
                  </a:txBody>
                  <a:tcPr marL="90000" marR="900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7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8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t>
                      </a:r>
                    </a:p>
                  </a:txBody>
                  <a:tcPr marL="90000" marR="900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solidFill>
                      <a:srgbClr val="FFCF01">
                        <a:alpha val="50000"/>
                      </a:srgbClr>
                    </a:solidFill>
                  </a:tcPr>
                </a:tc>
                <a:extLst>
                  <a:ext uri="{0D108BD9-81ED-4DB2-BD59-A6C34878D82A}">
                    <a16:rowId xmlns:a16="http://schemas.microsoft.com/office/drawing/2014/main" val="481940761"/>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Text Box 1">
            <a:extLst>
              <a:ext uri="{FF2B5EF4-FFF2-40B4-BE49-F238E27FC236}">
                <a16:creationId xmlns:a16="http://schemas.microsoft.com/office/drawing/2014/main" id="{05EC56BC-9AF1-7B02-1A0A-30536EE3FDB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3043" name="Text Box 2">
            <a:extLst>
              <a:ext uri="{FF2B5EF4-FFF2-40B4-BE49-F238E27FC236}">
                <a16:creationId xmlns:a16="http://schemas.microsoft.com/office/drawing/2014/main" id="{5DB0CEE2-CEBD-BCB4-AE26-6387D4BB022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7C3CC15-6205-4BE5-9569-BB2A8CDBFB90}" type="slidenum">
              <a:rPr lang="en-US" altLang="en-US" sz="1400">
                <a:solidFill>
                  <a:srgbClr val="000000"/>
                </a:solidFill>
              </a:rPr>
              <a:pPr algn="r" eaLnBrk="1" hangingPunct="1">
                <a:buClrTx/>
                <a:buSzPct val="60000"/>
                <a:buFontTx/>
                <a:buNone/>
              </a:pPr>
              <a:t>213</a:t>
            </a:fld>
            <a:endParaRPr lang="en-US" altLang="en-US" sz="1400">
              <a:solidFill>
                <a:srgbClr val="000000"/>
              </a:solidFill>
            </a:endParaRPr>
          </a:p>
        </p:txBody>
      </p:sp>
      <p:sp>
        <p:nvSpPr>
          <p:cNvPr id="343044" name="Text Box 3">
            <a:extLst>
              <a:ext uri="{FF2B5EF4-FFF2-40B4-BE49-F238E27FC236}">
                <a16:creationId xmlns:a16="http://schemas.microsoft.com/office/drawing/2014/main" id="{4C71EC24-E2AF-8CE0-B765-D150157D12D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Network-specific Routing – 1</a:t>
            </a:r>
          </a:p>
        </p:txBody>
      </p:sp>
      <p:sp>
        <p:nvSpPr>
          <p:cNvPr id="343045" name="Text Box 4">
            <a:extLst>
              <a:ext uri="{FF2B5EF4-FFF2-40B4-BE49-F238E27FC236}">
                <a16:creationId xmlns:a16="http://schemas.microsoft.com/office/drawing/2014/main" id="{6269591A-BA83-6D68-4427-FA83AD8671F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Maintain an entry for a network, rather than for all the hosts on that network</a:t>
            </a:r>
          </a:p>
        </p:txBody>
      </p:sp>
      <p:grpSp>
        <p:nvGrpSpPr>
          <p:cNvPr id="343046" name="Group 5">
            <a:extLst>
              <a:ext uri="{FF2B5EF4-FFF2-40B4-BE49-F238E27FC236}">
                <a16:creationId xmlns:a16="http://schemas.microsoft.com/office/drawing/2014/main" id="{A66C016D-95ED-98B2-8ED2-299A10D674AC}"/>
              </a:ext>
            </a:extLst>
          </p:cNvPr>
          <p:cNvGrpSpPr>
            <a:grpSpLocks/>
          </p:cNvGrpSpPr>
          <p:nvPr/>
        </p:nvGrpSpPr>
        <p:grpSpPr bwMode="auto">
          <a:xfrm>
            <a:off x="1676400" y="3886200"/>
            <a:ext cx="6246813" cy="1674813"/>
            <a:chOff x="1056" y="2448"/>
            <a:chExt cx="3935" cy="1055"/>
          </a:xfrm>
        </p:grpSpPr>
        <p:sp>
          <p:nvSpPr>
            <p:cNvPr id="343047" name="Oval 6">
              <a:extLst>
                <a:ext uri="{FF2B5EF4-FFF2-40B4-BE49-F238E27FC236}">
                  <a16:creationId xmlns:a16="http://schemas.microsoft.com/office/drawing/2014/main" id="{3649157E-534D-9C4D-5E36-5A2D3294A53A}"/>
                </a:ext>
              </a:extLst>
            </p:cNvPr>
            <p:cNvSpPr>
              <a:spLocks noChangeArrowheads="1"/>
            </p:cNvSpPr>
            <p:nvPr/>
          </p:nvSpPr>
          <p:spPr bwMode="auto">
            <a:xfrm>
              <a:off x="1056" y="3139"/>
              <a:ext cx="732" cy="356"/>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N1</a:t>
              </a:r>
            </a:p>
          </p:txBody>
        </p:sp>
        <p:sp>
          <p:nvSpPr>
            <p:cNvPr id="343048" name="Line 7">
              <a:extLst>
                <a:ext uri="{FF2B5EF4-FFF2-40B4-BE49-F238E27FC236}">
                  <a16:creationId xmlns:a16="http://schemas.microsoft.com/office/drawing/2014/main" id="{8A071C69-8083-40FF-06C2-78910CF7E4C4}"/>
                </a:ext>
              </a:extLst>
            </p:cNvPr>
            <p:cNvSpPr>
              <a:spLocks noChangeShapeType="1"/>
            </p:cNvSpPr>
            <p:nvPr/>
          </p:nvSpPr>
          <p:spPr bwMode="auto">
            <a:xfrm>
              <a:off x="1416" y="2906"/>
              <a:ext cx="0" cy="22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49" name="AutoShape 8">
              <a:extLst>
                <a:ext uri="{FF2B5EF4-FFF2-40B4-BE49-F238E27FC236}">
                  <a16:creationId xmlns:a16="http://schemas.microsoft.com/office/drawing/2014/main" id="{2447D9DE-C1E2-F262-5717-8D1061C21639}"/>
                </a:ext>
              </a:extLst>
            </p:cNvPr>
            <p:cNvSpPr>
              <a:spLocks noChangeArrowheads="1"/>
            </p:cNvSpPr>
            <p:nvPr/>
          </p:nvSpPr>
          <p:spPr bwMode="auto">
            <a:xfrm>
              <a:off x="1233" y="2539"/>
              <a:ext cx="373"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2 w 21600"/>
                <a:gd name="T43" fmla="*/ 2566 h 21600"/>
                <a:gd name="T44" fmla="*/ 16736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S</a:t>
              </a:r>
            </a:p>
          </p:txBody>
        </p:sp>
        <p:sp>
          <p:nvSpPr>
            <p:cNvPr id="343050" name="Line 9">
              <a:extLst>
                <a:ext uri="{FF2B5EF4-FFF2-40B4-BE49-F238E27FC236}">
                  <a16:creationId xmlns:a16="http://schemas.microsoft.com/office/drawing/2014/main" id="{E9D13145-B946-6B17-591F-CD4FC1B8FAA6}"/>
                </a:ext>
              </a:extLst>
            </p:cNvPr>
            <p:cNvSpPr>
              <a:spLocks noChangeShapeType="1"/>
            </p:cNvSpPr>
            <p:nvPr/>
          </p:nvSpPr>
          <p:spPr bwMode="auto">
            <a:xfrm>
              <a:off x="1787" y="3325"/>
              <a:ext cx="16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51" name="Oval 10">
              <a:extLst>
                <a:ext uri="{FF2B5EF4-FFF2-40B4-BE49-F238E27FC236}">
                  <a16:creationId xmlns:a16="http://schemas.microsoft.com/office/drawing/2014/main" id="{A1215706-3547-93A7-28A5-69EBA08F67C7}"/>
                </a:ext>
              </a:extLst>
            </p:cNvPr>
            <p:cNvSpPr>
              <a:spLocks noChangeArrowheads="1"/>
            </p:cNvSpPr>
            <p:nvPr/>
          </p:nvSpPr>
          <p:spPr bwMode="auto">
            <a:xfrm>
              <a:off x="1953" y="3195"/>
              <a:ext cx="355" cy="259"/>
            </a:xfrm>
            <a:prstGeom prst="ellipse">
              <a:avLst/>
            </a:prstGeom>
            <a:blipFill dpi="0" rotWithShape="0">
              <a:blip r:embed="rId3"/>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R1</a:t>
              </a:r>
            </a:p>
          </p:txBody>
        </p:sp>
        <p:sp>
          <p:nvSpPr>
            <p:cNvPr id="343052" name="Line 11">
              <a:extLst>
                <a:ext uri="{FF2B5EF4-FFF2-40B4-BE49-F238E27FC236}">
                  <a16:creationId xmlns:a16="http://schemas.microsoft.com/office/drawing/2014/main" id="{9B12D620-DAD4-D7B7-9FE8-676D3414FF87}"/>
                </a:ext>
              </a:extLst>
            </p:cNvPr>
            <p:cNvSpPr>
              <a:spLocks noChangeShapeType="1"/>
            </p:cNvSpPr>
            <p:nvPr/>
          </p:nvSpPr>
          <p:spPr bwMode="auto">
            <a:xfrm>
              <a:off x="2310" y="3333"/>
              <a:ext cx="16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53" name="Oval 12">
              <a:extLst>
                <a:ext uri="{FF2B5EF4-FFF2-40B4-BE49-F238E27FC236}">
                  <a16:creationId xmlns:a16="http://schemas.microsoft.com/office/drawing/2014/main" id="{715C576C-79FD-2B46-1FC1-6BF793F2E652}"/>
                </a:ext>
              </a:extLst>
            </p:cNvPr>
            <p:cNvSpPr>
              <a:spLocks noChangeArrowheads="1"/>
            </p:cNvSpPr>
            <p:nvPr/>
          </p:nvSpPr>
          <p:spPr bwMode="auto">
            <a:xfrm>
              <a:off x="2467" y="3147"/>
              <a:ext cx="1861" cy="356"/>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N2</a:t>
              </a:r>
            </a:p>
          </p:txBody>
        </p:sp>
        <p:sp>
          <p:nvSpPr>
            <p:cNvPr id="343054" name="AutoShape 13">
              <a:extLst>
                <a:ext uri="{FF2B5EF4-FFF2-40B4-BE49-F238E27FC236}">
                  <a16:creationId xmlns:a16="http://schemas.microsoft.com/office/drawing/2014/main" id="{6785C1F4-A7FD-FCAD-506B-76CCBF9960FA}"/>
                </a:ext>
              </a:extLst>
            </p:cNvPr>
            <p:cNvSpPr>
              <a:spLocks noChangeArrowheads="1"/>
            </p:cNvSpPr>
            <p:nvPr/>
          </p:nvSpPr>
          <p:spPr bwMode="auto">
            <a:xfrm>
              <a:off x="2546" y="2554"/>
              <a:ext cx="373"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2 w 21600"/>
                <a:gd name="T43" fmla="*/ 2566 h 21600"/>
                <a:gd name="T44" fmla="*/ 16736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A</a:t>
              </a:r>
            </a:p>
          </p:txBody>
        </p:sp>
        <p:sp>
          <p:nvSpPr>
            <p:cNvPr id="343055" name="AutoShape 14">
              <a:extLst>
                <a:ext uri="{FF2B5EF4-FFF2-40B4-BE49-F238E27FC236}">
                  <a16:creationId xmlns:a16="http://schemas.microsoft.com/office/drawing/2014/main" id="{DDB4D5B0-AFAC-39BB-5B39-CAF9DCA20BA1}"/>
                </a:ext>
              </a:extLst>
            </p:cNvPr>
            <p:cNvSpPr>
              <a:spLocks noChangeArrowheads="1"/>
            </p:cNvSpPr>
            <p:nvPr/>
          </p:nvSpPr>
          <p:spPr bwMode="auto">
            <a:xfrm>
              <a:off x="3043" y="2493"/>
              <a:ext cx="372"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5 w 21600"/>
                <a:gd name="T43" fmla="*/ 2566 h 21600"/>
                <a:gd name="T44" fmla="*/ 16781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B</a:t>
              </a:r>
            </a:p>
          </p:txBody>
        </p:sp>
        <p:sp>
          <p:nvSpPr>
            <p:cNvPr id="343056" name="AutoShape 15">
              <a:extLst>
                <a:ext uri="{FF2B5EF4-FFF2-40B4-BE49-F238E27FC236}">
                  <a16:creationId xmlns:a16="http://schemas.microsoft.com/office/drawing/2014/main" id="{F92EC5D8-1A4D-0CD1-6E3A-2AF6507CF404}"/>
                </a:ext>
              </a:extLst>
            </p:cNvPr>
            <p:cNvSpPr>
              <a:spLocks noChangeArrowheads="1"/>
            </p:cNvSpPr>
            <p:nvPr/>
          </p:nvSpPr>
          <p:spPr bwMode="auto">
            <a:xfrm>
              <a:off x="3554" y="2448"/>
              <a:ext cx="373"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2 w 21600"/>
                <a:gd name="T43" fmla="*/ 2566 h 21600"/>
                <a:gd name="T44" fmla="*/ 16736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C</a:t>
              </a:r>
            </a:p>
          </p:txBody>
        </p:sp>
        <p:sp>
          <p:nvSpPr>
            <p:cNvPr id="343057" name="AutoShape 16">
              <a:extLst>
                <a:ext uri="{FF2B5EF4-FFF2-40B4-BE49-F238E27FC236}">
                  <a16:creationId xmlns:a16="http://schemas.microsoft.com/office/drawing/2014/main" id="{7A60421F-717A-B9B3-52D8-A4A25C6C25AD}"/>
                </a:ext>
              </a:extLst>
            </p:cNvPr>
            <p:cNvSpPr>
              <a:spLocks noChangeArrowheads="1"/>
            </p:cNvSpPr>
            <p:nvPr/>
          </p:nvSpPr>
          <p:spPr bwMode="auto">
            <a:xfrm>
              <a:off x="4093" y="2486"/>
              <a:ext cx="373"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2 w 21600"/>
                <a:gd name="T43" fmla="*/ 2566 h 21600"/>
                <a:gd name="T44" fmla="*/ 16736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D</a:t>
              </a:r>
            </a:p>
          </p:txBody>
        </p:sp>
        <p:sp>
          <p:nvSpPr>
            <p:cNvPr id="343058" name="AutoShape 17">
              <a:extLst>
                <a:ext uri="{FF2B5EF4-FFF2-40B4-BE49-F238E27FC236}">
                  <a16:creationId xmlns:a16="http://schemas.microsoft.com/office/drawing/2014/main" id="{330105FD-C373-A242-2E85-8733F691D808}"/>
                </a:ext>
              </a:extLst>
            </p:cNvPr>
            <p:cNvSpPr>
              <a:spLocks noChangeArrowheads="1"/>
            </p:cNvSpPr>
            <p:nvPr/>
          </p:nvSpPr>
          <p:spPr bwMode="auto">
            <a:xfrm>
              <a:off x="4618" y="2705"/>
              <a:ext cx="373" cy="36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2 w 21600"/>
                <a:gd name="T43" fmla="*/ 2566 h 21600"/>
                <a:gd name="T44" fmla="*/ 16736 w 21600"/>
                <a:gd name="T45" fmla="*/ 1115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E</a:t>
              </a:r>
            </a:p>
          </p:txBody>
        </p:sp>
        <p:sp>
          <p:nvSpPr>
            <p:cNvPr id="343059" name="Line 18">
              <a:extLst>
                <a:ext uri="{FF2B5EF4-FFF2-40B4-BE49-F238E27FC236}">
                  <a16:creationId xmlns:a16="http://schemas.microsoft.com/office/drawing/2014/main" id="{22BDCB30-3762-40D0-F131-A488B48F1F9A}"/>
                </a:ext>
              </a:extLst>
            </p:cNvPr>
            <p:cNvSpPr>
              <a:spLocks noChangeShapeType="1"/>
            </p:cNvSpPr>
            <p:nvPr/>
          </p:nvSpPr>
          <p:spPr bwMode="auto">
            <a:xfrm>
              <a:off x="2721" y="2913"/>
              <a:ext cx="127"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60" name="Line 19">
              <a:extLst>
                <a:ext uri="{FF2B5EF4-FFF2-40B4-BE49-F238E27FC236}">
                  <a16:creationId xmlns:a16="http://schemas.microsoft.com/office/drawing/2014/main" id="{5C289AFC-25D9-E236-C390-BD8CC07BC325}"/>
                </a:ext>
              </a:extLst>
            </p:cNvPr>
            <p:cNvSpPr>
              <a:spLocks noChangeShapeType="1"/>
            </p:cNvSpPr>
            <p:nvPr/>
          </p:nvSpPr>
          <p:spPr bwMode="auto">
            <a:xfrm>
              <a:off x="3232" y="2860"/>
              <a:ext cx="0" cy="2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61" name="Line 20">
              <a:extLst>
                <a:ext uri="{FF2B5EF4-FFF2-40B4-BE49-F238E27FC236}">
                  <a16:creationId xmlns:a16="http://schemas.microsoft.com/office/drawing/2014/main" id="{C0879236-E17F-390B-4BE7-A9632C28FEE9}"/>
                </a:ext>
              </a:extLst>
            </p:cNvPr>
            <p:cNvSpPr>
              <a:spLocks noChangeShapeType="1"/>
            </p:cNvSpPr>
            <p:nvPr/>
          </p:nvSpPr>
          <p:spPr bwMode="auto">
            <a:xfrm>
              <a:off x="3736" y="2807"/>
              <a:ext cx="0" cy="3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62" name="Line 21">
              <a:extLst>
                <a:ext uri="{FF2B5EF4-FFF2-40B4-BE49-F238E27FC236}">
                  <a16:creationId xmlns:a16="http://schemas.microsoft.com/office/drawing/2014/main" id="{1BA59436-AA0C-C439-A7B3-18663FEA497A}"/>
                </a:ext>
              </a:extLst>
            </p:cNvPr>
            <p:cNvSpPr>
              <a:spLocks noChangeShapeType="1"/>
            </p:cNvSpPr>
            <p:nvPr/>
          </p:nvSpPr>
          <p:spPr bwMode="auto">
            <a:xfrm>
              <a:off x="4254" y="2853"/>
              <a:ext cx="0" cy="39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3063" name="Line 22">
              <a:extLst>
                <a:ext uri="{FF2B5EF4-FFF2-40B4-BE49-F238E27FC236}">
                  <a16:creationId xmlns:a16="http://schemas.microsoft.com/office/drawing/2014/main" id="{5CFB5C8B-6DE8-0B2A-E82A-1B190A5B8653}"/>
                </a:ext>
              </a:extLst>
            </p:cNvPr>
            <p:cNvSpPr>
              <a:spLocks noChangeShapeType="1"/>
            </p:cNvSpPr>
            <p:nvPr/>
          </p:nvSpPr>
          <p:spPr bwMode="auto">
            <a:xfrm flipH="1">
              <a:off x="4323" y="3065"/>
              <a:ext cx="491" cy="2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Text Box 1">
            <a:extLst>
              <a:ext uri="{FF2B5EF4-FFF2-40B4-BE49-F238E27FC236}">
                <a16:creationId xmlns:a16="http://schemas.microsoft.com/office/drawing/2014/main" id="{A43320C1-269B-F625-ED43-9C8A03A038A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5091" name="Text Box 2">
            <a:extLst>
              <a:ext uri="{FF2B5EF4-FFF2-40B4-BE49-F238E27FC236}">
                <a16:creationId xmlns:a16="http://schemas.microsoft.com/office/drawing/2014/main" id="{5926050B-50EF-1D87-A5D5-615D58CA179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E3EDB0D-D8F8-467B-80EC-46257C942038}" type="slidenum">
              <a:rPr lang="en-US" altLang="en-US" sz="1400">
                <a:solidFill>
                  <a:srgbClr val="000000"/>
                </a:solidFill>
              </a:rPr>
              <a:pPr algn="r" eaLnBrk="1" hangingPunct="1">
                <a:buClrTx/>
                <a:buSzPct val="60000"/>
                <a:buFontTx/>
                <a:buNone/>
              </a:pPr>
              <a:t>214</a:t>
            </a:fld>
            <a:endParaRPr lang="en-US" altLang="en-US" sz="1400">
              <a:solidFill>
                <a:srgbClr val="000000"/>
              </a:solidFill>
            </a:endParaRPr>
          </a:p>
        </p:txBody>
      </p:sp>
      <p:sp>
        <p:nvSpPr>
          <p:cNvPr id="345092" name="Text Box 3">
            <a:extLst>
              <a:ext uri="{FF2B5EF4-FFF2-40B4-BE49-F238E27FC236}">
                <a16:creationId xmlns:a16="http://schemas.microsoft.com/office/drawing/2014/main" id="{DD2AB70E-D0D6-7236-740E-4F1B2AD86E1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Network-specific Routing – 2</a:t>
            </a:r>
          </a:p>
        </p:txBody>
      </p:sp>
      <p:sp>
        <p:nvSpPr>
          <p:cNvPr id="345093" name="Text Box 4">
            <a:extLst>
              <a:ext uri="{FF2B5EF4-FFF2-40B4-BE49-F238E27FC236}">
                <a16:creationId xmlns:a16="http://schemas.microsoft.com/office/drawing/2014/main" id="{BFB3AB70-8AA9-8AE0-5137-370D295BBFA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Routing table for S based on host-specific routing</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Routing table for S based on network-specific routing</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graphicFrame>
        <p:nvGraphicFramePr>
          <p:cNvPr id="173061" name="Group 5">
            <a:extLst>
              <a:ext uri="{FF2B5EF4-FFF2-40B4-BE49-F238E27FC236}">
                <a16:creationId xmlns:a16="http://schemas.microsoft.com/office/drawing/2014/main" id="{B86BBD21-69FF-4B07-9A21-1FADE88783D0}"/>
              </a:ext>
            </a:extLst>
          </p:cNvPr>
          <p:cNvGraphicFramePr>
            <a:graphicFrameLocks noGrp="1"/>
          </p:cNvGraphicFramePr>
          <p:nvPr/>
        </p:nvGraphicFramePr>
        <p:xfrm>
          <a:off x="2590800" y="3200400"/>
          <a:ext cx="3582988" cy="1381125"/>
        </p:xfrm>
        <a:graphic>
          <a:graphicData uri="http://schemas.openxmlformats.org/drawingml/2006/table">
            <a:tbl>
              <a:tblPr/>
              <a:tblGrid>
                <a:gridCol w="1792288">
                  <a:extLst>
                    <a:ext uri="{9D8B030D-6E8A-4147-A177-3AD203B41FA5}">
                      <a16:colId xmlns:a16="http://schemas.microsoft.com/office/drawing/2014/main" val="937233815"/>
                    </a:ext>
                  </a:extLst>
                </a:gridCol>
                <a:gridCol w="1790700">
                  <a:extLst>
                    <a:ext uri="{9D8B030D-6E8A-4147-A177-3AD203B41FA5}">
                      <a16:colId xmlns:a16="http://schemas.microsoft.com/office/drawing/2014/main" val="1031795054"/>
                    </a:ext>
                  </a:extLst>
                </a:gridCol>
              </a:tblGrid>
              <a:tr h="2762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 hop</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56486226"/>
                  </a:ext>
                </a:extLst>
              </a:tr>
              <a:tr h="2762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32887567"/>
                  </a:ext>
                </a:extLst>
              </a:tr>
              <a:tr h="2762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B</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20080810"/>
                  </a:ext>
                </a:extLst>
              </a:tr>
              <a:tr h="2762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C</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41355515"/>
                  </a:ext>
                </a:extLst>
              </a:tr>
              <a:tr h="2762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70795259"/>
                  </a:ext>
                </a:extLst>
              </a:tr>
            </a:tbl>
          </a:graphicData>
        </a:graphic>
      </p:graphicFrame>
      <p:graphicFrame>
        <p:nvGraphicFramePr>
          <p:cNvPr id="173099" name="Group 43">
            <a:extLst>
              <a:ext uri="{FF2B5EF4-FFF2-40B4-BE49-F238E27FC236}">
                <a16:creationId xmlns:a16="http://schemas.microsoft.com/office/drawing/2014/main" id="{72F6D596-E29A-4FC4-BEAB-FB4E71F74554}"/>
              </a:ext>
            </a:extLst>
          </p:cNvPr>
          <p:cNvGraphicFramePr>
            <a:graphicFrameLocks noGrp="1"/>
          </p:cNvGraphicFramePr>
          <p:nvPr/>
        </p:nvGraphicFramePr>
        <p:xfrm>
          <a:off x="4572000" y="5486400"/>
          <a:ext cx="3963988" cy="812800"/>
        </p:xfrm>
        <a:graphic>
          <a:graphicData uri="http://schemas.openxmlformats.org/drawingml/2006/table">
            <a:tbl>
              <a:tblPr/>
              <a:tblGrid>
                <a:gridCol w="1982788">
                  <a:extLst>
                    <a:ext uri="{9D8B030D-6E8A-4147-A177-3AD203B41FA5}">
                      <a16:colId xmlns:a16="http://schemas.microsoft.com/office/drawing/2014/main" val="2734217407"/>
                    </a:ext>
                  </a:extLst>
                </a:gridCol>
                <a:gridCol w="1981200">
                  <a:extLst>
                    <a:ext uri="{9D8B030D-6E8A-4147-A177-3AD203B41FA5}">
                      <a16:colId xmlns:a16="http://schemas.microsoft.com/office/drawing/2014/main" val="2491258613"/>
                    </a:ext>
                  </a:extLst>
                </a:gridCol>
              </a:tblGrid>
              <a:tr h="406400">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 hop</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98338493"/>
                  </a:ext>
                </a:extLst>
              </a:tr>
              <a:tr h="406400">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N2</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2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81180050"/>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Text Box 1">
            <a:extLst>
              <a:ext uri="{FF2B5EF4-FFF2-40B4-BE49-F238E27FC236}">
                <a16:creationId xmlns:a16="http://schemas.microsoft.com/office/drawing/2014/main" id="{DECFD5AE-75AF-E16D-F4D8-47E88EE87F5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7139" name="Text Box 2">
            <a:extLst>
              <a:ext uri="{FF2B5EF4-FFF2-40B4-BE49-F238E27FC236}">
                <a16:creationId xmlns:a16="http://schemas.microsoft.com/office/drawing/2014/main" id="{4A65B6E8-7B77-E9F3-3922-37CC53B91C6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43B5F1D-C65C-4194-943F-742109986F61}" type="slidenum">
              <a:rPr lang="en-US" altLang="en-US" sz="1400">
                <a:solidFill>
                  <a:srgbClr val="000000"/>
                </a:solidFill>
              </a:rPr>
              <a:pPr algn="r" eaLnBrk="1" hangingPunct="1">
                <a:buClrTx/>
                <a:buSzPct val="60000"/>
                <a:buFontTx/>
                <a:buNone/>
              </a:pPr>
              <a:t>215</a:t>
            </a:fld>
            <a:endParaRPr lang="en-US" altLang="en-US" sz="1400">
              <a:solidFill>
                <a:srgbClr val="000000"/>
              </a:solidFill>
            </a:endParaRPr>
          </a:p>
        </p:txBody>
      </p:sp>
      <p:sp>
        <p:nvSpPr>
          <p:cNvPr id="347140" name="Text Box 3">
            <a:extLst>
              <a:ext uri="{FF2B5EF4-FFF2-40B4-BE49-F238E27FC236}">
                <a16:creationId xmlns:a16="http://schemas.microsoft.com/office/drawing/2014/main" id="{3F92C731-4AEE-7F06-D113-A83B945A5D1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Host-specific Routing</a:t>
            </a:r>
          </a:p>
        </p:txBody>
      </p:sp>
      <p:sp>
        <p:nvSpPr>
          <p:cNvPr id="347141" name="Text Box 4">
            <a:extLst>
              <a:ext uri="{FF2B5EF4-FFF2-40B4-BE49-F238E27FC236}">
                <a16:creationId xmlns:a16="http://schemas.microsoft.com/office/drawing/2014/main" id="{CF37B2CB-AFF8-2379-798C-631ECCE14A7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Opposite of network-specific routing</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Used when the network administrator wants to perform certain checking or to enforce certain rules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Text Box 1">
            <a:extLst>
              <a:ext uri="{FF2B5EF4-FFF2-40B4-BE49-F238E27FC236}">
                <a16:creationId xmlns:a16="http://schemas.microsoft.com/office/drawing/2014/main" id="{2D0001D6-EB64-E218-2395-8362E30A651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49187" name="Text Box 2">
            <a:extLst>
              <a:ext uri="{FF2B5EF4-FFF2-40B4-BE49-F238E27FC236}">
                <a16:creationId xmlns:a16="http://schemas.microsoft.com/office/drawing/2014/main" id="{7E8437C4-8F39-5449-4E4F-909CA06D1E6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207EEBD-0699-4FF5-A7F2-ED13FF9A9D20}" type="slidenum">
              <a:rPr lang="en-US" altLang="en-US" sz="1400">
                <a:solidFill>
                  <a:srgbClr val="000000"/>
                </a:solidFill>
              </a:rPr>
              <a:pPr algn="r" eaLnBrk="1" hangingPunct="1">
                <a:buClrTx/>
                <a:buSzPct val="60000"/>
                <a:buFontTx/>
                <a:buNone/>
              </a:pPr>
              <a:t>216</a:t>
            </a:fld>
            <a:endParaRPr lang="en-US" altLang="en-US" sz="1400">
              <a:solidFill>
                <a:srgbClr val="000000"/>
              </a:solidFill>
            </a:endParaRPr>
          </a:p>
        </p:txBody>
      </p:sp>
      <p:sp>
        <p:nvSpPr>
          <p:cNvPr id="349188" name="Text Box 3">
            <a:extLst>
              <a:ext uri="{FF2B5EF4-FFF2-40B4-BE49-F238E27FC236}">
                <a16:creationId xmlns:a16="http://schemas.microsoft.com/office/drawing/2014/main" id="{375C1CDD-9683-A285-5E12-206F4F8C696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Another Concept: Default Routing – 1</a:t>
            </a:r>
          </a:p>
        </p:txBody>
      </p:sp>
      <p:sp>
        <p:nvSpPr>
          <p:cNvPr id="349189" name="Text Box 4">
            <a:extLst>
              <a:ext uri="{FF2B5EF4-FFF2-40B4-BE49-F238E27FC236}">
                <a16:creationId xmlns:a16="http://schemas.microsoft.com/office/drawing/2014/main" id="{55E5F26B-612B-9C76-F338-95D99C02E6B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 “default” routes</a:t>
            </a:r>
          </a:p>
        </p:txBody>
      </p:sp>
      <p:grpSp>
        <p:nvGrpSpPr>
          <p:cNvPr id="349190" name="Group 5">
            <a:extLst>
              <a:ext uri="{FF2B5EF4-FFF2-40B4-BE49-F238E27FC236}">
                <a16:creationId xmlns:a16="http://schemas.microsoft.com/office/drawing/2014/main" id="{AFCE291D-6DC9-A60B-3271-ED5FF4C209D6}"/>
              </a:ext>
            </a:extLst>
          </p:cNvPr>
          <p:cNvGrpSpPr>
            <a:grpSpLocks/>
          </p:cNvGrpSpPr>
          <p:nvPr/>
        </p:nvGrpSpPr>
        <p:grpSpPr bwMode="auto">
          <a:xfrm>
            <a:off x="1676400" y="2667000"/>
            <a:ext cx="6323013" cy="3579813"/>
            <a:chOff x="1056" y="1680"/>
            <a:chExt cx="3983" cy="2255"/>
          </a:xfrm>
        </p:grpSpPr>
        <p:sp>
          <p:nvSpPr>
            <p:cNvPr id="349191" name="Oval 6">
              <a:extLst>
                <a:ext uri="{FF2B5EF4-FFF2-40B4-BE49-F238E27FC236}">
                  <a16:creationId xmlns:a16="http://schemas.microsoft.com/office/drawing/2014/main" id="{13B88017-C4F6-8224-A6D7-A9006A72C43D}"/>
                </a:ext>
              </a:extLst>
            </p:cNvPr>
            <p:cNvSpPr>
              <a:spLocks noChangeArrowheads="1"/>
            </p:cNvSpPr>
            <p:nvPr/>
          </p:nvSpPr>
          <p:spPr bwMode="auto">
            <a:xfrm>
              <a:off x="1056" y="2276"/>
              <a:ext cx="74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N1</a:t>
              </a:r>
            </a:p>
          </p:txBody>
        </p:sp>
        <p:sp>
          <p:nvSpPr>
            <p:cNvPr id="349192" name="Line 7">
              <a:extLst>
                <a:ext uri="{FF2B5EF4-FFF2-40B4-BE49-F238E27FC236}">
                  <a16:creationId xmlns:a16="http://schemas.microsoft.com/office/drawing/2014/main" id="{64F457D4-8B84-5F0E-3B80-8A704487F281}"/>
                </a:ext>
              </a:extLst>
            </p:cNvPr>
            <p:cNvSpPr>
              <a:spLocks noChangeShapeType="1"/>
            </p:cNvSpPr>
            <p:nvPr/>
          </p:nvSpPr>
          <p:spPr bwMode="auto">
            <a:xfrm>
              <a:off x="1420" y="2075"/>
              <a:ext cx="0" cy="19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193" name="AutoShape 8">
              <a:extLst>
                <a:ext uri="{FF2B5EF4-FFF2-40B4-BE49-F238E27FC236}">
                  <a16:creationId xmlns:a16="http://schemas.microsoft.com/office/drawing/2014/main" id="{B87E0D65-CA67-BE52-CD97-188262F76169}"/>
                </a:ext>
              </a:extLst>
            </p:cNvPr>
            <p:cNvSpPr>
              <a:spLocks noChangeArrowheads="1"/>
            </p:cNvSpPr>
            <p:nvPr/>
          </p:nvSpPr>
          <p:spPr bwMode="auto">
            <a:xfrm>
              <a:off x="1235" y="1758"/>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S</a:t>
              </a:r>
            </a:p>
          </p:txBody>
        </p:sp>
        <p:sp>
          <p:nvSpPr>
            <p:cNvPr id="349194" name="Line 9">
              <a:extLst>
                <a:ext uri="{FF2B5EF4-FFF2-40B4-BE49-F238E27FC236}">
                  <a16:creationId xmlns:a16="http://schemas.microsoft.com/office/drawing/2014/main" id="{14689CE2-6D3E-E3C4-68F8-5A30C4D9FFC9}"/>
                </a:ext>
              </a:extLst>
            </p:cNvPr>
            <p:cNvSpPr>
              <a:spLocks noChangeShapeType="1"/>
            </p:cNvSpPr>
            <p:nvPr/>
          </p:nvSpPr>
          <p:spPr bwMode="auto">
            <a:xfrm>
              <a:off x="1796" y="2436"/>
              <a:ext cx="16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195" name="Oval 10">
              <a:extLst>
                <a:ext uri="{FF2B5EF4-FFF2-40B4-BE49-F238E27FC236}">
                  <a16:creationId xmlns:a16="http://schemas.microsoft.com/office/drawing/2014/main" id="{60E2EACC-A928-7737-DEC8-7BF9E32B7F04}"/>
                </a:ext>
              </a:extLst>
            </p:cNvPr>
            <p:cNvSpPr>
              <a:spLocks noChangeArrowheads="1"/>
            </p:cNvSpPr>
            <p:nvPr/>
          </p:nvSpPr>
          <p:spPr bwMode="auto">
            <a:xfrm>
              <a:off x="1964" y="2325"/>
              <a:ext cx="360" cy="223"/>
            </a:xfrm>
            <a:prstGeom prst="ellipse">
              <a:avLst/>
            </a:prstGeom>
            <a:blipFill dpi="0" rotWithShape="0">
              <a:blip r:embed="rId3"/>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R1</a:t>
              </a:r>
            </a:p>
          </p:txBody>
        </p:sp>
        <p:sp>
          <p:nvSpPr>
            <p:cNvPr id="349196" name="Line 11">
              <a:extLst>
                <a:ext uri="{FF2B5EF4-FFF2-40B4-BE49-F238E27FC236}">
                  <a16:creationId xmlns:a16="http://schemas.microsoft.com/office/drawing/2014/main" id="{BF2B6461-D17B-6559-C88B-E547F5BA4516}"/>
                </a:ext>
              </a:extLst>
            </p:cNvPr>
            <p:cNvSpPr>
              <a:spLocks noChangeShapeType="1"/>
            </p:cNvSpPr>
            <p:nvPr/>
          </p:nvSpPr>
          <p:spPr bwMode="auto">
            <a:xfrm>
              <a:off x="2325" y="2443"/>
              <a:ext cx="16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197" name="Oval 12">
              <a:extLst>
                <a:ext uri="{FF2B5EF4-FFF2-40B4-BE49-F238E27FC236}">
                  <a16:creationId xmlns:a16="http://schemas.microsoft.com/office/drawing/2014/main" id="{56DFE71A-346C-5AB4-C8AC-9091DC6B64BE}"/>
                </a:ext>
              </a:extLst>
            </p:cNvPr>
            <p:cNvSpPr>
              <a:spLocks noChangeArrowheads="1"/>
            </p:cNvSpPr>
            <p:nvPr/>
          </p:nvSpPr>
          <p:spPr bwMode="auto">
            <a:xfrm>
              <a:off x="2484" y="2283"/>
              <a:ext cx="1884"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N2</a:t>
              </a:r>
            </a:p>
          </p:txBody>
        </p:sp>
        <p:sp>
          <p:nvSpPr>
            <p:cNvPr id="349198" name="AutoShape 13">
              <a:extLst>
                <a:ext uri="{FF2B5EF4-FFF2-40B4-BE49-F238E27FC236}">
                  <a16:creationId xmlns:a16="http://schemas.microsoft.com/office/drawing/2014/main" id="{4FC5BDAF-2CC8-27A3-B615-9D3B2E52C4D3}"/>
                </a:ext>
              </a:extLst>
            </p:cNvPr>
            <p:cNvSpPr>
              <a:spLocks noChangeArrowheads="1"/>
            </p:cNvSpPr>
            <p:nvPr/>
          </p:nvSpPr>
          <p:spPr bwMode="auto">
            <a:xfrm>
              <a:off x="2564" y="1771"/>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A</a:t>
              </a:r>
            </a:p>
          </p:txBody>
        </p:sp>
        <p:sp>
          <p:nvSpPr>
            <p:cNvPr id="349199" name="AutoShape 14">
              <a:extLst>
                <a:ext uri="{FF2B5EF4-FFF2-40B4-BE49-F238E27FC236}">
                  <a16:creationId xmlns:a16="http://schemas.microsoft.com/office/drawing/2014/main" id="{C726BAF1-AA57-D245-13B6-9BAC6100A919}"/>
                </a:ext>
              </a:extLst>
            </p:cNvPr>
            <p:cNvSpPr>
              <a:spLocks noChangeArrowheads="1"/>
            </p:cNvSpPr>
            <p:nvPr/>
          </p:nvSpPr>
          <p:spPr bwMode="auto">
            <a:xfrm>
              <a:off x="3067" y="1719"/>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B</a:t>
              </a:r>
            </a:p>
          </p:txBody>
        </p:sp>
        <p:sp>
          <p:nvSpPr>
            <p:cNvPr id="349200" name="AutoShape 15">
              <a:extLst>
                <a:ext uri="{FF2B5EF4-FFF2-40B4-BE49-F238E27FC236}">
                  <a16:creationId xmlns:a16="http://schemas.microsoft.com/office/drawing/2014/main" id="{0387CC44-27EE-0E15-EBB1-0EAA86CED533}"/>
                </a:ext>
              </a:extLst>
            </p:cNvPr>
            <p:cNvSpPr>
              <a:spLocks noChangeArrowheads="1"/>
            </p:cNvSpPr>
            <p:nvPr/>
          </p:nvSpPr>
          <p:spPr bwMode="auto">
            <a:xfrm>
              <a:off x="3584" y="1680"/>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C</a:t>
              </a:r>
            </a:p>
          </p:txBody>
        </p:sp>
        <p:sp>
          <p:nvSpPr>
            <p:cNvPr id="349201" name="AutoShape 16">
              <a:extLst>
                <a:ext uri="{FF2B5EF4-FFF2-40B4-BE49-F238E27FC236}">
                  <a16:creationId xmlns:a16="http://schemas.microsoft.com/office/drawing/2014/main" id="{279BE0E6-39B3-F565-845A-8CC3719D0757}"/>
                </a:ext>
              </a:extLst>
            </p:cNvPr>
            <p:cNvSpPr>
              <a:spLocks noChangeArrowheads="1"/>
            </p:cNvSpPr>
            <p:nvPr/>
          </p:nvSpPr>
          <p:spPr bwMode="auto">
            <a:xfrm>
              <a:off x="4130" y="1712"/>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D</a:t>
              </a:r>
            </a:p>
          </p:txBody>
        </p:sp>
        <p:sp>
          <p:nvSpPr>
            <p:cNvPr id="349202" name="AutoShape 17">
              <a:extLst>
                <a:ext uri="{FF2B5EF4-FFF2-40B4-BE49-F238E27FC236}">
                  <a16:creationId xmlns:a16="http://schemas.microsoft.com/office/drawing/2014/main" id="{6B589AEB-4328-73D9-4487-88480492FEDD}"/>
                </a:ext>
              </a:extLst>
            </p:cNvPr>
            <p:cNvSpPr>
              <a:spLocks noChangeArrowheads="1"/>
            </p:cNvSpPr>
            <p:nvPr/>
          </p:nvSpPr>
          <p:spPr bwMode="auto">
            <a:xfrm>
              <a:off x="4662" y="1902"/>
              <a:ext cx="377" cy="31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7 w 21600"/>
                <a:gd name="T43" fmla="*/ 2562 h 21600"/>
                <a:gd name="T44" fmla="*/ 16787 w 21600"/>
                <a:gd name="T45" fmla="*/ 11146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E</a:t>
              </a:r>
            </a:p>
          </p:txBody>
        </p:sp>
        <p:sp>
          <p:nvSpPr>
            <p:cNvPr id="349203" name="Line 18">
              <a:extLst>
                <a:ext uri="{FF2B5EF4-FFF2-40B4-BE49-F238E27FC236}">
                  <a16:creationId xmlns:a16="http://schemas.microsoft.com/office/drawing/2014/main" id="{1B3A0320-04D1-D6F7-7F15-E93CB3BF40E3}"/>
                </a:ext>
              </a:extLst>
            </p:cNvPr>
            <p:cNvSpPr>
              <a:spLocks noChangeShapeType="1"/>
            </p:cNvSpPr>
            <p:nvPr/>
          </p:nvSpPr>
          <p:spPr bwMode="auto">
            <a:xfrm>
              <a:off x="2741" y="2081"/>
              <a:ext cx="128" cy="22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4" name="Line 19">
              <a:extLst>
                <a:ext uri="{FF2B5EF4-FFF2-40B4-BE49-F238E27FC236}">
                  <a16:creationId xmlns:a16="http://schemas.microsoft.com/office/drawing/2014/main" id="{C3F7EED5-8599-63B1-9A53-97FA913C5841}"/>
                </a:ext>
              </a:extLst>
            </p:cNvPr>
            <p:cNvSpPr>
              <a:spLocks noChangeShapeType="1"/>
            </p:cNvSpPr>
            <p:nvPr/>
          </p:nvSpPr>
          <p:spPr bwMode="auto">
            <a:xfrm>
              <a:off x="3258" y="2036"/>
              <a:ext cx="0" cy="24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5" name="Line 20">
              <a:extLst>
                <a:ext uri="{FF2B5EF4-FFF2-40B4-BE49-F238E27FC236}">
                  <a16:creationId xmlns:a16="http://schemas.microsoft.com/office/drawing/2014/main" id="{440658B9-C520-9E12-E3BD-AB62215F3376}"/>
                </a:ext>
              </a:extLst>
            </p:cNvPr>
            <p:cNvSpPr>
              <a:spLocks noChangeShapeType="1"/>
            </p:cNvSpPr>
            <p:nvPr/>
          </p:nvSpPr>
          <p:spPr bwMode="auto">
            <a:xfrm>
              <a:off x="3769" y="1990"/>
              <a:ext cx="0" cy="30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6" name="Line 21">
              <a:extLst>
                <a:ext uri="{FF2B5EF4-FFF2-40B4-BE49-F238E27FC236}">
                  <a16:creationId xmlns:a16="http://schemas.microsoft.com/office/drawing/2014/main" id="{6AE11099-349C-D9C6-51D0-D2C25FD3F729}"/>
                </a:ext>
              </a:extLst>
            </p:cNvPr>
            <p:cNvSpPr>
              <a:spLocks noChangeShapeType="1"/>
            </p:cNvSpPr>
            <p:nvPr/>
          </p:nvSpPr>
          <p:spPr bwMode="auto">
            <a:xfrm>
              <a:off x="4293" y="2029"/>
              <a:ext cx="0" cy="33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7" name="Line 22">
              <a:extLst>
                <a:ext uri="{FF2B5EF4-FFF2-40B4-BE49-F238E27FC236}">
                  <a16:creationId xmlns:a16="http://schemas.microsoft.com/office/drawing/2014/main" id="{ABDB8CA3-BAD5-CB1D-8F37-E244B9274EEC}"/>
                </a:ext>
              </a:extLst>
            </p:cNvPr>
            <p:cNvSpPr>
              <a:spLocks noChangeShapeType="1"/>
            </p:cNvSpPr>
            <p:nvPr/>
          </p:nvSpPr>
          <p:spPr bwMode="auto">
            <a:xfrm flipH="1">
              <a:off x="4364" y="2212"/>
              <a:ext cx="496" cy="22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8" name="Line 23">
              <a:extLst>
                <a:ext uri="{FF2B5EF4-FFF2-40B4-BE49-F238E27FC236}">
                  <a16:creationId xmlns:a16="http://schemas.microsoft.com/office/drawing/2014/main" id="{EE16E0AD-2156-2FAE-6A58-7813CF16DC65}"/>
                </a:ext>
              </a:extLst>
            </p:cNvPr>
            <p:cNvSpPr>
              <a:spLocks noChangeShapeType="1"/>
            </p:cNvSpPr>
            <p:nvPr/>
          </p:nvSpPr>
          <p:spPr bwMode="auto">
            <a:xfrm>
              <a:off x="1420" y="2584"/>
              <a:ext cx="0" cy="35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49209" name="Oval 24">
              <a:extLst>
                <a:ext uri="{FF2B5EF4-FFF2-40B4-BE49-F238E27FC236}">
                  <a16:creationId xmlns:a16="http://schemas.microsoft.com/office/drawing/2014/main" id="{D79530A4-C539-9FC9-0D86-E2BF5E85D575}"/>
                </a:ext>
              </a:extLst>
            </p:cNvPr>
            <p:cNvSpPr>
              <a:spLocks noChangeArrowheads="1"/>
            </p:cNvSpPr>
            <p:nvPr/>
          </p:nvSpPr>
          <p:spPr bwMode="auto">
            <a:xfrm>
              <a:off x="1232" y="2945"/>
              <a:ext cx="360" cy="223"/>
            </a:xfrm>
            <a:prstGeom prst="ellipse">
              <a:avLst/>
            </a:prstGeom>
            <a:blipFill dpi="0" rotWithShape="0">
              <a:blip r:embed="rId3"/>
              <a:srcRect/>
              <a:tile tx="0" ty="0" sx="100000" sy="100000" flip="none" algn="tl"/>
            </a:blip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R2</a:t>
              </a:r>
            </a:p>
          </p:txBody>
        </p:sp>
        <p:sp>
          <p:nvSpPr>
            <p:cNvPr id="349210" name="Oval 25">
              <a:extLst>
                <a:ext uri="{FF2B5EF4-FFF2-40B4-BE49-F238E27FC236}">
                  <a16:creationId xmlns:a16="http://schemas.microsoft.com/office/drawing/2014/main" id="{5DA75F33-15F5-DF12-A498-7CB119F97A56}"/>
                </a:ext>
              </a:extLst>
            </p:cNvPr>
            <p:cNvSpPr>
              <a:spLocks noChangeArrowheads="1"/>
            </p:cNvSpPr>
            <p:nvPr/>
          </p:nvSpPr>
          <p:spPr bwMode="auto">
            <a:xfrm>
              <a:off x="1407" y="3628"/>
              <a:ext cx="1884"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Arial" panose="020B0604020202020204" pitchFamily="34" charset="0"/>
                </a:rPr>
                <a:t>Remaining Internet</a:t>
              </a:r>
            </a:p>
          </p:txBody>
        </p:sp>
        <p:sp>
          <p:nvSpPr>
            <p:cNvPr id="349211" name="Line 26">
              <a:extLst>
                <a:ext uri="{FF2B5EF4-FFF2-40B4-BE49-F238E27FC236}">
                  <a16:creationId xmlns:a16="http://schemas.microsoft.com/office/drawing/2014/main" id="{4477370C-6F75-C9E3-AD27-71B052482670}"/>
                </a:ext>
              </a:extLst>
            </p:cNvPr>
            <p:cNvSpPr>
              <a:spLocks noChangeShapeType="1"/>
            </p:cNvSpPr>
            <p:nvPr/>
          </p:nvSpPr>
          <p:spPr bwMode="auto">
            <a:xfrm>
              <a:off x="1506" y="3159"/>
              <a:ext cx="861" cy="46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Text Box 1">
            <a:extLst>
              <a:ext uri="{FF2B5EF4-FFF2-40B4-BE49-F238E27FC236}">
                <a16:creationId xmlns:a16="http://schemas.microsoft.com/office/drawing/2014/main" id="{59A8C3F6-3028-9595-B318-AA6A9F9B61D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51235" name="Text Box 2">
            <a:extLst>
              <a:ext uri="{FF2B5EF4-FFF2-40B4-BE49-F238E27FC236}">
                <a16:creationId xmlns:a16="http://schemas.microsoft.com/office/drawing/2014/main" id="{55BF5843-2EE3-195D-5D60-DC083867A95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97C0688-105C-4E61-A9F7-AF9D9B21D39C}" type="slidenum">
              <a:rPr lang="en-US" altLang="en-US" sz="1400">
                <a:solidFill>
                  <a:srgbClr val="000000"/>
                </a:solidFill>
              </a:rPr>
              <a:pPr algn="r" eaLnBrk="1" hangingPunct="1">
                <a:buClrTx/>
                <a:buSzPct val="60000"/>
                <a:buFontTx/>
                <a:buNone/>
              </a:pPr>
              <a:t>217</a:t>
            </a:fld>
            <a:endParaRPr lang="en-US" altLang="en-US" sz="1400">
              <a:solidFill>
                <a:srgbClr val="000000"/>
              </a:solidFill>
            </a:endParaRPr>
          </a:p>
        </p:txBody>
      </p:sp>
      <p:sp>
        <p:nvSpPr>
          <p:cNvPr id="351236" name="Text Box 3">
            <a:extLst>
              <a:ext uri="{FF2B5EF4-FFF2-40B4-BE49-F238E27FC236}">
                <a16:creationId xmlns:a16="http://schemas.microsoft.com/office/drawing/2014/main" id="{558AF5E4-C339-83CB-1661-CEEF01E1C3BC}"/>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Another Concept: Default Routing – 2</a:t>
            </a:r>
          </a:p>
        </p:txBody>
      </p:sp>
      <p:sp>
        <p:nvSpPr>
          <p:cNvPr id="351237" name="Text Box 4">
            <a:extLst>
              <a:ext uri="{FF2B5EF4-FFF2-40B4-BE49-F238E27FC236}">
                <a16:creationId xmlns:a16="http://schemas.microsoft.com/office/drawing/2014/main" id="{FAC221D3-0987-0ED6-5A60-F948C2190631}"/>
              </a:ext>
            </a:extLst>
          </p:cNvPr>
          <p:cNvSpPr txBox="1">
            <a:spLocks noChangeArrowheads="1"/>
          </p:cNvSpPr>
          <p:nvPr/>
        </p:nvSpPr>
        <p:spPr bwMode="auto">
          <a:xfrm>
            <a:off x="1182688" y="2017713"/>
            <a:ext cx="38100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Routing table for S</a:t>
            </a:r>
          </a:p>
          <a:p>
            <a:pPr eaLnBrk="1" hangingPunct="1">
              <a:spcBef>
                <a:spcPts val="700"/>
              </a:spcBef>
              <a:buClr>
                <a:srgbClr val="3333CC"/>
              </a:buClr>
              <a:buSzPct val="60000"/>
              <a:buFont typeface="Wingdings" panose="05000000000000000000" pitchFamily="2" charset="2"/>
              <a:buNone/>
            </a:pPr>
            <a:endParaRPr lang="en-US" altLang="en-US" sz="2800">
              <a:solidFill>
                <a:srgbClr val="000000"/>
              </a:solidFill>
            </a:endParaRPr>
          </a:p>
        </p:txBody>
      </p:sp>
      <p:graphicFrame>
        <p:nvGraphicFramePr>
          <p:cNvPr id="176133" name="Group 5">
            <a:extLst>
              <a:ext uri="{FF2B5EF4-FFF2-40B4-BE49-F238E27FC236}">
                <a16:creationId xmlns:a16="http://schemas.microsoft.com/office/drawing/2014/main" id="{A7AC0590-70F7-422F-A76D-A78B20865857}"/>
              </a:ext>
            </a:extLst>
          </p:cNvPr>
          <p:cNvGraphicFramePr>
            <a:graphicFrameLocks noGrp="1"/>
          </p:cNvGraphicFramePr>
          <p:nvPr/>
        </p:nvGraphicFramePr>
        <p:xfrm>
          <a:off x="1981200" y="2895600"/>
          <a:ext cx="3811588" cy="1741488"/>
        </p:xfrm>
        <a:graphic>
          <a:graphicData uri="http://schemas.openxmlformats.org/drawingml/2006/table">
            <a:tbl>
              <a:tblPr/>
              <a:tblGrid>
                <a:gridCol w="1906588">
                  <a:extLst>
                    <a:ext uri="{9D8B030D-6E8A-4147-A177-3AD203B41FA5}">
                      <a16:colId xmlns:a16="http://schemas.microsoft.com/office/drawing/2014/main" val="1098907792"/>
                    </a:ext>
                  </a:extLst>
                </a:gridCol>
                <a:gridCol w="1905000">
                  <a:extLst>
                    <a:ext uri="{9D8B030D-6E8A-4147-A177-3AD203B41FA5}">
                      <a16:colId xmlns:a16="http://schemas.microsoft.com/office/drawing/2014/main" val="2154223594"/>
                    </a:ext>
                  </a:extLst>
                </a:gridCol>
              </a:tblGrid>
              <a:tr h="5810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 hop</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61977686"/>
                  </a:ext>
                </a:extLst>
              </a:tr>
              <a:tr h="5810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N2</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53911769"/>
                  </a:ext>
                </a:extLst>
              </a:tr>
              <a:tr h="57943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Default</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4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6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R2</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44489903"/>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Text Box 1">
            <a:extLst>
              <a:ext uri="{FF2B5EF4-FFF2-40B4-BE49-F238E27FC236}">
                <a16:creationId xmlns:a16="http://schemas.microsoft.com/office/drawing/2014/main" id="{3B1CD06C-5369-F429-BB64-3DADA63C62C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53283" name="Text Box 2">
            <a:extLst>
              <a:ext uri="{FF2B5EF4-FFF2-40B4-BE49-F238E27FC236}">
                <a16:creationId xmlns:a16="http://schemas.microsoft.com/office/drawing/2014/main" id="{141D0298-AD82-BA5E-6148-2BFF2258D47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362E30B-DA32-4443-80BC-6B182F36A24B}" type="slidenum">
              <a:rPr lang="en-US" altLang="en-US" sz="1400">
                <a:solidFill>
                  <a:srgbClr val="000000"/>
                </a:solidFill>
              </a:rPr>
              <a:pPr algn="r" eaLnBrk="1" hangingPunct="1">
                <a:buClrTx/>
                <a:buSzPct val="60000"/>
                <a:buFontTx/>
                <a:buNone/>
              </a:pPr>
              <a:t>218</a:t>
            </a:fld>
            <a:endParaRPr lang="en-US" altLang="en-US" sz="1400">
              <a:solidFill>
                <a:srgbClr val="000000"/>
              </a:solidFill>
            </a:endParaRPr>
          </a:p>
        </p:txBody>
      </p:sp>
      <p:sp>
        <p:nvSpPr>
          <p:cNvPr id="353284" name="Text Box 3">
            <a:extLst>
              <a:ext uri="{FF2B5EF4-FFF2-40B4-BE49-F238E27FC236}">
                <a16:creationId xmlns:a16="http://schemas.microsoft.com/office/drawing/2014/main" id="{7673AA1A-0391-BFEB-1F32-3F49200184A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Static and Dynamic Routing</a:t>
            </a:r>
          </a:p>
        </p:txBody>
      </p:sp>
      <p:sp>
        <p:nvSpPr>
          <p:cNvPr id="353285" name="Text Box 4">
            <a:extLst>
              <a:ext uri="{FF2B5EF4-FFF2-40B4-BE49-F238E27FC236}">
                <a16:creationId xmlns:a16="http://schemas.microsoft.com/office/drawing/2014/main" id="{18AFE2D4-B07E-3F54-855D-5263BED3C90C}"/>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Static routing</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Administrator manually enters and maintains routing information</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Not very flexible, but simple</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Dynamic routing</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Routing information is obtained and maintained automatically</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More efficient, but complex</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Text Box 1">
            <a:extLst>
              <a:ext uri="{FF2B5EF4-FFF2-40B4-BE49-F238E27FC236}">
                <a16:creationId xmlns:a16="http://schemas.microsoft.com/office/drawing/2014/main" id="{4E4D97E1-0E55-B59B-13E3-B3DDB514FA9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55331" name="Text Box 2">
            <a:extLst>
              <a:ext uri="{FF2B5EF4-FFF2-40B4-BE49-F238E27FC236}">
                <a16:creationId xmlns:a16="http://schemas.microsoft.com/office/drawing/2014/main" id="{EB924024-AA11-247F-5BFE-58A2E187BF8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328D9DC-56DE-47F4-B597-401801F49825}" type="slidenum">
              <a:rPr lang="en-US" altLang="en-US" sz="1400">
                <a:solidFill>
                  <a:srgbClr val="000000"/>
                </a:solidFill>
              </a:rPr>
              <a:pPr algn="r" eaLnBrk="1" hangingPunct="1">
                <a:buClrTx/>
                <a:buSzPct val="60000"/>
                <a:buFontTx/>
                <a:buNone/>
              </a:pPr>
              <a:t>219</a:t>
            </a:fld>
            <a:endParaRPr lang="en-US" altLang="en-US" sz="1400">
              <a:solidFill>
                <a:srgbClr val="000000"/>
              </a:solidFill>
            </a:endParaRPr>
          </a:p>
        </p:txBody>
      </p:sp>
      <p:sp>
        <p:nvSpPr>
          <p:cNvPr id="355332" name="Text Box 3">
            <a:extLst>
              <a:ext uri="{FF2B5EF4-FFF2-40B4-BE49-F238E27FC236}">
                <a16:creationId xmlns:a16="http://schemas.microsoft.com/office/drawing/2014/main" id="{F4DBD16F-F6FF-5B5D-0633-056D535A75A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a:t>
            </a:r>
          </a:p>
        </p:txBody>
      </p:sp>
      <p:sp>
        <p:nvSpPr>
          <p:cNvPr id="355333" name="Text Box 4">
            <a:extLst>
              <a:ext uri="{FF2B5EF4-FFF2-40B4-BE49-F238E27FC236}">
                <a16:creationId xmlns:a16="http://schemas.microsoft.com/office/drawing/2014/main" id="{7C83FA3A-713B-A953-481D-531C418F5AA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Hierarchical scheme</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Direct delivery entries first</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Followed by Host-specific delivery entries</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Followed by Network-specific entries</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Followed by Default delivery entries</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a:solidFill>
                  <a:srgbClr val="000000"/>
                </a:solidFill>
              </a:rPr>
              <a:t>Fields in a routing table: Mask, Destination address, Next-hop address, Flags, Reference count, Interface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Text Box 1">
            <a:extLst>
              <a:ext uri="{FF2B5EF4-FFF2-40B4-BE49-F238E27FC236}">
                <a16:creationId xmlns:a16="http://schemas.microsoft.com/office/drawing/2014/main" id="{C679D70B-C561-7243-BC92-C9FC4B6B09A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57379" name="Text Box 2">
            <a:extLst>
              <a:ext uri="{FF2B5EF4-FFF2-40B4-BE49-F238E27FC236}">
                <a16:creationId xmlns:a16="http://schemas.microsoft.com/office/drawing/2014/main" id="{990D22BF-269E-00CC-4ED6-6B0F098CD34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68E26AE-2595-49B7-82CF-14F860131F7A}" type="slidenum">
              <a:rPr lang="en-US" altLang="en-US" sz="1400">
                <a:solidFill>
                  <a:srgbClr val="000000"/>
                </a:solidFill>
              </a:rPr>
              <a:pPr algn="r" eaLnBrk="1" hangingPunct="1">
                <a:buClrTx/>
                <a:buSzPct val="60000"/>
                <a:buFontTx/>
                <a:buNone/>
              </a:pPr>
              <a:t>220</a:t>
            </a:fld>
            <a:endParaRPr lang="en-US" altLang="en-US" sz="1400">
              <a:solidFill>
                <a:srgbClr val="000000"/>
              </a:solidFill>
            </a:endParaRPr>
          </a:p>
        </p:txBody>
      </p:sp>
      <p:sp>
        <p:nvSpPr>
          <p:cNvPr id="357380" name="Text Box 3">
            <a:extLst>
              <a:ext uri="{FF2B5EF4-FFF2-40B4-BE49-F238E27FC236}">
                <a16:creationId xmlns:a16="http://schemas.microsoft.com/office/drawing/2014/main" id="{2C480517-1AC6-9D99-3E9C-31509B57CE5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 Example</a:t>
            </a:r>
          </a:p>
        </p:txBody>
      </p:sp>
      <p:graphicFrame>
        <p:nvGraphicFramePr>
          <p:cNvPr id="179204" name="Group 4">
            <a:extLst>
              <a:ext uri="{FF2B5EF4-FFF2-40B4-BE49-F238E27FC236}">
                <a16:creationId xmlns:a16="http://schemas.microsoft.com/office/drawing/2014/main" id="{39E227EA-903F-41BC-9397-EE2978EB8EBB}"/>
              </a:ext>
            </a:extLst>
          </p:cNvPr>
          <p:cNvGraphicFramePr>
            <a:graphicFrameLocks noGrp="1"/>
          </p:cNvGraphicFramePr>
          <p:nvPr/>
        </p:nvGraphicFramePr>
        <p:xfrm>
          <a:off x="381000" y="2209800"/>
          <a:ext cx="8535988" cy="1106488"/>
        </p:xfrm>
        <a:graphic>
          <a:graphicData uri="http://schemas.openxmlformats.org/drawingml/2006/table">
            <a:tbl>
              <a:tblPr/>
              <a:tblGrid>
                <a:gridCol w="1220788">
                  <a:extLst>
                    <a:ext uri="{9D8B030D-6E8A-4147-A177-3AD203B41FA5}">
                      <a16:colId xmlns:a16="http://schemas.microsoft.com/office/drawing/2014/main" val="1701609837"/>
                    </a:ext>
                  </a:extLst>
                </a:gridCol>
                <a:gridCol w="1293812">
                  <a:extLst>
                    <a:ext uri="{9D8B030D-6E8A-4147-A177-3AD203B41FA5}">
                      <a16:colId xmlns:a16="http://schemas.microsoft.com/office/drawing/2014/main" val="879464692"/>
                    </a:ext>
                  </a:extLst>
                </a:gridCol>
                <a:gridCol w="1144588">
                  <a:extLst>
                    <a:ext uri="{9D8B030D-6E8A-4147-A177-3AD203B41FA5}">
                      <a16:colId xmlns:a16="http://schemas.microsoft.com/office/drawing/2014/main" val="1908743647"/>
                    </a:ext>
                  </a:extLst>
                </a:gridCol>
                <a:gridCol w="1066800">
                  <a:extLst>
                    <a:ext uri="{9D8B030D-6E8A-4147-A177-3AD203B41FA5}">
                      <a16:colId xmlns:a16="http://schemas.microsoft.com/office/drawing/2014/main" val="4148553904"/>
                    </a:ext>
                  </a:extLst>
                </a:gridCol>
                <a:gridCol w="1371600">
                  <a:extLst>
                    <a:ext uri="{9D8B030D-6E8A-4147-A177-3AD203B41FA5}">
                      <a16:colId xmlns:a16="http://schemas.microsoft.com/office/drawing/2014/main" val="2741763258"/>
                    </a:ext>
                  </a:extLst>
                </a:gridCol>
                <a:gridCol w="1217612">
                  <a:extLst>
                    <a:ext uri="{9D8B030D-6E8A-4147-A177-3AD203B41FA5}">
                      <a16:colId xmlns:a16="http://schemas.microsoft.com/office/drawing/2014/main" val="2256187286"/>
                    </a:ext>
                  </a:extLst>
                </a:gridCol>
                <a:gridCol w="1220788">
                  <a:extLst>
                    <a:ext uri="{9D8B030D-6E8A-4147-A177-3AD203B41FA5}">
                      <a16:colId xmlns:a16="http://schemas.microsoft.com/office/drawing/2014/main" val="3303613801"/>
                    </a:ext>
                  </a:extLst>
                </a:gridCol>
              </a:tblGrid>
              <a:tr h="55403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Mask</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Destination address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Next-hop address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Flags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Reference count</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Use</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Interface</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3348662"/>
                  </a:ext>
                </a:extLst>
              </a:tr>
              <a:tr h="552450">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255.0.0.0</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124.0.0.0</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145.6.7.23</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UG</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4</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20</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35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4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m2</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77230190"/>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1">
            <a:extLst>
              <a:ext uri="{FF2B5EF4-FFF2-40B4-BE49-F238E27FC236}">
                <a16:creationId xmlns:a16="http://schemas.microsoft.com/office/drawing/2014/main" id="{DD1067EE-BE8C-C2BC-FF45-548FF3D83A7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59427" name="Text Box 2">
            <a:extLst>
              <a:ext uri="{FF2B5EF4-FFF2-40B4-BE49-F238E27FC236}">
                <a16:creationId xmlns:a16="http://schemas.microsoft.com/office/drawing/2014/main" id="{FFA8425F-C6BD-331B-F689-FAF0B079AC1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089C5E9-EC28-492D-A9E1-AC4F684317F0}" type="slidenum">
              <a:rPr lang="en-US" altLang="en-US" sz="1400">
                <a:solidFill>
                  <a:srgbClr val="000000"/>
                </a:solidFill>
              </a:rPr>
              <a:pPr algn="r" eaLnBrk="1" hangingPunct="1">
                <a:buClrTx/>
                <a:buSzPct val="60000"/>
                <a:buFontTx/>
                <a:buNone/>
              </a:pPr>
              <a:t>221</a:t>
            </a:fld>
            <a:endParaRPr lang="en-US" altLang="en-US" sz="1400">
              <a:solidFill>
                <a:srgbClr val="000000"/>
              </a:solidFill>
            </a:endParaRPr>
          </a:p>
        </p:txBody>
      </p:sp>
      <p:sp>
        <p:nvSpPr>
          <p:cNvPr id="359428" name="Text Box 3">
            <a:extLst>
              <a:ext uri="{FF2B5EF4-FFF2-40B4-BE49-F238E27FC236}">
                <a16:creationId xmlns:a16="http://schemas.microsoft.com/office/drawing/2014/main" id="{0FC23EB0-664B-FF38-F05E-B57C713CEEB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 Fields – 1</a:t>
            </a:r>
          </a:p>
        </p:txBody>
      </p:sp>
      <p:sp>
        <p:nvSpPr>
          <p:cNvPr id="359429" name="Text Box 4">
            <a:extLst>
              <a:ext uri="{FF2B5EF4-FFF2-40B4-BE49-F238E27FC236}">
                <a16:creationId xmlns:a16="http://schemas.microsoft.com/office/drawing/2014/main" id="{2B72CBD2-1F77-7A38-0302-5C7B2DF19DF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b="1">
                <a:solidFill>
                  <a:srgbClr val="000000"/>
                </a:solidFill>
              </a:rPr>
              <a:t>Mask</a:t>
            </a:r>
            <a:r>
              <a:rPr lang="en-US" altLang="en-US" sz="3200">
                <a:solidFill>
                  <a:srgbClr val="000000"/>
                </a:solidFill>
              </a:rPr>
              <a:t>: Mask applied to the destination IP address to find the network or subnetwork address of the destination</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Host-specific routing: Mask is 255.255.255.255</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Default routing: Mask is 0.0.0.0</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a:solidFill>
                  <a:srgbClr val="000000"/>
                </a:solidFill>
              </a:rPr>
              <a:t>Unsubnetted network: Mask is 255.0.0.0 (class A), 255.255.0.0 (class B) or 255.255.255.0 (class C)</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Text Box 1">
            <a:extLst>
              <a:ext uri="{FF2B5EF4-FFF2-40B4-BE49-F238E27FC236}">
                <a16:creationId xmlns:a16="http://schemas.microsoft.com/office/drawing/2014/main" id="{3F671164-8178-B4D2-8780-C455055BD04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1475" name="Text Box 2">
            <a:extLst>
              <a:ext uri="{FF2B5EF4-FFF2-40B4-BE49-F238E27FC236}">
                <a16:creationId xmlns:a16="http://schemas.microsoft.com/office/drawing/2014/main" id="{6833F6F4-A600-A79B-0E5D-15B0751ADB6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A32A47A-E920-49E9-8B6C-3DAE9EA1228C}" type="slidenum">
              <a:rPr lang="en-US" altLang="en-US" sz="1400">
                <a:solidFill>
                  <a:srgbClr val="000000"/>
                </a:solidFill>
              </a:rPr>
              <a:pPr algn="r" eaLnBrk="1" hangingPunct="1">
                <a:buClrTx/>
                <a:buSzPct val="60000"/>
                <a:buFontTx/>
                <a:buNone/>
              </a:pPr>
              <a:t>222</a:t>
            </a:fld>
            <a:endParaRPr lang="en-US" altLang="en-US" sz="1400">
              <a:solidFill>
                <a:srgbClr val="000000"/>
              </a:solidFill>
            </a:endParaRPr>
          </a:p>
        </p:txBody>
      </p:sp>
      <p:sp>
        <p:nvSpPr>
          <p:cNvPr id="361476" name="Text Box 3">
            <a:extLst>
              <a:ext uri="{FF2B5EF4-FFF2-40B4-BE49-F238E27FC236}">
                <a16:creationId xmlns:a16="http://schemas.microsoft.com/office/drawing/2014/main" id="{A43A1EFB-A4B7-C390-1F81-747699AC771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 Fields – 2</a:t>
            </a:r>
          </a:p>
        </p:txBody>
      </p:sp>
      <p:sp>
        <p:nvSpPr>
          <p:cNvPr id="361477" name="Text Box 4">
            <a:extLst>
              <a:ext uri="{FF2B5EF4-FFF2-40B4-BE49-F238E27FC236}">
                <a16:creationId xmlns:a16="http://schemas.microsoft.com/office/drawing/2014/main" id="{3D0648F4-D8DC-6086-E1E1-AB8C5862A8A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Destination address</a:t>
            </a:r>
            <a:r>
              <a:rPr lang="en-US" altLang="en-US" sz="2400">
                <a:solidFill>
                  <a:srgbClr val="000000"/>
                </a:solidFill>
              </a:rPr>
              <a:t>: Host-specific or network-specific address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Next-hop address</a:t>
            </a:r>
            <a:r>
              <a:rPr lang="en-US" altLang="en-US" sz="2400">
                <a:solidFill>
                  <a:srgbClr val="000000"/>
                </a:solidFill>
              </a:rPr>
              <a:t>: Address of the next-hop router</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Flags</a:t>
            </a:r>
            <a:r>
              <a:rPr lang="en-US" altLang="en-US" sz="2400">
                <a:solidFill>
                  <a:srgbClr val="000000"/>
                </a:solidFill>
              </a:rPr>
              <a:t>: Indicates whether destination is on this or another network, Destination address is network/host specific, etc</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Reference count</a:t>
            </a:r>
            <a:r>
              <a:rPr lang="en-US" altLang="en-US" sz="2400">
                <a:solidFill>
                  <a:srgbClr val="000000"/>
                </a:solidFill>
              </a:rPr>
              <a:t>: Number of users using this route at the moment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Use</a:t>
            </a:r>
            <a:r>
              <a:rPr lang="en-US" altLang="en-US" sz="2400">
                <a:solidFill>
                  <a:srgbClr val="000000"/>
                </a:solidFill>
              </a:rPr>
              <a:t>: Number of packets sent via this router for this destination</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b="1">
                <a:solidFill>
                  <a:srgbClr val="000000"/>
                </a:solidFill>
              </a:rPr>
              <a:t>Interface</a:t>
            </a:r>
            <a:r>
              <a:rPr lang="en-US" altLang="en-US" sz="2400">
                <a:solidFill>
                  <a:srgbClr val="000000"/>
                </a:solidFill>
              </a:rPr>
              <a:t>: Name of the interface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Text Box 1">
            <a:extLst>
              <a:ext uri="{FF2B5EF4-FFF2-40B4-BE49-F238E27FC236}">
                <a16:creationId xmlns:a16="http://schemas.microsoft.com/office/drawing/2014/main" id="{CF0F5F75-136D-6CC1-3DCF-E307BCE32D2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3523" name="Text Box 2">
            <a:extLst>
              <a:ext uri="{FF2B5EF4-FFF2-40B4-BE49-F238E27FC236}">
                <a16:creationId xmlns:a16="http://schemas.microsoft.com/office/drawing/2014/main" id="{D1EC1FEF-D9B1-BE2E-0CFD-56F7120BC64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A62310C-6AB1-44F4-9FFB-7AACBB7BF5B5}" type="slidenum">
              <a:rPr lang="en-US" altLang="en-US" sz="1400">
                <a:solidFill>
                  <a:srgbClr val="000000"/>
                </a:solidFill>
              </a:rPr>
              <a:pPr algn="r" eaLnBrk="1" hangingPunct="1">
                <a:buClrTx/>
                <a:buSzPct val="60000"/>
                <a:buFontTx/>
                <a:buNone/>
              </a:pPr>
              <a:t>223</a:t>
            </a:fld>
            <a:endParaRPr lang="en-US" altLang="en-US" sz="1400">
              <a:solidFill>
                <a:srgbClr val="000000"/>
              </a:solidFill>
            </a:endParaRPr>
          </a:p>
        </p:txBody>
      </p:sp>
      <p:sp>
        <p:nvSpPr>
          <p:cNvPr id="363524" name="Text Box 3">
            <a:extLst>
              <a:ext uri="{FF2B5EF4-FFF2-40B4-BE49-F238E27FC236}">
                <a16:creationId xmlns:a16="http://schemas.microsoft.com/office/drawing/2014/main" id="{184CB08C-E4F4-E176-56CF-EED1104CF39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Factors in Routing Algorithms</a:t>
            </a:r>
          </a:p>
        </p:txBody>
      </p:sp>
      <p:sp>
        <p:nvSpPr>
          <p:cNvPr id="363525" name="Text Box 4">
            <a:extLst>
              <a:ext uri="{FF2B5EF4-FFF2-40B4-BE49-F238E27FC236}">
                <a16:creationId xmlns:a16="http://schemas.microsoft.com/office/drawing/2014/main" id="{155AB23A-FD39-77F1-626E-81CCCCA4500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Least cost routing</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Each link is assigned a weight, and the total of all weights is computed in order to find out the “least cost”</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Distributed routing</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Every packet can potentially take a different route</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Packet lifetime</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“Time to live” concept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Text Box 1">
            <a:extLst>
              <a:ext uri="{FF2B5EF4-FFF2-40B4-BE49-F238E27FC236}">
                <a16:creationId xmlns:a16="http://schemas.microsoft.com/office/drawing/2014/main" id="{5915936D-E24C-036C-4EFC-066B70AC463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5571" name="Text Box 2">
            <a:extLst>
              <a:ext uri="{FF2B5EF4-FFF2-40B4-BE49-F238E27FC236}">
                <a16:creationId xmlns:a16="http://schemas.microsoft.com/office/drawing/2014/main" id="{11AFAF28-ECC6-AF87-586D-BFE7920B53F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76262ED-2283-419E-9110-47A882C528ED}" type="slidenum">
              <a:rPr lang="en-US" altLang="en-US" sz="1400">
                <a:solidFill>
                  <a:srgbClr val="000000"/>
                </a:solidFill>
              </a:rPr>
              <a:pPr algn="r" eaLnBrk="1" hangingPunct="1">
                <a:buClrTx/>
                <a:buSzPct val="60000"/>
                <a:buFontTx/>
                <a:buNone/>
              </a:pPr>
              <a:t>224</a:t>
            </a:fld>
            <a:endParaRPr lang="en-US" altLang="en-US" sz="1400">
              <a:solidFill>
                <a:srgbClr val="000000"/>
              </a:solidFill>
            </a:endParaRPr>
          </a:p>
        </p:txBody>
      </p:sp>
      <p:sp>
        <p:nvSpPr>
          <p:cNvPr id="365572" name="Text Box 3">
            <a:extLst>
              <a:ext uri="{FF2B5EF4-FFF2-40B4-BE49-F238E27FC236}">
                <a16:creationId xmlns:a16="http://schemas.microsoft.com/office/drawing/2014/main" id="{0BE3DCB6-C588-92D6-1132-498C837F759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TCP/IP Protocols for Routing</a:t>
            </a:r>
          </a:p>
        </p:txBody>
      </p:sp>
      <p:sp>
        <p:nvSpPr>
          <p:cNvPr id="365573" name="Text Box 4">
            <a:extLst>
              <a:ext uri="{FF2B5EF4-FFF2-40B4-BE49-F238E27FC236}">
                <a16:creationId xmlns:a16="http://schemas.microsoft.com/office/drawing/2014/main" id="{D599664B-73B1-08D2-2F3D-7D6BE8B37CB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Interior (Routing inside an autonomous system)</a:t>
            </a:r>
          </a:p>
          <a:p>
            <a:pPr lvl="1" eaLnBrk="1" hangingPunct="1">
              <a:spcBef>
                <a:spcPts val="700"/>
              </a:spcBef>
              <a:buClr>
                <a:srgbClr val="FF0000"/>
              </a:buClr>
              <a:buSzPct val="55000"/>
              <a:buFont typeface="Wingdings" panose="05000000000000000000" pitchFamily="2" charset="2"/>
              <a:buChar char=""/>
            </a:pPr>
            <a:r>
              <a:rPr lang="en-US" altLang="en-US" sz="2800" dirty="0">
                <a:solidFill>
                  <a:srgbClr val="000000"/>
                </a:solidFill>
              </a:rPr>
              <a:t>RIP</a:t>
            </a:r>
          </a:p>
          <a:p>
            <a:pPr lvl="1" eaLnBrk="1" hangingPunct="1">
              <a:spcBef>
                <a:spcPts val="700"/>
              </a:spcBef>
              <a:buClr>
                <a:srgbClr val="FF0000"/>
              </a:buClr>
              <a:buSzPct val="55000"/>
              <a:buFont typeface="Wingdings" panose="05000000000000000000" pitchFamily="2" charset="2"/>
              <a:buChar char=""/>
            </a:pPr>
            <a:r>
              <a:rPr lang="en-US" altLang="en-US" sz="2800" dirty="0">
                <a:solidFill>
                  <a:srgbClr val="000000"/>
                </a:solidFill>
              </a:rPr>
              <a:t>OSPF</a:t>
            </a:r>
          </a:p>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Exterior (Routing between autonomous systems)</a:t>
            </a:r>
          </a:p>
          <a:p>
            <a:pPr lvl="1" eaLnBrk="1" hangingPunct="1">
              <a:spcBef>
                <a:spcPts val="700"/>
              </a:spcBef>
              <a:buClr>
                <a:srgbClr val="FF0000"/>
              </a:buClr>
              <a:buSzPct val="55000"/>
              <a:buFont typeface="Wingdings" panose="05000000000000000000" pitchFamily="2" charset="2"/>
              <a:buChar char=""/>
            </a:pPr>
            <a:r>
              <a:rPr lang="en-US" altLang="en-US" sz="2800" dirty="0">
                <a:solidFill>
                  <a:srgbClr val="000000"/>
                </a:solidFill>
              </a:rPr>
              <a:t>BGP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42EA66-1CF0-4A9A-04F5-6023E3E12031}"/>
              </a:ext>
            </a:extLst>
          </p:cNvPr>
          <p:cNvSpPr>
            <a:spLocks noGrp="1"/>
          </p:cNvSpPr>
          <p:nvPr>
            <p:ph type="title"/>
          </p:nvPr>
        </p:nvSpPr>
        <p:spPr/>
        <p:txBody>
          <a:bodyPr/>
          <a:lstStyle/>
          <a:p>
            <a:r>
              <a:rPr lang="en-IN" dirty="0"/>
              <a:t>Interior and Exterior Gateway Protocols</a:t>
            </a:r>
          </a:p>
        </p:txBody>
      </p:sp>
      <p:sp>
        <p:nvSpPr>
          <p:cNvPr id="3" name="Content Placeholder 2">
            <a:extLst>
              <a:ext uri="{FF2B5EF4-FFF2-40B4-BE49-F238E27FC236}">
                <a16:creationId xmlns:a16="http://schemas.microsoft.com/office/drawing/2014/main" id="{D20DF936-D870-8F95-B426-0A1389BBD5E6}"/>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295BE10B-A34B-6073-0A93-6A304092E6E8}"/>
              </a:ext>
            </a:extLst>
          </p:cNvPr>
          <p:cNvPicPr>
            <a:picLocks noChangeAspect="1"/>
          </p:cNvPicPr>
          <p:nvPr/>
        </p:nvPicPr>
        <p:blipFill>
          <a:blip r:embed="rId2"/>
          <a:stretch>
            <a:fillRect/>
          </a:stretch>
        </p:blipFill>
        <p:spPr>
          <a:xfrm>
            <a:off x="269457" y="2204864"/>
            <a:ext cx="8605086" cy="3356143"/>
          </a:xfrm>
          <a:prstGeom prst="rect">
            <a:avLst/>
          </a:prstGeom>
        </p:spPr>
      </p:pic>
    </p:spTree>
    <p:extLst>
      <p:ext uri="{BB962C8B-B14F-4D97-AF65-F5344CB8AC3E}">
        <p14:creationId xmlns:p14="http://schemas.microsoft.com/office/powerpoint/2010/main" val="2346135779"/>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Text Box 1">
            <a:extLst>
              <a:ext uri="{FF2B5EF4-FFF2-40B4-BE49-F238E27FC236}">
                <a16:creationId xmlns:a16="http://schemas.microsoft.com/office/drawing/2014/main" id="{69710D72-A1C3-62A0-7B59-AD40C783CE4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7619" name="Text Box 2">
            <a:extLst>
              <a:ext uri="{FF2B5EF4-FFF2-40B4-BE49-F238E27FC236}">
                <a16:creationId xmlns:a16="http://schemas.microsoft.com/office/drawing/2014/main" id="{F179892F-75D1-A05F-C247-020F7C7DD62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8264E8E-1D5E-408A-BF4F-33BBD05BAEED}" type="slidenum">
              <a:rPr lang="en-US" altLang="en-US" sz="1400">
                <a:solidFill>
                  <a:srgbClr val="000000"/>
                </a:solidFill>
              </a:rPr>
              <a:pPr algn="r" eaLnBrk="1" hangingPunct="1">
                <a:buClrTx/>
                <a:buSzPct val="60000"/>
                <a:buFontTx/>
                <a:buNone/>
              </a:pPr>
              <a:t>226</a:t>
            </a:fld>
            <a:endParaRPr lang="en-US" altLang="en-US" sz="1400">
              <a:solidFill>
                <a:srgbClr val="000000"/>
              </a:solidFill>
            </a:endParaRPr>
          </a:p>
        </p:txBody>
      </p:sp>
      <p:sp>
        <p:nvSpPr>
          <p:cNvPr id="367620" name="Text Box 3">
            <a:extLst>
              <a:ext uri="{FF2B5EF4-FFF2-40B4-BE49-F238E27FC236}">
                <a16:creationId xmlns:a16="http://schemas.microsoft.com/office/drawing/2014/main" id="{AEAF0109-A75B-9D82-7E33-C761A1AC35B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RIP (Routing Information Protocol)</a:t>
            </a:r>
          </a:p>
        </p:txBody>
      </p:sp>
      <p:sp>
        <p:nvSpPr>
          <p:cNvPr id="367621" name="Text Box 4">
            <a:extLst>
              <a:ext uri="{FF2B5EF4-FFF2-40B4-BE49-F238E27FC236}">
                <a16:creationId xmlns:a16="http://schemas.microsoft.com/office/drawing/2014/main" id="{F2BDD83E-EB34-E4DA-7C8A-85878E8CFB9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Interior routing protocol used inside an autonomous system</a:t>
            </a:r>
          </a:p>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Simple, based on </a:t>
            </a:r>
            <a:r>
              <a:rPr lang="en-US" altLang="en-US" sz="3200" b="1" dirty="0">
                <a:solidFill>
                  <a:srgbClr val="000000"/>
                </a:solidFill>
              </a:rPr>
              <a:t>distance vector routing</a:t>
            </a:r>
          </a:p>
          <a:p>
            <a:pPr eaLnBrk="1" hangingPunct="1">
              <a:spcBef>
                <a:spcPts val="800"/>
              </a:spcBef>
              <a:buClr>
                <a:srgbClr val="3333CC"/>
              </a:buClr>
              <a:buSzPct val="60000"/>
              <a:buFont typeface="Wingdings" panose="05000000000000000000" pitchFamily="2" charset="2"/>
              <a:buChar char=""/>
            </a:pPr>
            <a:r>
              <a:rPr lang="en-US" altLang="en-US" sz="3200" dirty="0">
                <a:solidFill>
                  <a:srgbClr val="000000"/>
                </a:solidFill>
              </a:rPr>
              <a:t>Distance vector routing: Each router periodically shares its knowledge about the entire internet with its neighbors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Text Box 1">
            <a:extLst>
              <a:ext uri="{FF2B5EF4-FFF2-40B4-BE49-F238E27FC236}">
                <a16:creationId xmlns:a16="http://schemas.microsoft.com/office/drawing/2014/main" id="{F7DE2714-D1EE-4AEE-6C82-BA046602E87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69667" name="Text Box 2">
            <a:extLst>
              <a:ext uri="{FF2B5EF4-FFF2-40B4-BE49-F238E27FC236}">
                <a16:creationId xmlns:a16="http://schemas.microsoft.com/office/drawing/2014/main" id="{7907A320-A0A9-9949-C2C9-B39105ACA02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C4513D9-1B50-494B-A4BC-8B116055DE63}" type="slidenum">
              <a:rPr lang="en-US" altLang="en-US" sz="1400">
                <a:solidFill>
                  <a:srgbClr val="000000"/>
                </a:solidFill>
              </a:rPr>
              <a:pPr algn="r" eaLnBrk="1" hangingPunct="1">
                <a:buClrTx/>
                <a:buSzPct val="60000"/>
                <a:buFontTx/>
                <a:buNone/>
              </a:pPr>
              <a:t>227</a:t>
            </a:fld>
            <a:endParaRPr lang="en-US" altLang="en-US" sz="1400">
              <a:solidFill>
                <a:srgbClr val="000000"/>
              </a:solidFill>
            </a:endParaRPr>
          </a:p>
        </p:txBody>
      </p:sp>
      <p:sp>
        <p:nvSpPr>
          <p:cNvPr id="369668" name="Text Box 3">
            <a:extLst>
              <a:ext uri="{FF2B5EF4-FFF2-40B4-BE49-F238E27FC236}">
                <a16:creationId xmlns:a16="http://schemas.microsoft.com/office/drawing/2014/main" id="{AFCF2456-6CC8-2E5A-EC85-03C2966524F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Distance vector routing</a:t>
            </a:r>
          </a:p>
        </p:txBody>
      </p:sp>
      <p:sp>
        <p:nvSpPr>
          <p:cNvPr id="369669" name="Text Box 4">
            <a:extLst>
              <a:ext uri="{FF2B5EF4-FFF2-40B4-BE49-F238E27FC236}">
                <a16:creationId xmlns:a16="http://schemas.microsoft.com/office/drawing/2014/main" id="{83F839FC-3526-2313-1ED9-9B5D5180484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Sharing knowledge about the entire autonomous system</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Sharing only with neighbors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Sharing at regular intervals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 Box 1">
            <a:extLst>
              <a:ext uri="{FF2B5EF4-FFF2-40B4-BE49-F238E27FC236}">
                <a16:creationId xmlns:a16="http://schemas.microsoft.com/office/drawing/2014/main" id="{BBA7253B-4655-9732-129B-51E84044261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71715" name="Text Box 2">
            <a:extLst>
              <a:ext uri="{FF2B5EF4-FFF2-40B4-BE49-F238E27FC236}">
                <a16:creationId xmlns:a16="http://schemas.microsoft.com/office/drawing/2014/main" id="{066BFC03-F02E-814F-938C-D01B3E1E42A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B5C3A2B-92C0-493B-B133-A59BF56D17C1}" type="slidenum">
              <a:rPr lang="en-US" altLang="en-US" sz="1400">
                <a:solidFill>
                  <a:srgbClr val="000000"/>
                </a:solidFill>
              </a:rPr>
              <a:pPr algn="r" eaLnBrk="1" hangingPunct="1">
                <a:buClrTx/>
                <a:buSzPct val="60000"/>
                <a:buFontTx/>
                <a:buNone/>
              </a:pPr>
              <a:t>228</a:t>
            </a:fld>
            <a:endParaRPr lang="en-US" altLang="en-US" sz="1400">
              <a:solidFill>
                <a:srgbClr val="000000"/>
              </a:solidFill>
            </a:endParaRPr>
          </a:p>
        </p:txBody>
      </p:sp>
      <p:sp>
        <p:nvSpPr>
          <p:cNvPr id="371716" name="Text Box 3">
            <a:extLst>
              <a:ext uri="{FF2B5EF4-FFF2-40B4-BE49-F238E27FC236}">
                <a16:creationId xmlns:a16="http://schemas.microsoft.com/office/drawing/2014/main" id="{34EE9663-211E-917E-9CD1-E978C60BBA2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Sample internet</a:t>
            </a:r>
          </a:p>
        </p:txBody>
      </p:sp>
      <p:sp>
        <p:nvSpPr>
          <p:cNvPr id="371717" name="Text Box 4">
            <a:extLst>
              <a:ext uri="{FF2B5EF4-FFF2-40B4-BE49-F238E27FC236}">
                <a16:creationId xmlns:a16="http://schemas.microsoft.com/office/drawing/2014/main" id="{1128EFFD-575C-5D7F-70B9-4863C9475EF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71718" name="Group 5">
            <a:extLst>
              <a:ext uri="{FF2B5EF4-FFF2-40B4-BE49-F238E27FC236}">
                <a16:creationId xmlns:a16="http://schemas.microsoft.com/office/drawing/2014/main" id="{527B2B46-3991-F992-1152-0FCF96E7F80C}"/>
              </a:ext>
            </a:extLst>
          </p:cNvPr>
          <p:cNvGrpSpPr>
            <a:grpSpLocks/>
          </p:cNvGrpSpPr>
          <p:nvPr/>
        </p:nvGrpSpPr>
        <p:grpSpPr bwMode="auto">
          <a:xfrm>
            <a:off x="2057400" y="2438400"/>
            <a:ext cx="5507038" cy="3294063"/>
            <a:chOff x="1296" y="1536"/>
            <a:chExt cx="3469" cy="2075"/>
          </a:xfrm>
        </p:grpSpPr>
        <p:sp>
          <p:nvSpPr>
            <p:cNvPr id="371719" name="Rectangle 6">
              <a:extLst>
                <a:ext uri="{FF2B5EF4-FFF2-40B4-BE49-F238E27FC236}">
                  <a16:creationId xmlns:a16="http://schemas.microsoft.com/office/drawing/2014/main" id="{87FBE4E8-9BA8-8E09-6D56-02F6BE101911}"/>
                </a:ext>
              </a:extLst>
            </p:cNvPr>
            <p:cNvSpPr>
              <a:spLocks noChangeArrowheads="1"/>
            </p:cNvSpPr>
            <p:nvPr/>
          </p:nvSpPr>
          <p:spPr bwMode="auto">
            <a:xfrm>
              <a:off x="1296" y="1536"/>
              <a:ext cx="3469" cy="207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1720" name="Oval 7">
              <a:extLst>
                <a:ext uri="{FF2B5EF4-FFF2-40B4-BE49-F238E27FC236}">
                  <a16:creationId xmlns:a16="http://schemas.microsoft.com/office/drawing/2014/main" id="{70DFBA42-6A22-3CDE-5AAD-FBDEA0195C5A}"/>
                </a:ext>
              </a:extLst>
            </p:cNvPr>
            <p:cNvSpPr>
              <a:spLocks noChangeArrowheads="1"/>
            </p:cNvSpPr>
            <p:nvPr/>
          </p:nvSpPr>
          <p:spPr bwMode="auto">
            <a:xfrm>
              <a:off x="2153" y="1831"/>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a:t>
              </a:r>
            </a:p>
          </p:txBody>
        </p:sp>
        <p:sp>
          <p:nvSpPr>
            <p:cNvPr id="371721" name="Text Box 8">
              <a:extLst>
                <a:ext uri="{FF2B5EF4-FFF2-40B4-BE49-F238E27FC236}">
                  <a16:creationId xmlns:a16="http://schemas.microsoft.com/office/drawing/2014/main" id="{65785A33-1E12-A3B1-F515-A1CD1D89E989}"/>
                </a:ext>
              </a:extLst>
            </p:cNvPr>
            <p:cNvSpPr txBox="1">
              <a:spLocks noChangeArrowheads="1"/>
            </p:cNvSpPr>
            <p:nvPr/>
          </p:nvSpPr>
          <p:spPr bwMode="auto">
            <a:xfrm>
              <a:off x="1631" y="2333"/>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371722" name="Text Box 9">
              <a:extLst>
                <a:ext uri="{FF2B5EF4-FFF2-40B4-BE49-F238E27FC236}">
                  <a16:creationId xmlns:a16="http://schemas.microsoft.com/office/drawing/2014/main" id="{37F171CC-C93E-013F-9914-2087E8B937F7}"/>
                </a:ext>
              </a:extLst>
            </p:cNvPr>
            <p:cNvSpPr txBox="1">
              <a:spLocks noChangeArrowheads="1"/>
            </p:cNvSpPr>
            <p:nvPr/>
          </p:nvSpPr>
          <p:spPr bwMode="auto">
            <a:xfrm>
              <a:off x="2893" y="1739"/>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371723" name="Text Box 10">
              <a:extLst>
                <a:ext uri="{FF2B5EF4-FFF2-40B4-BE49-F238E27FC236}">
                  <a16:creationId xmlns:a16="http://schemas.microsoft.com/office/drawing/2014/main" id="{131A6FD6-0C40-2964-B661-3DC73334900D}"/>
                </a:ext>
              </a:extLst>
            </p:cNvPr>
            <p:cNvSpPr txBox="1">
              <a:spLocks noChangeArrowheads="1"/>
            </p:cNvSpPr>
            <p:nvPr/>
          </p:nvSpPr>
          <p:spPr bwMode="auto">
            <a:xfrm>
              <a:off x="3941" y="2277"/>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371724" name="Oval 11">
              <a:extLst>
                <a:ext uri="{FF2B5EF4-FFF2-40B4-BE49-F238E27FC236}">
                  <a16:creationId xmlns:a16="http://schemas.microsoft.com/office/drawing/2014/main" id="{2FB5EDAA-75FC-0136-FDBC-84DBCE7BB7FC}"/>
                </a:ext>
              </a:extLst>
            </p:cNvPr>
            <p:cNvSpPr>
              <a:spLocks noChangeArrowheads="1"/>
            </p:cNvSpPr>
            <p:nvPr/>
          </p:nvSpPr>
          <p:spPr bwMode="auto">
            <a:xfrm>
              <a:off x="3730" y="1839"/>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a:t>
              </a:r>
            </a:p>
          </p:txBody>
        </p:sp>
        <p:sp>
          <p:nvSpPr>
            <p:cNvPr id="371725" name="Oval 12">
              <a:extLst>
                <a:ext uri="{FF2B5EF4-FFF2-40B4-BE49-F238E27FC236}">
                  <a16:creationId xmlns:a16="http://schemas.microsoft.com/office/drawing/2014/main" id="{C87206CD-790E-C368-F404-57CF3FACEAA6}"/>
                </a:ext>
              </a:extLst>
            </p:cNvPr>
            <p:cNvSpPr>
              <a:spLocks noChangeArrowheads="1"/>
            </p:cNvSpPr>
            <p:nvPr/>
          </p:nvSpPr>
          <p:spPr bwMode="auto">
            <a:xfrm>
              <a:off x="3739" y="2692"/>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3</a:t>
              </a:r>
            </a:p>
          </p:txBody>
        </p:sp>
        <p:sp>
          <p:nvSpPr>
            <p:cNvPr id="371726" name="Oval 13">
              <a:extLst>
                <a:ext uri="{FF2B5EF4-FFF2-40B4-BE49-F238E27FC236}">
                  <a16:creationId xmlns:a16="http://schemas.microsoft.com/office/drawing/2014/main" id="{BDBB7545-76EC-BCFB-3645-C15C268283CA}"/>
                </a:ext>
              </a:extLst>
            </p:cNvPr>
            <p:cNvSpPr>
              <a:spLocks noChangeArrowheads="1"/>
            </p:cNvSpPr>
            <p:nvPr/>
          </p:nvSpPr>
          <p:spPr bwMode="auto">
            <a:xfrm>
              <a:off x="2697" y="3157"/>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4</a:t>
              </a:r>
            </a:p>
          </p:txBody>
        </p:sp>
        <p:sp>
          <p:nvSpPr>
            <p:cNvPr id="371727" name="Text Box 14">
              <a:extLst>
                <a:ext uri="{FF2B5EF4-FFF2-40B4-BE49-F238E27FC236}">
                  <a16:creationId xmlns:a16="http://schemas.microsoft.com/office/drawing/2014/main" id="{EE41560C-4D2F-2207-729B-29E85FBAFC18}"/>
                </a:ext>
              </a:extLst>
            </p:cNvPr>
            <p:cNvSpPr txBox="1">
              <a:spLocks noChangeArrowheads="1"/>
            </p:cNvSpPr>
            <p:nvPr/>
          </p:nvSpPr>
          <p:spPr bwMode="auto">
            <a:xfrm>
              <a:off x="2837" y="2453"/>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371728" name="Text Box 15">
              <a:extLst>
                <a:ext uri="{FF2B5EF4-FFF2-40B4-BE49-F238E27FC236}">
                  <a16:creationId xmlns:a16="http://schemas.microsoft.com/office/drawing/2014/main" id="{3E8E5ED6-C351-FD3E-ED16-6E6F002CFCFC}"/>
                </a:ext>
              </a:extLst>
            </p:cNvPr>
            <p:cNvSpPr txBox="1">
              <a:spLocks noChangeArrowheads="1"/>
            </p:cNvSpPr>
            <p:nvPr/>
          </p:nvSpPr>
          <p:spPr bwMode="auto">
            <a:xfrm>
              <a:off x="3521" y="3237"/>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371729" name="Text Box 16">
              <a:extLst>
                <a:ext uri="{FF2B5EF4-FFF2-40B4-BE49-F238E27FC236}">
                  <a16:creationId xmlns:a16="http://schemas.microsoft.com/office/drawing/2014/main" id="{9D2FD435-CD21-42A7-11E7-63C64D8A2AA6}"/>
                </a:ext>
              </a:extLst>
            </p:cNvPr>
            <p:cNvSpPr txBox="1">
              <a:spLocks noChangeArrowheads="1"/>
            </p:cNvSpPr>
            <p:nvPr/>
          </p:nvSpPr>
          <p:spPr bwMode="auto">
            <a:xfrm>
              <a:off x="1848" y="3186"/>
              <a:ext cx="334" cy="1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371730" name="Oval 17">
              <a:extLst>
                <a:ext uri="{FF2B5EF4-FFF2-40B4-BE49-F238E27FC236}">
                  <a16:creationId xmlns:a16="http://schemas.microsoft.com/office/drawing/2014/main" id="{C24DB421-3BD4-DDAE-15B5-C68D4C6A656F}"/>
                </a:ext>
              </a:extLst>
            </p:cNvPr>
            <p:cNvSpPr>
              <a:spLocks noChangeArrowheads="1"/>
            </p:cNvSpPr>
            <p:nvPr/>
          </p:nvSpPr>
          <p:spPr bwMode="auto">
            <a:xfrm>
              <a:off x="1794" y="2677"/>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5</a:t>
              </a:r>
            </a:p>
          </p:txBody>
        </p:sp>
        <p:sp>
          <p:nvSpPr>
            <p:cNvPr id="371731" name="Oval 18">
              <a:extLst>
                <a:ext uri="{FF2B5EF4-FFF2-40B4-BE49-F238E27FC236}">
                  <a16:creationId xmlns:a16="http://schemas.microsoft.com/office/drawing/2014/main" id="{1F2565F9-D110-D9F8-E1F8-6AE7DC509AC7}"/>
                </a:ext>
              </a:extLst>
            </p:cNvPr>
            <p:cNvSpPr>
              <a:spLocks noChangeArrowheads="1"/>
            </p:cNvSpPr>
            <p:nvPr/>
          </p:nvSpPr>
          <p:spPr bwMode="auto">
            <a:xfrm>
              <a:off x="2189" y="2288"/>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6</a:t>
              </a:r>
            </a:p>
          </p:txBody>
        </p:sp>
        <p:sp>
          <p:nvSpPr>
            <p:cNvPr id="371732" name="Line 19">
              <a:extLst>
                <a:ext uri="{FF2B5EF4-FFF2-40B4-BE49-F238E27FC236}">
                  <a16:creationId xmlns:a16="http://schemas.microsoft.com/office/drawing/2014/main" id="{CAF9F056-1DE8-074B-34CC-E675EC209980}"/>
                </a:ext>
              </a:extLst>
            </p:cNvPr>
            <p:cNvSpPr>
              <a:spLocks noChangeShapeType="1"/>
            </p:cNvSpPr>
            <p:nvPr/>
          </p:nvSpPr>
          <p:spPr bwMode="auto">
            <a:xfrm flipV="1">
              <a:off x="1805" y="2090"/>
              <a:ext cx="401" cy="24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3" name="Line 20">
              <a:extLst>
                <a:ext uri="{FF2B5EF4-FFF2-40B4-BE49-F238E27FC236}">
                  <a16:creationId xmlns:a16="http://schemas.microsoft.com/office/drawing/2014/main" id="{66BC7992-3312-EC02-84B7-6A64A914B04E}"/>
                </a:ext>
              </a:extLst>
            </p:cNvPr>
            <p:cNvSpPr>
              <a:spLocks noChangeShapeType="1"/>
            </p:cNvSpPr>
            <p:nvPr/>
          </p:nvSpPr>
          <p:spPr bwMode="auto">
            <a:xfrm>
              <a:off x="1972" y="2440"/>
              <a:ext cx="21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4" name="Line 21">
              <a:extLst>
                <a:ext uri="{FF2B5EF4-FFF2-40B4-BE49-F238E27FC236}">
                  <a16:creationId xmlns:a16="http://schemas.microsoft.com/office/drawing/2014/main" id="{9DD93864-9F0D-4C8E-B37F-205AA16840CE}"/>
                </a:ext>
              </a:extLst>
            </p:cNvPr>
            <p:cNvSpPr>
              <a:spLocks noChangeShapeType="1"/>
            </p:cNvSpPr>
            <p:nvPr/>
          </p:nvSpPr>
          <p:spPr bwMode="auto">
            <a:xfrm>
              <a:off x="1811" y="2514"/>
              <a:ext cx="73" cy="17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5" name="Line 22">
              <a:extLst>
                <a:ext uri="{FF2B5EF4-FFF2-40B4-BE49-F238E27FC236}">
                  <a16:creationId xmlns:a16="http://schemas.microsoft.com/office/drawing/2014/main" id="{8795DF03-4AEA-65EC-498C-DFF3B493D584}"/>
                </a:ext>
              </a:extLst>
            </p:cNvPr>
            <p:cNvSpPr>
              <a:spLocks noChangeShapeType="1"/>
            </p:cNvSpPr>
            <p:nvPr/>
          </p:nvSpPr>
          <p:spPr bwMode="auto">
            <a:xfrm>
              <a:off x="2020" y="2989"/>
              <a:ext cx="46" cy="1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6" name="Line 23">
              <a:extLst>
                <a:ext uri="{FF2B5EF4-FFF2-40B4-BE49-F238E27FC236}">
                  <a16:creationId xmlns:a16="http://schemas.microsoft.com/office/drawing/2014/main" id="{6439F9F7-079C-71EC-CA1C-68349E5C53ED}"/>
                </a:ext>
              </a:extLst>
            </p:cNvPr>
            <p:cNvSpPr>
              <a:spLocks noChangeShapeType="1"/>
            </p:cNvSpPr>
            <p:nvPr/>
          </p:nvSpPr>
          <p:spPr bwMode="auto">
            <a:xfrm>
              <a:off x="2174" y="3290"/>
              <a:ext cx="51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7" name="Line 24">
              <a:extLst>
                <a:ext uri="{FF2B5EF4-FFF2-40B4-BE49-F238E27FC236}">
                  <a16:creationId xmlns:a16="http://schemas.microsoft.com/office/drawing/2014/main" id="{963B9935-39B1-3D9A-B187-D79D5E41359A}"/>
                </a:ext>
              </a:extLst>
            </p:cNvPr>
            <p:cNvSpPr>
              <a:spLocks noChangeShapeType="1"/>
            </p:cNvSpPr>
            <p:nvPr/>
          </p:nvSpPr>
          <p:spPr bwMode="auto">
            <a:xfrm>
              <a:off x="3118" y="3317"/>
              <a:ext cx="39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8" name="Line 25">
              <a:extLst>
                <a:ext uri="{FF2B5EF4-FFF2-40B4-BE49-F238E27FC236}">
                  <a16:creationId xmlns:a16="http://schemas.microsoft.com/office/drawing/2014/main" id="{050C5D54-3C92-D7B2-2D7E-F888A121F7A1}"/>
                </a:ext>
              </a:extLst>
            </p:cNvPr>
            <p:cNvSpPr>
              <a:spLocks noChangeShapeType="1"/>
            </p:cNvSpPr>
            <p:nvPr/>
          </p:nvSpPr>
          <p:spPr bwMode="auto">
            <a:xfrm flipH="1">
              <a:off x="3747" y="3002"/>
              <a:ext cx="128" cy="2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39" name="Line 26">
              <a:extLst>
                <a:ext uri="{FF2B5EF4-FFF2-40B4-BE49-F238E27FC236}">
                  <a16:creationId xmlns:a16="http://schemas.microsoft.com/office/drawing/2014/main" id="{4236769E-88F3-A337-F863-4E90618D78ED}"/>
                </a:ext>
              </a:extLst>
            </p:cNvPr>
            <p:cNvSpPr>
              <a:spLocks noChangeShapeType="1"/>
            </p:cNvSpPr>
            <p:nvPr/>
          </p:nvSpPr>
          <p:spPr bwMode="auto">
            <a:xfrm flipH="1">
              <a:off x="4021" y="2473"/>
              <a:ext cx="68" cy="23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0" name="Line 27">
              <a:extLst>
                <a:ext uri="{FF2B5EF4-FFF2-40B4-BE49-F238E27FC236}">
                  <a16:creationId xmlns:a16="http://schemas.microsoft.com/office/drawing/2014/main" id="{9DB0BEA9-7A82-FEBF-C699-9A80D325C157}"/>
                </a:ext>
              </a:extLst>
            </p:cNvPr>
            <p:cNvSpPr>
              <a:spLocks noChangeShapeType="1"/>
            </p:cNvSpPr>
            <p:nvPr/>
          </p:nvSpPr>
          <p:spPr bwMode="auto">
            <a:xfrm>
              <a:off x="3982" y="2152"/>
              <a:ext cx="133" cy="12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1" name="Line 28">
              <a:extLst>
                <a:ext uri="{FF2B5EF4-FFF2-40B4-BE49-F238E27FC236}">
                  <a16:creationId xmlns:a16="http://schemas.microsoft.com/office/drawing/2014/main" id="{6CA3476D-B61C-AF5A-B6EC-D68CEE22E481}"/>
                </a:ext>
              </a:extLst>
            </p:cNvPr>
            <p:cNvSpPr>
              <a:spLocks noChangeShapeType="1"/>
            </p:cNvSpPr>
            <p:nvPr/>
          </p:nvSpPr>
          <p:spPr bwMode="auto">
            <a:xfrm>
              <a:off x="3225" y="1817"/>
              <a:ext cx="529" cy="1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2" name="Line 29">
              <a:extLst>
                <a:ext uri="{FF2B5EF4-FFF2-40B4-BE49-F238E27FC236}">
                  <a16:creationId xmlns:a16="http://schemas.microsoft.com/office/drawing/2014/main" id="{3AD43629-1389-1A00-CF5F-9705147267D8}"/>
                </a:ext>
              </a:extLst>
            </p:cNvPr>
            <p:cNvSpPr>
              <a:spLocks noChangeShapeType="1"/>
            </p:cNvSpPr>
            <p:nvPr/>
          </p:nvSpPr>
          <p:spPr bwMode="auto">
            <a:xfrm flipV="1">
              <a:off x="2569" y="1823"/>
              <a:ext cx="320" cy="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3" name="Line 30">
              <a:extLst>
                <a:ext uri="{FF2B5EF4-FFF2-40B4-BE49-F238E27FC236}">
                  <a16:creationId xmlns:a16="http://schemas.microsoft.com/office/drawing/2014/main" id="{305F1176-903F-4817-7F71-2475AD657A8D}"/>
                </a:ext>
              </a:extLst>
            </p:cNvPr>
            <p:cNvSpPr>
              <a:spLocks noChangeShapeType="1"/>
            </p:cNvSpPr>
            <p:nvPr/>
          </p:nvSpPr>
          <p:spPr bwMode="auto">
            <a:xfrm>
              <a:off x="2609" y="2420"/>
              <a:ext cx="220" cy="1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4" name="Line 31">
              <a:extLst>
                <a:ext uri="{FF2B5EF4-FFF2-40B4-BE49-F238E27FC236}">
                  <a16:creationId xmlns:a16="http://schemas.microsoft.com/office/drawing/2014/main" id="{D261A1FE-7066-3689-AFC0-5367B5315351}"/>
                </a:ext>
              </a:extLst>
            </p:cNvPr>
            <p:cNvSpPr>
              <a:spLocks noChangeShapeType="1"/>
            </p:cNvSpPr>
            <p:nvPr/>
          </p:nvSpPr>
          <p:spPr bwMode="auto">
            <a:xfrm flipV="1">
              <a:off x="3172" y="2479"/>
              <a:ext cx="233" cy="4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1745" name="Oval 32">
              <a:extLst>
                <a:ext uri="{FF2B5EF4-FFF2-40B4-BE49-F238E27FC236}">
                  <a16:creationId xmlns:a16="http://schemas.microsoft.com/office/drawing/2014/main" id="{672429E0-F19E-3804-35AC-5D86C9E1C911}"/>
                </a:ext>
              </a:extLst>
            </p:cNvPr>
            <p:cNvSpPr>
              <a:spLocks noChangeArrowheads="1"/>
            </p:cNvSpPr>
            <p:nvPr/>
          </p:nvSpPr>
          <p:spPr bwMode="auto">
            <a:xfrm>
              <a:off x="3393" y="2319"/>
              <a:ext cx="421" cy="307"/>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7</a:t>
              </a:r>
            </a:p>
          </p:txBody>
        </p:sp>
        <p:sp>
          <p:nvSpPr>
            <p:cNvPr id="371746" name="Line 33">
              <a:extLst>
                <a:ext uri="{FF2B5EF4-FFF2-40B4-BE49-F238E27FC236}">
                  <a16:creationId xmlns:a16="http://schemas.microsoft.com/office/drawing/2014/main" id="{B98716D1-2C9B-15A6-5548-17AFB41D4963}"/>
                </a:ext>
              </a:extLst>
            </p:cNvPr>
            <p:cNvSpPr>
              <a:spLocks noChangeShapeType="1"/>
            </p:cNvSpPr>
            <p:nvPr/>
          </p:nvSpPr>
          <p:spPr bwMode="auto">
            <a:xfrm flipV="1">
              <a:off x="3817" y="2349"/>
              <a:ext cx="124" cy="12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Text Box 1">
            <a:extLst>
              <a:ext uri="{FF2B5EF4-FFF2-40B4-BE49-F238E27FC236}">
                <a16:creationId xmlns:a16="http://schemas.microsoft.com/office/drawing/2014/main" id="{888E0A1B-C617-3EEC-CB32-FC4D0524D9E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73763" name="Text Box 2">
            <a:extLst>
              <a:ext uri="{FF2B5EF4-FFF2-40B4-BE49-F238E27FC236}">
                <a16:creationId xmlns:a16="http://schemas.microsoft.com/office/drawing/2014/main" id="{55A9950E-6577-9A55-5A3D-7C0C1B4D650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D5800E3-DDA2-441B-B905-8283B6E9A17A}" type="slidenum">
              <a:rPr lang="en-US" altLang="en-US" sz="1400">
                <a:solidFill>
                  <a:srgbClr val="000000"/>
                </a:solidFill>
              </a:rPr>
              <a:pPr algn="r" eaLnBrk="1" hangingPunct="1">
                <a:buClrTx/>
                <a:buSzPct val="60000"/>
                <a:buFontTx/>
                <a:buNone/>
              </a:pPr>
              <a:t>229</a:t>
            </a:fld>
            <a:endParaRPr lang="en-US" altLang="en-US" sz="1400">
              <a:solidFill>
                <a:srgbClr val="000000"/>
              </a:solidFill>
            </a:endParaRPr>
          </a:p>
        </p:txBody>
      </p:sp>
      <p:sp>
        <p:nvSpPr>
          <p:cNvPr id="373764" name="Text Box 3">
            <a:extLst>
              <a:ext uri="{FF2B5EF4-FFF2-40B4-BE49-F238E27FC236}">
                <a16:creationId xmlns:a16="http://schemas.microsoft.com/office/drawing/2014/main" id="{D5429773-FC79-7018-2D44-D65ACDD3591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Distance Vector Routing</a:t>
            </a:r>
          </a:p>
        </p:txBody>
      </p:sp>
      <p:sp>
        <p:nvSpPr>
          <p:cNvPr id="373765" name="Text Box 4">
            <a:extLst>
              <a:ext uri="{FF2B5EF4-FFF2-40B4-BE49-F238E27FC236}">
                <a16:creationId xmlns:a16="http://schemas.microsoft.com/office/drawing/2014/main" id="{F1C94FFF-CA92-E63B-22DF-A8B1E4FE3FF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Assumption: “Cost” of every link is 1, regardless of the congestion levels or the actual cost of the links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Every router sends information to every neighbor periodically, as shown next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Text Box 1">
            <a:extLst>
              <a:ext uri="{FF2B5EF4-FFF2-40B4-BE49-F238E27FC236}">
                <a16:creationId xmlns:a16="http://schemas.microsoft.com/office/drawing/2014/main" id="{02BED8DB-7DFB-7657-0BEB-4A1C76A733B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75811" name="Text Box 2">
            <a:extLst>
              <a:ext uri="{FF2B5EF4-FFF2-40B4-BE49-F238E27FC236}">
                <a16:creationId xmlns:a16="http://schemas.microsoft.com/office/drawing/2014/main" id="{F56220A3-5297-DAFA-32FA-36D1FCFE19B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E9B5783-3FD5-4044-BA9D-4781263187BB}" type="slidenum">
              <a:rPr lang="en-US" altLang="en-US" sz="1400">
                <a:solidFill>
                  <a:srgbClr val="000000"/>
                </a:solidFill>
              </a:rPr>
              <a:pPr algn="r" eaLnBrk="1" hangingPunct="1">
                <a:buClrTx/>
                <a:buSzPct val="60000"/>
                <a:buFontTx/>
                <a:buNone/>
              </a:pPr>
              <a:t>230</a:t>
            </a:fld>
            <a:endParaRPr lang="en-US" altLang="en-US" sz="1400">
              <a:solidFill>
                <a:srgbClr val="000000"/>
              </a:solidFill>
            </a:endParaRPr>
          </a:p>
        </p:txBody>
      </p:sp>
      <p:sp>
        <p:nvSpPr>
          <p:cNvPr id="375812" name="Text Box 3">
            <a:extLst>
              <a:ext uri="{FF2B5EF4-FFF2-40B4-BE49-F238E27FC236}">
                <a16:creationId xmlns:a16="http://schemas.microsoft.com/office/drawing/2014/main" id="{B5B7C08A-1838-EA25-0055-078DD14845AA}"/>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Sharing information with neighbors</a:t>
            </a:r>
          </a:p>
        </p:txBody>
      </p:sp>
      <p:sp>
        <p:nvSpPr>
          <p:cNvPr id="375813" name="Text Box 4">
            <a:extLst>
              <a:ext uri="{FF2B5EF4-FFF2-40B4-BE49-F238E27FC236}">
                <a16:creationId xmlns:a16="http://schemas.microsoft.com/office/drawing/2014/main" id="{27359DD4-E0B9-8098-CF4B-5659B5E3725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75814" name="Group 5">
            <a:extLst>
              <a:ext uri="{FF2B5EF4-FFF2-40B4-BE49-F238E27FC236}">
                <a16:creationId xmlns:a16="http://schemas.microsoft.com/office/drawing/2014/main" id="{F1EF327E-91F0-402F-211A-4E73126E62E3}"/>
              </a:ext>
            </a:extLst>
          </p:cNvPr>
          <p:cNvGrpSpPr>
            <a:grpSpLocks/>
          </p:cNvGrpSpPr>
          <p:nvPr/>
        </p:nvGrpSpPr>
        <p:grpSpPr bwMode="auto">
          <a:xfrm>
            <a:off x="1066800" y="1828800"/>
            <a:ext cx="7770813" cy="4843463"/>
            <a:chOff x="672" y="1152"/>
            <a:chExt cx="4895" cy="3051"/>
          </a:xfrm>
        </p:grpSpPr>
        <p:sp>
          <p:nvSpPr>
            <p:cNvPr id="375815" name="Rectangle 6">
              <a:extLst>
                <a:ext uri="{FF2B5EF4-FFF2-40B4-BE49-F238E27FC236}">
                  <a16:creationId xmlns:a16="http://schemas.microsoft.com/office/drawing/2014/main" id="{92CCD10B-54F2-374B-99C4-5F4288DA4932}"/>
                </a:ext>
              </a:extLst>
            </p:cNvPr>
            <p:cNvSpPr>
              <a:spLocks noChangeArrowheads="1"/>
            </p:cNvSpPr>
            <p:nvPr/>
          </p:nvSpPr>
          <p:spPr bwMode="auto">
            <a:xfrm>
              <a:off x="672" y="1152"/>
              <a:ext cx="4895" cy="305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5816" name="Oval 7">
              <a:extLst>
                <a:ext uri="{FF2B5EF4-FFF2-40B4-BE49-F238E27FC236}">
                  <a16:creationId xmlns:a16="http://schemas.microsoft.com/office/drawing/2014/main" id="{E4924009-3B0D-B994-3D9A-CBA80F6C83A7}"/>
                </a:ext>
              </a:extLst>
            </p:cNvPr>
            <p:cNvSpPr>
              <a:spLocks noChangeArrowheads="1"/>
            </p:cNvSpPr>
            <p:nvPr/>
          </p:nvSpPr>
          <p:spPr bwMode="auto">
            <a:xfrm>
              <a:off x="1882" y="2042"/>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a:t>
              </a:r>
            </a:p>
          </p:txBody>
        </p:sp>
        <p:sp>
          <p:nvSpPr>
            <p:cNvPr id="375817" name="Text Box 8">
              <a:extLst>
                <a:ext uri="{FF2B5EF4-FFF2-40B4-BE49-F238E27FC236}">
                  <a16:creationId xmlns:a16="http://schemas.microsoft.com/office/drawing/2014/main" id="{F02AA726-C552-7DED-94B9-FAF5FED05522}"/>
                </a:ext>
              </a:extLst>
            </p:cNvPr>
            <p:cNvSpPr txBox="1">
              <a:spLocks noChangeArrowheads="1"/>
            </p:cNvSpPr>
            <p:nvPr/>
          </p:nvSpPr>
          <p:spPr bwMode="auto">
            <a:xfrm>
              <a:off x="1145" y="2483"/>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375818" name="Text Box 9">
              <a:extLst>
                <a:ext uri="{FF2B5EF4-FFF2-40B4-BE49-F238E27FC236}">
                  <a16:creationId xmlns:a16="http://schemas.microsoft.com/office/drawing/2014/main" id="{54DC2157-DC80-6E80-84E8-8D157B2A1B14}"/>
                </a:ext>
              </a:extLst>
            </p:cNvPr>
            <p:cNvSpPr txBox="1">
              <a:spLocks noChangeArrowheads="1"/>
            </p:cNvSpPr>
            <p:nvPr/>
          </p:nvSpPr>
          <p:spPr bwMode="auto">
            <a:xfrm>
              <a:off x="2925" y="1960"/>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375819" name="Text Box 10">
              <a:extLst>
                <a:ext uri="{FF2B5EF4-FFF2-40B4-BE49-F238E27FC236}">
                  <a16:creationId xmlns:a16="http://schemas.microsoft.com/office/drawing/2014/main" id="{6A75D032-1C47-19CD-293F-518D9F0A5EA6}"/>
                </a:ext>
              </a:extLst>
            </p:cNvPr>
            <p:cNvSpPr txBox="1">
              <a:spLocks noChangeArrowheads="1"/>
            </p:cNvSpPr>
            <p:nvPr/>
          </p:nvSpPr>
          <p:spPr bwMode="auto">
            <a:xfrm>
              <a:off x="4403" y="2434"/>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375820" name="Oval 11">
              <a:extLst>
                <a:ext uri="{FF2B5EF4-FFF2-40B4-BE49-F238E27FC236}">
                  <a16:creationId xmlns:a16="http://schemas.microsoft.com/office/drawing/2014/main" id="{7CB76588-8CBC-AC37-9FA1-E2CA38E1BA56}"/>
                </a:ext>
              </a:extLst>
            </p:cNvPr>
            <p:cNvSpPr>
              <a:spLocks noChangeArrowheads="1"/>
            </p:cNvSpPr>
            <p:nvPr/>
          </p:nvSpPr>
          <p:spPr bwMode="auto">
            <a:xfrm>
              <a:off x="4107" y="2049"/>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a:t>
              </a:r>
            </a:p>
          </p:txBody>
        </p:sp>
        <p:sp>
          <p:nvSpPr>
            <p:cNvPr id="375821" name="Oval 12">
              <a:extLst>
                <a:ext uri="{FF2B5EF4-FFF2-40B4-BE49-F238E27FC236}">
                  <a16:creationId xmlns:a16="http://schemas.microsoft.com/office/drawing/2014/main" id="{902147EB-D1C9-0B29-2AAB-EFBC48E90E2B}"/>
                </a:ext>
              </a:extLst>
            </p:cNvPr>
            <p:cNvSpPr>
              <a:spLocks noChangeArrowheads="1"/>
            </p:cNvSpPr>
            <p:nvPr/>
          </p:nvSpPr>
          <p:spPr bwMode="auto">
            <a:xfrm>
              <a:off x="4120" y="2799"/>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3</a:t>
              </a:r>
            </a:p>
          </p:txBody>
        </p:sp>
        <p:sp>
          <p:nvSpPr>
            <p:cNvPr id="375822" name="Oval 13">
              <a:extLst>
                <a:ext uri="{FF2B5EF4-FFF2-40B4-BE49-F238E27FC236}">
                  <a16:creationId xmlns:a16="http://schemas.microsoft.com/office/drawing/2014/main" id="{1BAEFFF8-97ED-9E69-2EFA-B6041B2B82DF}"/>
                </a:ext>
              </a:extLst>
            </p:cNvPr>
            <p:cNvSpPr>
              <a:spLocks noChangeArrowheads="1"/>
            </p:cNvSpPr>
            <p:nvPr/>
          </p:nvSpPr>
          <p:spPr bwMode="auto">
            <a:xfrm>
              <a:off x="2648" y="3208"/>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4</a:t>
              </a:r>
            </a:p>
          </p:txBody>
        </p:sp>
        <p:sp>
          <p:nvSpPr>
            <p:cNvPr id="375823" name="Text Box 14">
              <a:extLst>
                <a:ext uri="{FF2B5EF4-FFF2-40B4-BE49-F238E27FC236}">
                  <a16:creationId xmlns:a16="http://schemas.microsoft.com/office/drawing/2014/main" id="{4481116B-8FF6-E24B-B2DA-564AE696D1C8}"/>
                </a:ext>
              </a:extLst>
            </p:cNvPr>
            <p:cNvSpPr txBox="1">
              <a:spLocks noChangeArrowheads="1"/>
            </p:cNvSpPr>
            <p:nvPr/>
          </p:nvSpPr>
          <p:spPr bwMode="auto">
            <a:xfrm>
              <a:off x="2847" y="2589"/>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375824" name="Text Box 15">
              <a:extLst>
                <a:ext uri="{FF2B5EF4-FFF2-40B4-BE49-F238E27FC236}">
                  <a16:creationId xmlns:a16="http://schemas.microsoft.com/office/drawing/2014/main" id="{DF9268BD-8621-6BDB-A3A0-2F19C8FFC203}"/>
                </a:ext>
              </a:extLst>
            </p:cNvPr>
            <p:cNvSpPr txBox="1">
              <a:spLocks noChangeArrowheads="1"/>
            </p:cNvSpPr>
            <p:nvPr/>
          </p:nvSpPr>
          <p:spPr bwMode="auto">
            <a:xfrm>
              <a:off x="3811" y="3278"/>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375825" name="Text Box 16">
              <a:extLst>
                <a:ext uri="{FF2B5EF4-FFF2-40B4-BE49-F238E27FC236}">
                  <a16:creationId xmlns:a16="http://schemas.microsoft.com/office/drawing/2014/main" id="{36BE6211-9681-9C4F-0CC6-742E533C8D19}"/>
                </a:ext>
              </a:extLst>
            </p:cNvPr>
            <p:cNvSpPr txBox="1">
              <a:spLocks noChangeArrowheads="1"/>
            </p:cNvSpPr>
            <p:nvPr/>
          </p:nvSpPr>
          <p:spPr bwMode="auto">
            <a:xfrm>
              <a:off x="1451" y="3233"/>
              <a:ext cx="47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375826" name="Oval 17">
              <a:extLst>
                <a:ext uri="{FF2B5EF4-FFF2-40B4-BE49-F238E27FC236}">
                  <a16:creationId xmlns:a16="http://schemas.microsoft.com/office/drawing/2014/main" id="{8C08C0EF-1928-74B4-4BE0-8D5F808714FA}"/>
                </a:ext>
              </a:extLst>
            </p:cNvPr>
            <p:cNvSpPr>
              <a:spLocks noChangeArrowheads="1"/>
            </p:cNvSpPr>
            <p:nvPr/>
          </p:nvSpPr>
          <p:spPr bwMode="auto">
            <a:xfrm>
              <a:off x="1375" y="2786"/>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5</a:t>
              </a:r>
            </a:p>
          </p:txBody>
        </p:sp>
        <p:sp>
          <p:nvSpPr>
            <p:cNvPr id="375827" name="Oval 18">
              <a:extLst>
                <a:ext uri="{FF2B5EF4-FFF2-40B4-BE49-F238E27FC236}">
                  <a16:creationId xmlns:a16="http://schemas.microsoft.com/office/drawing/2014/main" id="{16929419-7633-B47C-0FEC-11BB9C818C25}"/>
                </a:ext>
              </a:extLst>
            </p:cNvPr>
            <p:cNvSpPr>
              <a:spLocks noChangeArrowheads="1"/>
            </p:cNvSpPr>
            <p:nvPr/>
          </p:nvSpPr>
          <p:spPr bwMode="auto">
            <a:xfrm>
              <a:off x="1932" y="2444"/>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6</a:t>
              </a:r>
            </a:p>
          </p:txBody>
        </p:sp>
        <p:sp>
          <p:nvSpPr>
            <p:cNvPr id="375828" name="Line 19">
              <a:extLst>
                <a:ext uri="{FF2B5EF4-FFF2-40B4-BE49-F238E27FC236}">
                  <a16:creationId xmlns:a16="http://schemas.microsoft.com/office/drawing/2014/main" id="{25F3AF83-58F6-16B8-CBB1-F8977D39BE3B}"/>
                </a:ext>
              </a:extLst>
            </p:cNvPr>
            <p:cNvSpPr>
              <a:spLocks noChangeShapeType="1"/>
            </p:cNvSpPr>
            <p:nvPr/>
          </p:nvSpPr>
          <p:spPr bwMode="auto">
            <a:xfrm flipV="1">
              <a:off x="1390" y="2270"/>
              <a:ext cx="565" cy="2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29" name="Line 20">
              <a:extLst>
                <a:ext uri="{FF2B5EF4-FFF2-40B4-BE49-F238E27FC236}">
                  <a16:creationId xmlns:a16="http://schemas.microsoft.com/office/drawing/2014/main" id="{EF085C4F-374A-7F99-55BF-6DB67E177721}"/>
                </a:ext>
              </a:extLst>
            </p:cNvPr>
            <p:cNvSpPr>
              <a:spLocks noChangeShapeType="1"/>
            </p:cNvSpPr>
            <p:nvPr/>
          </p:nvSpPr>
          <p:spPr bwMode="auto">
            <a:xfrm>
              <a:off x="1626" y="2577"/>
              <a:ext cx="30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0" name="Line 21">
              <a:extLst>
                <a:ext uri="{FF2B5EF4-FFF2-40B4-BE49-F238E27FC236}">
                  <a16:creationId xmlns:a16="http://schemas.microsoft.com/office/drawing/2014/main" id="{6E61DEEB-C552-CEB7-DAE7-209A88354049}"/>
                </a:ext>
              </a:extLst>
            </p:cNvPr>
            <p:cNvSpPr>
              <a:spLocks noChangeShapeType="1"/>
            </p:cNvSpPr>
            <p:nvPr/>
          </p:nvSpPr>
          <p:spPr bwMode="auto">
            <a:xfrm>
              <a:off x="1399" y="2643"/>
              <a:ext cx="103" cy="16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1" name="Line 22">
              <a:extLst>
                <a:ext uri="{FF2B5EF4-FFF2-40B4-BE49-F238E27FC236}">
                  <a16:creationId xmlns:a16="http://schemas.microsoft.com/office/drawing/2014/main" id="{D7C4DB8C-F6B3-3CB1-1247-563CC36976E2}"/>
                </a:ext>
              </a:extLst>
            </p:cNvPr>
            <p:cNvSpPr>
              <a:spLocks noChangeShapeType="1"/>
            </p:cNvSpPr>
            <p:nvPr/>
          </p:nvSpPr>
          <p:spPr bwMode="auto">
            <a:xfrm>
              <a:off x="1693" y="3061"/>
              <a:ext cx="65" cy="17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2" name="Line 23">
              <a:extLst>
                <a:ext uri="{FF2B5EF4-FFF2-40B4-BE49-F238E27FC236}">
                  <a16:creationId xmlns:a16="http://schemas.microsoft.com/office/drawing/2014/main" id="{3A6304EA-1568-F8E4-FEA1-0AC2CDD445B3}"/>
                </a:ext>
              </a:extLst>
            </p:cNvPr>
            <p:cNvSpPr>
              <a:spLocks noChangeShapeType="1"/>
            </p:cNvSpPr>
            <p:nvPr/>
          </p:nvSpPr>
          <p:spPr bwMode="auto">
            <a:xfrm>
              <a:off x="1910" y="3326"/>
              <a:ext cx="72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3" name="Line 24">
              <a:extLst>
                <a:ext uri="{FF2B5EF4-FFF2-40B4-BE49-F238E27FC236}">
                  <a16:creationId xmlns:a16="http://schemas.microsoft.com/office/drawing/2014/main" id="{B8DFAF7B-F76B-91A8-CEC8-0E74BB0FB802}"/>
                </a:ext>
              </a:extLst>
            </p:cNvPr>
            <p:cNvSpPr>
              <a:spLocks noChangeShapeType="1"/>
            </p:cNvSpPr>
            <p:nvPr/>
          </p:nvSpPr>
          <p:spPr bwMode="auto">
            <a:xfrm>
              <a:off x="3243" y="3349"/>
              <a:ext cx="55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4" name="Line 25">
              <a:extLst>
                <a:ext uri="{FF2B5EF4-FFF2-40B4-BE49-F238E27FC236}">
                  <a16:creationId xmlns:a16="http://schemas.microsoft.com/office/drawing/2014/main" id="{0885ADD2-F64F-5D14-2AC0-831D11232D13}"/>
                </a:ext>
              </a:extLst>
            </p:cNvPr>
            <p:cNvSpPr>
              <a:spLocks noChangeShapeType="1"/>
            </p:cNvSpPr>
            <p:nvPr/>
          </p:nvSpPr>
          <p:spPr bwMode="auto">
            <a:xfrm flipH="1">
              <a:off x="4130" y="3073"/>
              <a:ext cx="181" cy="21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5" name="Line 26">
              <a:extLst>
                <a:ext uri="{FF2B5EF4-FFF2-40B4-BE49-F238E27FC236}">
                  <a16:creationId xmlns:a16="http://schemas.microsoft.com/office/drawing/2014/main" id="{6DA9A2B9-CCA9-8708-5D63-693C354B9A5D}"/>
                </a:ext>
              </a:extLst>
            </p:cNvPr>
            <p:cNvSpPr>
              <a:spLocks noChangeShapeType="1"/>
            </p:cNvSpPr>
            <p:nvPr/>
          </p:nvSpPr>
          <p:spPr bwMode="auto">
            <a:xfrm flipH="1">
              <a:off x="4518" y="2607"/>
              <a:ext cx="95" cy="20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6" name="Line 27">
              <a:extLst>
                <a:ext uri="{FF2B5EF4-FFF2-40B4-BE49-F238E27FC236}">
                  <a16:creationId xmlns:a16="http://schemas.microsoft.com/office/drawing/2014/main" id="{A3C5E9AD-B95A-B8FF-5B0B-262488D805F5}"/>
                </a:ext>
              </a:extLst>
            </p:cNvPr>
            <p:cNvSpPr>
              <a:spLocks noChangeShapeType="1"/>
            </p:cNvSpPr>
            <p:nvPr/>
          </p:nvSpPr>
          <p:spPr bwMode="auto">
            <a:xfrm>
              <a:off x="4462" y="2324"/>
              <a:ext cx="188" cy="10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7" name="Line 28">
              <a:extLst>
                <a:ext uri="{FF2B5EF4-FFF2-40B4-BE49-F238E27FC236}">
                  <a16:creationId xmlns:a16="http://schemas.microsoft.com/office/drawing/2014/main" id="{77C7281A-1127-A275-1A0E-483C7CE69A3D}"/>
                </a:ext>
              </a:extLst>
            </p:cNvPr>
            <p:cNvSpPr>
              <a:spLocks noChangeShapeType="1"/>
            </p:cNvSpPr>
            <p:nvPr/>
          </p:nvSpPr>
          <p:spPr bwMode="auto">
            <a:xfrm>
              <a:off x="3394" y="2030"/>
              <a:ext cx="747"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8" name="Line 29">
              <a:extLst>
                <a:ext uri="{FF2B5EF4-FFF2-40B4-BE49-F238E27FC236}">
                  <a16:creationId xmlns:a16="http://schemas.microsoft.com/office/drawing/2014/main" id="{EAE331AE-CDD3-A1B9-75AE-6D81B2B03505}"/>
                </a:ext>
              </a:extLst>
            </p:cNvPr>
            <p:cNvSpPr>
              <a:spLocks noChangeShapeType="1"/>
            </p:cNvSpPr>
            <p:nvPr/>
          </p:nvSpPr>
          <p:spPr bwMode="auto">
            <a:xfrm flipV="1">
              <a:off x="2468" y="2034"/>
              <a:ext cx="452" cy="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39" name="Line 30">
              <a:extLst>
                <a:ext uri="{FF2B5EF4-FFF2-40B4-BE49-F238E27FC236}">
                  <a16:creationId xmlns:a16="http://schemas.microsoft.com/office/drawing/2014/main" id="{C73CD928-5183-E19E-58C6-D77BB4B11C14}"/>
                </a:ext>
              </a:extLst>
            </p:cNvPr>
            <p:cNvSpPr>
              <a:spLocks noChangeShapeType="1"/>
            </p:cNvSpPr>
            <p:nvPr/>
          </p:nvSpPr>
          <p:spPr bwMode="auto">
            <a:xfrm>
              <a:off x="2524" y="2560"/>
              <a:ext cx="311" cy="9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40" name="Line 31">
              <a:extLst>
                <a:ext uri="{FF2B5EF4-FFF2-40B4-BE49-F238E27FC236}">
                  <a16:creationId xmlns:a16="http://schemas.microsoft.com/office/drawing/2014/main" id="{CEDDA7DA-A775-9A86-B559-D98224A6B4B6}"/>
                </a:ext>
              </a:extLst>
            </p:cNvPr>
            <p:cNvSpPr>
              <a:spLocks noChangeShapeType="1"/>
            </p:cNvSpPr>
            <p:nvPr/>
          </p:nvSpPr>
          <p:spPr bwMode="auto">
            <a:xfrm flipV="1">
              <a:off x="3319" y="2612"/>
              <a:ext cx="329" cy="4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5841" name="Oval 32">
              <a:extLst>
                <a:ext uri="{FF2B5EF4-FFF2-40B4-BE49-F238E27FC236}">
                  <a16:creationId xmlns:a16="http://schemas.microsoft.com/office/drawing/2014/main" id="{EE3A4B47-A2B5-15F2-8EAE-0F9A88ADADB5}"/>
                </a:ext>
              </a:extLst>
            </p:cNvPr>
            <p:cNvSpPr>
              <a:spLocks noChangeArrowheads="1"/>
            </p:cNvSpPr>
            <p:nvPr/>
          </p:nvSpPr>
          <p:spPr bwMode="auto">
            <a:xfrm>
              <a:off x="3631" y="2472"/>
              <a:ext cx="595" cy="270"/>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7</a:t>
              </a:r>
            </a:p>
          </p:txBody>
        </p:sp>
        <p:sp>
          <p:nvSpPr>
            <p:cNvPr id="375842" name="AutoShape 33">
              <a:extLst>
                <a:ext uri="{FF2B5EF4-FFF2-40B4-BE49-F238E27FC236}">
                  <a16:creationId xmlns:a16="http://schemas.microsoft.com/office/drawing/2014/main" id="{DEF1213A-42FE-6CEC-D578-9144401ECC78}"/>
                </a:ext>
              </a:extLst>
            </p:cNvPr>
            <p:cNvSpPr>
              <a:spLocks noChangeArrowheads="1"/>
            </p:cNvSpPr>
            <p:nvPr/>
          </p:nvSpPr>
          <p:spPr bwMode="auto">
            <a:xfrm>
              <a:off x="876" y="1939"/>
              <a:ext cx="717" cy="506"/>
            </a:xfrm>
            <a:prstGeom prst="wedgeRectCallout">
              <a:avLst>
                <a:gd name="adj1" fmla="val -2708"/>
                <a:gd name="adj2" fmla="val 7741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B, F and E</a:t>
              </a:r>
            </a:p>
          </p:txBody>
        </p:sp>
        <p:sp>
          <p:nvSpPr>
            <p:cNvPr id="375843" name="AutoShape 34">
              <a:extLst>
                <a:ext uri="{FF2B5EF4-FFF2-40B4-BE49-F238E27FC236}">
                  <a16:creationId xmlns:a16="http://schemas.microsoft.com/office/drawing/2014/main" id="{BA1689C1-53D3-D148-9280-B7DF0A9FF0FE}"/>
                </a:ext>
              </a:extLst>
            </p:cNvPr>
            <p:cNvSpPr>
              <a:spLocks noChangeArrowheads="1"/>
            </p:cNvSpPr>
            <p:nvPr/>
          </p:nvSpPr>
          <p:spPr bwMode="auto">
            <a:xfrm>
              <a:off x="2921" y="1340"/>
              <a:ext cx="717" cy="506"/>
            </a:xfrm>
            <a:prstGeom prst="wedgeRectCallout">
              <a:avLst>
                <a:gd name="adj1" fmla="val -2708"/>
                <a:gd name="adj2" fmla="val 7741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A and C</a:t>
              </a:r>
            </a:p>
          </p:txBody>
        </p:sp>
        <p:sp>
          <p:nvSpPr>
            <p:cNvPr id="375844" name="AutoShape 35">
              <a:extLst>
                <a:ext uri="{FF2B5EF4-FFF2-40B4-BE49-F238E27FC236}">
                  <a16:creationId xmlns:a16="http://schemas.microsoft.com/office/drawing/2014/main" id="{528C160E-798E-6685-EC7F-AC086F0572FC}"/>
                </a:ext>
              </a:extLst>
            </p:cNvPr>
            <p:cNvSpPr>
              <a:spLocks noChangeArrowheads="1"/>
            </p:cNvSpPr>
            <p:nvPr/>
          </p:nvSpPr>
          <p:spPr bwMode="auto">
            <a:xfrm>
              <a:off x="4134" y="1472"/>
              <a:ext cx="717" cy="506"/>
            </a:xfrm>
            <a:prstGeom prst="wedgeRectCallout">
              <a:avLst>
                <a:gd name="adj1" fmla="val 49921"/>
                <a:gd name="adj2" fmla="val 144796"/>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B and D</a:t>
              </a:r>
            </a:p>
          </p:txBody>
        </p:sp>
        <p:sp>
          <p:nvSpPr>
            <p:cNvPr id="375845" name="AutoShape 36">
              <a:extLst>
                <a:ext uri="{FF2B5EF4-FFF2-40B4-BE49-F238E27FC236}">
                  <a16:creationId xmlns:a16="http://schemas.microsoft.com/office/drawing/2014/main" id="{13512CAD-E4F4-70A8-1EC0-9F98635742EA}"/>
                </a:ext>
              </a:extLst>
            </p:cNvPr>
            <p:cNvSpPr>
              <a:spLocks noChangeArrowheads="1"/>
            </p:cNvSpPr>
            <p:nvPr/>
          </p:nvSpPr>
          <p:spPr bwMode="auto">
            <a:xfrm>
              <a:off x="4613" y="3213"/>
              <a:ext cx="717" cy="506"/>
            </a:xfrm>
            <a:prstGeom prst="wedgeRectCallout">
              <a:avLst>
                <a:gd name="adj1" fmla="val -102708"/>
                <a:gd name="adj2" fmla="val -22519"/>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C and E</a:t>
              </a:r>
            </a:p>
          </p:txBody>
        </p:sp>
        <p:sp>
          <p:nvSpPr>
            <p:cNvPr id="375846" name="AutoShape 37">
              <a:extLst>
                <a:ext uri="{FF2B5EF4-FFF2-40B4-BE49-F238E27FC236}">
                  <a16:creationId xmlns:a16="http://schemas.microsoft.com/office/drawing/2014/main" id="{1284CE54-935C-940B-7D96-4C0477AD6E15}"/>
                </a:ext>
              </a:extLst>
            </p:cNvPr>
            <p:cNvSpPr>
              <a:spLocks noChangeArrowheads="1"/>
            </p:cNvSpPr>
            <p:nvPr/>
          </p:nvSpPr>
          <p:spPr bwMode="auto">
            <a:xfrm>
              <a:off x="1847" y="3545"/>
              <a:ext cx="717" cy="506"/>
            </a:xfrm>
            <a:prstGeom prst="wedgeRectCallout">
              <a:avLst>
                <a:gd name="adj1" fmla="val -61940"/>
                <a:gd name="adj2" fmla="val -8178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A and D</a:t>
              </a:r>
            </a:p>
          </p:txBody>
        </p:sp>
        <p:sp>
          <p:nvSpPr>
            <p:cNvPr id="375847" name="AutoShape 38">
              <a:extLst>
                <a:ext uri="{FF2B5EF4-FFF2-40B4-BE49-F238E27FC236}">
                  <a16:creationId xmlns:a16="http://schemas.microsoft.com/office/drawing/2014/main" id="{9F3F2609-1488-20D2-D9BB-2C80EFD2EDAA}"/>
                </a:ext>
              </a:extLst>
            </p:cNvPr>
            <p:cNvSpPr>
              <a:spLocks noChangeArrowheads="1"/>
            </p:cNvSpPr>
            <p:nvPr/>
          </p:nvSpPr>
          <p:spPr bwMode="auto">
            <a:xfrm>
              <a:off x="2800" y="2173"/>
              <a:ext cx="1124" cy="288"/>
            </a:xfrm>
            <a:prstGeom prst="wedgeRectCallout">
              <a:avLst>
                <a:gd name="adj1" fmla="val -32389"/>
                <a:gd name="adj2" fmla="val 110218"/>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Sends network information periodically to A</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Text Box 1">
            <a:extLst>
              <a:ext uri="{FF2B5EF4-FFF2-40B4-BE49-F238E27FC236}">
                <a16:creationId xmlns:a16="http://schemas.microsoft.com/office/drawing/2014/main" id="{CA8DCEC5-59D0-01C2-8614-8F467B593F6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77859" name="Text Box 2">
            <a:extLst>
              <a:ext uri="{FF2B5EF4-FFF2-40B4-BE49-F238E27FC236}">
                <a16:creationId xmlns:a16="http://schemas.microsoft.com/office/drawing/2014/main" id="{494574FE-E65F-596E-C063-ED6E4FA6DFE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7D62D52-604D-416C-A06B-DACE49B3EB12}" type="slidenum">
              <a:rPr lang="en-US" altLang="en-US" sz="1400">
                <a:solidFill>
                  <a:srgbClr val="000000"/>
                </a:solidFill>
              </a:rPr>
              <a:pPr algn="r" eaLnBrk="1" hangingPunct="1">
                <a:buClrTx/>
                <a:buSzPct val="60000"/>
                <a:buFontTx/>
                <a:buNone/>
              </a:pPr>
              <a:t>231</a:t>
            </a:fld>
            <a:endParaRPr lang="en-US" altLang="en-US" sz="1400">
              <a:solidFill>
                <a:srgbClr val="000000"/>
              </a:solidFill>
            </a:endParaRPr>
          </a:p>
        </p:txBody>
      </p:sp>
      <p:sp>
        <p:nvSpPr>
          <p:cNvPr id="377860" name="Text Box 3">
            <a:extLst>
              <a:ext uri="{FF2B5EF4-FFF2-40B4-BE49-F238E27FC236}">
                <a16:creationId xmlns:a16="http://schemas.microsoft.com/office/drawing/2014/main" id="{F64E3967-E4A1-2F9B-8AD4-EE1D17237D4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a:t>
            </a:r>
          </a:p>
        </p:txBody>
      </p:sp>
      <p:graphicFrame>
        <p:nvGraphicFramePr>
          <p:cNvPr id="189444" name="Group 4">
            <a:extLst>
              <a:ext uri="{FF2B5EF4-FFF2-40B4-BE49-F238E27FC236}">
                <a16:creationId xmlns:a16="http://schemas.microsoft.com/office/drawing/2014/main" id="{CA8C75AD-9FB0-47E9-A0EA-E117BA2A577E}"/>
              </a:ext>
            </a:extLst>
          </p:cNvPr>
          <p:cNvGraphicFramePr>
            <a:graphicFrameLocks noGrp="1"/>
          </p:cNvGraphicFramePr>
          <p:nvPr/>
        </p:nvGraphicFramePr>
        <p:xfrm>
          <a:off x="1182688" y="2017713"/>
          <a:ext cx="7773987" cy="4114800"/>
        </p:xfrm>
        <a:graphic>
          <a:graphicData uri="http://schemas.openxmlformats.org/drawingml/2006/table">
            <a:tbl>
              <a:tblPr/>
              <a:tblGrid>
                <a:gridCol w="2644775">
                  <a:extLst>
                    <a:ext uri="{9D8B030D-6E8A-4147-A177-3AD203B41FA5}">
                      <a16:colId xmlns:a16="http://schemas.microsoft.com/office/drawing/2014/main" val="4012108787"/>
                    </a:ext>
                  </a:extLst>
                </a:gridCol>
                <a:gridCol w="2627312">
                  <a:extLst>
                    <a:ext uri="{9D8B030D-6E8A-4147-A177-3AD203B41FA5}">
                      <a16:colId xmlns:a16="http://schemas.microsoft.com/office/drawing/2014/main" val="2429498553"/>
                    </a:ext>
                  </a:extLst>
                </a:gridCol>
                <a:gridCol w="2501900">
                  <a:extLst>
                    <a:ext uri="{9D8B030D-6E8A-4147-A177-3AD203B41FA5}">
                      <a16:colId xmlns:a16="http://schemas.microsoft.com/office/drawing/2014/main" val="3466104480"/>
                    </a:ext>
                  </a:extLst>
                </a:gridCol>
              </a:tblGrid>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Network id</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Cost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Next router</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0167553"/>
                  </a:ext>
                </a:extLst>
              </a:tr>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GB"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39665994"/>
                  </a:ext>
                </a:extLst>
              </a:tr>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GB"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16803181"/>
                  </a:ext>
                </a:extLst>
              </a:tr>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GB"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49720073"/>
                  </a:ext>
                </a:extLst>
              </a:tr>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GB"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90365749"/>
                  </a:ext>
                </a:extLst>
              </a:tr>
              <a:tr h="6858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95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GB" altLang="en-US" sz="1800" b="1" i="0" u="none" strike="noStrike" cap="none" normalizeH="0" baseline="0">
                          <a:ln>
                            <a:noFill/>
                          </a:ln>
                          <a:solidFill>
                            <a:srgbClr val="000000"/>
                          </a:solidFill>
                          <a:effectLst/>
                          <a:latin typeface="Times New Roman" panose="02020603050405020304" pitchFamily="18" charset="0"/>
                          <a:ea typeface="Microsoft YaHei" panose="020B0503020204020204" pitchFamily="34" charset="-122"/>
                          <a:cs typeface="Times New Roman" panose="02020603050405020304" pitchFamily="18" charset="0"/>
                        </a:rPr>
                        <a:t>…</a:t>
                      </a:r>
                    </a:p>
                  </a:txBody>
                  <a:tcPr marL="90000" marR="90000" marT="5823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46070991"/>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Text Box 1">
            <a:extLst>
              <a:ext uri="{FF2B5EF4-FFF2-40B4-BE49-F238E27FC236}">
                <a16:creationId xmlns:a16="http://schemas.microsoft.com/office/drawing/2014/main" id="{29095EB5-31AD-5665-C44B-255948C95C9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79907" name="Text Box 2">
            <a:extLst>
              <a:ext uri="{FF2B5EF4-FFF2-40B4-BE49-F238E27FC236}">
                <a16:creationId xmlns:a16="http://schemas.microsoft.com/office/drawing/2014/main" id="{2F84071D-8C24-B733-52BB-9285C3F6B72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32CB24F-DB34-4532-9527-9F4CB2EC5D0C}" type="slidenum">
              <a:rPr lang="en-US" altLang="en-US" sz="1400">
                <a:solidFill>
                  <a:srgbClr val="000000"/>
                </a:solidFill>
              </a:rPr>
              <a:pPr algn="r" eaLnBrk="1" hangingPunct="1">
                <a:buClrTx/>
                <a:buSzPct val="60000"/>
                <a:buFontTx/>
                <a:buNone/>
              </a:pPr>
              <a:t>232</a:t>
            </a:fld>
            <a:endParaRPr lang="en-US" altLang="en-US" sz="1400">
              <a:solidFill>
                <a:srgbClr val="000000"/>
              </a:solidFill>
            </a:endParaRPr>
          </a:p>
        </p:txBody>
      </p:sp>
      <p:sp>
        <p:nvSpPr>
          <p:cNvPr id="379908" name="Text Box 3">
            <a:extLst>
              <a:ext uri="{FF2B5EF4-FFF2-40B4-BE49-F238E27FC236}">
                <a16:creationId xmlns:a16="http://schemas.microsoft.com/office/drawing/2014/main" id="{2F2566F3-C666-D840-4063-38FF9282C55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Routing table creation </a:t>
            </a:r>
            <a:r>
              <a:rPr lang="en-US" altLang="en-US" sz="1600">
                <a:solidFill>
                  <a:srgbClr val="333399"/>
                </a:solidFill>
              </a:rPr>
              <a:t>(Next router field is empty)</a:t>
            </a:r>
          </a:p>
        </p:txBody>
      </p:sp>
      <p:sp>
        <p:nvSpPr>
          <p:cNvPr id="379909" name="Text Box 4">
            <a:extLst>
              <a:ext uri="{FF2B5EF4-FFF2-40B4-BE49-F238E27FC236}">
                <a16:creationId xmlns:a16="http://schemas.microsoft.com/office/drawing/2014/main" id="{EBA19B7F-BDBA-824D-6F09-3734355ECC1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79910" name="Group 5">
            <a:extLst>
              <a:ext uri="{FF2B5EF4-FFF2-40B4-BE49-F238E27FC236}">
                <a16:creationId xmlns:a16="http://schemas.microsoft.com/office/drawing/2014/main" id="{F3890EC0-F959-9BB8-72FC-643F926D9A44}"/>
              </a:ext>
            </a:extLst>
          </p:cNvPr>
          <p:cNvGrpSpPr>
            <a:grpSpLocks/>
          </p:cNvGrpSpPr>
          <p:nvPr/>
        </p:nvGrpSpPr>
        <p:grpSpPr bwMode="auto">
          <a:xfrm>
            <a:off x="1155700" y="1905000"/>
            <a:ext cx="7758113" cy="4757738"/>
            <a:chOff x="728" y="1200"/>
            <a:chExt cx="4887" cy="2997"/>
          </a:xfrm>
        </p:grpSpPr>
        <p:sp>
          <p:nvSpPr>
            <p:cNvPr id="379911" name="Rectangle 6">
              <a:extLst>
                <a:ext uri="{FF2B5EF4-FFF2-40B4-BE49-F238E27FC236}">
                  <a16:creationId xmlns:a16="http://schemas.microsoft.com/office/drawing/2014/main" id="{2E8F6A00-F9F3-DC17-800E-D50E3FFC9F44}"/>
                </a:ext>
              </a:extLst>
            </p:cNvPr>
            <p:cNvSpPr>
              <a:spLocks noChangeArrowheads="1"/>
            </p:cNvSpPr>
            <p:nvPr/>
          </p:nvSpPr>
          <p:spPr bwMode="auto">
            <a:xfrm>
              <a:off x="728" y="1200"/>
              <a:ext cx="4887" cy="299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79912" name="Oval 7">
              <a:extLst>
                <a:ext uri="{FF2B5EF4-FFF2-40B4-BE49-F238E27FC236}">
                  <a16:creationId xmlns:a16="http://schemas.microsoft.com/office/drawing/2014/main" id="{38A0CE9B-18BA-814C-07F0-6134A45F474F}"/>
                </a:ext>
              </a:extLst>
            </p:cNvPr>
            <p:cNvSpPr>
              <a:spLocks noChangeArrowheads="1"/>
            </p:cNvSpPr>
            <p:nvPr/>
          </p:nvSpPr>
          <p:spPr bwMode="auto">
            <a:xfrm>
              <a:off x="1935" y="2074"/>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a:t>
              </a:r>
            </a:p>
          </p:txBody>
        </p:sp>
        <p:sp>
          <p:nvSpPr>
            <p:cNvPr id="379913" name="Text Box 8">
              <a:extLst>
                <a:ext uri="{FF2B5EF4-FFF2-40B4-BE49-F238E27FC236}">
                  <a16:creationId xmlns:a16="http://schemas.microsoft.com/office/drawing/2014/main" id="{5C8DC1AC-7279-77A2-9B94-F32C3FF94412}"/>
                </a:ext>
              </a:extLst>
            </p:cNvPr>
            <p:cNvSpPr txBox="1">
              <a:spLocks noChangeArrowheads="1"/>
            </p:cNvSpPr>
            <p:nvPr/>
          </p:nvSpPr>
          <p:spPr bwMode="auto">
            <a:xfrm>
              <a:off x="1200" y="2508"/>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379914" name="Text Box 9">
              <a:extLst>
                <a:ext uri="{FF2B5EF4-FFF2-40B4-BE49-F238E27FC236}">
                  <a16:creationId xmlns:a16="http://schemas.microsoft.com/office/drawing/2014/main" id="{05C57EBD-54D8-8C26-50F0-103BE3485BCE}"/>
                </a:ext>
              </a:extLst>
            </p:cNvPr>
            <p:cNvSpPr txBox="1">
              <a:spLocks noChangeArrowheads="1"/>
            </p:cNvSpPr>
            <p:nvPr/>
          </p:nvSpPr>
          <p:spPr bwMode="auto">
            <a:xfrm>
              <a:off x="2978" y="1994"/>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379915" name="Text Box 10">
              <a:extLst>
                <a:ext uri="{FF2B5EF4-FFF2-40B4-BE49-F238E27FC236}">
                  <a16:creationId xmlns:a16="http://schemas.microsoft.com/office/drawing/2014/main" id="{5E6316E4-F546-D5CE-BA36-7A57C83175E4}"/>
                </a:ext>
              </a:extLst>
            </p:cNvPr>
            <p:cNvSpPr txBox="1">
              <a:spLocks noChangeArrowheads="1"/>
            </p:cNvSpPr>
            <p:nvPr/>
          </p:nvSpPr>
          <p:spPr bwMode="auto">
            <a:xfrm>
              <a:off x="4453" y="2459"/>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379916" name="Oval 11">
              <a:extLst>
                <a:ext uri="{FF2B5EF4-FFF2-40B4-BE49-F238E27FC236}">
                  <a16:creationId xmlns:a16="http://schemas.microsoft.com/office/drawing/2014/main" id="{1CC9C673-7157-BDC9-E309-854F587550C4}"/>
                </a:ext>
              </a:extLst>
            </p:cNvPr>
            <p:cNvSpPr>
              <a:spLocks noChangeArrowheads="1"/>
            </p:cNvSpPr>
            <p:nvPr/>
          </p:nvSpPr>
          <p:spPr bwMode="auto">
            <a:xfrm>
              <a:off x="4157" y="2082"/>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a:t>
              </a:r>
            </a:p>
          </p:txBody>
        </p:sp>
        <p:sp>
          <p:nvSpPr>
            <p:cNvPr id="379917" name="Oval 12">
              <a:extLst>
                <a:ext uri="{FF2B5EF4-FFF2-40B4-BE49-F238E27FC236}">
                  <a16:creationId xmlns:a16="http://schemas.microsoft.com/office/drawing/2014/main" id="{701A300C-64F3-6366-8004-D7F312E6DE55}"/>
                </a:ext>
              </a:extLst>
            </p:cNvPr>
            <p:cNvSpPr>
              <a:spLocks noChangeArrowheads="1"/>
            </p:cNvSpPr>
            <p:nvPr/>
          </p:nvSpPr>
          <p:spPr bwMode="auto">
            <a:xfrm>
              <a:off x="4170" y="2818"/>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3</a:t>
              </a:r>
            </a:p>
          </p:txBody>
        </p:sp>
        <p:sp>
          <p:nvSpPr>
            <p:cNvPr id="379918" name="Oval 13">
              <a:extLst>
                <a:ext uri="{FF2B5EF4-FFF2-40B4-BE49-F238E27FC236}">
                  <a16:creationId xmlns:a16="http://schemas.microsoft.com/office/drawing/2014/main" id="{F4D9C7CB-AC0F-D522-8552-0B28DD5ADF85}"/>
                </a:ext>
              </a:extLst>
            </p:cNvPr>
            <p:cNvSpPr>
              <a:spLocks noChangeArrowheads="1"/>
            </p:cNvSpPr>
            <p:nvPr/>
          </p:nvSpPr>
          <p:spPr bwMode="auto">
            <a:xfrm>
              <a:off x="2701" y="3220"/>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4</a:t>
              </a:r>
            </a:p>
          </p:txBody>
        </p:sp>
        <p:sp>
          <p:nvSpPr>
            <p:cNvPr id="379919" name="Text Box 14">
              <a:extLst>
                <a:ext uri="{FF2B5EF4-FFF2-40B4-BE49-F238E27FC236}">
                  <a16:creationId xmlns:a16="http://schemas.microsoft.com/office/drawing/2014/main" id="{9AEF1F08-6F39-C6FE-B309-174707325486}"/>
                </a:ext>
              </a:extLst>
            </p:cNvPr>
            <p:cNvSpPr txBox="1">
              <a:spLocks noChangeArrowheads="1"/>
            </p:cNvSpPr>
            <p:nvPr/>
          </p:nvSpPr>
          <p:spPr bwMode="auto">
            <a:xfrm>
              <a:off x="2899" y="2612"/>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379920" name="Text Box 15">
              <a:extLst>
                <a:ext uri="{FF2B5EF4-FFF2-40B4-BE49-F238E27FC236}">
                  <a16:creationId xmlns:a16="http://schemas.microsoft.com/office/drawing/2014/main" id="{F5BFB607-C464-A9DF-6D38-5F7C23CE87AA}"/>
                </a:ext>
              </a:extLst>
            </p:cNvPr>
            <p:cNvSpPr txBox="1">
              <a:spLocks noChangeArrowheads="1"/>
            </p:cNvSpPr>
            <p:nvPr/>
          </p:nvSpPr>
          <p:spPr bwMode="auto">
            <a:xfrm>
              <a:off x="3862" y="3289"/>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379921" name="Text Box 16">
              <a:extLst>
                <a:ext uri="{FF2B5EF4-FFF2-40B4-BE49-F238E27FC236}">
                  <a16:creationId xmlns:a16="http://schemas.microsoft.com/office/drawing/2014/main" id="{156D8A9F-9258-6B54-3C40-D43BA9AE389D}"/>
                </a:ext>
              </a:extLst>
            </p:cNvPr>
            <p:cNvSpPr txBox="1">
              <a:spLocks noChangeArrowheads="1"/>
            </p:cNvSpPr>
            <p:nvPr/>
          </p:nvSpPr>
          <p:spPr bwMode="auto">
            <a:xfrm>
              <a:off x="1506" y="3245"/>
              <a:ext cx="471" cy="1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379922" name="Oval 17">
              <a:extLst>
                <a:ext uri="{FF2B5EF4-FFF2-40B4-BE49-F238E27FC236}">
                  <a16:creationId xmlns:a16="http://schemas.microsoft.com/office/drawing/2014/main" id="{4E9465A6-EBAB-86AB-0CFF-0725DD379AA8}"/>
                </a:ext>
              </a:extLst>
            </p:cNvPr>
            <p:cNvSpPr>
              <a:spLocks noChangeArrowheads="1"/>
            </p:cNvSpPr>
            <p:nvPr/>
          </p:nvSpPr>
          <p:spPr bwMode="auto">
            <a:xfrm>
              <a:off x="1430" y="2805"/>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5</a:t>
              </a:r>
            </a:p>
          </p:txBody>
        </p:sp>
        <p:sp>
          <p:nvSpPr>
            <p:cNvPr id="379923" name="Oval 18">
              <a:extLst>
                <a:ext uri="{FF2B5EF4-FFF2-40B4-BE49-F238E27FC236}">
                  <a16:creationId xmlns:a16="http://schemas.microsoft.com/office/drawing/2014/main" id="{4EF03A4A-5DDA-C8A3-9B2F-8A4B2226FF83}"/>
                </a:ext>
              </a:extLst>
            </p:cNvPr>
            <p:cNvSpPr>
              <a:spLocks noChangeArrowheads="1"/>
            </p:cNvSpPr>
            <p:nvPr/>
          </p:nvSpPr>
          <p:spPr bwMode="auto">
            <a:xfrm>
              <a:off x="1986" y="2469"/>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6</a:t>
              </a:r>
            </a:p>
          </p:txBody>
        </p:sp>
        <p:sp>
          <p:nvSpPr>
            <p:cNvPr id="379924" name="Line 19">
              <a:extLst>
                <a:ext uri="{FF2B5EF4-FFF2-40B4-BE49-F238E27FC236}">
                  <a16:creationId xmlns:a16="http://schemas.microsoft.com/office/drawing/2014/main" id="{93B848B4-B0AD-6654-DA8A-2FF2E57B34ED}"/>
                </a:ext>
              </a:extLst>
            </p:cNvPr>
            <p:cNvSpPr>
              <a:spLocks noChangeShapeType="1"/>
            </p:cNvSpPr>
            <p:nvPr/>
          </p:nvSpPr>
          <p:spPr bwMode="auto">
            <a:xfrm flipV="1">
              <a:off x="1445" y="2298"/>
              <a:ext cx="565" cy="20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25" name="Line 20">
              <a:extLst>
                <a:ext uri="{FF2B5EF4-FFF2-40B4-BE49-F238E27FC236}">
                  <a16:creationId xmlns:a16="http://schemas.microsoft.com/office/drawing/2014/main" id="{C82715AF-053C-6CF9-353C-D4C5F0AE396D}"/>
                </a:ext>
              </a:extLst>
            </p:cNvPr>
            <p:cNvSpPr>
              <a:spLocks noChangeShapeType="1"/>
            </p:cNvSpPr>
            <p:nvPr/>
          </p:nvSpPr>
          <p:spPr bwMode="auto">
            <a:xfrm>
              <a:off x="1681" y="2600"/>
              <a:ext cx="30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26" name="Line 21">
              <a:extLst>
                <a:ext uri="{FF2B5EF4-FFF2-40B4-BE49-F238E27FC236}">
                  <a16:creationId xmlns:a16="http://schemas.microsoft.com/office/drawing/2014/main" id="{19D84C17-D82E-E717-0EAD-D1D6FC569738}"/>
                </a:ext>
              </a:extLst>
            </p:cNvPr>
            <p:cNvSpPr>
              <a:spLocks noChangeShapeType="1"/>
            </p:cNvSpPr>
            <p:nvPr/>
          </p:nvSpPr>
          <p:spPr bwMode="auto">
            <a:xfrm>
              <a:off x="1454" y="2664"/>
              <a:ext cx="103" cy="1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27" name="Line 22">
              <a:extLst>
                <a:ext uri="{FF2B5EF4-FFF2-40B4-BE49-F238E27FC236}">
                  <a16:creationId xmlns:a16="http://schemas.microsoft.com/office/drawing/2014/main" id="{FF3EEC6F-EB82-38DB-5657-200C04F250CE}"/>
                </a:ext>
              </a:extLst>
            </p:cNvPr>
            <p:cNvSpPr>
              <a:spLocks noChangeShapeType="1"/>
            </p:cNvSpPr>
            <p:nvPr/>
          </p:nvSpPr>
          <p:spPr bwMode="auto">
            <a:xfrm>
              <a:off x="1747" y="3075"/>
              <a:ext cx="65" cy="17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28" name="Line 23">
              <a:extLst>
                <a:ext uri="{FF2B5EF4-FFF2-40B4-BE49-F238E27FC236}">
                  <a16:creationId xmlns:a16="http://schemas.microsoft.com/office/drawing/2014/main" id="{6FE49A89-EA90-B72F-29A0-F424BB58E24B}"/>
                </a:ext>
              </a:extLst>
            </p:cNvPr>
            <p:cNvSpPr>
              <a:spLocks noChangeShapeType="1"/>
            </p:cNvSpPr>
            <p:nvPr/>
          </p:nvSpPr>
          <p:spPr bwMode="auto">
            <a:xfrm>
              <a:off x="1964" y="3335"/>
              <a:ext cx="72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29" name="Line 24">
              <a:extLst>
                <a:ext uri="{FF2B5EF4-FFF2-40B4-BE49-F238E27FC236}">
                  <a16:creationId xmlns:a16="http://schemas.microsoft.com/office/drawing/2014/main" id="{9BE2FA3B-3A21-C9FB-64F2-62919616FB3C}"/>
                </a:ext>
              </a:extLst>
            </p:cNvPr>
            <p:cNvSpPr>
              <a:spLocks noChangeShapeType="1"/>
            </p:cNvSpPr>
            <p:nvPr/>
          </p:nvSpPr>
          <p:spPr bwMode="auto">
            <a:xfrm>
              <a:off x="3295" y="3358"/>
              <a:ext cx="55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0" name="Line 25">
              <a:extLst>
                <a:ext uri="{FF2B5EF4-FFF2-40B4-BE49-F238E27FC236}">
                  <a16:creationId xmlns:a16="http://schemas.microsoft.com/office/drawing/2014/main" id="{C76ABC46-AAA8-8414-F9AA-9F755FA0A3D2}"/>
                </a:ext>
              </a:extLst>
            </p:cNvPr>
            <p:cNvSpPr>
              <a:spLocks noChangeShapeType="1"/>
            </p:cNvSpPr>
            <p:nvPr/>
          </p:nvSpPr>
          <p:spPr bwMode="auto">
            <a:xfrm flipH="1">
              <a:off x="4180" y="3087"/>
              <a:ext cx="181" cy="20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1" name="Line 26">
              <a:extLst>
                <a:ext uri="{FF2B5EF4-FFF2-40B4-BE49-F238E27FC236}">
                  <a16:creationId xmlns:a16="http://schemas.microsoft.com/office/drawing/2014/main" id="{1D9D6137-BEEE-BE4D-B412-661B90CF044F}"/>
                </a:ext>
              </a:extLst>
            </p:cNvPr>
            <p:cNvSpPr>
              <a:spLocks noChangeShapeType="1"/>
            </p:cNvSpPr>
            <p:nvPr/>
          </p:nvSpPr>
          <p:spPr bwMode="auto">
            <a:xfrm flipH="1">
              <a:off x="4568" y="2629"/>
              <a:ext cx="95" cy="20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2" name="Line 27">
              <a:extLst>
                <a:ext uri="{FF2B5EF4-FFF2-40B4-BE49-F238E27FC236}">
                  <a16:creationId xmlns:a16="http://schemas.microsoft.com/office/drawing/2014/main" id="{7D0E17AA-D716-FEE0-3186-196F513C51BF}"/>
                </a:ext>
              </a:extLst>
            </p:cNvPr>
            <p:cNvSpPr>
              <a:spLocks noChangeShapeType="1"/>
            </p:cNvSpPr>
            <p:nvPr/>
          </p:nvSpPr>
          <p:spPr bwMode="auto">
            <a:xfrm>
              <a:off x="4512" y="2351"/>
              <a:ext cx="188" cy="10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3" name="Line 28">
              <a:extLst>
                <a:ext uri="{FF2B5EF4-FFF2-40B4-BE49-F238E27FC236}">
                  <a16:creationId xmlns:a16="http://schemas.microsoft.com/office/drawing/2014/main" id="{6F223DFD-AF10-A8ED-36E5-9CA68A28E6A9}"/>
                </a:ext>
              </a:extLst>
            </p:cNvPr>
            <p:cNvSpPr>
              <a:spLocks noChangeShapeType="1"/>
            </p:cNvSpPr>
            <p:nvPr/>
          </p:nvSpPr>
          <p:spPr bwMode="auto">
            <a:xfrm>
              <a:off x="3445" y="2062"/>
              <a:ext cx="746" cy="9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4" name="Line 29">
              <a:extLst>
                <a:ext uri="{FF2B5EF4-FFF2-40B4-BE49-F238E27FC236}">
                  <a16:creationId xmlns:a16="http://schemas.microsoft.com/office/drawing/2014/main" id="{3A0DA723-D64F-9BDB-5657-8A030526BDF3}"/>
                </a:ext>
              </a:extLst>
            </p:cNvPr>
            <p:cNvSpPr>
              <a:spLocks noChangeShapeType="1"/>
            </p:cNvSpPr>
            <p:nvPr/>
          </p:nvSpPr>
          <p:spPr bwMode="auto">
            <a:xfrm flipV="1">
              <a:off x="2521" y="2067"/>
              <a:ext cx="451" cy="7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5" name="Line 30">
              <a:extLst>
                <a:ext uri="{FF2B5EF4-FFF2-40B4-BE49-F238E27FC236}">
                  <a16:creationId xmlns:a16="http://schemas.microsoft.com/office/drawing/2014/main" id="{93F36BE6-AC9C-BC2F-C988-9C524EAFAFF7}"/>
                </a:ext>
              </a:extLst>
            </p:cNvPr>
            <p:cNvSpPr>
              <a:spLocks noChangeShapeType="1"/>
            </p:cNvSpPr>
            <p:nvPr/>
          </p:nvSpPr>
          <p:spPr bwMode="auto">
            <a:xfrm>
              <a:off x="2577" y="2583"/>
              <a:ext cx="311" cy="9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6" name="Line 31">
              <a:extLst>
                <a:ext uri="{FF2B5EF4-FFF2-40B4-BE49-F238E27FC236}">
                  <a16:creationId xmlns:a16="http://schemas.microsoft.com/office/drawing/2014/main" id="{481BD6F9-B64D-5C78-D6F7-9BD8061AB951}"/>
                </a:ext>
              </a:extLst>
            </p:cNvPr>
            <p:cNvSpPr>
              <a:spLocks noChangeShapeType="1"/>
            </p:cNvSpPr>
            <p:nvPr/>
          </p:nvSpPr>
          <p:spPr bwMode="auto">
            <a:xfrm flipV="1">
              <a:off x="3370" y="2634"/>
              <a:ext cx="328" cy="4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37" name="Oval 32">
              <a:extLst>
                <a:ext uri="{FF2B5EF4-FFF2-40B4-BE49-F238E27FC236}">
                  <a16:creationId xmlns:a16="http://schemas.microsoft.com/office/drawing/2014/main" id="{4C539EB0-4413-7077-4D32-05A0CA027287}"/>
                </a:ext>
              </a:extLst>
            </p:cNvPr>
            <p:cNvSpPr>
              <a:spLocks noChangeArrowheads="1"/>
            </p:cNvSpPr>
            <p:nvPr/>
          </p:nvSpPr>
          <p:spPr bwMode="auto">
            <a:xfrm>
              <a:off x="3682" y="2496"/>
              <a:ext cx="594" cy="265"/>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7</a:t>
              </a:r>
            </a:p>
          </p:txBody>
        </p:sp>
        <p:sp>
          <p:nvSpPr>
            <p:cNvPr id="379938" name="AutoShape 33">
              <a:extLst>
                <a:ext uri="{FF2B5EF4-FFF2-40B4-BE49-F238E27FC236}">
                  <a16:creationId xmlns:a16="http://schemas.microsoft.com/office/drawing/2014/main" id="{F0137D03-6366-066A-4BFC-250233865727}"/>
                </a:ext>
              </a:extLst>
            </p:cNvPr>
            <p:cNvSpPr>
              <a:spLocks noChangeArrowheads="1"/>
            </p:cNvSpPr>
            <p:nvPr/>
          </p:nvSpPr>
          <p:spPr bwMode="auto">
            <a:xfrm>
              <a:off x="932" y="1973"/>
              <a:ext cx="716" cy="497"/>
            </a:xfrm>
            <a:prstGeom prst="wedgeRectCallout">
              <a:avLst>
                <a:gd name="adj1" fmla="val -2708"/>
                <a:gd name="adj2" fmla="val 7741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6   1   –</a:t>
              </a:r>
            </a:p>
            <a:p>
              <a:pPr>
                <a:buClrTx/>
                <a:buSzPct val="60000"/>
                <a:buFontTx/>
                <a:buNone/>
              </a:pPr>
              <a:r>
                <a:rPr lang="en-US" altLang="en-US" sz="900" b="1">
                  <a:solidFill>
                    <a:srgbClr val="000000"/>
                  </a:solidFill>
                </a:rPr>
                <a:t>5   1   -</a:t>
              </a:r>
            </a:p>
          </p:txBody>
        </p:sp>
        <p:sp>
          <p:nvSpPr>
            <p:cNvPr id="379939" name="AutoShape 34">
              <a:extLst>
                <a:ext uri="{FF2B5EF4-FFF2-40B4-BE49-F238E27FC236}">
                  <a16:creationId xmlns:a16="http://schemas.microsoft.com/office/drawing/2014/main" id="{591C6ED1-C37F-2D6F-0186-CA1F9A5AD231}"/>
                </a:ext>
              </a:extLst>
            </p:cNvPr>
            <p:cNvSpPr>
              <a:spLocks noChangeArrowheads="1"/>
            </p:cNvSpPr>
            <p:nvPr/>
          </p:nvSpPr>
          <p:spPr bwMode="auto">
            <a:xfrm>
              <a:off x="2973" y="1385"/>
              <a:ext cx="716" cy="497"/>
            </a:xfrm>
            <a:prstGeom prst="wedgeRectCallout">
              <a:avLst>
                <a:gd name="adj1" fmla="val -2708"/>
                <a:gd name="adj2" fmla="val 7741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2   1   –</a:t>
              </a:r>
            </a:p>
            <a:p>
              <a:pPr>
                <a:buClrTx/>
                <a:buSzPct val="60000"/>
                <a:buFontTx/>
                <a:buNone/>
              </a:pPr>
              <a:endParaRPr lang="en-US" altLang="en-US" sz="900" b="1">
                <a:solidFill>
                  <a:srgbClr val="000000"/>
                </a:solidFill>
              </a:endParaRPr>
            </a:p>
          </p:txBody>
        </p:sp>
        <p:sp>
          <p:nvSpPr>
            <p:cNvPr id="379940" name="AutoShape 35">
              <a:extLst>
                <a:ext uri="{FF2B5EF4-FFF2-40B4-BE49-F238E27FC236}">
                  <a16:creationId xmlns:a16="http://schemas.microsoft.com/office/drawing/2014/main" id="{1E81C2CD-A3D3-277C-2041-4FAB22E38930}"/>
                </a:ext>
              </a:extLst>
            </p:cNvPr>
            <p:cNvSpPr>
              <a:spLocks noChangeArrowheads="1"/>
            </p:cNvSpPr>
            <p:nvPr/>
          </p:nvSpPr>
          <p:spPr bwMode="auto">
            <a:xfrm>
              <a:off x="4184" y="1514"/>
              <a:ext cx="716" cy="497"/>
            </a:xfrm>
            <a:prstGeom prst="wedgeRectCallout">
              <a:avLst>
                <a:gd name="adj1" fmla="val 49921"/>
                <a:gd name="adj2" fmla="val 144796"/>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2   1   –</a:t>
              </a:r>
            </a:p>
            <a:p>
              <a:pPr>
                <a:buClrTx/>
                <a:buSzPct val="60000"/>
                <a:buFontTx/>
                <a:buNone/>
              </a:pPr>
              <a:r>
                <a:rPr lang="en-US" altLang="en-US" sz="900" b="1">
                  <a:solidFill>
                    <a:srgbClr val="000000"/>
                  </a:solidFill>
                </a:rPr>
                <a:t>3   1   –</a:t>
              </a:r>
            </a:p>
            <a:p>
              <a:pPr>
                <a:buClrTx/>
                <a:buSzPct val="60000"/>
                <a:buFontTx/>
                <a:buNone/>
              </a:pPr>
              <a:endParaRPr lang="en-US" altLang="en-US" sz="900" b="1">
                <a:solidFill>
                  <a:srgbClr val="000000"/>
                </a:solidFill>
              </a:endParaRPr>
            </a:p>
          </p:txBody>
        </p:sp>
        <p:sp>
          <p:nvSpPr>
            <p:cNvPr id="379941" name="AutoShape 36">
              <a:extLst>
                <a:ext uri="{FF2B5EF4-FFF2-40B4-BE49-F238E27FC236}">
                  <a16:creationId xmlns:a16="http://schemas.microsoft.com/office/drawing/2014/main" id="{B180C020-DA7C-E484-58FE-B9F490048BB4}"/>
                </a:ext>
              </a:extLst>
            </p:cNvPr>
            <p:cNvSpPr>
              <a:spLocks noChangeArrowheads="1"/>
            </p:cNvSpPr>
            <p:nvPr/>
          </p:nvSpPr>
          <p:spPr bwMode="auto">
            <a:xfrm>
              <a:off x="4662" y="3225"/>
              <a:ext cx="716" cy="497"/>
            </a:xfrm>
            <a:prstGeom prst="wedgeRectCallout">
              <a:avLst>
                <a:gd name="adj1" fmla="val -102708"/>
                <a:gd name="adj2" fmla="val -22519"/>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3   1   –</a:t>
              </a:r>
            </a:p>
            <a:p>
              <a:pPr>
                <a:buClrTx/>
                <a:buSzPct val="60000"/>
                <a:buFontTx/>
                <a:buNone/>
              </a:pPr>
              <a:r>
                <a:rPr lang="en-US" altLang="en-US" sz="900" b="1">
                  <a:solidFill>
                    <a:srgbClr val="000000"/>
                  </a:solidFill>
                </a:rPr>
                <a:t>4   1   –</a:t>
              </a:r>
            </a:p>
            <a:p>
              <a:pPr>
                <a:buClrTx/>
                <a:buSzPct val="60000"/>
                <a:buFontTx/>
                <a:buNone/>
              </a:pPr>
              <a:endParaRPr lang="en-US" altLang="en-US" sz="900" b="1">
                <a:solidFill>
                  <a:srgbClr val="000000"/>
                </a:solidFill>
              </a:endParaRPr>
            </a:p>
          </p:txBody>
        </p:sp>
        <p:sp>
          <p:nvSpPr>
            <p:cNvPr id="379942" name="AutoShape 37">
              <a:extLst>
                <a:ext uri="{FF2B5EF4-FFF2-40B4-BE49-F238E27FC236}">
                  <a16:creationId xmlns:a16="http://schemas.microsoft.com/office/drawing/2014/main" id="{3BE6C630-5FC8-910C-E881-0DA00CBC3929}"/>
                </a:ext>
              </a:extLst>
            </p:cNvPr>
            <p:cNvSpPr>
              <a:spLocks noChangeArrowheads="1"/>
            </p:cNvSpPr>
            <p:nvPr/>
          </p:nvSpPr>
          <p:spPr bwMode="auto">
            <a:xfrm>
              <a:off x="1901" y="3551"/>
              <a:ext cx="716" cy="497"/>
            </a:xfrm>
            <a:prstGeom prst="wedgeRectCallout">
              <a:avLst>
                <a:gd name="adj1" fmla="val -61940"/>
                <a:gd name="adj2" fmla="val -8178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4   1   –</a:t>
              </a:r>
            </a:p>
            <a:p>
              <a:pPr>
                <a:buClrTx/>
                <a:buSzPct val="60000"/>
                <a:buFontTx/>
                <a:buNone/>
              </a:pPr>
              <a:r>
                <a:rPr lang="en-US" altLang="en-US" sz="900" b="1">
                  <a:solidFill>
                    <a:srgbClr val="000000"/>
                  </a:solidFill>
                </a:rPr>
                <a:t>5   1   –</a:t>
              </a:r>
            </a:p>
            <a:p>
              <a:pPr>
                <a:buClrTx/>
                <a:buSzPct val="60000"/>
                <a:buFontTx/>
                <a:buNone/>
              </a:pPr>
              <a:endParaRPr lang="en-US" altLang="en-US" sz="900" b="1">
                <a:solidFill>
                  <a:srgbClr val="000000"/>
                </a:solidFill>
              </a:endParaRPr>
            </a:p>
          </p:txBody>
        </p:sp>
        <p:sp>
          <p:nvSpPr>
            <p:cNvPr id="379943" name="AutoShape 38">
              <a:extLst>
                <a:ext uri="{FF2B5EF4-FFF2-40B4-BE49-F238E27FC236}">
                  <a16:creationId xmlns:a16="http://schemas.microsoft.com/office/drawing/2014/main" id="{2F4EDF52-D873-5BF2-CC09-89B2E62DC117}"/>
                </a:ext>
              </a:extLst>
            </p:cNvPr>
            <p:cNvSpPr>
              <a:spLocks noChangeArrowheads="1"/>
            </p:cNvSpPr>
            <p:nvPr/>
          </p:nvSpPr>
          <p:spPr bwMode="auto">
            <a:xfrm>
              <a:off x="2853" y="2203"/>
              <a:ext cx="1122" cy="283"/>
            </a:xfrm>
            <a:prstGeom prst="wedgeRectCallout">
              <a:avLst>
                <a:gd name="adj1" fmla="val -32389"/>
                <a:gd name="adj2" fmla="val 110218"/>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r>
                <a:rPr lang="en-US" altLang="en-US" sz="900" b="1">
                  <a:solidFill>
                    <a:srgbClr val="000000"/>
                  </a:solidFill>
                </a:rPr>
                <a:t>6   1   –</a:t>
              </a:r>
            </a:p>
            <a:p>
              <a:pPr>
                <a:buClrTx/>
                <a:buSzPct val="60000"/>
                <a:buFontTx/>
                <a:buNone/>
              </a:pPr>
              <a:r>
                <a:rPr lang="en-US" altLang="en-US" sz="900" b="1">
                  <a:solidFill>
                    <a:srgbClr val="000000"/>
                  </a:solidFill>
                </a:rPr>
                <a:t>7   1   –</a:t>
              </a:r>
            </a:p>
            <a:p>
              <a:pPr>
                <a:buClrTx/>
                <a:buSzPct val="60000"/>
                <a:buFontTx/>
                <a:buNone/>
              </a:pPr>
              <a:endParaRPr lang="en-US" altLang="en-US" sz="900" b="1">
                <a:solidFill>
                  <a:srgbClr val="000000"/>
                </a:solidFill>
              </a:endParaRPr>
            </a:p>
          </p:txBody>
        </p:sp>
        <p:sp>
          <p:nvSpPr>
            <p:cNvPr id="379944" name="Line 39">
              <a:extLst>
                <a:ext uri="{FF2B5EF4-FFF2-40B4-BE49-F238E27FC236}">
                  <a16:creationId xmlns:a16="http://schemas.microsoft.com/office/drawing/2014/main" id="{C20F9A21-BC4F-B7EE-8280-AF26BE32635E}"/>
                </a:ext>
              </a:extLst>
            </p:cNvPr>
            <p:cNvSpPr>
              <a:spLocks noChangeShapeType="1"/>
            </p:cNvSpPr>
            <p:nvPr/>
          </p:nvSpPr>
          <p:spPr bwMode="auto">
            <a:xfrm>
              <a:off x="920" y="2156"/>
              <a:ext cx="72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45" name="Line 40">
              <a:extLst>
                <a:ext uri="{FF2B5EF4-FFF2-40B4-BE49-F238E27FC236}">
                  <a16:creationId xmlns:a16="http://schemas.microsoft.com/office/drawing/2014/main" id="{FDB42680-4A58-7EF6-0CD4-C651AC5AEC69}"/>
                </a:ext>
              </a:extLst>
            </p:cNvPr>
            <p:cNvSpPr>
              <a:spLocks noChangeShapeType="1"/>
            </p:cNvSpPr>
            <p:nvPr/>
          </p:nvSpPr>
          <p:spPr bwMode="auto">
            <a:xfrm>
              <a:off x="2968" y="1566"/>
              <a:ext cx="72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46" name="Line 41">
              <a:extLst>
                <a:ext uri="{FF2B5EF4-FFF2-40B4-BE49-F238E27FC236}">
                  <a16:creationId xmlns:a16="http://schemas.microsoft.com/office/drawing/2014/main" id="{1D1B6EC2-6F15-48FA-7C77-E0E0B269ABB4}"/>
                </a:ext>
              </a:extLst>
            </p:cNvPr>
            <p:cNvSpPr>
              <a:spLocks noChangeShapeType="1"/>
            </p:cNvSpPr>
            <p:nvPr/>
          </p:nvSpPr>
          <p:spPr bwMode="auto">
            <a:xfrm>
              <a:off x="4194" y="1688"/>
              <a:ext cx="707"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47" name="Line 42">
              <a:extLst>
                <a:ext uri="{FF2B5EF4-FFF2-40B4-BE49-F238E27FC236}">
                  <a16:creationId xmlns:a16="http://schemas.microsoft.com/office/drawing/2014/main" id="{90C83715-0ECF-BC6F-0FD7-EC6622A1042C}"/>
                </a:ext>
              </a:extLst>
            </p:cNvPr>
            <p:cNvSpPr>
              <a:spLocks noChangeShapeType="1"/>
            </p:cNvSpPr>
            <p:nvPr/>
          </p:nvSpPr>
          <p:spPr bwMode="auto">
            <a:xfrm>
              <a:off x="2864" y="2307"/>
              <a:ext cx="111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48" name="Line 43">
              <a:extLst>
                <a:ext uri="{FF2B5EF4-FFF2-40B4-BE49-F238E27FC236}">
                  <a16:creationId xmlns:a16="http://schemas.microsoft.com/office/drawing/2014/main" id="{D51B15BF-9EAF-ADF8-A12E-82E489D514D5}"/>
                </a:ext>
              </a:extLst>
            </p:cNvPr>
            <p:cNvSpPr>
              <a:spLocks noChangeShapeType="1"/>
            </p:cNvSpPr>
            <p:nvPr/>
          </p:nvSpPr>
          <p:spPr bwMode="auto">
            <a:xfrm>
              <a:off x="4666" y="3447"/>
              <a:ext cx="707"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79949" name="Line 44">
              <a:extLst>
                <a:ext uri="{FF2B5EF4-FFF2-40B4-BE49-F238E27FC236}">
                  <a16:creationId xmlns:a16="http://schemas.microsoft.com/office/drawing/2014/main" id="{F6A351C5-78D8-6481-7ED1-A7FF9B7FD033}"/>
                </a:ext>
              </a:extLst>
            </p:cNvPr>
            <p:cNvSpPr>
              <a:spLocks noChangeShapeType="1"/>
            </p:cNvSpPr>
            <p:nvPr/>
          </p:nvSpPr>
          <p:spPr bwMode="auto">
            <a:xfrm>
              <a:off x="1901" y="3742"/>
              <a:ext cx="71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Text Box 1">
            <a:extLst>
              <a:ext uri="{FF2B5EF4-FFF2-40B4-BE49-F238E27FC236}">
                <a16:creationId xmlns:a16="http://schemas.microsoft.com/office/drawing/2014/main" id="{B2CA0C97-46A8-CE12-8D71-30D30489E61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1955" name="Text Box 2">
            <a:extLst>
              <a:ext uri="{FF2B5EF4-FFF2-40B4-BE49-F238E27FC236}">
                <a16:creationId xmlns:a16="http://schemas.microsoft.com/office/drawing/2014/main" id="{33AA3567-68E8-3EF6-E604-849046D8488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B857ED1-B5E9-43D9-A0CE-D29E122BCA92}" type="slidenum">
              <a:rPr lang="en-US" altLang="en-US" sz="1400">
                <a:solidFill>
                  <a:srgbClr val="000000"/>
                </a:solidFill>
              </a:rPr>
              <a:pPr algn="r" eaLnBrk="1" hangingPunct="1">
                <a:buClrTx/>
                <a:buSzPct val="60000"/>
                <a:buFontTx/>
                <a:buNone/>
              </a:pPr>
              <a:t>233</a:t>
            </a:fld>
            <a:endParaRPr lang="en-US" altLang="en-US" sz="1400">
              <a:solidFill>
                <a:srgbClr val="000000"/>
              </a:solidFill>
            </a:endParaRPr>
          </a:p>
        </p:txBody>
      </p:sp>
      <p:sp>
        <p:nvSpPr>
          <p:cNvPr id="381956" name="Text Box 3">
            <a:extLst>
              <a:ext uri="{FF2B5EF4-FFF2-40B4-BE49-F238E27FC236}">
                <a16:creationId xmlns:a16="http://schemas.microsoft.com/office/drawing/2014/main" id="{1D03142C-40A7-D170-94E1-D43E3A564EC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Router A’s update as a result of inputs from router B – Step 1</a:t>
            </a:r>
          </a:p>
        </p:txBody>
      </p:sp>
      <p:sp>
        <p:nvSpPr>
          <p:cNvPr id="381957" name="Text Box 4">
            <a:extLst>
              <a:ext uri="{FF2B5EF4-FFF2-40B4-BE49-F238E27FC236}">
                <a16:creationId xmlns:a16="http://schemas.microsoft.com/office/drawing/2014/main" id="{350CB5FB-DD50-4767-8AE8-420D8B14BA0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81958" name="Group 5">
            <a:extLst>
              <a:ext uri="{FF2B5EF4-FFF2-40B4-BE49-F238E27FC236}">
                <a16:creationId xmlns:a16="http://schemas.microsoft.com/office/drawing/2014/main" id="{ACF57B6F-4A01-A386-19CC-0C150B096641}"/>
              </a:ext>
            </a:extLst>
          </p:cNvPr>
          <p:cNvGrpSpPr>
            <a:grpSpLocks/>
          </p:cNvGrpSpPr>
          <p:nvPr/>
        </p:nvGrpSpPr>
        <p:grpSpPr bwMode="auto">
          <a:xfrm>
            <a:off x="1295400" y="1981200"/>
            <a:ext cx="6704013" cy="1443038"/>
            <a:chOff x="816" y="1248"/>
            <a:chExt cx="4223" cy="909"/>
          </a:xfrm>
        </p:grpSpPr>
        <p:sp>
          <p:nvSpPr>
            <p:cNvPr id="381971" name="Rectangle 6">
              <a:extLst>
                <a:ext uri="{FF2B5EF4-FFF2-40B4-BE49-F238E27FC236}">
                  <a16:creationId xmlns:a16="http://schemas.microsoft.com/office/drawing/2014/main" id="{93C3824E-377E-AB44-A218-FB5CB951EBE6}"/>
                </a:ext>
              </a:extLst>
            </p:cNvPr>
            <p:cNvSpPr>
              <a:spLocks noChangeArrowheads="1"/>
            </p:cNvSpPr>
            <p:nvPr/>
          </p:nvSpPr>
          <p:spPr bwMode="auto">
            <a:xfrm>
              <a:off x="816" y="1248"/>
              <a:ext cx="4223" cy="90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1972" name="Text Box 7">
              <a:extLst>
                <a:ext uri="{FF2B5EF4-FFF2-40B4-BE49-F238E27FC236}">
                  <a16:creationId xmlns:a16="http://schemas.microsoft.com/office/drawing/2014/main" id="{7AE406A5-4D55-4FBF-F44B-FB96FE6AA4EF}"/>
                </a:ext>
              </a:extLst>
            </p:cNvPr>
            <p:cNvSpPr txBox="1">
              <a:spLocks noChangeArrowheads="1"/>
            </p:cNvSpPr>
            <p:nvPr/>
          </p:nvSpPr>
          <p:spPr bwMode="auto">
            <a:xfrm>
              <a:off x="1106" y="1408"/>
              <a:ext cx="729"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2   1   –</a:t>
              </a:r>
            </a:p>
            <a:p>
              <a:pPr>
                <a:buClrTx/>
                <a:buSzPct val="60000"/>
                <a:buFontTx/>
                <a:buNone/>
              </a:pPr>
              <a:endParaRPr lang="en-US" altLang="en-US" sz="900" b="1">
                <a:solidFill>
                  <a:srgbClr val="000000"/>
                </a:solidFill>
              </a:endParaRPr>
            </a:p>
          </p:txBody>
        </p:sp>
        <p:sp>
          <p:nvSpPr>
            <p:cNvPr id="381973" name="Text Box 8">
              <a:extLst>
                <a:ext uri="{FF2B5EF4-FFF2-40B4-BE49-F238E27FC236}">
                  <a16:creationId xmlns:a16="http://schemas.microsoft.com/office/drawing/2014/main" id="{780855E2-3389-7536-F152-E3706C07C422}"/>
                </a:ext>
              </a:extLst>
            </p:cNvPr>
            <p:cNvSpPr txBox="1">
              <a:spLocks noChangeArrowheads="1"/>
            </p:cNvSpPr>
            <p:nvPr/>
          </p:nvSpPr>
          <p:spPr bwMode="auto">
            <a:xfrm>
              <a:off x="1045" y="1716"/>
              <a:ext cx="871" cy="24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Routing table received from B</a:t>
              </a:r>
            </a:p>
          </p:txBody>
        </p:sp>
        <p:sp>
          <p:nvSpPr>
            <p:cNvPr id="381974" name="Line 9">
              <a:extLst>
                <a:ext uri="{FF2B5EF4-FFF2-40B4-BE49-F238E27FC236}">
                  <a16:creationId xmlns:a16="http://schemas.microsoft.com/office/drawing/2014/main" id="{995719C0-A665-BAA6-D248-3887D38474AF}"/>
                </a:ext>
              </a:extLst>
            </p:cNvPr>
            <p:cNvSpPr>
              <a:spLocks noChangeShapeType="1"/>
            </p:cNvSpPr>
            <p:nvPr/>
          </p:nvSpPr>
          <p:spPr bwMode="auto">
            <a:xfrm>
              <a:off x="2233" y="1448"/>
              <a:ext cx="0" cy="14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75" name="Line 10">
              <a:extLst>
                <a:ext uri="{FF2B5EF4-FFF2-40B4-BE49-F238E27FC236}">
                  <a16:creationId xmlns:a16="http://schemas.microsoft.com/office/drawing/2014/main" id="{2A9CC072-DA19-2240-5172-09E2A20EAD82}"/>
                </a:ext>
              </a:extLst>
            </p:cNvPr>
            <p:cNvSpPr>
              <a:spLocks noChangeShapeType="1"/>
            </p:cNvSpPr>
            <p:nvPr/>
          </p:nvSpPr>
          <p:spPr bwMode="auto">
            <a:xfrm>
              <a:off x="2083" y="1522"/>
              <a:ext cx="29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76" name="Text Box 11">
              <a:extLst>
                <a:ext uri="{FF2B5EF4-FFF2-40B4-BE49-F238E27FC236}">
                  <a16:creationId xmlns:a16="http://schemas.microsoft.com/office/drawing/2014/main" id="{CEBE3FEB-4F56-423A-8615-B26E291BC25F}"/>
                </a:ext>
              </a:extLst>
            </p:cNvPr>
            <p:cNvSpPr txBox="1">
              <a:spLocks noChangeArrowheads="1"/>
            </p:cNvSpPr>
            <p:nvPr/>
          </p:nvSpPr>
          <p:spPr bwMode="auto">
            <a:xfrm>
              <a:off x="2638" y="1422"/>
              <a:ext cx="571" cy="2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One hop</a:t>
              </a:r>
            </a:p>
          </p:txBody>
        </p:sp>
        <p:sp>
          <p:nvSpPr>
            <p:cNvPr id="381977" name="Line 12">
              <a:extLst>
                <a:ext uri="{FF2B5EF4-FFF2-40B4-BE49-F238E27FC236}">
                  <a16:creationId xmlns:a16="http://schemas.microsoft.com/office/drawing/2014/main" id="{411EBC3D-6511-2511-7C85-95F2D609551C}"/>
                </a:ext>
              </a:extLst>
            </p:cNvPr>
            <p:cNvSpPr>
              <a:spLocks noChangeShapeType="1"/>
            </p:cNvSpPr>
            <p:nvPr/>
          </p:nvSpPr>
          <p:spPr bwMode="auto">
            <a:xfrm>
              <a:off x="3394" y="1522"/>
              <a:ext cx="307"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78" name="Line 13">
              <a:extLst>
                <a:ext uri="{FF2B5EF4-FFF2-40B4-BE49-F238E27FC236}">
                  <a16:creationId xmlns:a16="http://schemas.microsoft.com/office/drawing/2014/main" id="{C68B0C0F-C543-D580-5FE1-ED5CBC726A8D}"/>
                </a:ext>
              </a:extLst>
            </p:cNvPr>
            <p:cNvSpPr>
              <a:spLocks noChangeShapeType="1"/>
            </p:cNvSpPr>
            <p:nvPr/>
          </p:nvSpPr>
          <p:spPr bwMode="auto">
            <a:xfrm>
              <a:off x="3403" y="1609"/>
              <a:ext cx="31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79" name="Text Box 14">
              <a:extLst>
                <a:ext uri="{FF2B5EF4-FFF2-40B4-BE49-F238E27FC236}">
                  <a16:creationId xmlns:a16="http://schemas.microsoft.com/office/drawing/2014/main" id="{5A10369A-34D2-1E90-AF5B-4D65016A8443}"/>
                </a:ext>
              </a:extLst>
            </p:cNvPr>
            <p:cNvSpPr txBox="1">
              <a:spLocks noChangeArrowheads="1"/>
            </p:cNvSpPr>
            <p:nvPr/>
          </p:nvSpPr>
          <p:spPr bwMode="auto">
            <a:xfrm>
              <a:off x="3890" y="1411"/>
              <a:ext cx="729" cy="26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2   B</a:t>
              </a:r>
            </a:p>
            <a:p>
              <a:pPr>
                <a:buClrTx/>
                <a:buSzPct val="60000"/>
                <a:buFontTx/>
                <a:buNone/>
              </a:pPr>
              <a:r>
                <a:rPr lang="en-US" altLang="en-US" sz="900" b="1">
                  <a:solidFill>
                    <a:srgbClr val="000000"/>
                  </a:solidFill>
                </a:rPr>
                <a:t>2   2   B</a:t>
              </a:r>
            </a:p>
            <a:p>
              <a:pPr>
                <a:buClrTx/>
                <a:buSzPct val="60000"/>
                <a:buFontTx/>
                <a:buNone/>
              </a:pPr>
              <a:endParaRPr lang="en-US" altLang="en-US" sz="900" b="1">
                <a:solidFill>
                  <a:srgbClr val="000000"/>
                </a:solidFill>
              </a:endParaRPr>
            </a:p>
          </p:txBody>
        </p:sp>
        <p:sp>
          <p:nvSpPr>
            <p:cNvPr id="381980" name="Text Box 15">
              <a:extLst>
                <a:ext uri="{FF2B5EF4-FFF2-40B4-BE49-F238E27FC236}">
                  <a16:creationId xmlns:a16="http://schemas.microsoft.com/office/drawing/2014/main" id="{3E4A4A36-6F70-3779-A106-598ECF52E99E}"/>
                </a:ext>
              </a:extLst>
            </p:cNvPr>
            <p:cNvSpPr txBox="1">
              <a:spLocks noChangeArrowheads="1"/>
            </p:cNvSpPr>
            <p:nvPr/>
          </p:nvSpPr>
          <p:spPr bwMode="auto">
            <a:xfrm>
              <a:off x="3784" y="1745"/>
              <a:ext cx="1082" cy="36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Temporary Partial table for Router A</a:t>
              </a:r>
            </a:p>
          </p:txBody>
        </p:sp>
      </p:grpSp>
      <p:grpSp>
        <p:nvGrpSpPr>
          <p:cNvPr id="381959" name="Group 16">
            <a:extLst>
              <a:ext uri="{FF2B5EF4-FFF2-40B4-BE49-F238E27FC236}">
                <a16:creationId xmlns:a16="http://schemas.microsoft.com/office/drawing/2014/main" id="{6DA7D924-8E1C-0CB4-6BAC-ED9CA14F4587}"/>
              </a:ext>
            </a:extLst>
          </p:cNvPr>
          <p:cNvGrpSpPr>
            <a:grpSpLocks/>
          </p:cNvGrpSpPr>
          <p:nvPr/>
        </p:nvGrpSpPr>
        <p:grpSpPr bwMode="auto">
          <a:xfrm>
            <a:off x="1295400" y="3657600"/>
            <a:ext cx="6704013" cy="1900238"/>
            <a:chOff x="816" y="2304"/>
            <a:chExt cx="4223" cy="1197"/>
          </a:xfrm>
        </p:grpSpPr>
        <p:sp>
          <p:nvSpPr>
            <p:cNvPr id="381960" name="Rectangle 17">
              <a:extLst>
                <a:ext uri="{FF2B5EF4-FFF2-40B4-BE49-F238E27FC236}">
                  <a16:creationId xmlns:a16="http://schemas.microsoft.com/office/drawing/2014/main" id="{5DA3AE0A-6CDE-DA73-B2D5-E8F3074F3246}"/>
                </a:ext>
              </a:extLst>
            </p:cNvPr>
            <p:cNvSpPr>
              <a:spLocks noChangeArrowheads="1"/>
            </p:cNvSpPr>
            <p:nvPr/>
          </p:nvSpPr>
          <p:spPr bwMode="auto">
            <a:xfrm>
              <a:off x="816" y="2304"/>
              <a:ext cx="4223" cy="119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1961" name="Text Box 18">
              <a:extLst>
                <a:ext uri="{FF2B5EF4-FFF2-40B4-BE49-F238E27FC236}">
                  <a16:creationId xmlns:a16="http://schemas.microsoft.com/office/drawing/2014/main" id="{19BEB4DD-857D-F709-EB26-B598EBBC5A5E}"/>
                </a:ext>
              </a:extLst>
            </p:cNvPr>
            <p:cNvSpPr txBox="1">
              <a:spLocks noChangeArrowheads="1"/>
            </p:cNvSpPr>
            <p:nvPr/>
          </p:nvSpPr>
          <p:spPr bwMode="auto">
            <a:xfrm>
              <a:off x="1118" y="2481"/>
              <a:ext cx="778" cy="3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6   1   –</a:t>
              </a:r>
            </a:p>
            <a:p>
              <a:pPr>
                <a:buClrTx/>
                <a:buSzPct val="60000"/>
                <a:buFontTx/>
                <a:buNone/>
              </a:pPr>
              <a:r>
                <a:rPr lang="en-US" altLang="en-US" sz="900" b="1">
                  <a:solidFill>
                    <a:srgbClr val="000000"/>
                  </a:solidFill>
                </a:rPr>
                <a:t>5   1   -</a:t>
              </a:r>
            </a:p>
            <a:p>
              <a:pPr>
                <a:buClrTx/>
                <a:buSzPct val="60000"/>
                <a:buFontTx/>
                <a:buNone/>
              </a:pPr>
              <a:endParaRPr lang="en-US" altLang="en-US" sz="900" b="1">
                <a:solidFill>
                  <a:srgbClr val="000000"/>
                </a:solidFill>
              </a:endParaRPr>
            </a:p>
          </p:txBody>
        </p:sp>
        <p:sp>
          <p:nvSpPr>
            <p:cNvPr id="381962" name="Line 19">
              <a:extLst>
                <a:ext uri="{FF2B5EF4-FFF2-40B4-BE49-F238E27FC236}">
                  <a16:creationId xmlns:a16="http://schemas.microsoft.com/office/drawing/2014/main" id="{AA2851A4-7628-8A02-E73F-857F7A783988}"/>
                </a:ext>
              </a:extLst>
            </p:cNvPr>
            <p:cNvSpPr>
              <a:spLocks noChangeShapeType="1"/>
            </p:cNvSpPr>
            <p:nvPr/>
          </p:nvSpPr>
          <p:spPr bwMode="auto">
            <a:xfrm>
              <a:off x="2300" y="2535"/>
              <a:ext cx="0" cy="21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63" name="Line 20">
              <a:extLst>
                <a:ext uri="{FF2B5EF4-FFF2-40B4-BE49-F238E27FC236}">
                  <a16:creationId xmlns:a16="http://schemas.microsoft.com/office/drawing/2014/main" id="{DF377104-D51A-5230-DC30-7758151AA9F0}"/>
                </a:ext>
              </a:extLst>
            </p:cNvPr>
            <p:cNvSpPr>
              <a:spLocks noChangeShapeType="1"/>
            </p:cNvSpPr>
            <p:nvPr/>
          </p:nvSpPr>
          <p:spPr bwMode="auto">
            <a:xfrm>
              <a:off x="2135" y="2635"/>
              <a:ext cx="32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64" name="Text Box 21">
              <a:extLst>
                <a:ext uri="{FF2B5EF4-FFF2-40B4-BE49-F238E27FC236}">
                  <a16:creationId xmlns:a16="http://schemas.microsoft.com/office/drawing/2014/main" id="{357F90F6-EB95-47D4-D27A-1EE9C44ED824}"/>
                </a:ext>
              </a:extLst>
            </p:cNvPr>
            <p:cNvSpPr txBox="1">
              <a:spLocks noChangeArrowheads="1"/>
            </p:cNvSpPr>
            <p:nvPr/>
          </p:nvSpPr>
          <p:spPr bwMode="auto">
            <a:xfrm>
              <a:off x="2630" y="2474"/>
              <a:ext cx="760" cy="31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2   B</a:t>
              </a:r>
            </a:p>
            <a:p>
              <a:pPr>
                <a:buClrTx/>
                <a:buSzPct val="60000"/>
                <a:buFontTx/>
                <a:buNone/>
              </a:pPr>
              <a:r>
                <a:rPr lang="en-US" altLang="en-US" sz="900" b="1">
                  <a:solidFill>
                    <a:srgbClr val="000000"/>
                  </a:solidFill>
                </a:rPr>
                <a:t>2   2   B</a:t>
              </a:r>
            </a:p>
            <a:p>
              <a:pPr>
                <a:buClrTx/>
                <a:buSzPct val="60000"/>
                <a:buFontTx/>
                <a:buNone/>
              </a:pPr>
              <a:endParaRPr lang="en-US" altLang="en-US" sz="900" b="1">
                <a:solidFill>
                  <a:srgbClr val="000000"/>
                </a:solidFill>
              </a:endParaRPr>
            </a:p>
          </p:txBody>
        </p:sp>
        <p:sp>
          <p:nvSpPr>
            <p:cNvPr id="381965" name="Line 22">
              <a:extLst>
                <a:ext uri="{FF2B5EF4-FFF2-40B4-BE49-F238E27FC236}">
                  <a16:creationId xmlns:a16="http://schemas.microsoft.com/office/drawing/2014/main" id="{8E7BF5DC-80FB-EE10-A40B-A730A74096AD}"/>
                </a:ext>
              </a:extLst>
            </p:cNvPr>
            <p:cNvSpPr>
              <a:spLocks noChangeShapeType="1"/>
            </p:cNvSpPr>
            <p:nvPr/>
          </p:nvSpPr>
          <p:spPr bwMode="auto">
            <a:xfrm>
              <a:off x="3647" y="2568"/>
              <a:ext cx="28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66" name="Line 23">
              <a:extLst>
                <a:ext uri="{FF2B5EF4-FFF2-40B4-BE49-F238E27FC236}">
                  <a16:creationId xmlns:a16="http://schemas.microsoft.com/office/drawing/2014/main" id="{82DFFD7B-7B56-E61E-B21A-7E544BB97CED}"/>
                </a:ext>
              </a:extLst>
            </p:cNvPr>
            <p:cNvSpPr>
              <a:spLocks noChangeShapeType="1"/>
            </p:cNvSpPr>
            <p:nvPr/>
          </p:nvSpPr>
          <p:spPr bwMode="auto">
            <a:xfrm>
              <a:off x="3656" y="2688"/>
              <a:ext cx="30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1967" name="Text Box 24">
              <a:extLst>
                <a:ext uri="{FF2B5EF4-FFF2-40B4-BE49-F238E27FC236}">
                  <a16:creationId xmlns:a16="http://schemas.microsoft.com/office/drawing/2014/main" id="{353EF5D6-ED8F-C1FC-5E1F-F510336BD5AF}"/>
                </a:ext>
              </a:extLst>
            </p:cNvPr>
            <p:cNvSpPr txBox="1">
              <a:spLocks noChangeArrowheads="1"/>
            </p:cNvSpPr>
            <p:nvPr/>
          </p:nvSpPr>
          <p:spPr bwMode="auto">
            <a:xfrm>
              <a:off x="4099" y="2456"/>
              <a:ext cx="613" cy="48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1   2   B</a:t>
              </a:r>
            </a:p>
            <a:p>
              <a:pPr>
                <a:buClrTx/>
                <a:buSzPct val="60000"/>
                <a:buFontTx/>
                <a:buNone/>
              </a:pPr>
              <a:r>
                <a:rPr lang="en-US" altLang="en-US" sz="900" b="1">
                  <a:solidFill>
                    <a:srgbClr val="000000"/>
                  </a:solidFill>
                </a:rPr>
                <a:t>2   2   B</a:t>
              </a:r>
            </a:p>
            <a:p>
              <a:pPr>
                <a:buClrTx/>
                <a:buSzPct val="60000"/>
                <a:buFontTx/>
                <a:buNone/>
              </a:pPr>
              <a:r>
                <a:rPr lang="en-US" altLang="en-US" sz="900" b="1">
                  <a:solidFill>
                    <a:srgbClr val="000000"/>
                  </a:solidFill>
                </a:rPr>
                <a:t>5   1   –</a:t>
              </a:r>
            </a:p>
            <a:p>
              <a:pPr>
                <a:buClrTx/>
                <a:buSzPct val="60000"/>
                <a:buFontTx/>
                <a:buNone/>
              </a:pPr>
              <a:r>
                <a:rPr lang="en-US" altLang="en-US" sz="900" b="1">
                  <a:solidFill>
                    <a:srgbClr val="000000"/>
                  </a:solidFill>
                </a:rPr>
                <a:t>6   1   -</a:t>
              </a:r>
            </a:p>
            <a:p>
              <a:pPr>
                <a:buClrTx/>
                <a:buSzPct val="60000"/>
                <a:buFontTx/>
                <a:buNone/>
              </a:pPr>
              <a:endParaRPr lang="en-US" altLang="en-US" sz="900" b="1">
                <a:solidFill>
                  <a:srgbClr val="000000"/>
                </a:solidFill>
              </a:endParaRPr>
            </a:p>
            <a:p>
              <a:pPr>
                <a:buClrTx/>
                <a:buSzPct val="60000"/>
                <a:buFontTx/>
                <a:buNone/>
              </a:pPr>
              <a:endParaRPr lang="en-US" altLang="en-US" sz="900" b="1">
                <a:solidFill>
                  <a:srgbClr val="000000"/>
                </a:solidFill>
              </a:endParaRPr>
            </a:p>
            <a:p>
              <a:pPr>
                <a:buClrTx/>
                <a:buSzPct val="60000"/>
                <a:buFontTx/>
                <a:buNone/>
              </a:pPr>
              <a:endParaRPr lang="en-US" altLang="en-US" sz="900" b="1">
                <a:solidFill>
                  <a:srgbClr val="000000"/>
                </a:solidFill>
              </a:endParaRPr>
            </a:p>
          </p:txBody>
        </p:sp>
        <p:sp>
          <p:nvSpPr>
            <p:cNvPr id="381968" name="Text Box 25">
              <a:extLst>
                <a:ext uri="{FF2B5EF4-FFF2-40B4-BE49-F238E27FC236}">
                  <a16:creationId xmlns:a16="http://schemas.microsoft.com/office/drawing/2014/main" id="{9E3F7EE5-D35B-0458-E115-40709BD9B09F}"/>
                </a:ext>
              </a:extLst>
            </p:cNvPr>
            <p:cNvSpPr txBox="1">
              <a:spLocks noChangeArrowheads="1"/>
            </p:cNvSpPr>
            <p:nvPr/>
          </p:nvSpPr>
          <p:spPr bwMode="auto">
            <a:xfrm>
              <a:off x="1108" y="3062"/>
              <a:ext cx="778" cy="24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A’s routing table</a:t>
              </a:r>
            </a:p>
          </p:txBody>
        </p:sp>
        <p:sp>
          <p:nvSpPr>
            <p:cNvPr id="381969" name="Text Box 26">
              <a:extLst>
                <a:ext uri="{FF2B5EF4-FFF2-40B4-BE49-F238E27FC236}">
                  <a16:creationId xmlns:a16="http://schemas.microsoft.com/office/drawing/2014/main" id="{005102DA-0F8D-554D-2A81-E27BBD621F8A}"/>
                </a:ext>
              </a:extLst>
            </p:cNvPr>
            <p:cNvSpPr txBox="1">
              <a:spLocks noChangeArrowheads="1"/>
            </p:cNvSpPr>
            <p:nvPr/>
          </p:nvSpPr>
          <p:spPr bwMode="auto">
            <a:xfrm>
              <a:off x="2633" y="3058"/>
              <a:ext cx="778" cy="24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Temporary routing table</a:t>
              </a:r>
            </a:p>
          </p:txBody>
        </p:sp>
        <p:sp>
          <p:nvSpPr>
            <p:cNvPr id="381970" name="Text Box 27">
              <a:extLst>
                <a:ext uri="{FF2B5EF4-FFF2-40B4-BE49-F238E27FC236}">
                  <a16:creationId xmlns:a16="http://schemas.microsoft.com/office/drawing/2014/main" id="{0AE2F902-1857-8113-50AB-FA9A2A35CCC6}"/>
                </a:ext>
              </a:extLst>
            </p:cNvPr>
            <p:cNvSpPr txBox="1">
              <a:spLocks noChangeArrowheads="1"/>
            </p:cNvSpPr>
            <p:nvPr/>
          </p:nvSpPr>
          <p:spPr bwMode="auto">
            <a:xfrm>
              <a:off x="3992" y="3066"/>
              <a:ext cx="778" cy="24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000" b="1">
                  <a:solidFill>
                    <a:srgbClr val="000000"/>
                  </a:solidFill>
                </a:rPr>
                <a:t>Combined table</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1">
            <a:extLst>
              <a:ext uri="{FF2B5EF4-FFF2-40B4-BE49-F238E27FC236}">
                <a16:creationId xmlns:a16="http://schemas.microsoft.com/office/drawing/2014/main" id="{6C9EEBED-F1D3-0D66-C4CD-996576C9096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4003" name="Text Box 2">
            <a:extLst>
              <a:ext uri="{FF2B5EF4-FFF2-40B4-BE49-F238E27FC236}">
                <a16:creationId xmlns:a16="http://schemas.microsoft.com/office/drawing/2014/main" id="{0027E4FC-9030-3812-1776-75C24EB69F9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64869FF-B362-4E5F-A815-BACD22424D9E}" type="slidenum">
              <a:rPr lang="en-US" altLang="en-US" sz="1400">
                <a:solidFill>
                  <a:srgbClr val="000000"/>
                </a:solidFill>
              </a:rPr>
              <a:pPr algn="r" eaLnBrk="1" hangingPunct="1">
                <a:buClrTx/>
                <a:buSzPct val="60000"/>
                <a:buFontTx/>
                <a:buNone/>
              </a:pPr>
              <a:t>234</a:t>
            </a:fld>
            <a:endParaRPr lang="en-US" altLang="en-US" sz="1400">
              <a:solidFill>
                <a:srgbClr val="000000"/>
              </a:solidFill>
            </a:endParaRPr>
          </a:p>
        </p:txBody>
      </p:sp>
      <p:sp>
        <p:nvSpPr>
          <p:cNvPr id="384004" name="Text Box 3">
            <a:extLst>
              <a:ext uri="{FF2B5EF4-FFF2-40B4-BE49-F238E27FC236}">
                <a16:creationId xmlns:a16="http://schemas.microsoft.com/office/drawing/2014/main" id="{8FC62917-7112-8787-10E1-B9A29871715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Router A’s update as a result of inputs from router B – Step 2</a:t>
            </a:r>
          </a:p>
        </p:txBody>
      </p:sp>
      <p:sp>
        <p:nvSpPr>
          <p:cNvPr id="384005" name="Text Box 4">
            <a:extLst>
              <a:ext uri="{FF2B5EF4-FFF2-40B4-BE49-F238E27FC236}">
                <a16:creationId xmlns:a16="http://schemas.microsoft.com/office/drawing/2014/main" id="{F038453D-37FD-3A6B-FDC2-8D5B0F0626B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Remove duplicates now</a:t>
            </a:r>
          </a:p>
        </p:txBody>
      </p:sp>
      <p:grpSp>
        <p:nvGrpSpPr>
          <p:cNvPr id="384006" name="Group 5">
            <a:extLst>
              <a:ext uri="{FF2B5EF4-FFF2-40B4-BE49-F238E27FC236}">
                <a16:creationId xmlns:a16="http://schemas.microsoft.com/office/drawing/2014/main" id="{625B3FE8-AAC0-2D36-4A57-8A3F911B7EE0}"/>
              </a:ext>
            </a:extLst>
          </p:cNvPr>
          <p:cNvGrpSpPr>
            <a:grpSpLocks/>
          </p:cNvGrpSpPr>
          <p:nvPr/>
        </p:nvGrpSpPr>
        <p:grpSpPr bwMode="auto">
          <a:xfrm>
            <a:off x="1371600" y="2971800"/>
            <a:ext cx="6551613" cy="2208213"/>
            <a:chOff x="864" y="1872"/>
            <a:chExt cx="4127" cy="1391"/>
          </a:xfrm>
        </p:grpSpPr>
        <p:sp>
          <p:nvSpPr>
            <p:cNvPr id="384007" name="Rectangle 6">
              <a:extLst>
                <a:ext uri="{FF2B5EF4-FFF2-40B4-BE49-F238E27FC236}">
                  <a16:creationId xmlns:a16="http://schemas.microsoft.com/office/drawing/2014/main" id="{C96F40C9-2701-F6EA-982C-BF341C4DB409}"/>
                </a:ext>
              </a:extLst>
            </p:cNvPr>
            <p:cNvSpPr>
              <a:spLocks noChangeArrowheads="1"/>
            </p:cNvSpPr>
            <p:nvPr/>
          </p:nvSpPr>
          <p:spPr bwMode="auto">
            <a:xfrm>
              <a:off x="864" y="1872"/>
              <a:ext cx="4127" cy="139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84008" name="Group 7">
              <a:extLst>
                <a:ext uri="{FF2B5EF4-FFF2-40B4-BE49-F238E27FC236}">
                  <a16:creationId xmlns:a16="http://schemas.microsoft.com/office/drawing/2014/main" id="{7A1EC9B5-FAA0-0464-E7E2-B15C53D8FFC4}"/>
                </a:ext>
              </a:extLst>
            </p:cNvPr>
            <p:cNvGrpSpPr>
              <a:grpSpLocks/>
            </p:cNvGrpSpPr>
            <p:nvPr/>
          </p:nvGrpSpPr>
          <p:grpSpPr bwMode="auto">
            <a:xfrm>
              <a:off x="1226" y="2075"/>
              <a:ext cx="3337" cy="1066"/>
              <a:chOff x="1226" y="2075"/>
              <a:chExt cx="3337" cy="1066"/>
            </a:xfrm>
          </p:grpSpPr>
          <p:sp>
            <p:nvSpPr>
              <p:cNvPr id="384009" name="Text Box 8">
                <a:extLst>
                  <a:ext uri="{FF2B5EF4-FFF2-40B4-BE49-F238E27FC236}">
                    <a16:creationId xmlns:a16="http://schemas.microsoft.com/office/drawing/2014/main" id="{264769AD-BCE8-DA49-6B3A-E25C9C4ADB49}"/>
                  </a:ext>
                </a:extLst>
              </p:cNvPr>
              <p:cNvSpPr txBox="1">
                <a:spLocks noChangeArrowheads="1"/>
              </p:cNvSpPr>
              <p:nvPr/>
            </p:nvSpPr>
            <p:spPr bwMode="auto">
              <a:xfrm>
                <a:off x="1261" y="2075"/>
                <a:ext cx="768" cy="64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1   2   B</a:t>
                </a:r>
              </a:p>
              <a:p>
                <a:pPr>
                  <a:buClrTx/>
                  <a:buSzPct val="60000"/>
                  <a:buFontTx/>
                  <a:buNone/>
                </a:pPr>
                <a:r>
                  <a:rPr lang="en-US" altLang="en-US" sz="900" b="1">
                    <a:solidFill>
                      <a:srgbClr val="000000"/>
                    </a:solidFill>
                  </a:rPr>
                  <a:t>2   2   B</a:t>
                </a:r>
              </a:p>
              <a:p>
                <a:pPr>
                  <a:buClrTx/>
                  <a:buSzPct val="60000"/>
                  <a:buFontTx/>
                  <a:buNone/>
                </a:pPr>
                <a:r>
                  <a:rPr lang="en-US" altLang="en-US" sz="900" b="1">
                    <a:solidFill>
                      <a:srgbClr val="000000"/>
                    </a:solidFill>
                  </a:rPr>
                  <a:t>5   1   -</a:t>
                </a:r>
              </a:p>
              <a:p>
                <a:pPr>
                  <a:buClrTx/>
                  <a:buSzPct val="60000"/>
                  <a:buFontTx/>
                  <a:buNone/>
                </a:pPr>
                <a:r>
                  <a:rPr lang="en-US" altLang="en-US" sz="900" b="1">
                    <a:solidFill>
                      <a:srgbClr val="000000"/>
                    </a:solidFill>
                  </a:rPr>
                  <a:t>6   1   –</a:t>
                </a:r>
              </a:p>
            </p:txBody>
          </p:sp>
          <p:sp>
            <p:nvSpPr>
              <p:cNvPr id="384010" name="Text Box 9">
                <a:extLst>
                  <a:ext uri="{FF2B5EF4-FFF2-40B4-BE49-F238E27FC236}">
                    <a16:creationId xmlns:a16="http://schemas.microsoft.com/office/drawing/2014/main" id="{9B4AAE87-B503-7E05-823A-AA4786EA75C1}"/>
                  </a:ext>
                </a:extLst>
              </p:cNvPr>
              <p:cNvSpPr txBox="1">
                <a:spLocks noChangeArrowheads="1"/>
              </p:cNvSpPr>
              <p:nvPr/>
            </p:nvSpPr>
            <p:spPr bwMode="auto">
              <a:xfrm>
                <a:off x="2426" y="2239"/>
                <a:ext cx="885" cy="3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Remove duplicates</a:t>
                </a:r>
              </a:p>
            </p:txBody>
          </p:sp>
          <p:sp>
            <p:nvSpPr>
              <p:cNvPr id="384011" name="Line 10">
                <a:extLst>
                  <a:ext uri="{FF2B5EF4-FFF2-40B4-BE49-F238E27FC236}">
                    <a16:creationId xmlns:a16="http://schemas.microsoft.com/office/drawing/2014/main" id="{AC8C3882-9708-9F67-486C-7A7F106F3F36}"/>
                  </a:ext>
                </a:extLst>
              </p:cNvPr>
              <p:cNvSpPr>
                <a:spLocks noChangeShapeType="1"/>
              </p:cNvSpPr>
              <p:nvPr/>
            </p:nvSpPr>
            <p:spPr bwMode="auto">
              <a:xfrm>
                <a:off x="2018" y="2413"/>
                <a:ext cx="407"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4012" name="Line 11">
                <a:extLst>
                  <a:ext uri="{FF2B5EF4-FFF2-40B4-BE49-F238E27FC236}">
                    <a16:creationId xmlns:a16="http://schemas.microsoft.com/office/drawing/2014/main" id="{83393A5A-CF39-9789-AF2B-3E0C06F01F48}"/>
                  </a:ext>
                </a:extLst>
              </p:cNvPr>
              <p:cNvSpPr>
                <a:spLocks noChangeShapeType="1"/>
              </p:cNvSpPr>
              <p:nvPr/>
            </p:nvSpPr>
            <p:spPr bwMode="auto">
              <a:xfrm>
                <a:off x="3313" y="2423"/>
                <a:ext cx="442"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4013" name="Text Box 12">
                <a:extLst>
                  <a:ext uri="{FF2B5EF4-FFF2-40B4-BE49-F238E27FC236}">
                    <a16:creationId xmlns:a16="http://schemas.microsoft.com/office/drawing/2014/main" id="{D9F9A382-A5D7-95E6-026B-3EAC4E2A6108}"/>
                  </a:ext>
                </a:extLst>
              </p:cNvPr>
              <p:cNvSpPr txBox="1">
                <a:spLocks noChangeArrowheads="1"/>
              </p:cNvSpPr>
              <p:nvPr/>
            </p:nvSpPr>
            <p:spPr bwMode="auto">
              <a:xfrm>
                <a:off x="3771" y="2078"/>
                <a:ext cx="768" cy="64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1   1   –</a:t>
                </a:r>
              </a:p>
              <a:p>
                <a:pPr>
                  <a:buClrTx/>
                  <a:buSzPct val="60000"/>
                  <a:buFontTx/>
                  <a:buNone/>
                </a:pPr>
                <a:r>
                  <a:rPr lang="en-US" altLang="en-US" sz="900" b="1">
                    <a:solidFill>
                      <a:srgbClr val="000000"/>
                    </a:solidFill>
                  </a:rPr>
                  <a:t>2   2   B</a:t>
                </a:r>
              </a:p>
              <a:p>
                <a:pPr>
                  <a:buClrTx/>
                  <a:buSzPct val="60000"/>
                  <a:buFontTx/>
                  <a:buNone/>
                </a:pPr>
                <a:r>
                  <a:rPr lang="en-US" altLang="en-US" sz="900" b="1">
                    <a:solidFill>
                      <a:srgbClr val="000000"/>
                    </a:solidFill>
                  </a:rPr>
                  <a:t>5   1   –</a:t>
                </a:r>
              </a:p>
              <a:p>
                <a:pPr>
                  <a:buClrTx/>
                  <a:buSzPct val="60000"/>
                  <a:buFontTx/>
                  <a:buNone/>
                </a:pPr>
                <a:r>
                  <a:rPr lang="en-US" altLang="en-US" sz="900" b="1">
                    <a:solidFill>
                      <a:srgbClr val="000000"/>
                    </a:solidFill>
                  </a:rPr>
                  <a:t>6   1   -</a:t>
                </a:r>
              </a:p>
              <a:p>
                <a:pPr>
                  <a:buClrTx/>
                  <a:buSzPct val="60000"/>
                  <a:buFontTx/>
                  <a:buNone/>
                </a:pPr>
                <a:endParaRPr lang="en-US" altLang="en-US" sz="900" b="1">
                  <a:solidFill>
                    <a:srgbClr val="000000"/>
                  </a:solidFill>
                </a:endParaRPr>
              </a:p>
              <a:p>
                <a:pPr>
                  <a:buClrTx/>
                  <a:buSzPct val="60000"/>
                  <a:buFontTx/>
                  <a:buNone/>
                </a:pPr>
                <a:endParaRPr lang="en-US" altLang="en-US" sz="900" b="1">
                  <a:solidFill>
                    <a:srgbClr val="000000"/>
                  </a:solidFill>
                </a:endParaRPr>
              </a:p>
            </p:txBody>
          </p:sp>
          <p:sp>
            <p:nvSpPr>
              <p:cNvPr id="384014" name="Text Box 13">
                <a:extLst>
                  <a:ext uri="{FF2B5EF4-FFF2-40B4-BE49-F238E27FC236}">
                    <a16:creationId xmlns:a16="http://schemas.microsoft.com/office/drawing/2014/main" id="{0E777CB1-84FE-B387-3ABB-ED3C2D118446}"/>
                  </a:ext>
                </a:extLst>
              </p:cNvPr>
              <p:cNvSpPr txBox="1">
                <a:spLocks noChangeArrowheads="1"/>
              </p:cNvSpPr>
              <p:nvPr/>
            </p:nvSpPr>
            <p:spPr bwMode="auto">
              <a:xfrm>
                <a:off x="1226" y="2801"/>
                <a:ext cx="838" cy="34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Combined table</a:t>
                </a:r>
              </a:p>
            </p:txBody>
          </p:sp>
          <p:sp>
            <p:nvSpPr>
              <p:cNvPr id="384015" name="Text Box 14">
                <a:extLst>
                  <a:ext uri="{FF2B5EF4-FFF2-40B4-BE49-F238E27FC236}">
                    <a16:creationId xmlns:a16="http://schemas.microsoft.com/office/drawing/2014/main" id="{26AFA367-9259-A9BC-D6E0-5386909C1BDD}"/>
                  </a:ext>
                </a:extLst>
              </p:cNvPr>
              <p:cNvSpPr txBox="1">
                <a:spLocks noChangeArrowheads="1"/>
              </p:cNvSpPr>
              <p:nvPr/>
            </p:nvSpPr>
            <p:spPr bwMode="auto">
              <a:xfrm>
                <a:off x="3725" y="2795"/>
                <a:ext cx="838" cy="34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A’s new table</a:t>
                </a:r>
              </a:p>
            </p:txBody>
          </p:sp>
        </p:gr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Text Box 1">
            <a:extLst>
              <a:ext uri="{FF2B5EF4-FFF2-40B4-BE49-F238E27FC236}">
                <a16:creationId xmlns:a16="http://schemas.microsoft.com/office/drawing/2014/main" id="{16C42F54-1C7F-3AC1-BE54-9674D754CC1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6051" name="Text Box 2">
            <a:extLst>
              <a:ext uri="{FF2B5EF4-FFF2-40B4-BE49-F238E27FC236}">
                <a16:creationId xmlns:a16="http://schemas.microsoft.com/office/drawing/2014/main" id="{DBE9A1B2-B5F7-D140-8B13-8B48B27A6A4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97707B7-ECF5-4F38-A635-0B18188613E2}" type="slidenum">
              <a:rPr lang="en-US" altLang="en-US" sz="1400">
                <a:solidFill>
                  <a:srgbClr val="000000"/>
                </a:solidFill>
              </a:rPr>
              <a:pPr algn="r" eaLnBrk="1" hangingPunct="1">
                <a:buClrTx/>
                <a:buSzPct val="60000"/>
                <a:buFontTx/>
                <a:buNone/>
              </a:pPr>
              <a:t>235</a:t>
            </a:fld>
            <a:endParaRPr lang="en-US" altLang="en-US" sz="1400">
              <a:solidFill>
                <a:srgbClr val="000000"/>
              </a:solidFill>
            </a:endParaRPr>
          </a:p>
        </p:txBody>
      </p:sp>
      <p:sp>
        <p:nvSpPr>
          <p:cNvPr id="386052" name="Text Box 3">
            <a:extLst>
              <a:ext uri="{FF2B5EF4-FFF2-40B4-BE49-F238E27FC236}">
                <a16:creationId xmlns:a16="http://schemas.microsoft.com/office/drawing/2014/main" id="{3EC2A3DC-5FD0-1F6D-CF5F-882E8AD54F41}"/>
              </a:ext>
            </a:extLst>
          </p:cNvPr>
          <p:cNvSpPr txBox="1">
            <a:spLocks noChangeArrowheads="1"/>
          </p:cNvSpPr>
          <p:nvPr/>
        </p:nvSpPr>
        <p:spPr bwMode="auto">
          <a:xfrm>
            <a:off x="1150938" y="214313"/>
            <a:ext cx="7793037" cy="700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000">
                <a:solidFill>
                  <a:srgbClr val="333399"/>
                </a:solidFill>
              </a:rPr>
              <a:t>Updated Routing Tables</a:t>
            </a:r>
          </a:p>
        </p:txBody>
      </p:sp>
      <p:sp>
        <p:nvSpPr>
          <p:cNvPr id="386053" name="Text Box 4">
            <a:extLst>
              <a:ext uri="{FF2B5EF4-FFF2-40B4-BE49-F238E27FC236}">
                <a16:creationId xmlns:a16="http://schemas.microsoft.com/office/drawing/2014/main" id="{99026710-3B48-E918-FDD0-5A18A939ECA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386054" name="Group 5">
            <a:extLst>
              <a:ext uri="{FF2B5EF4-FFF2-40B4-BE49-F238E27FC236}">
                <a16:creationId xmlns:a16="http://schemas.microsoft.com/office/drawing/2014/main" id="{1C4E7B36-4BA5-FCC3-A709-8765D06D60E8}"/>
              </a:ext>
            </a:extLst>
          </p:cNvPr>
          <p:cNvGrpSpPr>
            <a:grpSpLocks/>
          </p:cNvGrpSpPr>
          <p:nvPr/>
        </p:nvGrpSpPr>
        <p:grpSpPr bwMode="auto">
          <a:xfrm>
            <a:off x="533400" y="1066800"/>
            <a:ext cx="7999413" cy="5976938"/>
            <a:chOff x="336" y="672"/>
            <a:chExt cx="5039" cy="3765"/>
          </a:xfrm>
        </p:grpSpPr>
        <p:sp>
          <p:nvSpPr>
            <p:cNvPr id="386055" name="Rectangle 6">
              <a:extLst>
                <a:ext uri="{FF2B5EF4-FFF2-40B4-BE49-F238E27FC236}">
                  <a16:creationId xmlns:a16="http://schemas.microsoft.com/office/drawing/2014/main" id="{D9883866-3E24-AF00-8CA7-0EBDD97B5C61}"/>
                </a:ext>
              </a:extLst>
            </p:cNvPr>
            <p:cNvSpPr>
              <a:spLocks noChangeArrowheads="1"/>
            </p:cNvSpPr>
            <p:nvPr/>
          </p:nvSpPr>
          <p:spPr bwMode="auto">
            <a:xfrm>
              <a:off x="336" y="672"/>
              <a:ext cx="5039" cy="376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386056" name="Oval 7">
              <a:extLst>
                <a:ext uri="{FF2B5EF4-FFF2-40B4-BE49-F238E27FC236}">
                  <a16:creationId xmlns:a16="http://schemas.microsoft.com/office/drawing/2014/main" id="{BD0750EF-CEB0-2D6C-546A-2E58412E2296}"/>
                </a:ext>
              </a:extLst>
            </p:cNvPr>
            <p:cNvSpPr>
              <a:spLocks noChangeArrowheads="1"/>
            </p:cNvSpPr>
            <p:nvPr/>
          </p:nvSpPr>
          <p:spPr bwMode="auto">
            <a:xfrm>
              <a:off x="1608" y="1820"/>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1</a:t>
              </a:r>
            </a:p>
          </p:txBody>
        </p:sp>
        <p:sp>
          <p:nvSpPr>
            <p:cNvPr id="386057" name="Text Box 8">
              <a:extLst>
                <a:ext uri="{FF2B5EF4-FFF2-40B4-BE49-F238E27FC236}">
                  <a16:creationId xmlns:a16="http://schemas.microsoft.com/office/drawing/2014/main" id="{C7831444-4DBA-CB65-519B-90B6024C3256}"/>
                </a:ext>
              </a:extLst>
            </p:cNvPr>
            <p:cNvSpPr txBox="1">
              <a:spLocks noChangeArrowheads="1"/>
            </p:cNvSpPr>
            <p:nvPr/>
          </p:nvSpPr>
          <p:spPr bwMode="auto">
            <a:xfrm>
              <a:off x="833" y="2244"/>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386058" name="Text Box 9">
              <a:extLst>
                <a:ext uri="{FF2B5EF4-FFF2-40B4-BE49-F238E27FC236}">
                  <a16:creationId xmlns:a16="http://schemas.microsoft.com/office/drawing/2014/main" id="{07E3FF37-0386-C378-0C26-26A4F1A1BE1C}"/>
                </a:ext>
              </a:extLst>
            </p:cNvPr>
            <p:cNvSpPr txBox="1">
              <a:spLocks noChangeArrowheads="1"/>
            </p:cNvSpPr>
            <p:nvPr/>
          </p:nvSpPr>
          <p:spPr bwMode="auto">
            <a:xfrm>
              <a:off x="2706" y="1743"/>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386059" name="Text Box 10">
              <a:extLst>
                <a:ext uri="{FF2B5EF4-FFF2-40B4-BE49-F238E27FC236}">
                  <a16:creationId xmlns:a16="http://schemas.microsoft.com/office/drawing/2014/main" id="{835A9E20-6C6F-8756-CE2A-9C4018375097}"/>
                </a:ext>
              </a:extLst>
            </p:cNvPr>
            <p:cNvSpPr txBox="1">
              <a:spLocks noChangeArrowheads="1"/>
            </p:cNvSpPr>
            <p:nvPr/>
          </p:nvSpPr>
          <p:spPr bwMode="auto">
            <a:xfrm>
              <a:off x="4261" y="2197"/>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386060" name="Oval 11">
              <a:extLst>
                <a:ext uri="{FF2B5EF4-FFF2-40B4-BE49-F238E27FC236}">
                  <a16:creationId xmlns:a16="http://schemas.microsoft.com/office/drawing/2014/main" id="{53A79435-4FF6-9335-A09B-3337410A4D82}"/>
                </a:ext>
              </a:extLst>
            </p:cNvPr>
            <p:cNvSpPr>
              <a:spLocks noChangeArrowheads="1"/>
            </p:cNvSpPr>
            <p:nvPr/>
          </p:nvSpPr>
          <p:spPr bwMode="auto">
            <a:xfrm>
              <a:off x="3948" y="1828"/>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2</a:t>
              </a:r>
            </a:p>
          </p:txBody>
        </p:sp>
        <p:sp>
          <p:nvSpPr>
            <p:cNvPr id="386061" name="Oval 12">
              <a:extLst>
                <a:ext uri="{FF2B5EF4-FFF2-40B4-BE49-F238E27FC236}">
                  <a16:creationId xmlns:a16="http://schemas.microsoft.com/office/drawing/2014/main" id="{BF0A2CC8-6975-3283-ED79-20433465E729}"/>
                </a:ext>
              </a:extLst>
            </p:cNvPr>
            <p:cNvSpPr>
              <a:spLocks noChangeArrowheads="1"/>
            </p:cNvSpPr>
            <p:nvPr/>
          </p:nvSpPr>
          <p:spPr bwMode="auto">
            <a:xfrm>
              <a:off x="3962" y="2548"/>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3</a:t>
              </a:r>
            </a:p>
          </p:txBody>
        </p:sp>
        <p:sp>
          <p:nvSpPr>
            <p:cNvPr id="386062" name="Oval 13">
              <a:extLst>
                <a:ext uri="{FF2B5EF4-FFF2-40B4-BE49-F238E27FC236}">
                  <a16:creationId xmlns:a16="http://schemas.microsoft.com/office/drawing/2014/main" id="{800FEEEC-062A-5979-6FC8-488876D4EB01}"/>
                </a:ext>
              </a:extLst>
            </p:cNvPr>
            <p:cNvSpPr>
              <a:spLocks noChangeArrowheads="1"/>
            </p:cNvSpPr>
            <p:nvPr/>
          </p:nvSpPr>
          <p:spPr bwMode="auto">
            <a:xfrm>
              <a:off x="2414" y="3206"/>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4</a:t>
              </a:r>
            </a:p>
          </p:txBody>
        </p:sp>
        <p:sp>
          <p:nvSpPr>
            <p:cNvPr id="386063" name="Text Box 14">
              <a:extLst>
                <a:ext uri="{FF2B5EF4-FFF2-40B4-BE49-F238E27FC236}">
                  <a16:creationId xmlns:a16="http://schemas.microsoft.com/office/drawing/2014/main" id="{70E4E0E7-FC0D-311A-ADDF-32CEF453BBF9}"/>
                </a:ext>
              </a:extLst>
            </p:cNvPr>
            <p:cNvSpPr txBox="1">
              <a:spLocks noChangeArrowheads="1"/>
            </p:cNvSpPr>
            <p:nvPr/>
          </p:nvSpPr>
          <p:spPr bwMode="auto">
            <a:xfrm>
              <a:off x="2623" y="2346"/>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386064" name="Text Box 15">
              <a:extLst>
                <a:ext uri="{FF2B5EF4-FFF2-40B4-BE49-F238E27FC236}">
                  <a16:creationId xmlns:a16="http://schemas.microsoft.com/office/drawing/2014/main" id="{31C35CA6-7E71-35B2-E8E2-8E1EC3FB233F}"/>
                </a:ext>
              </a:extLst>
            </p:cNvPr>
            <p:cNvSpPr txBox="1">
              <a:spLocks noChangeArrowheads="1"/>
            </p:cNvSpPr>
            <p:nvPr/>
          </p:nvSpPr>
          <p:spPr bwMode="auto">
            <a:xfrm>
              <a:off x="3637" y="3273"/>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386065" name="Text Box 16">
              <a:extLst>
                <a:ext uri="{FF2B5EF4-FFF2-40B4-BE49-F238E27FC236}">
                  <a16:creationId xmlns:a16="http://schemas.microsoft.com/office/drawing/2014/main" id="{8B30B42B-44DA-1790-607B-8ADA63B0B780}"/>
                </a:ext>
              </a:extLst>
            </p:cNvPr>
            <p:cNvSpPr txBox="1">
              <a:spLocks noChangeArrowheads="1"/>
            </p:cNvSpPr>
            <p:nvPr/>
          </p:nvSpPr>
          <p:spPr bwMode="auto">
            <a:xfrm>
              <a:off x="1155" y="3230"/>
              <a:ext cx="496" cy="158"/>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386066" name="Oval 17">
              <a:extLst>
                <a:ext uri="{FF2B5EF4-FFF2-40B4-BE49-F238E27FC236}">
                  <a16:creationId xmlns:a16="http://schemas.microsoft.com/office/drawing/2014/main" id="{A3258DF5-341A-F4A7-E1F7-384F9F781AD5}"/>
                </a:ext>
              </a:extLst>
            </p:cNvPr>
            <p:cNvSpPr>
              <a:spLocks noChangeArrowheads="1"/>
            </p:cNvSpPr>
            <p:nvPr/>
          </p:nvSpPr>
          <p:spPr bwMode="auto">
            <a:xfrm>
              <a:off x="1076" y="2535"/>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5</a:t>
              </a:r>
            </a:p>
          </p:txBody>
        </p:sp>
        <p:sp>
          <p:nvSpPr>
            <p:cNvPr id="386067" name="Oval 18">
              <a:extLst>
                <a:ext uri="{FF2B5EF4-FFF2-40B4-BE49-F238E27FC236}">
                  <a16:creationId xmlns:a16="http://schemas.microsoft.com/office/drawing/2014/main" id="{5FB6B0DB-EF47-390E-B2DB-97E715651D2A}"/>
                </a:ext>
              </a:extLst>
            </p:cNvPr>
            <p:cNvSpPr>
              <a:spLocks noChangeArrowheads="1"/>
            </p:cNvSpPr>
            <p:nvPr/>
          </p:nvSpPr>
          <p:spPr bwMode="auto">
            <a:xfrm>
              <a:off x="1661" y="2207"/>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6</a:t>
              </a:r>
            </a:p>
          </p:txBody>
        </p:sp>
        <p:sp>
          <p:nvSpPr>
            <p:cNvPr id="386068" name="Line 19">
              <a:extLst>
                <a:ext uri="{FF2B5EF4-FFF2-40B4-BE49-F238E27FC236}">
                  <a16:creationId xmlns:a16="http://schemas.microsoft.com/office/drawing/2014/main" id="{DE9980D1-3022-9B09-ED00-FB420B3BF841}"/>
                </a:ext>
              </a:extLst>
            </p:cNvPr>
            <p:cNvSpPr>
              <a:spLocks noChangeShapeType="1"/>
            </p:cNvSpPr>
            <p:nvPr/>
          </p:nvSpPr>
          <p:spPr bwMode="auto">
            <a:xfrm flipV="1">
              <a:off x="1092" y="2040"/>
              <a:ext cx="595" cy="20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69" name="Line 20">
              <a:extLst>
                <a:ext uri="{FF2B5EF4-FFF2-40B4-BE49-F238E27FC236}">
                  <a16:creationId xmlns:a16="http://schemas.microsoft.com/office/drawing/2014/main" id="{3EFF22CC-AC09-B3E3-FFBE-4A469A76981B}"/>
                </a:ext>
              </a:extLst>
            </p:cNvPr>
            <p:cNvSpPr>
              <a:spLocks noChangeShapeType="1"/>
            </p:cNvSpPr>
            <p:nvPr/>
          </p:nvSpPr>
          <p:spPr bwMode="auto">
            <a:xfrm>
              <a:off x="1340" y="2335"/>
              <a:ext cx="317"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0" name="Line 21">
              <a:extLst>
                <a:ext uri="{FF2B5EF4-FFF2-40B4-BE49-F238E27FC236}">
                  <a16:creationId xmlns:a16="http://schemas.microsoft.com/office/drawing/2014/main" id="{20699F47-ED57-B39A-E630-1B417EF42A2E}"/>
                </a:ext>
              </a:extLst>
            </p:cNvPr>
            <p:cNvSpPr>
              <a:spLocks noChangeShapeType="1"/>
            </p:cNvSpPr>
            <p:nvPr/>
          </p:nvSpPr>
          <p:spPr bwMode="auto">
            <a:xfrm>
              <a:off x="1101" y="2397"/>
              <a:ext cx="109" cy="15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1" name="Line 22">
              <a:extLst>
                <a:ext uri="{FF2B5EF4-FFF2-40B4-BE49-F238E27FC236}">
                  <a16:creationId xmlns:a16="http://schemas.microsoft.com/office/drawing/2014/main" id="{5C22EC60-071B-BDF6-EA36-B24DF3459B5B}"/>
                </a:ext>
              </a:extLst>
            </p:cNvPr>
            <p:cNvSpPr>
              <a:spLocks noChangeShapeType="1"/>
            </p:cNvSpPr>
            <p:nvPr/>
          </p:nvSpPr>
          <p:spPr bwMode="auto">
            <a:xfrm>
              <a:off x="1410" y="2798"/>
              <a:ext cx="0" cy="4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2" name="Line 23">
              <a:extLst>
                <a:ext uri="{FF2B5EF4-FFF2-40B4-BE49-F238E27FC236}">
                  <a16:creationId xmlns:a16="http://schemas.microsoft.com/office/drawing/2014/main" id="{203B570D-8DDB-E8E3-78A6-BBEA9C931702}"/>
                </a:ext>
              </a:extLst>
            </p:cNvPr>
            <p:cNvSpPr>
              <a:spLocks noChangeShapeType="1"/>
            </p:cNvSpPr>
            <p:nvPr/>
          </p:nvSpPr>
          <p:spPr bwMode="auto">
            <a:xfrm>
              <a:off x="1638" y="3318"/>
              <a:ext cx="76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3" name="Line 24">
              <a:extLst>
                <a:ext uri="{FF2B5EF4-FFF2-40B4-BE49-F238E27FC236}">
                  <a16:creationId xmlns:a16="http://schemas.microsoft.com/office/drawing/2014/main" id="{3A26A52D-03E1-C9FD-7AAA-AF6A14DB4D7E}"/>
                </a:ext>
              </a:extLst>
            </p:cNvPr>
            <p:cNvSpPr>
              <a:spLocks noChangeShapeType="1"/>
            </p:cNvSpPr>
            <p:nvPr/>
          </p:nvSpPr>
          <p:spPr bwMode="auto">
            <a:xfrm>
              <a:off x="3040" y="3341"/>
              <a:ext cx="58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4" name="Line 25">
              <a:extLst>
                <a:ext uri="{FF2B5EF4-FFF2-40B4-BE49-F238E27FC236}">
                  <a16:creationId xmlns:a16="http://schemas.microsoft.com/office/drawing/2014/main" id="{452DB62E-CC3E-1883-44E4-C19B70CFBEB1}"/>
                </a:ext>
              </a:extLst>
            </p:cNvPr>
            <p:cNvSpPr>
              <a:spLocks noChangeShapeType="1"/>
            </p:cNvSpPr>
            <p:nvPr/>
          </p:nvSpPr>
          <p:spPr bwMode="auto">
            <a:xfrm flipH="1">
              <a:off x="3943" y="2810"/>
              <a:ext cx="220" cy="45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5" name="Line 26">
              <a:extLst>
                <a:ext uri="{FF2B5EF4-FFF2-40B4-BE49-F238E27FC236}">
                  <a16:creationId xmlns:a16="http://schemas.microsoft.com/office/drawing/2014/main" id="{F2A423B7-7ECC-DC90-95E8-BD2330D871BE}"/>
                </a:ext>
              </a:extLst>
            </p:cNvPr>
            <p:cNvSpPr>
              <a:spLocks noChangeShapeType="1"/>
            </p:cNvSpPr>
            <p:nvPr/>
          </p:nvSpPr>
          <p:spPr bwMode="auto">
            <a:xfrm flipH="1">
              <a:off x="4381" y="2363"/>
              <a:ext cx="100" cy="19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6" name="Line 27">
              <a:extLst>
                <a:ext uri="{FF2B5EF4-FFF2-40B4-BE49-F238E27FC236}">
                  <a16:creationId xmlns:a16="http://schemas.microsoft.com/office/drawing/2014/main" id="{3967C258-9B6E-1D0F-2F01-98B5C3DC8FBE}"/>
                </a:ext>
              </a:extLst>
            </p:cNvPr>
            <p:cNvSpPr>
              <a:spLocks noChangeShapeType="1"/>
            </p:cNvSpPr>
            <p:nvPr/>
          </p:nvSpPr>
          <p:spPr bwMode="auto">
            <a:xfrm>
              <a:off x="4322" y="2092"/>
              <a:ext cx="198" cy="10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7" name="Line 28">
              <a:extLst>
                <a:ext uri="{FF2B5EF4-FFF2-40B4-BE49-F238E27FC236}">
                  <a16:creationId xmlns:a16="http://schemas.microsoft.com/office/drawing/2014/main" id="{C441CA83-0EAE-3387-77C1-F429DFE1993C}"/>
                </a:ext>
              </a:extLst>
            </p:cNvPr>
            <p:cNvSpPr>
              <a:spLocks noChangeShapeType="1"/>
            </p:cNvSpPr>
            <p:nvPr/>
          </p:nvSpPr>
          <p:spPr bwMode="auto">
            <a:xfrm>
              <a:off x="3198" y="1809"/>
              <a:ext cx="785" cy="9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8" name="Line 29">
              <a:extLst>
                <a:ext uri="{FF2B5EF4-FFF2-40B4-BE49-F238E27FC236}">
                  <a16:creationId xmlns:a16="http://schemas.microsoft.com/office/drawing/2014/main" id="{37822F3E-403C-EA01-ED23-B12AC063A89F}"/>
                </a:ext>
              </a:extLst>
            </p:cNvPr>
            <p:cNvSpPr>
              <a:spLocks noChangeShapeType="1"/>
            </p:cNvSpPr>
            <p:nvPr/>
          </p:nvSpPr>
          <p:spPr bwMode="auto">
            <a:xfrm flipV="1">
              <a:off x="2225" y="1814"/>
              <a:ext cx="476" cy="7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79" name="Line 30">
              <a:extLst>
                <a:ext uri="{FF2B5EF4-FFF2-40B4-BE49-F238E27FC236}">
                  <a16:creationId xmlns:a16="http://schemas.microsoft.com/office/drawing/2014/main" id="{409C1B94-B255-7536-F652-BD01BEE937DE}"/>
                </a:ext>
              </a:extLst>
            </p:cNvPr>
            <p:cNvSpPr>
              <a:spLocks noChangeShapeType="1"/>
            </p:cNvSpPr>
            <p:nvPr/>
          </p:nvSpPr>
          <p:spPr bwMode="auto">
            <a:xfrm>
              <a:off x="2284" y="2318"/>
              <a:ext cx="327" cy="9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80" name="Line 31">
              <a:extLst>
                <a:ext uri="{FF2B5EF4-FFF2-40B4-BE49-F238E27FC236}">
                  <a16:creationId xmlns:a16="http://schemas.microsoft.com/office/drawing/2014/main" id="{1C6049EB-9025-2F88-8C25-554B73BF0182}"/>
                </a:ext>
              </a:extLst>
            </p:cNvPr>
            <p:cNvSpPr>
              <a:spLocks noChangeShapeType="1"/>
            </p:cNvSpPr>
            <p:nvPr/>
          </p:nvSpPr>
          <p:spPr bwMode="auto">
            <a:xfrm flipV="1">
              <a:off x="3120" y="2368"/>
              <a:ext cx="346" cy="4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81" name="Oval 32">
              <a:extLst>
                <a:ext uri="{FF2B5EF4-FFF2-40B4-BE49-F238E27FC236}">
                  <a16:creationId xmlns:a16="http://schemas.microsoft.com/office/drawing/2014/main" id="{B9678978-4DA1-FADC-207F-A61551EF2E27}"/>
                </a:ext>
              </a:extLst>
            </p:cNvPr>
            <p:cNvSpPr>
              <a:spLocks noChangeArrowheads="1"/>
            </p:cNvSpPr>
            <p:nvPr/>
          </p:nvSpPr>
          <p:spPr bwMode="auto">
            <a:xfrm>
              <a:off x="3448" y="2233"/>
              <a:ext cx="626" cy="259"/>
            </a:xfrm>
            <a:prstGeom prst="ellipse">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7</a:t>
              </a:r>
            </a:p>
          </p:txBody>
        </p:sp>
        <p:sp>
          <p:nvSpPr>
            <p:cNvPr id="386082" name="AutoShape 33">
              <a:extLst>
                <a:ext uri="{FF2B5EF4-FFF2-40B4-BE49-F238E27FC236}">
                  <a16:creationId xmlns:a16="http://schemas.microsoft.com/office/drawing/2014/main" id="{839763E8-1187-A9CD-FAFF-9FAE209EDE9F}"/>
                </a:ext>
              </a:extLst>
            </p:cNvPr>
            <p:cNvSpPr>
              <a:spLocks noChangeArrowheads="1"/>
            </p:cNvSpPr>
            <p:nvPr/>
          </p:nvSpPr>
          <p:spPr bwMode="auto">
            <a:xfrm>
              <a:off x="551" y="1277"/>
              <a:ext cx="755" cy="930"/>
            </a:xfrm>
            <a:prstGeom prst="wedgeRectCallout">
              <a:avLst>
                <a:gd name="adj1" fmla="val -2708"/>
                <a:gd name="adj2" fmla="val 64324"/>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1   -	</a:t>
              </a:r>
            </a:p>
            <a:p>
              <a:pPr>
                <a:buClrTx/>
                <a:buSzPct val="60000"/>
                <a:buFontTx/>
                <a:buNone/>
              </a:pPr>
              <a:r>
                <a:rPr lang="en-US" altLang="en-US" sz="900" b="1">
                  <a:solidFill>
                    <a:srgbClr val="000000"/>
                  </a:solidFill>
                </a:rPr>
                <a:t>2  2  B	</a:t>
              </a:r>
            </a:p>
            <a:p>
              <a:pPr>
                <a:buClrTx/>
                <a:buSzPct val="60000"/>
                <a:buFontTx/>
                <a:buNone/>
              </a:pPr>
              <a:r>
                <a:rPr lang="en-US" altLang="en-US" sz="900" b="1">
                  <a:solidFill>
                    <a:srgbClr val="000000"/>
                  </a:solidFill>
                </a:rPr>
                <a:t>3  3  E	</a:t>
              </a:r>
            </a:p>
            <a:p>
              <a:pPr>
                <a:buClrTx/>
                <a:buSzPct val="60000"/>
                <a:buFontTx/>
                <a:buNone/>
              </a:pPr>
              <a:r>
                <a:rPr lang="en-US" altLang="en-US" sz="900" b="1">
                  <a:solidFill>
                    <a:srgbClr val="000000"/>
                  </a:solidFill>
                </a:rPr>
                <a:t>4  2  E	</a:t>
              </a:r>
            </a:p>
            <a:p>
              <a:pPr>
                <a:buClrTx/>
                <a:buSzPct val="60000"/>
                <a:buFontTx/>
                <a:buNone/>
              </a:pPr>
              <a:r>
                <a:rPr lang="en-US" altLang="en-US" sz="900" b="1">
                  <a:solidFill>
                    <a:srgbClr val="000000"/>
                  </a:solidFill>
                </a:rPr>
                <a:t>5  1   -	</a:t>
              </a:r>
            </a:p>
            <a:p>
              <a:pPr>
                <a:buClrTx/>
                <a:buSzPct val="60000"/>
                <a:buFontTx/>
                <a:buNone/>
              </a:pPr>
              <a:r>
                <a:rPr lang="en-US" altLang="en-US" sz="900" b="1">
                  <a:solidFill>
                    <a:srgbClr val="000000"/>
                  </a:solidFill>
                </a:rPr>
                <a:t>6  1   -	</a:t>
              </a:r>
            </a:p>
            <a:p>
              <a:pPr>
                <a:buClrTx/>
                <a:buSzPct val="60000"/>
                <a:buFontTx/>
                <a:buNone/>
              </a:pPr>
              <a:r>
                <a:rPr lang="en-US" altLang="en-US" sz="900" b="1">
                  <a:solidFill>
                    <a:srgbClr val="000000"/>
                  </a:solidFill>
                </a:rPr>
                <a:t>7  2  F	</a:t>
              </a:r>
            </a:p>
            <a:p>
              <a:pPr>
                <a:buClrTx/>
                <a:buSzPct val="60000"/>
                <a:buFontTx/>
                <a:buNone/>
              </a:pPr>
              <a:endParaRPr lang="en-US" altLang="en-US" sz="900" b="1">
                <a:solidFill>
                  <a:srgbClr val="000000"/>
                </a:solidFill>
              </a:endParaRPr>
            </a:p>
          </p:txBody>
        </p:sp>
        <p:sp>
          <p:nvSpPr>
            <p:cNvPr id="386083" name="AutoShape 34">
              <a:extLst>
                <a:ext uri="{FF2B5EF4-FFF2-40B4-BE49-F238E27FC236}">
                  <a16:creationId xmlns:a16="http://schemas.microsoft.com/office/drawing/2014/main" id="{B5077A9E-3A0B-6E36-68BC-D5B864E3A456}"/>
                </a:ext>
              </a:extLst>
            </p:cNvPr>
            <p:cNvSpPr>
              <a:spLocks noChangeArrowheads="1"/>
            </p:cNvSpPr>
            <p:nvPr/>
          </p:nvSpPr>
          <p:spPr bwMode="auto">
            <a:xfrm>
              <a:off x="2701" y="721"/>
              <a:ext cx="755" cy="911"/>
            </a:xfrm>
            <a:prstGeom prst="wedgeRectCallout">
              <a:avLst>
                <a:gd name="adj1" fmla="val -2708"/>
                <a:gd name="adj2" fmla="val 64625"/>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1   -	</a:t>
              </a:r>
            </a:p>
            <a:p>
              <a:pPr>
                <a:buClrTx/>
                <a:buSzPct val="60000"/>
                <a:buFontTx/>
                <a:buNone/>
              </a:pPr>
              <a:r>
                <a:rPr lang="en-US" altLang="en-US" sz="900" b="1">
                  <a:solidFill>
                    <a:srgbClr val="000000"/>
                  </a:solidFill>
                </a:rPr>
                <a:t>2  1   -	</a:t>
              </a:r>
            </a:p>
            <a:p>
              <a:pPr>
                <a:buClrTx/>
                <a:buSzPct val="60000"/>
                <a:buFontTx/>
                <a:buNone/>
              </a:pPr>
              <a:r>
                <a:rPr lang="en-US" altLang="en-US" sz="900" b="1">
                  <a:solidFill>
                    <a:srgbClr val="000000"/>
                  </a:solidFill>
                </a:rPr>
                <a:t>3  2  C	</a:t>
              </a:r>
            </a:p>
            <a:p>
              <a:pPr>
                <a:buClrTx/>
                <a:buSzPct val="60000"/>
                <a:buFontTx/>
                <a:buNone/>
              </a:pPr>
              <a:r>
                <a:rPr lang="en-US" altLang="en-US" sz="900" b="1">
                  <a:solidFill>
                    <a:srgbClr val="000000"/>
                  </a:solidFill>
                </a:rPr>
                <a:t>4  3  A	</a:t>
              </a:r>
            </a:p>
            <a:p>
              <a:pPr>
                <a:buClrTx/>
                <a:buSzPct val="60000"/>
                <a:buFontTx/>
                <a:buNone/>
              </a:pPr>
              <a:r>
                <a:rPr lang="en-US" altLang="en-US" sz="900" b="1">
                  <a:solidFill>
                    <a:srgbClr val="000000"/>
                  </a:solidFill>
                </a:rPr>
                <a:t>5  2  A	</a:t>
              </a:r>
            </a:p>
            <a:p>
              <a:pPr>
                <a:buClrTx/>
                <a:buSzPct val="60000"/>
                <a:buFontTx/>
                <a:buNone/>
              </a:pPr>
              <a:r>
                <a:rPr lang="en-US" altLang="en-US" sz="900" b="1">
                  <a:solidFill>
                    <a:srgbClr val="000000"/>
                  </a:solidFill>
                </a:rPr>
                <a:t>6  2  A	</a:t>
              </a:r>
            </a:p>
            <a:p>
              <a:pPr>
                <a:buClrTx/>
                <a:buSzPct val="60000"/>
                <a:buFontTx/>
                <a:buNone/>
              </a:pPr>
              <a:r>
                <a:rPr lang="en-US" altLang="en-US" sz="900" b="1">
                  <a:solidFill>
                    <a:srgbClr val="000000"/>
                  </a:solidFill>
                </a:rPr>
                <a:t>7  3  A	</a:t>
              </a:r>
            </a:p>
            <a:p>
              <a:pPr>
                <a:buClrTx/>
                <a:buSzPct val="60000"/>
                <a:buFontTx/>
                <a:buNone/>
              </a:pPr>
              <a:endParaRPr lang="en-US" altLang="en-US" sz="900" b="1">
                <a:solidFill>
                  <a:srgbClr val="000000"/>
                </a:solidFill>
              </a:endParaRPr>
            </a:p>
          </p:txBody>
        </p:sp>
        <p:sp>
          <p:nvSpPr>
            <p:cNvPr id="386084" name="AutoShape 35">
              <a:extLst>
                <a:ext uri="{FF2B5EF4-FFF2-40B4-BE49-F238E27FC236}">
                  <a16:creationId xmlns:a16="http://schemas.microsoft.com/office/drawing/2014/main" id="{71C24590-D475-8C8B-DF19-0C33AA7DCB0A}"/>
                </a:ext>
              </a:extLst>
            </p:cNvPr>
            <p:cNvSpPr>
              <a:spLocks noChangeArrowheads="1"/>
            </p:cNvSpPr>
            <p:nvPr/>
          </p:nvSpPr>
          <p:spPr bwMode="auto">
            <a:xfrm>
              <a:off x="3977" y="848"/>
              <a:ext cx="755" cy="911"/>
            </a:xfrm>
            <a:prstGeom prst="wedgeRectCallout">
              <a:avLst>
                <a:gd name="adj1" fmla="val 49921"/>
                <a:gd name="adj2" fmla="val 10059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900" b="1">
                  <a:solidFill>
                    <a:srgbClr val="000000"/>
                  </a:solidFill>
                </a:rPr>
                <a:t>Routing table</a:t>
              </a:r>
            </a:p>
            <a:p>
              <a:pPr algn="ct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2  B	</a:t>
              </a:r>
            </a:p>
            <a:p>
              <a:pPr>
                <a:buClrTx/>
                <a:buSzPct val="60000"/>
                <a:buFontTx/>
                <a:buNone/>
              </a:pPr>
              <a:r>
                <a:rPr lang="en-US" altLang="en-US" sz="900" b="1">
                  <a:solidFill>
                    <a:srgbClr val="000000"/>
                  </a:solidFill>
                </a:rPr>
                <a:t>2  1   -	</a:t>
              </a:r>
            </a:p>
            <a:p>
              <a:pPr>
                <a:buClrTx/>
                <a:buSzPct val="60000"/>
                <a:buFontTx/>
                <a:buNone/>
              </a:pPr>
              <a:r>
                <a:rPr lang="en-US" altLang="en-US" sz="900" b="1">
                  <a:solidFill>
                    <a:srgbClr val="000000"/>
                  </a:solidFill>
                </a:rPr>
                <a:t>3  1   -	</a:t>
              </a:r>
            </a:p>
            <a:p>
              <a:pPr>
                <a:buClrTx/>
                <a:buSzPct val="60000"/>
                <a:buFontTx/>
                <a:buNone/>
              </a:pPr>
              <a:r>
                <a:rPr lang="en-US" altLang="en-US" sz="900" b="1">
                  <a:solidFill>
                    <a:srgbClr val="000000"/>
                  </a:solidFill>
                </a:rPr>
                <a:t>4  2  D	</a:t>
              </a:r>
            </a:p>
            <a:p>
              <a:pPr>
                <a:buClrTx/>
                <a:buSzPct val="60000"/>
                <a:buFontTx/>
                <a:buNone/>
              </a:pPr>
              <a:r>
                <a:rPr lang="en-US" altLang="en-US" sz="900" b="1">
                  <a:solidFill>
                    <a:srgbClr val="000000"/>
                  </a:solidFill>
                </a:rPr>
                <a:t>5  3  D	</a:t>
              </a:r>
            </a:p>
            <a:p>
              <a:pPr>
                <a:buClrTx/>
                <a:buSzPct val="60000"/>
                <a:buFontTx/>
                <a:buNone/>
              </a:pPr>
              <a:r>
                <a:rPr lang="en-US" altLang="en-US" sz="900" b="1">
                  <a:solidFill>
                    <a:srgbClr val="000000"/>
                  </a:solidFill>
                </a:rPr>
                <a:t>6  3  B	</a:t>
              </a:r>
            </a:p>
            <a:p>
              <a:pPr>
                <a:buClrTx/>
                <a:buSzPct val="60000"/>
                <a:buFontTx/>
                <a:buNone/>
              </a:pPr>
              <a:r>
                <a:rPr lang="en-US" altLang="en-US" sz="900" b="1">
                  <a:solidFill>
                    <a:srgbClr val="000000"/>
                  </a:solidFill>
                </a:rPr>
                <a:t>7  4  B	</a:t>
              </a:r>
            </a:p>
            <a:p>
              <a:pPr>
                <a:buClrTx/>
                <a:buSzPct val="60000"/>
                <a:buFontTx/>
                <a:buNone/>
              </a:pPr>
              <a:endParaRPr lang="en-US" altLang="en-US" sz="900" b="1">
                <a:solidFill>
                  <a:srgbClr val="000000"/>
                </a:solidFill>
              </a:endParaRPr>
            </a:p>
            <a:p>
              <a:pPr>
                <a:buClrTx/>
                <a:buSzPct val="60000"/>
                <a:buFontTx/>
                <a:buNone/>
              </a:pPr>
              <a:endParaRPr lang="en-US" altLang="en-US" sz="900" b="1">
                <a:solidFill>
                  <a:srgbClr val="000000"/>
                </a:solidFill>
              </a:endParaRPr>
            </a:p>
          </p:txBody>
        </p:sp>
        <p:sp>
          <p:nvSpPr>
            <p:cNvPr id="386085" name="AutoShape 36">
              <a:extLst>
                <a:ext uri="{FF2B5EF4-FFF2-40B4-BE49-F238E27FC236}">
                  <a16:creationId xmlns:a16="http://schemas.microsoft.com/office/drawing/2014/main" id="{03BE29A6-BF7D-E4AC-E639-5F5E979413A0}"/>
                </a:ext>
              </a:extLst>
            </p:cNvPr>
            <p:cNvSpPr>
              <a:spLocks noChangeArrowheads="1"/>
            </p:cNvSpPr>
            <p:nvPr/>
          </p:nvSpPr>
          <p:spPr bwMode="auto">
            <a:xfrm>
              <a:off x="4481" y="3211"/>
              <a:ext cx="755" cy="938"/>
            </a:xfrm>
            <a:prstGeom prst="wedgeRectCallout">
              <a:avLst>
                <a:gd name="adj1" fmla="val -102708"/>
                <a:gd name="adj2" fmla="val -35759"/>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3  E	</a:t>
              </a:r>
            </a:p>
            <a:p>
              <a:pPr>
                <a:buClrTx/>
                <a:buSzPct val="60000"/>
                <a:buFontTx/>
                <a:buNone/>
              </a:pPr>
              <a:r>
                <a:rPr lang="en-US" altLang="en-US" sz="900" b="1">
                  <a:solidFill>
                    <a:srgbClr val="000000"/>
                  </a:solidFill>
                </a:rPr>
                <a:t>2  2  C	</a:t>
              </a:r>
            </a:p>
            <a:p>
              <a:pPr>
                <a:buClrTx/>
                <a:buSzPct val="60000"/>
                <a:buFontTx/>
                <a:buNone/>
              </a:pPr>
              <a:r>
                <a:rPr lang="en-US" altLang="en-US" sz="900" b="1">
                  <a:solidFill>
                    <a:srgbClr val="000000"/>
                  </a:solidFill>
                </a:rPr>
                <a:t>3  1   -	</a:t>
              </a:r>
            </a:p>
            <a:p>
              <a:pPr>
                <a:buClrTx/>
                <a:buSzPct val="60000"/>
                <a:buFontTx/>
                <a:buNone/>
              </a:pPr>
              <a:r>
                <a:rPr lang="en-US" altLang="en-US" sz="900" b="1">
                  <a:solidFill>
                    <a:srgbClr val="000000"/>
                  </a:solidFill>
                </a:rPr>
                <a:t>4  1   -	</a:t>
              </a:r>
            </a:p>
            <a:p>
              <a:pPr>
                <a:buClrTx/>
                <a:buSzPct val="60000"/>
                <a:buFontTx/>
                <a:buNone/>
              </a:pPr>
              <a:r>
                <a:rPr lang="en-US" altLang="en-US" sz="900" b="1">
                  <a:solidFill>
                    <a:srgbClr val="000000"/>
                  </a:solidFill>
                </a:rPr>
                <a:t>5  2  E	</a:t>
              </a:r>
            </a:p>
            <a:p>
              <a:pPr>
                <a:buClrTx/>
                <a:buSzPct val="60000"/>
                <a:buFontTx/>
                <a:buNone/>
              </a:pPr>
              <a:r>
                <a:rPr lang="en-US" altLang="en-US" sz="900" b="1">
                  <a:solidFill>
                    <a:srgbClr val="000000"/>
                  </a:solidFill>
                </a:rPr>
                <a:t>6  3  E	</a:t>
              </a:r>
            </a:p>
            <a:p>
              <a:pPr>
                <a:buClrTx/>
                <a:buSzPct val="60000"/>
                <a:buFontTx/>
                <a:buNone/>
              </a:pPr>
              <a:r>
                <a:rPr lang="en-US" altLang="en-US" sz="900" b="1">
                  <a:solidFill>
                    <a:srgbClr val="000000"/>
                  </a:solidFill>
                </a:rPr>
                <a:t>7  4  E	</a:t>
              </a:r>
            </a:p>
            <a:p>
              <a:pPr>
                <a:buClrTx/>
                <a:buSzPct val="60000"/>
                <a:buFontTx/>
                <a:buNone/>
              </a:pPr>
              <a:endParaRPr lang="en-US" altLang="en-US" sz="900" b="1">
                <a:solidFill>
                  <a:srgbClr val="000000"/>
                </a:solidFill>
              </a:endParaRPr>
            </a:p>
          </p:txBody>
        </p:sp>
        <p:sp>
          <p:nvSpPr>
            <p:cNvPr id="386086" name="AutoShape 37">
              <a:extLst>
                <a:ext uri="{FF2B5EF4-FFF2-40B4-BE49-F238E27FC236}">
                  <a16:creationId xmlns:a16="http://schemas.microsoft.com/office/drawing/2014/main" id="{131E484D-2DB7-5F49-B793-01E8CB51CA19}"/>
                </a:ext>
              </a:extLst>
            </p:cNvPr>
            <p:cNvSpPr>
              <a:spLocks noChangeArrowheads="1"/>
            </p:cNvSpPr>
            <p:nvPr/>
          </p:nvSpPr>
          <p:spPr bwMode="auto">
            <a:xfrm>
              <a:off x="1571" y="3485"/>
              <a:ext cx="636" cy="912"/>
            </a:xfrm>
            <a:prstGeom prst="wedgeRectCallout">
              <a:avLst>
                <a:gd name="adj1" fmla="val -75347"/>
                <a:gd name="adj2" fmla="val -63838"/>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Routing table</a:t>
              </a:r>
            </a:p>
            <a:p>
              <a:pPr>
                <a:buClrTx/>
                <a:buSzPct val="60000"/>
                <a:buFontTx/>
                <a:buNone/>
              </a:pPr>
              <a:endParaRPr lang="en-US" altLang="en-US" sz="900" b="1">
                <a:solidFill>
                  <a:srgbClr val="000000"/>
                </a:solidFill>
              </a:endParaRPr>
            </a:p>
            <a:p>
              <a:pPr>
                <a:buClrTx/>
                <a:buSzPct val="60000"/>
                <a:buFontTx/>
                <a:buNone/>
              </a:pPr>
              <a:r>
                <a:rPr lang="en-US" altLang="en-US" sz="900" b="1">
                  <a:solidFill>
                    <a:srgbClr val="000000"/>
                  </a:solidFill>
                </a:rPr>
                <a:t>1  2  A	</a:t>
              </a:r>
            </a:p>
            <a:p>
              <a:pPr>
                <a:buClrTx/>
                <a:buSzPct val="60000"/>
                <a:buFontTx/>
                <a:buNone/>
              </a:pPr>
              <a:r>
                <a:rPr lang="en-US" altLang="en-US" sz="900" b="1">
                  <a:solidFill>
                    <a:srgbClr val="000000"/>
                  </a:solidFill>
                </a:rPr>
                <a:t>2  3  A	</a:t>
              </a:r>
            </a:p>
            <a:p>
              <a:pPr>
                <a:buClrTx/>
                <a:buSzPct val="60000"/>
                <a:buFontTx/>
                <a:buNone/>
              </a:pPr>
              <a:r>
                <a:rPr lang="en-US" altLang="en-US" sz="900" b="1">
                  <a:solidFill>
                    <a:srgbClr val="000000"/>
                  </a:solidFill>
                </a:rPr>
                <a:t>3  2  D	</a:t>
              </a:r>
            </a:p>
            <a:p>
              <a:pPr>
                <a:buClrTx/>
                <a:buSzPct val="60000"/>
                <a:buFontTx/>
                <a:buNone/>
              </a:pPr>
              <a:r>
                <a:rPr lang="en-US" altLang="en-US" sz="900" b="1">
                  <a:solidFill>
                    <a:srgbClr val="000000"/>
                  </a:solidFill>
                </a:rPr>
                <a:t>4  1   -	</a:t>
              </a:r>
            </a:p>
            <a:p>
              <a:pPr>
                <a:buClrTx/>
                <a:buSzPct val="60000"/>
                <a:buFontTx/>
                <a:buNone/>
              </a:pPr>
              <a:r>
                <a:rPr lang="en-US" altLang="en-US" sz="900" b="1">
                  <a:solidFill>
                    <a:srgbClr val="000000"/>
                  </a:solidFill>
                </a:rPr>
                <a:t>5  1  -	</a:t>
              </a:r>
            </a:p>
            <a:p>
              <a:pPr>
                <a:buClrTx/>
                <a:buSzPct val="60000"/>
                <a:buFontTx/>
                <a:buNone/>
              </a:pPr>
              <a:r>
                <a:rPr lang="en-US" altLang="en-US" sz="900" b="1">
                  <a:solidFill>
                    <a:srgbClr val="000000"/>
                  </a:solidFill>
                </a:rPr>
                <a:t>6  2  A	</a:t>
              </a:r>
            </a:p>
            <a:p>
              <a:pPr>
                <a:buClrTx/>
                <a:buSzPct val="60000"/>
                <a:buFontTx/>
                <a:buNone/>
              </a:pPr>
              <a:r>
                <a:rPr lang="en-US" altLang="en-US" sz="900" b="1">
                  <a:solidFill>
                    <a:srgbClr val="000000"/>
                  </a:solidFill>
                </a:rPr>
                <a:t>7  3  A	</a:t>
              </a:r>
            </a:p>
            <a:p>
              <a:pPr>
                <a:buClrTx/>
                <a:buSzPct val="60000"/>
                <a:buFontTx/>
                <a:buNone/>
              </a:pPr>
              <a:endParaRPr lang="en-US" altLang="en-US" sz="900" b="1">
                <a:solidFill>
                  <a:srgbClr val="000000"/>
                </a:solidFill>
              </a:endParaRPr>
            </a:p>
          </p:txBody>
        </p:sp>
        <p:sp>
          <p:nvSpPr>
            <p:cNvPr id="386087" name="AutoShape 38">
              <a:extLst>
                <a:ext uri="{FF2B5EF4-FFF2-40B4-BE49-F238E27FC236}">
                  <a16:creationId xmlns:a16="http://schemas.microsoft.com/office/drawing/2014/main" id="{C027A0C0-749F-4B99-0521-0D07033EB1D7}"/>
                </a:ext>
              </a:extLst>
            </p:cNvPr>
            <p:cNvSpPr>
              <a:spLocks noChangeArrowheads="1"/>
            </p:cNvSpPr>
            <p:nvPr/>
          </p:nvSpPr>
          <p:spPr bwMode="auto">
            <a:xfrm>
              <a:off x="2525" y="2499"/>
              <a:ext cx="834" cy="780"/>
            </a:xfrm>
            <a:prstGeom prst="wedgeRectCallout">
              <a:avLst>
                <a:gd name="adj1" fmla="val -7213"/>
                <a:gd name="adj2" fmla="val -53759"/>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900" b="1">
                  <a:solidFill>
                    <a:srgbClr val="000000"/>
                  </a:solidFill>
                </a:rPr>
                <a:t>Routing table</a:t>
              </a:r>
            </a:p>
            <a:p>
              <a:pPr>
                <a:buClrTx/>
                <a:buSzPct val="60000"/>
                <a:buFontTx/>
                <a:buNone/>
              </a:pPr>
              <a:r>
                <a:rPr lang="en-US" altLang="en-US" sz="900" b="1">
                  <a:solidFill>
                    <a:srgbClr val="000000"/>
                  </a:solidFill>
                </a:rPr>
                <a:t>1  2  A	</a:t>
              </a:r>
            </a:p>
            <a:p>
              <a:pPr>
                <a:buClrTx/>
                <a:buSzPct val="60000"/>
                <a:buFontTx/>
                <a:buNone/>
              </a:pPr>
              <a:r>
                <a:rPr lang="en-US" altLang="en-US" sz="900" b="1">
                  <a:solidFill>
                    <a:srgbClr val="000000"/>
                  </a:solidFill>
                </a:rPr>
                <a:t>2  3  A	</a:t>
              </a:r>
            </a:p>
            <a:p>
              <a:pPr>
                <a:buClrTx/>
                <a:buSzPct val="60000"/>
                <a:buFontTx/>
                <a:buNone/>
              </a:pPr>
              <a:r>
                <a:rPr lang="en-US" altLang="en-US" sz="900" b="1">
                  <a:solidFill>
                    <a:srgbClr val="000000"/>
                  </a:solidFill>
                </a:rPr>
                <a:t>3  4  A	</a:t>
              </a:r>
            </a:p>
            <a:p>
              <a:pPr>
                <a:buClrTx/>
                <a:buSzPct val="60000"/>
                <a:buFontTx/>
                <a:buNone/>
              </a:pPr>
              <a:r>
                <a:rPr lang="en-US" altLang="en-US" sz="900" b="1">
                  <a:solidFill>
                    <a:srgbClr val="000000"/>
                  </a:solidFill>
                </a:rPr>
                <a:t>4  3  A	</a:t>
              </a:r>
            </a:p>
            <a:p>
              <a:pPr>
                <a:buClrTx/>
                <a:buSzPct val="60000"/>
                <a:buFontTx/>
                <a:buNone/>
              </a:pPr>
              <a:r>
                <a:rPr lang="en-US" altLang="en-US" sz="900" b="1">
                  <a:solidFill>
                    <a:srgbClr val="000000"/>
                  </a:solidFill>
                </a:rPr>
                <a:t>5  2  A	</a:t>
              </a:r>
            </a:p>
            <a:p>
              <a:pPr>
                <a:buClrTx/>
                <a:buSzPct val="60000"/>
                <a:buFontTx/>
                <a:buNone/>
              </a:pPr>
              <a:r>
                <a:rPr lang="en-US" altLang="en-US" sz="900" b="1">
                  <a:solidFill>
                    <a:srgbClr val="000000"/>
                  </a:solidFill>
                </a:rPr>
                <a:t>6  1  -	</a:t>
              </a:r>
            </a:p>
            <a:p>
              <a:pPr>
                <a:buClrTx/>
                <a:buSzPct val="60000"/>
                <a:buFontTx/>
                <a:buNone/>
              </a:pPr>
              <a:r>
                <a:rPr lang="en-US" altLang="en-US" sz="900" b="1">
                  <a:solidFill>
                    <a:srgbClr val="000000"/>
                  </a:solidFill>
                </a:rPr>
                <a:t>7  1  -	</a:t>
              </a:r>
            </a:p>
            <a:p>
              <a:pPr>
                <a:buClrTx/>
                <a:buSzPct val="60000"/>
                <a:buFontTx/>
                <a:buNone/>
              </a:pPr>
              <a:endParaRPr lang="en-US" altLang="en-US" sz="900" b="1">
                <a:solidFill>
                  <a:srgbClr val="000000"/>
                </a:solidFill>
              </a:endParaRPr>
            </a:p>
          </p:txBody>
        </p:sp>
        <p:sp>
          <p:nvSpPr>
            <p:cNvPr id="386088" name="Line 39">
              <a:extLst>
                <a:ext uri="{FF2B5EF4-FFF2-40B4-BE49-F238E27FC236}">
                  <a16:creationId xmlns:a16="http://schemas.microsoft.com/office/drawing/2014/main" id="{DE667FEB-80F1-D3B0-4CE2-43AA57FCD51F}"/>
                </a:ext>
              </a:extLst>
            </p:cNvPr>
            <p:cNvSpPr>
              <a:spLocks noChangeShapeType="1"/>
            </p:cNvSpPr>
            <p:nvPr/>
          </p:nvSpPr>
          <p:spPr bwMode="auto">
            <a:xfrm>
              <a:off x="541" y="1469"/>
              <a:ext cx="76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89" name="Line 40">
              <a:extLst>
                <a:ext uri="{FF2B5EF4-FFF2-40B4-BE49-F238E27FC236}">
                  <a16:creationId xmlns:a16="http://schemas.microsoft.com/office/drawing/2014/main" id="{0E46E34E-8BE5-6C94-AD4E-A6F94FBE680E}"/>
                </a:ext>
              </a:extLst>
            </p:cNvPr>
            <p:cNvSpPr>
              <a:spLocks noChangeShapeType="1"/>
            </p:cNvSpPr>
            <p:nvPr/>
          </p:nvSpPr>
          <p:spPr bwMode="auto">
            <a:xfrm>
              <a:off x="2705" y="910"/>
              <a:ext cx="76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90" name="Line 41">
              <a:extLst>
                <a:ext uri="{FF2B5EF4-FFF2-40B4-BE49-F238E27FC236}">
                  <a16:creationId xmlns:a16="http://schemas.microsoft.com/office/drawing/2014/main" id="{191D8A73-BF07-B4D4-BD92-96915544FE5A}"/>
                </a:ext>
              </a:extLst>
            </p:cNvPr>
            <p:cNvSpPr>
              <a:spLocks noChangeShapeType="1"/>
            </p:cNvSpPr>
            <p:nvPr/>
          </p:nvSpPr>
          <p:spPr bwMode="auto">
            <a:xfrm>
              <a:off x="3992" y="1035"/>
              <a:ext cx="74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91" name="Line 42">
              <a:extLst>
                <a:ext uri="{FF2B5EF4-FFF2-40B4-BE49-F238E27FC236}">
                  <a16:creationId xmlns:a16="http://schemas.microsoft.com/office/drawing/2014/main" id="{A923636A-7982-9724-595A-2C6FDD1A6C52}"/>
                </a:ext>
              </a:extLst>
            </p:cNvPr>
            <p:cNvSpPr>
              <a:spLocks noChangeShapeType="1"/>
            </p:cNvSpPr>
            <p:nvPr/>
          </p:nvSpPr>
          <p:spPr bwMode="auto">
            <a:xfrm>
              <a:off x="2586" y="2048"/>
              <a:ext cx="117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92" name="Line 43">
              <a:extLst>
                <a:ext uri="{FF2B5EF4-FFF2-40B4-BE49-F238E27FC236}">
                  <a16:creationId xmlns:a16="http://schemas.microsoft.com/office/drawing/2014/main" id="{3A809344-BBA4-2C0E-17E1-C2748A0F27C6}"/>
                </a:ext>
              </a:extLst>
            </p:cNvPr>
            <p:cNvSpPr>
              <a:spLocks noChangeShapeType="1"/>
            </p:cNvSpPr>
            <p:nvPr/>
          </p:nvSpPr>
          <p:spPr bwMode="auto">
            <a:xfrm>
              <a:off x="4492" y="3383"/>
              <a:ext cx="74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93" name="Line 44">
              <a:extLst>
                <a:ext uri="{FF2B5EF4-FFF2-40B4-BE49-F238E27FC236}">
                  <a16:creationId xmlns:a16="http://schemas.microsoft.com/office/drawing/2014/main" id="{7237344E-193F-DAE7-4CE7-599FB68E22F3}"/>
                </a:ext>
              </a:extLst>
            </p:cNvPr>
            <p:cNvSpPr>
              <a:spLocks noChangeShapeType="1"/>
            </p:cNvSpPr>
            <p:nvPr/>
          </p:nvSpPr>
          <p:spPr bwMode="auto">
            <a:xfrm>
              <a:off x="1572" y="3660"/>
              <a:ext cx="645"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386094" name="Line 45">
              <a:extLst>
                <a:ext uri="{FF2B5EF4-FFF2-40B4-BE49-F238E27FC236}">
                  <a16:creationId xmlns:a16="http://schemas.microsoft.com/office/drawing/2014/main" id="{A9339AAC-87A8-5422-88C5-5F2684848C2B}"/>
                </a:ext>
              </a:extLst>
            </p:cNvPr>
            <p:cNvSpPr>
              <a:spLocks noChangeShapeType="1"/>
            </p:cNvSpPr>
            <p:nvPr/>
          </p:nvSpPr>
          <p:spPr bwMode="auto">
            <a:xfrm>
              <a:off x="2523" y="2618"/>
              <a:ext cx="86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Text Box 1">
            <a:extLst>
              <a:ext uri="{FF2B5EF4-FFF2-40B4-BE49-F238E27FC236}">
                <a16:creationId xmlns:a16="http://schemas.microsoft.com/office/drawing/2014/main" id="{353CE2E9-E70A-1BC6-096E-B1285DBBAC9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8099" name="Text Box 2">
            <a:extLst>
              <a:ext uri="{FF2B5EF4-FFF2-40B4-BE49-F238E27FC236}">
                <a16:creationId xmlns:a16="http://schemas.microsoft.com/office/drawing/2014/main" id="{60AF739F-6A9D-06D0-DD71-21C526F49C3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F6F394-7177-4BB8-BC2B-66F6F8152730}" type="slidenum">
              <a:rPr lang="en-US" altLang="en-US" sz="1400">
                <a:solidFill>
                  <a:srgbClr val="000000"/>
                </a:solidFill>
              </a:rPr>
              <a:pPr algn="r" eaLnBrk="1" hangingPunct="1">
                <a:buClrTx/>
                <a:buSzPct val="60000"/>
                <a:buFontTx/>
                <a:buNone/>
              </a:pPr>
              <a:t>236</a:t>
            </a:fld>
            <a:endParaRPr lang="en-US" altLang="en-US" sz="1400">
              <a:solidFill>
                <a:srgbClr val="000000"/>
              </a:solidFill>
            </a:endParaRPr>
          </a:p>
        </p:txBody>
      </p:sp>
      <p:sp>
        <p:nvSpPr>
          <p:cNvPr id="388100" name="Text Box 3">
            <a:extLst>
              <a:ext uri="{FF2B5EF4-FFF2-40B4-BE49-F238E27FC236}">
                <a16:creationId xmlns:a16="http://schemas.microsoft.com/office/drawing/2014/main" id="{201E5B38-4F45-EB48-D0F8-368F26D8A3E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What is RIP then?</a:t>
            </a:r>
          </a:p>
        </p:txBody>
      </p:sp>
      <p:sp>
        <p:nvSpPr>
          <p:cNvPr id="388101" name="Text Box 4">
            <a:extLst>
              <a:ext uri="{FF2B5EF4-FFF2-40B4-BE49-F238E27FC236}">
                <a16:creationId xmlns:a16="http://schemas.microsoft.com/office/drawing/2014/main" id="{86B8F621-C723-E8D3-17A6-5E4D9B90E1E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3200" dirty="0">
                <a:solidFill>
                  <a:srgbClr val="000000"/>
                </a:solidFill>
              </a:rPr>
              <a:t>RIP provides RIP request and RIP response packet formats for sharing information across routers</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dirty="0">
                <a:solidFill>
                  <a:srgbClr val="000000"/>
                </a:solidFill>
              </a:rPr>
              <a:t>RIP request: New router asks for information</a:t>
            </a:r>
          </a:p>
          <a:p>
            <a:pPr lvl="1" eaLnBrk="1" hangingPunct="1">
              <a:lnSpc>
                <a:spcPct val="90000"/>
              </a:lnSpc>
              <a:spcBef>
                <a:spcPts val="700"/>
              </a:spcBef>
              <a:buClr>
                <a:srgbClr val="FF0000"/>
              </a:buClr>
              <a:buSzPct val="55000"/>
              <a:buFont typeface="Wingdings" panose="05000000000000000000" pitchFamily="2" charset="2"/>
              <a:buChar char=""/>
            </a:pPr>
            <a:r>
              <a:rPr lang="en-US" altLang="en-US" sz="2800" dirty="0">
                <a:solidFill>
                  <a:srgbClr val="000000"/>
                </a:solidFill>
              </a:rPr>
              <a:t>RIP response: Information about routes (Can be solicited or unsolicited)</a:t>
            </a:r>
          </a:p>
          <a:p>
            <a:pPr eaLnBrk="1" hangingPunct="1">
              <a:lnSpc>
                <a:spcPct val="90000"/>
              </a:lnSpc>
              <a:spcBef>
                <a:spcPts val="800"/>
              </a:spcBef>
              <a:buClr>
                <a:srgbClr val="3333CC"/>
              </a:buClr>
              <a:buSzPct val="60000"/>
              <a:buFont typeface="Wingdings" panose="05000000000000000000" pitchFamily="2" charset="2"/>
              <a:buChar char=""/>
            </a:pPr>
            <a:r>
              <a:rPr lang="en-US" altLang="en-US" sz="3200" dirty="0">
                <a:solidFill>
                  <a:srgbClr val="000000"/>
                </a:solidFill>
              </a:rPr>
              <a:t>RIP messages are encapsulated inside UDP packets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Text Box 1">
            <a:extLst>
              <a:ext uri="{FF2B5EF4-FFF2-40B4-BE49-F238E27FC236}">
                <a16:creationId xmlns:a16="http://schemas.microsoft.com/office/drawing/2014/main" id="{353CE2E9-E70A-1BC6-096E-B1285DBBAC9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8099" name="Text Box 2">
            <a:extLst>
              <a:ext uri="{FF2B5EF4-FFF2-40B4-BE49-F238E27FC236}">
                <a16:creationId xmlns:a16="http://schemas.microsoft.com/office/drawing/2014/main" id="{60AF739F-6A9D-06D0-DD71-21C526F49C3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F6F394-7177-4BB8-BC2B-66F6F8152730}" type="slidenum">
              <a:rPr lang="en-US" altLang="en-US" sz="1400">
                <a:solidFill>
                  <a:srgbClr val="000000"/>
                </a:solidFill>
              </a:rPr>
              <a:pPr algn="r" eaLnBrk="1" hangingPunct="1">
                <a:buClrTx/>
                <a:buSzPct val="60000"/>
                <a:buFontTx/>
                <a:buNone/>
              </a:pPr>
              <a:t>237</a:t>
            </a:fld>
            <a:endParaRPr lang="en-US" altLang="en-US" sz="1400">
              <a:solidFill>
                <a:srgbClr val="000000"/>
              </a:solidFill>
            </a:endParaRPr>
          </a:p>
        </p:txBody>
      </p:sp>
      <p:sp>
        <p:nvSpPr>
          <p:cNvPr id="388100" name="Text Box 3">
            <a:extLst>
              <a:ext uri="{FF2B5EF4-FFF2-40B4-BE49-F238E27FC236}">
                <a16:creationId xmlns:a16="http://schemas.microsoft.com/office/drawing/2014/main" id="{201E5B38-4F45-EB48-D0F8-368F26D8A3E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IGRP and EIGRP</a:t>
            </a:r>
          </a:p>
        </p:txBody>
      </p:sp>
      <p:sp>
        <p:nvSpPr>
          <p:cNvPr id="388101" name="Text Box 4">
            <a:extLst>
              <a:ext uri="{FF2B5EF4-FFF2-40B4-BE49-F238E27FC236}">
                <a16:creationId xmlns:a16="http://schemas.microsoft.com/office/drawing/2014/main" id="{86B8F621-C723-E8D3-17A6-5E4D9B90E1E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The </a:t>
            </a:r>
            <a:r>
              <a:rPr lang="en-US" altLang="en-US" sz="2000" b="1" dirty="0">
                <a:solidFill>
                  <a:srgbClr val="000000"/>
                </a:solidFill>
              </a:rPr>
              <a:t>Interior Gateway Routing Protocol (IGRP) </a:t>
            </a:r>
            <a:r>
              <a:rPr lang="en-US" altLang="en-US" sz="2000" dirty="0">
                <a:solidFill>
                  <a:srgbClr val="000000"/>
                </a:solidFill>
              </a:rPr>
              <a:t>is a distance-vector routing protocol.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IGRP has been superseded by </a:t>
            </a:r>
            <a:r>
              <a:rPr lang="en-US" altLang="en-US" sz="2000" b="1" dirty="0">
                <a:solidFill>
                  <a:srgbClr val="000000"/>
                </a:solidFill>
              </a:rPr>
              <a:t>Enhanced IGRP (EIGRP)</a:t>
            </a:r>
            <a:r>
              <a:rPr lang="en-US" altLang="en-US" sz="2000" dirty="0">
                <a:solidFill>
                  <a:srgbClr val="000000"/>
                </a:solidFill>
              </a:rPr>
              <a:t>, which has many new features.</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IGRP and EIGRP have a compound metric that takes into account several factors, such as link bandwidth and latency.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As such, IGRP is superior to RIP, which takes into account only the hop count, and RIPv2, which uses both hop count and bandwidth.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In addition to the compound metric, which allows better route selection, IGRP tends to have better convergence times, meaning that routing stabilizes more quickly after a network disruption.</a:t>
            </a:r>
          </a:p>
        </p:txBody>
      </p:sp>
    </p:spTree>
    <p:extLst>
      <p:ext uri="{BB962C8B-B14F-4D97-AF65-F5344CB8AC3E}">
        <p14:creationId xmlns:p14="http://schemas.microsoft.com/office/powerpoint/2010/main" val="187394331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Text Box 1">
            <a:extLst>
              <a:ext uri="{FF2B5EF4-FFF2-40B4-BE49-F238E27FC236}">
                <a16:creationId xmlns:a16="http://schemas.microsoft.com/office/drawing/2014/main" id="{353CE2E9-E70A-1BC6-096E-B1285DBBAC9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8099" name="Text Box 2">
            <a:extLst>
              <a:ext uri="{FF2B5EF4-FFF2-40B4-BE49-F238E27FC236}">
                <a16:creationId xmlns:a16="http://schemas.microsoft.com/office/drawing/2014/main" id="{60AF739F-6A9D-06D0-DD71-21C526F49C3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F6F394-7177-4BB8-BC2B-66F6F8152730}" type="slidenum">
              <a:rPr lang="en-US" altLang="en-US" sz="1400">
                <a:solidFill>
                  <a:srgbClr val="000000"/>
                </a:solidFill>
              </a:rPr>
              <a:pPr algn="r" eaLnBrk="1" hangingPunct="1">
                <a:buClrTx/>
                <a:buSzPct val="60000"/>
                <a:buFontTx/>
                <a:buNone/>
              </a:pPr>
              <a:t>238</a:t>
            </a:fld>
            <a:endParaRPr lang="en-US" altLang="en-US" sz="1400">
              <a:solidFill>
                <a:srgbClr val="000000"/>
              </a:solidFill>
            </a:endParaRPr>
          </a:p>
        </p:txBody>
      </p:sp>
      <p:sp>
        <p:nvSpPr>
          <p:cNvPr id="388100" name="Text Box 3">
            <a:extLst>
              <a:ext uri="{FF2B5EF4-FFF2-40B4-BE49-F238E27FC236}">
                <a16:creationId xmlns:a16="http://schemas.microsoft.com/office/drawing/2014/main" id="{201E5B38-4F45-EB48-D0F8-368F26D8A3E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Drawbacks</a:t>
            </a:r>
          </a:p>
        </p:txBody>
      </p:sp>
      <p:sp>
        <p:nvSpPr>
          <p:cNvPr id="388101" name="Text Box 4">
            <a:extLst>
              <a:ext uri="{FF2B5EF4-FFF2-40B4-BE49-F238E27FC236}">
                <a16:creationId xmlns:a16="http://schemas.microsoft.com/office/drawing/2014/main" id="{86B8F621-C723-E8D3-17A6-5E4D9B90E1E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The biggest drawback of IGRP (and EIGRP) is that it’s a proprietary protocol, which means it is implemented only by Cisco routers.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If all you have on your network are Cisco devices, using IGRP is not a problem.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However, if you have a multivendor environment, you’ll be forced to use multiple routing protocols or to agree on a protocol (such as RIP or OSPF) that is supported by all your vendors. </a:t>
            </a:r>
          </a:p>
          <a:p>
            <a:pPr eaLnBrk="1" hangingPunct="1">
              <a:lnSpc>
                <a:spcPct val="90000"/>
              </a:lnSpc>
              <a:spcBef>
                <a:spcPts val="800"/>
              </a:spcBef>
              <a:buClr>
                <a:srgbClr val="3333CC"/>
              </a:buClr>
              <a:buSzPct val="60000"/>
              <a:buFont typeface="Wingdings" panose="05000000000000000000" pitchFamily="2" charset="2"/>
              <a:buChar char=""/>
            </a:pPr>
            <a:r>
              <a:rPr lang="en-US" altLang="en-US" sz="2000" dirty="0">
                <a:solidFill>
                  <a:srgbClr val="000000"/>
                </a:solidFill>
              </a:rPr>
              <a:t>Another disadvantage is that IGRP (like RIP) broadcasts the entire routing table, which can consume a lot of network bandwidth.</a:t>
            </a:r>
          </a:p>
        </p:txBody>
      </p:sp>
    </p:spTree>
    <p:extLst>
      <p:ext uri="{BB962C8B-B14F-4D97-AF65-F5344CB8AC3E}">
        <p14:creationId xmlns:p14="http://schemas.microsoft.com/office/powerpoint/2010/main" val="184288740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Text Box 1">
            <a:extLst>
              <a:ext uri="{FF2B5EF4-FFF2-40B4-BE49-F238E27FC236}">
                <a16:creationId xmlns:a16="http://schemas.microsoft.com/office/drawing/2014/main" id="{353CE2E9-E70A-1BC6-096E-B1285DBBAC9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88099" name="Text Box 2">
            <a:extLst>
              <a:ext uri="{FF2B5EF4-FFF2-40B4-BE49-F238E27FC236}">
                <a16:creationId xmlns:a16="http://schemas.microsoft.com/office/drawing/2014/main" id="{60AF739F-6A9D-06D0-DD71-21C526F49C3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AF6F394-7177-4BB8-BC2B-66F6F8152730}" type="slidenum">
              <a:rPr lang="en-US" altLang="en-US" sz="1400">
                <a:solidFill>
                  <a:srgbClr val="000000"/>
                </a:solidFill>
              </a:rPr>
              <a:pPr algn="r" eaLnBrk="1" hangingPunct="1">
                <a:buClrTx/>
                <a:buSzPct val="60000"/>
                <a:buFontTx/>
                <a:buNone/>
              </a:pPr>
              <a:t>239</a:t>
            </a:fld>
            <a:endParaRPr lang="en-US" altLang="en-US" sz="1400">
              <a:solidFill>
                <a:srgbClr val="000000"/>
              </a:solidFill>
            </a:endParaRPr>
          </a:p>
        </p:txBody>
      </p:sp>
      <p:sp>
        <p:nvSpPr>
          <p:cNvPr id="388100" name="Text Box 3">
            <a:extLst>
              <a:ext uri="{FF2B5EF4-FFF2-40B4-BE49-F238E27FC236}">
                <a16:creationId xmlns:a16="http://schemas.microsoft.com/office/drawing/2014/main" id="{201E5B38-4F45-EB48-D0F8-368F26D8A3E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IGRP versus EIGRP</a:t>
            </a:r>
          </a:p>
        </p:txBody>
      </p:sp>
      <p:sp>
        <p:nvSpPr>
          <p:cNvPr id="388101" name="Text Box 4">
            <a:extLst>
              <a:ext uri="{FF2B5EF4-FFF2-40B4-BE49-F238E27FC236}">
                <a16:creationId xmlns:a16="http://schemas.microsoft.com/office/drawing/2014/main" id="{86B8F621-C723-E8D3-17A6-5E4D9B90E1E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800"/>
              </a:spcBef>
              <a:buClr>
                <a:srgbClr val="3333CC"/>
              </a:buClr>
              <a:buSzPct val="60000"/>
              <a:buFont typeface="Wingdings" panose="05000000000000000000" pitchFamily="2" charset="2"/>
              <a:buChar char=""/>
            </a:pPr>
            <a:r>
              <a:rPr lang="en-US" altLang="en-US" sz="1600" dirty="0">
                <a:solidFill>
                  <a:srgbClr val="000000"/>
                </a:solidFill>
              </a:rPr>
              <a:t>The main reason behind the advent of EIGRP is to move away from classful routing protocols like IGRP because of the rapidly depleting IPv4 addresses. IGRP simply assumes that all elements in a given class belong to the same subnet. EIGRP utilizes variable length subnet masks (VLSM) to make more efficient use of the short supply of IPv4 addresses, prior to the advent of IPv6.</a:t>
            </a:r>
          </a:p>
          <a:p>
            <a:pPr eaLnBrk="1" hangingPunct="1">
              <a:lnSpc>
                <a:spcPct val="90000"/>
              </a:lnSpc>
              <a:spcBef>
                <a:spcPts val="800"/>
              </a:spcBef>
              <a:buClr>
                <a:srgbClr val="3333CC"/>
              </a:buClr>
              <a:buSzPct val="60000"/>
              <a:buFont typeface="Wingdings" panose="05000000000000000000" pitchFamily="2" charset="2"/>
              <a:buChar char=""/>
            </a:pPr>
            <a:r>
              <a:rPr lang="en-US" altLang="en-US" sz="1600" dirty="0">
                <a:solidFill>
                  <a:srgbClr val="000000"/>
                </a:solidFill>
              </a:rPr>
              <a:t>Along with the shift from classful routing protocols were a few improvements to the algorithm used to discover the best way to get around the network was introduced with EIGRP. It now uses Diffusing Update Algorithm or better known as DUAL to calculate paths while ensuring that no loops exist in the system since those are detrimental to the performance of the network.</a:t>
            </a:r>
          </a:p>
          <a:p>
            <a:pPr eaLnBrk="1" hangingPunct="1">
              <a:lnSpc>
                <a:spcPct val="90000"/>
              </a:lnSpc>
              <a:spcBef>
                <a:spcPts val="800"/>
              </a:spcBef>
              <a:buClr>
                <a:srgbClr val="3333CC"/>
              </a:buClr>
              <a:buSzPct val="60000"/>
              <a:buFont typeface="Wingdings" panose="05000000000000000000" pitchFamily="2" charset="2"/>
              <a:buChar char=""/>
            </a:pPr>
            <a:r>
              <a:rPr lang="en-US" altLang="en-US" sz="1600" dirty="0">
                <a:solidFill>
                  <a:srgbClr val="000000"/>
                </a:solidFill>
              </a:rPr>
              <a:t>EIGRP routers periodically broadcast a ‘hello’ packet to all systems to inform other routers that they are present and working well in the network. Updates on the other hand, are no longer broadcast to the entire network; they are bounded only to routers that need the information. Updates are also no longer periodic and only when changes in the metric are observed would the corresponding updates be sent out to other routers. The partial updates cause a reduction in network traffic compared to the full updates that are utilized by IGRP.</a:t>
            </a:r>
          </a:p>
          <a:p>
            <a:pPr eaLnBrk="1" hangingPunct="1">
              <a:lnSpc>
                <a:spcPct val="90000"/>
              </a:lnSpc>
              <a:spcBef>
                <a:spcPts val="800"/>
              </a:spcBef>
              <a:buClr>
                <a:srgbClr val="3333CC"/>
              </a:buClr>
              <a:buSzPct val="60000"/>
              <a:buFont typeface="Wingdings" panose="05000000000000000000" pitchFamily="2" charset="2"/>
              <a:buChar char=""/>
            </a:pPr>
            <a:endParaRPr lang="en-US" altLang="en-US" sz="1600" dirty="0">
              <a:solidFill>
                <a:srgbClr val="000000"/>
              </a:solidFill>
            </a:endParaRPr>
          </a:p>
          <a:p>
            <a:pPr eaLnBrk="1" hangingPunct="1">
              <a:lnSpc>
                <a:spcPct val="90000"/>
              </a:lnSpc>
              <a:spcBef>
                <a:spcPts val="800"/>
              </a:spcBef>
              <a:buClr>
                <a:srgbClr val="3333CC"/>
              </a:buClr>
              <a:buSzPct val="60000"/>
              <a:buFont typeface="Wingdings" panose="05000000000000000000" pitchFamily="2" charset="2"/>
              <a:buChar char=""/>
            </a:pPr>
            <a:endParaRPr lang="en-US" altLang="en-US" sz="1600" dirty="0">
              <a:solidFill>
                <a:srgbClr val="000000"/>
              </a:solidFill>
            </a:endParaRPr>
          </a:p>
        </p:txBody>
      </p:sp>
    </p:spTree>
    <p:extLst>
      <p:ext uri="{BB962C8B-B14F-4D97-AF65-F5344CB8AC3E}">
        <p14:creationId xmlns:p14="http://schemas.microsoft.com/office/powerpoint/2010/main" val="40506245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Text Box 1">
            <a:extLst>
              <a:ext uri="{FF2B5EF4-FFF2-40B4-BE49-F238E27FC236}">
                <a16:creationId xmlns:a16="http://schemas.microsoft.com/office/drawing/2014/main" id="{14487A13-A77F-23C8-75E7-E48F311E9C7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90147" name="Text Box 2">
            <a:extLst>
              <a:ext uri="{FF2B5EF4-FFF2-40B4-BE49-F238E27FC236}">
                <a16:creationId xmlns:a16="http://schemas.microsoft.com/office/drawing/2014/main" id="{DC69ADD3-B8D1-CCBD-0123-9F31654439A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21F6E9D-7ABF-4E80-8ED2-570BA13ECF94}" type="slidenum">
              <a:rPr lang="en-US" altLang="en-US" sz="1400">
                <a:solidFill>
                  <a:srgbClr val="000000"/>
                </a:solidFill>
              </a:rPr>
              <a:pPr algn="r" eaLnBrk="1" hangingPunct="1">
                <a:buClrTx/>
                <a:buSzPct val="60000"/>
                <a:buFontTx/>
                <a:buNone/>
              </a:pPr>
              <a:t>240</a:t>
            </a:fld>
            <a:endParaRPr lang="en-US" altLang="en-US" sz="1400">
              <a:solidFill>
                <a:srgbClr val="000000"/>
              </a:solidFill>
            </a:endParaRPr>
          </a:p>
        </p:txBody>
      </p:sp>
      <p:sp>
        <p:nvSpPr>
          <p:cNvPr id="390148" name="Text Box 3">
            <a:extLst>
              <a:ext uri="{FF2B5EF4-FFF2-40B4-BE49-F238E27FC236}">
                <a16:creationId xmlns:a16="http://schemas.microsoft.com/office/drawing/2014/main" id="{3AACC326-3D86-D65F-4ACD-EFB92F52545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OSPF (Open Shortest Path First)</a:t>
            </a:r>
          </a:p>
        </p:txBody>
      </p:sp>
      <p:sp>
        <p:nvSpPr>
          <p:cNvPr id="390149" name="Text Box 4">
            <a:extLst>
              <a:ext uri="{FF2B5EF4-FFF2-40B4-BE49-F238E27FC236}">
                <a16:creationId xmlns:a16="http://schemas.microsoft.com/office/drawing/2014/main" id="{A8A23FCF-D11A-D4CF-8E48-1A7E8AF04EA7}"/>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Interior routing protocol</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Uses </a:t>
            </a:r>
            <a:r>
              <a:rPr lang="en-US" altLang="en-US" sz="3200" b="1">
                <a:solidFill>
                  <a:srgbClr val="000000"/>
                </a:solidFill>
              </a:rPr>
              <a:t>Link state routing</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Link state routing: Process by which a router shares its information about its neighbors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Text Box 1">
            <a:extLst>
              <a:ext uri="{FF2B5EF4-FFF2-40B4-BE49-F238E27FC236}">
                <a16:creationId xmlns:a16="http://schemas.microsoft.com/office/drawing/2014/main" id="{A7B39BEC-57C4-4E91-76CE-5DC9903A970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392195" name="Text Box 2">
            <a:extLst>
              <a:ext uri="{FF2B5EF4-FFF2-40B4-BE49-F238E27FC236}">
                <a16:creationId xmlns:a16="http://schemas.microsoft.com/office/drawing/2014/main" id="{8F9417C7-C75E-473B-7E71-9D164BCFF9C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AA18CBB-FBFB-4AAD-971D-A9905AFF43BF}" type="slidenum">
              <a:rPr lang="en-US" altLang="en-US" sz="1400">
                <a:solidFill>
                  <a:srgbClr val="000000"/>
                </a:solidFill>
              </a:rPr>
              <a:pPr algn="r" eaLnBrk="1" hangingPunct="1">
                <a:buClrTx/>
                <a:buSzPct val="60000"/>
                <a:buFontTx/>
                <a:buNone/>
              </a:pPr>
              <a:t>241</a:t>
            </a:fld>
            <a:endParaRPr lang="en-US" altLang="en-US" sz="1400">
              <a:solidFill>
                <a:srgbClr val="000000"/>
              </a:solidFill>
            </a:endParaRPr>
          </a:p>
        </p:txBody>
      </p:sp>
      <p:sp>
        <p:nvSpPr>
          <p:cNvPr id="392196" name="Text Box 3">
            <a:extLst>
              <a:ext uri="{FF2B5EF4-FFF2-40B4-BE49-F238E27FC236}">
                <a16:creationId xmlns:a16="http://schemas.microsoft.com/office/drawing/2014/main" id="{77519AA8-E7A0-E188-147F-3B50461EC30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Link State Routing</a:t>
            </a:r>
          </a:p>
        </p:txBody>
      </p:sp>
      <p:sp>
        <p:nvSpPr>
          <p:cNvPr id="392197" name="Text Box 4">
            <a:extLst>
              <a:ext uri="{FF2B5EF4-FFF2-40B4-BE49-F238E27FC236}">
                <a16:creationId xmlns:a16="http://schemas.microsoft.com/office/drawing/2014/main" id="{083A83B7-EF5C-D873-0FCC-F4E6263A4DF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2800" dirty="0">
                <a:solidFill>
                  <a:srgbClr val="000000"/>
                </a:solidFill>
              </a:rPr>
              <a:t>In link state routing, if each node in the domain has the entire topology of the domain</a:t>
            </a:r>
          </a:p>
          <a:p>
            <a:pPr lvl="1" eaLnBrk="1" hangingPunct="1">
              <a:spcBef>
                <a:spcPts val="800"/>
              </a:spcBef>
              <a:buClr>
                <a:srgbClr val="3333CC"/>
              </a:buClr>
              <a:buSzPct val="60000"/>
              <a:buFont typeface="Wingdings" panose="05000000000000000000" pitchFamily="2" charset="2"/>
              <a:buChar char=""/>
            </a:pPr>
            <a:r>
              <a:rPr lang="en-US" altLang="en-US" sz="2800" dirty="0">
                <a:solidFill>
                  <a:srgbClr val="000000"/>
                </a:solidFill>
              </a:rPr>
              <a:t>The list of nodes and links</a:t>
            </a:r>
          </a:p>
          <a:p>
            <a:pPr lvl="1" eaLnBrk="1" hangingPunct="1">
              <a:spcBef>
                <a:spcPts val="800"/>
              </a:spcBef>
              <a:buClr>
                <a:srgbClr val="3333CC"/>
              </a:buClr>
              <a:buSzPct val="60000"/>
              <a:buFont typeface="Wingdings" panose="05000000000000000000" pitchFamily="2" charset="2"/>
              <a:buChar char=""/>
            </a:pPr>
            <a:r>
              <a:rPr lang="en-US" altLang="en-US" sz="2800" dirty="0">
                <a:solidFill>
                  <a:srgbClr val="000000"/>
                </a:solidFill>
              </a:rPr>
              <a:t>How they are connected including the type</a:t>
            </a:r>
          </a:p>
          <a:p>
            <a:pPr lvl="1" eaLnBrk="1" hangingPunct="1">
              <a:spcBef>
                <a:spcPts val="800"/>
              </a:spcBef>
              <a:buClr>
                <a:srgbClr val="3333CC"/>
              </a:buClr>
              <a:buSzPct val="60000"/>
              <a:buFont typeface="Wingdings" panose="05000000000000000000" pitchFamily="2" charset="2"/>
              <a:buChar char=""/>
            </a:pPr>
            <a:r>
              <a:rPr lang="en-US" altLang="en-US" sz="2800" dirty="0">
                <a:solidFill>
                  <a:srgbClr val="000000"/>
                </a:solidFill>
              </a:rPr>
              <a:t>Cost (metric) and</a:t>
            </a:r>
          </a:p>
          <a:p>
            <a:pPr lvl="1" eaLnBrk="1" hangingPunct="1">
              <a:spcBef>
                <a:spcPts val="800"/>
              </a:spcBef>
              <a:buClr>
                <a:srgbClr val="3333CC"/>
              </a:buClr>
              <a:buSzPct val="60000"/>
              <a:buFont typeface="Wingdings" panose="05000000000000000000" pitchFamily="2" charset="2"/>
              <a:buChar char=""/>
            </a:pPr>
            <a:r>
              <a:rPr lang="en-US" altLang="en-US" sz="2800" dirty="0">
                <a:solidFill>
                  <a:srgbClr val="000000"/>
                </a:solidFill>
              </a:rPr>
              <a:t>The condition of the links (up or down)</a:t>
            </a:r>
          </a:p>
          <a:p>
            <a:pPr eaLnBrk="1" hangingPunct="1">
              <a:spcBef>
                <a:spcPts val="800"/>
              </a:spcBef>
              <a:buClr>
                <a:srgbClr val="3333CC"/>
              </a:buClr>
              <a:buSzPct val="60000"/>
              <a:buFont typeface="Wingdings" panose="05000000000000000000" pitchFamily="2" charset="2"/>
              <a:buChar char=""/>
            </a:pPr>
            <a:endParaRPr lang="en-US" altLang="en-US" sz="2800" dirty="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5E8094-4ACA-14D6-89C1-362E3810124F}"/>
              </a:ext>
            </a:extLst>
          </p:cNvPr>
          <p:cNvSpPr>
            <a:spLocks noGrp="1"/>
          </p:cNvSpPr>
          <p:nvPr>
            <p:ph type="title"/>
          </p:nvPr>
        </p:nvSpPr>
        <p:spPr/>
        <p:txBody>
          <a:bodyPr/>
          <a:lstStyle/>
          <a:p>
            <a:r>
              <a:rPr lang="en-IN" dirty="0"/>
              <a:t>Link State Routing Concept</a:t>
            </a:r>
          </a:p>
        </p:txBody>
      </p:sp>
      <p:sp>
        <p:nvSpPr>
          <p:cNvPr id="3" name="Content Placeholder 2">
            <a:extLst>
              <a:ext uri="{FF2B5EF4-FFF2-40B4-BE49-F238E27FC236}">
                <a16:creationId xmlns:a16="http://schemas.microsoft.com/office/drawing/2014/main" id="{3ADBC3C3-2090-7DB0-3FFB-21545DE1D849}"/>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4CD9EF6D-ADB2-1FE1-4D04-48293F9CA144}"/>
              </a:ext>
            </a:extLst>
          </p:cNvPr>
          <p:cNvPicPr>
            <a:picLocks noChangeAspect="1"/>
          </p:cNvPicPr>
          <p:nvPr/>
        </p:nvPicPr>
        <p:blipFill>
          <a:blip r:embed="rId2"/>
          <a:stretch>
            <a:fillRect/>
          </a:stretch>
        </p:blipFill>
        <p:spPr>
          <a:xfrm>
            <a:off x="1583668" y="1556792"/>
            <a:ext cx="5976664" cy="4701751"/>
          </a:xfrm>
          <a:prstGeom prst="rect">
            <a:avLst/>
          </a:prstGeom>
        </p:spPr>
      </p:pic>
    </p:spTree>
    <p:extLst>
      <p:ext uri="{BB962C8B-B14F-4D97-AF65-F5344CB8AC3E}">
        <p14:creationId xmlns:p14="http://schemas.microsoft.com/office/powerpoint/2010/main" val="380569183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027A3D-B7A2-1A78-DC09-E8DB70950C73}"/>
              </a:ext>
            </a:extLst>
          </p:cNvPr>
          <p:cNvSpPr>
            <a:spLocks noGrp="1"/>
          </p:cNvSpPr>
          <p:nvPr>
            <p:ph type="title"/>
          </p:nvPr>
        </p:nvSpPr>
        <p:spPr/>
        <p:txBody>
          <a:bodyPr/>
          <a:lstStyle/>
          <a:p>
            <a:r>
              <a:rPr lang="en-IN" dirty="0"/>
              <a:t>Link State Knowledge</a:t>
            </a:r>
          </a:p>
        </p:txBody>
      </p:sp>
      <p:sp>
        <p:nvSpPr>
          <p:cNvPr id="3" name="Content Placeholder 2">
            <a:extLst>
              <a:ext uri="{FF2B5EF4-FFF2-40B4-BE49-F238E27FC236}">
                <a16:creationId xmlns:a16="http://schemas.microsoft.com/office/drawing/2014/main" id="{EEEE9C07-E881-F1E9-CA26-3D21DB2B4E23}"/>
              </a:ext>
            </a:extLst>
          </p:cNvPr>
          <p:cNvSpPr>
            <a:spLocks noGrp="1"/>
          </p:cNvSpPr>
          <p:nvPr>
            <p:ph idx="1"/>
          </p:nvPr>
        </p:nvSpPr>
        <p:spPr/>
        <p:txBody>
          <a:bodyPr>
            <a:normAutofit lnSpcReduction="10000"/>
          </a:bodyPr>
          <a:lstStyle/>
          <a:p>
            <a:r>
              <a:rPr lang="en-US" dirty="0"/>
              <a:t>How can a common topology be dynamic and stored in each node? </a:t>
            </a:r>
          </a:p>
          <a:p>
            <a:r>
              <a:rPr lang="en-US" dirty="0"/>
              <a:t>No node can know the topology at the beginning or after a change somewhere in the network. </a:t>
            </a:r>
          </a:p>
          <a:p>
            <a:r>
              <a:rPr lang="en-US" dirty="0"/>
              <a:t>Link state routing is based on the assumption that, although the global knowledge about the topology is not clear, each node has partial knowledge: it knows the state (type, condition, and cost) of its links. </a:t>
            </a:r>
          </a:p>
          <a:p>
            <a:r>
              <a:rPr lang="en-US" dirty="0"/>
              <a:t>In other words, the whole topology can be compiled from the partial knowledge of each node.</a:t>
            </a:r>
          </a:p>
          <a:p>
            <a:endParaRPr lang="en-IN" dirty="0"/>
          </a:p>
        </p:txBody>
      </p:sp>
    </p:spTree>
    <p:extLst>
      <p:ext uri="{BB962C8B-B14F-4D97-AF65-F5344CB8AC3E}">
        <p14:creationId xmlns:p14="http://schemas.microsoft.com/office/powerpoint/2010/main" val="2566452893"/>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027A3D-B7A2-1A78-DC09-E8DB70950C73}"/>
              </a:ext>
            </a:extLst>
          </p:cNvPr>
          <p:cNvSpPr>
            <a:spLocks noGrp="1"/>
          </p:cNvSpPr>
          <p:nvPr>
            <p:ph type="title"/>
          </p:nvPr>
        </p:nvSpPr>
        <p:spPr/>
        <p:txBody>
          <a:bodyPr/>
          <a:lstStyle/>
          <a:p>
            <a:r>
              <a:rPr lang="en-IN" dirty="0"/>
              <a:t>Link State Knowledge</a:t>
            </a:r>
          </a:p>
        </p:txBody>
      </p:sp>
      <p:sp>
        <p:nvSpPr>
          <p:cNvPr id="5" name="Content Placeholder 4">
            <a:extLst>
              <a:ext uri="{FF2B5EF4-FFF2-40B4-BE49-F238E27FC236}">
                <a16:creationId xmlns:a16="http://schemas.microsoft.com/office/drawing/2014/main" id="{1ADA3FC8-C83A-56BF-6704-AA1FD2EB26BF}"/>
              </a:ext>
            </a:extLst>
          </p:cNvPr>
          <p:cNvSpPr>
            <a:spLocks noGrp="1"/>
          </p:cNvSpPr>
          <p:nvPr>
            <p:ph idx="1"/>
          </p:nvPr>
        </p:nvSpPr>
        <p:spPr/>
        <p:txBody>
          <a:bodyPr/>
          <a:lstStyle/>
          <a:p>
            <a:endParaRPr lang="en-IN"/>
          </a:p>
        </p:txBody>
      </p:sp>
      <p:pic>
        <p:nvPicPr>
          <p:cNvPr id="7" name="Picture 6">
            <a:extLst>
              <a:ext uri="{FF2B5EF4-FFF2-40B4-BE49-F238E27FC236}">
                <a16:creationId xmlns:a16="http://schemas.microsoft.com/office/drawing/2014/main" id="{FDB8AEA7-204F-CD2F-C00C-C67D627C513F}"/>
              </a:ext>
            </a:extLst>
          </p:cNvPr>
          <p:cNvPicPr>
            <a:picLocks noChangeAspect="1"/>
          </p:cNvPicPr>
          <p:nvPr/>
        </p:nvPicPr>
        <p:blipFill>
          <a:blip r:embed="rId2"/>
          <a:stretch>
            <a:fillRect/>
          </a:stretch>
        </p:blipFill>
        <p:spPr>
          <a:xfrm>
            <a:off x="899592" y="2420888"/>
            <a:ext cx="7507152" cy="2941398"/>
          </a:xfrm>
          <a:prstGeom prst="rect">
            <a:avLst/>
          </a:prstGeom>
        </p:spPr>
      </p:pic>
    </p:spTree>
    <p:extLst>
      <p:ext uri="{BB962C8B-B14F-4D97-AF65-F5344CB8AC3E}">
        <p14:creationId xmlns:p14="http://schemas.microsoft.com/office/powerpoint/2010/main" val="95306022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027A3D-B7A2-1A78-DC09-E8DB70950C73}"/>
              </a:ext>
            </a:extLst>
          </p:cNvPr>
          <p:cNvSpPr>
            <a:spLocks noGrp="1"/>
          </p:cNvSpPr>
          <p:nvPr>
            <p:ph type="title"/>
          </p:nvPr>
        </p:nvSpPr>
        <p:spPr/>
        <p:txBody>
          <a:bodyPr/>
          <a:lstStyle/>
          <a:p>
            <a:r>
              <a:rPr lang="en-IN" dirty="0"/>
              <a:t>Interpretation</a:t>
            </a:r>
          </a:p>
        </p:txBody>
      </p:sp>
      <p:sp>
        <p:nvSpPr>
          <p:cNvPr id="3" name="Content Placeholder 2">
            <a:extLst>
              <a:ext uri="{FF2B5EF4-FFF2-40B4-BE49-F238E27FC236}">
                <a16:creationId xmlns:a16="http://schemas.microsoft.com/office/drawing/2014/main" id="{EEEE9C07-E881-F1E9-CA26-3D21DB2B4E23}"/>
              </a:ext>
            </a:extLst>
          </p:cNvPr>
          <p:cNvSpPr>
            <a:spLocks noGrp="1"/>
          </p:cNvSpPr>
          <p:nvPr>
            <p:ph idx="1"/>
          </p:nvPr>
        </p:nvSpPr>
        <p:spPr/>
        <p:txBody>
          <a:bodyPr>
            <a:normAutofit fontScale="92500" lnSpcReduction="10000"/>
          </a:bodyPr>
          <a:lstStyle/>
          <a:p>
            <a:r>
              <a:rPr lang="en-US" dirty="0"/>
              <a:t>Node A knows that it is connected to node B with metric 5, to node C with metric 2, and to node D with metric 3. </a:t>
            </a:r>
          </a:p>
          <a:p>
            <a:r>
              <a:rPr lang="en-US" dirty="0"/>
              <a:t>Node C knows that it is connected to node A with metric 2, to node B with metric 4, and to node E with metric 4. </a:t>
            </a:r>
          </a:p>
          <a:p>
            <a:r>
              <a:rPr lang="en-US" dirty="0"/>
              <a:t>Node D knows that it is connected only to node A with metric 3. And so on. </a:t>
            </a:r>
          </a:p>
          <a:p>
            <a:r>
              <a:rPr lang="en-US" dirty="0"/>
              <a:t>Although there is an overlap in the knowledge, the overlap guarantees the creation of a common topology: a picture of the whole domain for each node.</a:t>
            </a:r>
          </a:p>
          <a:p>
            <a:endParaRPr lang="en-IN" dirty="0"/>
          </a:p>
        </p:txBody>
      </p:sp>
    </p:spTree>
    <p:extLst>
      <p:ext uri="{BB962C8B-B14F-4D97-AF65-F5344CB8AC3E}">
        <p14:creationId xmlns:p14="http://schemas.microsoft.com/office/powerpoint/2010/main" val="4134491909"/>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027A3D-B7A2-1A78-DC09-E8DB70950C73}"/>
              </a:ext>
            </a:extLst>
          </p:cNvPr>
          <p:cNvSpPr>
            <a:spLocks noGrp="1"/>
          </p:cNvSpPr>
          <p:nvPr>
            <p:ph type="title"/>
          </p:nvPr>
        </p:nvSpPr>
        <p:spPr/>
        <p:txBody>
          <a:bodyPr/>
          <a:lstStyle/>
          <a:p>
            <a:r>
              <a:rPr lang="en-IN" dirty="0"/>
              <a:t>Building Routing Tables</a:t>
            </a:r>
          </a:p>
        </p:txBody>
      </p:sp>
      <p:pic>
        <p:nvPicPr>
          <p:cNvPr id="5" name="Content Placeholder 4">
            <a:extLst>
              <a:ext uri="{FF2B5EF4-FFF2-40B4-BE49-F238E27FC236}">
                <a16:creationId xmlns:a16="http://schemas.microsoft.com/office/drawing/2014/main" id="{9EBE3BB3-B182-157A-C4CD-AD4B4E0B7FA5}"/>
              </a:ext>
            </a:extLst>
          </p:cNvPr>
          <p:cNvPicPr>
            <a:picLocks noGrp="1" noChangeAspect="1"/>
          </p:cNvPicPr>
          <p:nvPr>
            <p:ph idx="1"/>
          </p:nvPr>
        </p:nvPicPr>
        <p:blipFill>
          <a:blip r:embed="rId2"/>
          <a:stretch>
            <a:fillRect/>
          </a:stretch>
        </p:blipFill>
        <p:spPr>
          <a:xfrm>
            <a:off x="179512" y="1622214"/>
            <a:ext cx="9036916" cy="2526865"/>
          </a:xfrm>
        </p:spPr>
      </p:pic>
    </p:spTree>
    <p:extLst>
      <p:ext uri="{BB962C8B-B14F-4D97-AF65-F5344CB8AC3E}">
        <p14:creationId xmlns:p14="http://schemas.microsoft.com/office/powerpoint/2010/main" val="183768213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BDB279-F0CC-5C0F-43DE-38DF996B7870}"/>
              </a:ext>
            </a:extLst>
          </p:cNvPr>
          <p:cNvSpPr>
            <a:spLocks noGrp="1"/>
          </p:cNvSpPr>
          <p:nvPr>
            <p:ph type="title"/>
          </p:nvPr>
        </p:nvSpPr>
        <p:spPr/>
        <p:txBody>
          <a:bodyPr/>
          <a:lstStyle/>
          <a:p>
            <a:r>
              <a:rPr lang="en-IN" dirty="0"/>
              <a:t>Link State Packet (LSP)</a:t>
            </a:r>
          </a:p>
        </p:txBody>
      </p:sp>
      <p:sp>
        <p:nvSpPr>
          <p:cNvPr id="3" name="Content Placeholder 2">
            <a:extLst>
              <a:ext uri="{FF2B5EF4-FFF2-40B4-BE49-F238E27FC236}">
                <a16:creationId xmlns:a16="http://schemas.microsoft.com/office/drawing/2014/main" id="{830A09CC-4D0C-274A-5794-0D74BD419AD4}"/>
              </a:ext>
            </a:extLst>
          </p:cNvPr>
          <p:cNvSpPr>
            <a:spLocks noGrp="1"/>
          </p:cNvSpPr>
          <p:nvPr>
            <p:ph idx="1"/>
          </p:nvPr>
        </p:nvSpPr>
        <p:spPr/>
        <p:txBody>
          <a:bodyPr>
            <a:normAutofit/>
          </a:bodyPr>
          <a:lstStyle/>
          <a:p>
            <a:r>
              <a:rPr lang="en-US" dirty="0"/>
              <a:t>A </a:t>
            </a:r>
            <a:r>
              <a:rPr lang="en-US" b="1" dirty="0"/>
              <a:t>link state packet (LSP)</a:t>
            </a:r>
            <a:r>
              <a:rPr lang="en-US" dirty="0"/>
              <a:t> contains the node identity, the list of links, a sequence number, and age. </a:t>
            </a:r>
          </a:p>
          <a:p>
            <a:r>
              <a:rPr lang="en-US" dirty="0"/>
              <a:t>The first two, node identity and the list of links, are needed to make the topology. </a:t>
            </a:r>
          </a:p>
          <a:p>
            <a:r>
              <a:rPr lang="en-US" dirty="0"/>
              <a:t>The third, sequence number, facilitates flooding and distinguishes new LSPs from old ones. </a:t>
            </a:r>
          </a:p>
          <a:p>
            <a:r>
              <a:rPr lang="en-US" dirty="0"/>
              <a:t>The fourth, age, prevents old LSPs from remaining in the domain for a long time.</a:t>
            </a:r>
            <a:endParaRPr lang="en-IN" dirty="0"/>
          </a:p>
        </p:txBody>
      </p:sp>
    </p:spTree>
    <p:extLst>
      <p:ext uri="{BB962C8B-B14F-4D97-AF65-F5344CB8AC3E}">
        <p14:creationId xmlns:p14="http://schemas.microsoft.com/office/powerpoint/2010/main" val="79200261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BDB279-F0CC-5C0F-43DE-38DF996B7870}"/>
              </a:ext>
            </a:extLst>
          </p:cNvPr>
          <p:cNvSpPr>
            <a:spLocks noGrp="1"/>
          </p:cNvSpPr>
          <p:nvPr>
            <p:ph type="title"/>
          </p:nvPr>
        </p:nvSpPr>
        <p:spPr/>
        <p:txBody>
          <a:bodyPr/>
          <a:lstStyle/>
          <a:p>
            <a:r>
              <a:rPr lang="en-IN" dirty="0"/>
              <a:t>Link State Packet (LSP)</a:t>
            </a:r>
          </a:p>
        </p:txBody>
      </p:sp>
      <p:sp>
        <p:nvSpPr>
          <p:cNvPr id="3" name="Content Placeholder 2">
            <a:extLst>
              <a:ext uri="{FF2B5EF4-FFF2-40B4-BE49-F238E27FC236}">
                <a16:creationId xmlns:a16="http://schemas.microsoft.com/office/drawing/2014/main" id="{830A09CC-4D0C-274A-5794-0D74BD419AD4}"/>
              </a:ext>
            </a:extLst>
          </p:cNvPr>
          <p:cNvSpPr>
            <a:spLocks noGrp="1"/>
          </p:cNvSpPr>
          <p:nvPr>
            <p:ph idx="1"/>
          </p:nvPr>
        </p:nvSpPr>
        <p:spPr/>
        <p:txBody>
          <a:bodyPr>
            <a:normAutofit fontScale="85000" lnSpcReduction="20000"/>
          </a:bodyPr>
          <a:lstStyle/>
          <a:p>
            <a:r>
              <a:rPr lang="en-US" dirty="0"/>
              <a:t>LSPs are generated on two occasions:</a:t>
            </a:r>
          </a:p>
          <a:p>
            <a:r>
              <a:rPr lang="en-US" dirty="0"/>
              <a:t>1. When there is a change in the topology of the domain. Triggering of LSP dissemination is the main way of quickly informing any node in the domain to update its topology.</a:t>
            </a:r>
          </a:p>
          <a:p>
            <a:r>
              <a:rPr lang="en-US" dirty="0"/>
              <a:t>2. On a periodic basis. The period in this case is much longer compared to distance vector routing. As a matter of fact, there is no actual need for this type of LSP dissemination.</a:t>
            </a:r>
          </a:p>
          <a:p>
            <a:r>
              <a:rPr lang="en-US" dirty="0"/>
              <a:t>It is done to ensure that old information is removed from the domain.</a:t>
            </a:r>
          </a:p>
          <a:p>
            <a:r>
              <a:rPr lang="en-US" dirty="0"/>
              <a:t>The timer set for periodic dissemination is normally in the range of 60 minutes or 2 hours based on the implementation. </a:t>
            </a:r>
          </a:p>
          <a:p>
            <a:r>
              <a:rPr lang="en-US"/>
              <a:t>A </a:t>
            </a:r>
            <a:r>
              <a:rPr lang="en-US" dirty="0"/>
              <a:t>longer period ensures that </a:t>
            </a:r>
            <a:r>
              <a:rPr lang="en-US"/>
              <a:t>flooding does not </a:t>
            </a:r>
            <a:r>
              <a:rPr lang="en-US" dirty="0"/>
              <a:t>create too much traffic on the network.</a:t>
            </a:r>
            <a:endParaRPr lang="en-IN" dirty="0"/>
          </a:p>
        </p:txBody>
      </p:sp>
    </p:spTree>
    <p:extLst>
      <p:ext uri="{BB962C8B-B14F-4D97-AF65-F5344CB8AC3E}">
        <p14:creationId xmlns:p14="http://schemas.microsoft.com/office/powerpoint/2010/main" val="324123265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Text Box 1">
            <a:extLst>
              <a:ext uri="{FF2B5EF4-FFF2-40B4-BE49-F238E27FC236}">
                <a16:creationId xmlns:a16="http://schemas.microsoft.com/office/drawing/2014/main" id="{0A1F0EEE-A3FB-9E7F-0C10-DA64E257B70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06531" name="Text Box 2">
            <a:extLst>
              <a:ext uri="{FF2B5EF4-FFF2-40B4-BE49-F238E27FC236}">
                <a16:creationId xmlns:a16="http://schemas.microsoft.com/office/drawing/2014/main" id="{8F8E557F-F405-EA04-121C-6425B1368BE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44A9DC1-92D4-4562-B2CD-1F4534FE5B91}" type="slidenum">
              <a:rPr lang="en-US" altLang="en-US" sz="1400">
                <a:solidFill>
                  <a:srgbClr val="000000"/>
                </a:solidFill>
              </a:rPr>
              <a:pPr algn="r" eaLnBrk="1" hangingPunct="1">
                <a:buClrTx/>
                <a:buSzPct val="60000"/>
                <a:buFontTx/>
                <a:buNone/>
              </a:pPr>
              <a:t>249</a:t>
            </a:fld>
            <a:endParaRPr lang="en-US" altLang="en-US" sz="1400">
              <a:solidFill>
                <a:srgbClr val="000000"/>
              </a:solidFill>
            </a:endParaRPr>
          </a:p>
        </p:txBody>
      </p:sp>
      <p:sp>
        <p:nvSpPr>
          <p:cNvPr id="406532" name="Text Box 3">
            <a:extLst>
              <a:ext uri="{FF2B5EF4-FFF2-40B4-BE49-F238E27FC236}">
                <a16:creationId xmlns:a16="http://schemas.microsoft.com/office/drawing/2014/main" id="{164EF5CF-ECF5-A4C7-071B-CB344903F81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BGP (Border Gateway Protocol)</a:t>
            </a:r>
          </a:p>
        </p:txBody>
      </p:sp>
      <p:sp>
        <p:nvSpPr>
          <p:cNvPr id="406533" name="Text Box 4">
            <a:extLst>
              <a:ext uri="{FF2B5EF4-FFF2-40B4-BE49-F238E27FC236}">
                <a16:creationId xmlns:a16="http://schemas.microsoft.com/office/drawing/2014/main" id="{9E02BEB3-063C-1181-C27B-910BD976956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Inter-autonomous routing protocol</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Based on </a:t>
            </a:r>
            <a:r>
              <a:rPr lang="en-US" altLang="en-US" sz="3200" b="1">
                <a:solidFill>
                  <a:srgbClr val="000000"/>
                </a:solidFill>
              </a:rPr>
              <a:t>path vector routing</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Why not “distance vector routing” or “link state routing”?</a:t>
            </a:r>
          </a:p>
          <a:p>
            <a:pPr lvl="2" eaLnBrk="1" hangingPunct="1">
              <a:spcBef>
                <a:spcPts val="600"/>
              </a:spcBef>
              <a:buClr>
                <a:srgbClr val="3333CC"/>
              </a:buClr>
              <a:buSzPct val="50000"/>
              <a:buFont typeface="Wingdings" panose="05000000000000000000" pitchFamily="2" charset="2"/>
              <a:buChar char=""/>
            </a:pPr>
            <a:r>
              <a:rPr lang="en-US" altLang="en-US" sz="2400">
                <a:solidFill>
                  <a:srgbClr val="000000"/>
                </a:solidFill>
              </a:rPr>
              <a:t>Smallest hop count may not be the right decider every time (e.g. security)</a:t>
            </a:r>
          </a:p>
          <a:p>
            <a:pPr lvl="2" eaLnBrk="1" hangingPunct="1">
              <a:spcBef>
                <a:spcPts val="600"/>
              </a:spcBef>
              <a:buClr>
                <a:srgbClr val="3333CC"/>
              </a:buClr>
              <a:buSzPct val="50000"/>
              <a:buFont typeface="Wingdings" panose="05000000000000000000" pitchFamily="2" charset="2"/>
              <a:buChar char=""/>
            </a:pPr>
            <a:r>
              <a:rPr lang="en-US" altLang="en-US" sz="2400">
                <a:solidFill>
                  <a:srgbClr val="000000"/>
                </a:solidFill>
              </a:rPr>
              <a:t>Flooding will not work across systems, and the link state database would become huge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Text Box 1">
            <a:extLst>
              <a:ext uri="{FF2B5EF4-FFF2-40B4-BE49-F238E27FC236}">
                <a16:creationId xmlns:a16="http://schemas.microsoft.com/office/drawing/2014/main" id="{06995666-8C71-6C71-4749-B7D6279AAFB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08579" name="Text Box 2">
            <a:extLst>
              <a:ext uri="{FF2B5EF4-FFF2-40B4-BE49-F238E27FC236}">
                <a16:creationId xmlns:a16="http://schemas.microsoft.com/office/drawing/2014/main" id="{225B0444-3A20-6CCD-9DFB-7AD7E3D2304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E137A8C-1E71-411A-A415-54CF457D00CF}" type="slidenum">
              <a:rPr lang="en-US" altLang="en-US" sz="1400">
                <a:solidFill>
                  <a:srgbClr val="000000"/>
                </a:solidFill>
              </a:rPr>
              <a:pPr algn="r" eaLnBrk="1" hangingPunct="1">
                <a:buClrTx/>
                <a:buSzPct val="60000"/>
                <a:buFontTx/>
                <a:buNone/>
              </a:pPr>
              <a:t>250</a:t>
            </a:fld>
            <a:endParaRPr lang="en-US" altLang="en-US" sz="1400">
              <a:solidFill>
                <a:srgbClr val="000000"/>
              </a:solidFill>
            </a:endParaRPr>
          </a:p>
        </p:txBody>
      </p:sp>
      <p:sp>
        <p:nvSpPr>
          <p:cNvPr id="408580" name="Text Box 3">
            <a:extLst>
              <a:ext uri="{FF2B5EF4-FFF2-40B4-BE49-F238E27FC236}">
                <a16:creationId xmlns:a16="http://schemas.microsoft.com/office/drawing/2014/main" id="{3D43D60F-1389-D4E9-9422-954D6D731A5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Path Vector Routing Table</a:t>
            </a:r>
          </a:p>
        </p:txBody>
      </p:sp>
      <p:graphicFrame>
        <p:nvGraphicFramePr>
          <p:cNvPr id="204804" name="Group 4">
            <a:extLst>
              <a:ext uri="{FF2B5EF4-FFF2-40B4-BE49-F238E27FC236}">
                <a16:creationId xmlns:a16="http://schemas.microsoft.com/office/drawing/2014/main" id="{488D7A0F-B9CF-47BC-A083-70B496519EB9}"/>
              </a:ext>
            </a:extLst>
          </p:cNvPr>
          <p:cNvGraphicFramePr>
            <a:graphicFrameLocks noGrp="1"/>
          </p:cNvGraphicFramePr>
          <p:nvPr/>
        </p:nvGraphicFramePr>
        <p:xfrm>
          <a:off x="1182688" y="2017713"/>
          <a:ext cx="7773987" cy="4114801"/>
        </p:xfrm>
        <a:graphic>
          <a:graphicData uri="http://schemas.openxmlformats.org/drawingml/2006/table">
            <a:tbl>
              <a:tblPr/>
              <a:tblGrid>
                <a:gridCol w="1484312">
                  <a:extLst>
                    <a:ext uri="{9D8B030D-6E8A-4147-A177-3AD203B41FA5}">
                      <a16:colId xmlns:a16="http://schemas.microsoft.com/office/drawing/2014/main" val="2344458612"/>
                    </a:ext>
                  </a:extLst>
                </a:gridCol>
                <a:gridCol w="1905000">
                  <a:extLst>
                    <a:ext uri="{9D8B030D-6E8A-4147-A177-3AD203B41FA5}">
                      <a16:colId xmlns:a16="http://schemas.microsoft.com/office/drawing/2014/main" val="3470645133"/>
                    </a:ext>
                  </a:extLst>
                </a:gridCol>
                <a:gridCol w="4384675">
                  <a:extLst>
                    <a:ext uri="{9D8B030D-6E8A-4147-A177-3AD203B41FA5}">
                      <a16:colId xmlns:a16="http://schemas.microsoft.com/office/drawing/2014/main" val="372444871"/>
                    </a:ext>
                  </a:extLst>
                </a:gridCol>
              </a:tblGrid>
              <a:tr h="8223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Network</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Next router</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Path</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1368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32068905"/>
                  </a:ext>
                </a:extLst>
              </a:tr>
              <a:tr h="8239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N01</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R01</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AS14, AS23, AS67</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30024728"/>
                  </a:ext>
                </a:extLst>
              </a:tr>
              <a:tr h="8223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N02</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R05</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AS22, AS67, AS05, AS89</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89203039"/>
                  </a:ext>
                </a:extLst>
              </a:tr>
              <a:tr h="8239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N03</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R06</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AS67, AS89, AS09, AS34</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66676924"/>
                  </a:ext>
                </a:extLst>
              </a:tr>
              <a:tr h="8223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N04</a:t>
                      </a:r>
                    </a:p>
                  </a:txBody>
                  <a:tcPr marL="90000" marR="90000" marT="46800" marB="46800" horzOverflow="overflow">
                    <a:lnL w="1368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R12</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1000"/>
                        </a:lnSpc>
                        <a:spcBef>
                          <a:spcPts val="60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24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rPr>
                        <a:t>AS62, AS02, AS09</a:t>
                      </a:r>
                    </a:p>
                  </a:txBody>
                  <a:tcPr marL="90000" marR="90000" marT="46800" marB="46800" horzOverflow="overflow">
                    <a:lnL w="5760" cap="flat" cmpd="sng" algn="ctr">
                      <a:solidFill>
                        <a:srgbClr val="000000"/>
                      </a:solidFill>
                      <a:prstDash val="solid"/>
                      <a:round/>
                      <a:headEnd type="none" w="med" len="med"/>
                      <a:tailEnd type="none" w="med" len="med"/>
                    </a:lnL>
                    <a:lnR w="1368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1368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49564970"/>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Text Box 1">
            <a:extLst>
              <a:ext uri="{FF2B5EF4-FFF2-40B4-BE49-F238E27FC236}">
                <a16:creationId xmlns:a16="http://schemas.microsoft.com/office/drawing/2014/main" id="{913CED2D-6A15-5DBE-D92A-ACCB9671C4F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10627" name="Text Box 2">
            <a:extLst>
              <a:ext uri="{FF2B5EF4-FFF2-40B4-BE49-F238E27FC236}">
                <a16:creationId xmlns:a16="http://schemas.microsoft.com/office/drawing/2014/main" id="{53FBB23E-AF7D-0B01-6B77-E3021C0A11E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24EDB7E-BB8A-4979-B62B-278E8F1AC2FE}" type="slidenum">
              <a:rPr lang="en-US" altLang="en-US" sz="1400">
                <a:solidFill>
                  <a:srgbClr val="000000"/>
                </a:solidFill>
              </a:rPr>
              <a:pPr algn="r" eaLnBrk="1" hangingPunct="1">
                <a:buClrTx/>
                <a:buSzPct val="60000"/>
                <a:buFontTx/>
                <a:buNone/>
              </a:pPr>
              <a:t>251</a:t>
            </a:fld>
            <a:endParaRPr lang="en-US" altLang="en-US" sz="1400">
              <a:solidFill>
                <a:srgbClr val="000000"/>
              </a:solidFill>
            </a:endParaRPr>
          </a:p>
        </p:txBody>
      </p:sp>
      <p:sp>
        <p:nvSpPr>
          <p:cNvPr id="410628" name="Text Box 3">
            <a:extLst>
              <a:ext uri="{FF2B5EF4-FFF2-40B4-BE49-F238E27FC236}">
                <a16:creationId xmlns:a16="http://schemas.microsoft.com/office/drawing/2014/main" id="{0976610D-9199-B3F9-0C3B-8F6EEA82C09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Path Vector Routing Working</a:t>
            </a:r>
          </a:p>
        </p:txBody>
      </p:sp>
      <p:sp>
        <p:nvSpPr>
          <p:cNvPr id="410629" name="Text Box 4">
            <a:extLst>
              <a:ext uri="{FF2B5EF4-FFF2-40B4-BE49-F238E27FC236}">
                <a16:creationId xmlns:a16="http://schemas.microsoft.com/office/drawing/2014/main" id="{16E7E10A-FFA7-E985-D294-D5EFE4816DD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Autonomous boundary routers advertise the reachability of the networks in their autonomous systems to neighboring boundary routers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This neighbor updates its own table and forwards it to the next boundary router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Text Box 1">
            <a:extLst>
              <a:ext uri="{FF2B5EF4-FFF2-40B4-BE49-F238E27FC236}">
                <a16:creationId xmlns:a16="http://schemas.microsoft.com/office/drawing/2014/main" id="{D2E0B30C-2D1B-9D50-6D98-33ACDA51633E}"/>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Internet Control Message Protocol (ICMP)</a:t>
            </a:r>
          </a:p>
        </p:txBody>
      </p:sp>
      <p:sp>
        <p:nvSpPr>
          <p:cNvPr id="412675" name="Text Box 2">
            <a:extLst>
              <a:ext uri="{FF2B5EF4-FFF2-40B4-BE49-F238E27FC236}">
                <a16:creationId xmlns:a16="http://schemas.microsoft.com/office/drawing/2014/main" id="{3906D870-180A-6776-F0A8-97025401137E}"/>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Text Box 1">
            <a:extLst>
              <a:ext uri="{FF2B5EF4-FFF2-40B4-BE49-F238E27FC236}">
                <a16:creationId xmlns:a16="http://schemas.microsoft.com/office/drawing/2014/main" id="{E4AA3ACC-F629-2ACD-E1BA-C0166957F46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14723" name="Text Box 2">
            <a:extLst>
              <a:ext uri="{FF2B5EF4-FFF2-40B4-BE49-F238E27FC236}">
                <a16:creationId xmlns:a16="http://schemas.microsoft.com/office/drawing/2014/main" id="{AD97CF75-E6F6-1279-3506-3A9F123E0FF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A6A5BA8-B0C0-40C4-9D37-27EB31C3969C}" type="slidenum">
              <a:rPr lang="en-US" altLang="en-US" sz="1400">
                <a:solidFill>
                  <a:srgbClr val="000000"/>
                </a:solidFill>
              </a:rPr>
              <a:pPr algn="r" eaLnBrk="1" hangingPunct="1">
                <a:buClrTx/>
                <a:buSzPct val="60000"/>
                <a:buFontTx/>
                <a:buNone/>
              </a:pPr>
              <a:t>253</a:t>
            </a:fld>
            <a:endParaRPr lang="en-US" altLang="en-US" sz="1400">
              <a:solidFill>
                <a:srgbClr val="000000"/>
              </a:solidFill>
            </a:endParaRPr>
          </a:p>
        </p:txBody>
      </p:sp>
      <p:sp>
        <p:nvSpPr>
          <p:cNvPr id="414724" name="Text Box 3">
            <a:extLst>
              <a:ext uri="{FF2B5EF4-FFF2-40B4-BE49-F238E27FC236}">
                <a16:creationId xmlns:a16="http://schemas.microsoft.com/office/drawing/2014/main" id="{77B0533A-145E-E3FD-4DEB-F69541FE044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Need for ICMP</a:t>
            </a:r>
          </a:p>
        </p:txBody>
      </p:sp>
      <p:sp>
        <p:nvSpPr>
          <p:cNvPr id="414725" name="Text Box 4">
            <a:extLst>
              <a:ext uri="{FF2B5EF4-FFF2-40B4-BE49-F238E27FC236}">
                <a16:creationId xmlns:a16="http://schemas.microsoft.com/office/drawing/2014/main" id="{44C44750-6522-8B7D-829B-55D8B7923E5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000" dirty="0">
                <a:solidFill>
                  <a:srgbClr val="000000"/>
                </a:solidFill>
              </a:rPr>
              <a:t>IP is </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dirty="0">
                <a:solidFill>
                  <a:srgbClr val="000000"/>
                </a:solidFill>
              </a:rPr>
              <a:t>Connectionless</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dirty="0">
                <a:solidFill>
                  <a:srgbClr val="000000"/>
                </a:solidFill>
              </a:rPr>
              <a:t>Unreliable</a:t>
            </a:r>
          </a:p>
          <a:p>
            <a:pPr lvl="1" eaLnBrk="1" hangingPunct="1">
              <a:lnSpc>
                <a:spcPct val="80000"/>
              </a:lnSpc>
              <a:spcBef>
                <a:spcPts val="500"/>
              </a:spcBef>
              <a:buClr>
                <a:srgbClr val="FF0000"/>
              </a:buClr>
              <a:buSzPct val="55000"/>
              <a:buFont typeface="Wingdings" panose="05000000000000000000" pitchFamily="2" charset="2"/>
              <a:buChar char=""/>
            </a:pPr>
            <a:r>
              <a:rPr lang="en-US" altLang="en-US" dirty="0">
                <a:solidFill>
                  <a:srgbClr val="000000"/>
                </a:solidFill>
              </a:rPr>
              <a:t>Unacknowledged</a:t>
            </a:r>
          </a:p>
          <a:p>
            <a:pPr eaLnBrk="1" hangingPunct="1">
              <a:lnSpc>
                <a:spcPct val="80000"/>
              </a:lnSpc>
              <a:spcBef>
                <a:spcPts val="600"/>
              </a:spcBef>
              <a:buClr>
                <a:srgbClr val="3333CC"/>
              </a:buClr>
              <a:buSzPct val="60000"/>
              <a:buFont typeface="Wingdings" panose="05000000000000000000" pitchFamily="2" charset="2"/>
              <a:buChar char=""/>
            </a:pPr>
            <a:r>
              <a:rPr lang="en-US" altLang="en-US" sz="2000" dirty="0">
                <a:solidFill>
                  <a:srgbClr val="000000"/>
                </a:solidFill>
              </a:rPr>
              <a:t>Datagrams are sent over the Internet with no prior connection, no assurance of delivery, and no acknowledgement if they reach the destination successfully</a:t>
            </a:r>
          </a:p>
          <a:p>
            <a:pPr eaLnBrk="1" hangingPunct="1">
              <a:lnSpc>
                <a:spcPct val="80000"/>
              </a:lnSpc>
              <a:spcBef>
                <a:spcPts val="600"/>
              </a:spcBef>
              <a:buClr>
                <a:srgbClr val="3333CC"/>
              </a:buClr>
              <a:buSzPct val="60000"/>
              <a:buFont typeface="Wingdings" panose="05000000000000000000" pitchFamily="2" charset="2"/>
              <a:buChar char=""/>
            </a:pPr>
            <a:r>
              <a:rPr lang="en-US" altLang="en-US" sz="2000" dirty="0">
                <a:solidFill>
                  <a:srgbClr val="000000"/>
                </a:solidFill>
              </a:rPr>
              <a:t>What happens if a router must discard a datagram because it cannot find a router to the final destination, or because the time-to-live field has a zero value? </a:t>
            </a:r>
          </a:p>
          <a:p>
            <a:pPr eaLnBrk="1" hangingPunct="1">
              <a:lnSpc>
                <a:spcPct val="80000"/>
              </a:lnSpc>
              <a:spcBef>
                <a:spcPts val="600"/>
              </a:spcBef>
              <a:buClr>
                <a:srgbClr val="3333CC"/>
              </a:buClr>
              <a:buSzPct val="60000"/>
              <a:buFont typeface="Wingdings" panose="05000000000000000000" pitchFamily="2" charset="2"/>
              <a:buChar char=""/>
            </a:pPr>
            <a:r>
              <a:rPr lang="en-US" altLang="en-US" sz="2000" dirty="0">
                <a:solidFill>
                  <a:srgbClr val="000000"/>
                </a:solidFill>
              </a:rPr>
              <a:t>What happens if the final destination host must discard all fragments of a datagram because it has not received all fragments within a predetermined time limit?</a:t>
            </a:r>
          </a:p>
          <a:p>
            <a:pPr eaLnBrk="1" hangingPunct="1">
              <a:lnSpc>
                <a:spcPct val="80000"/>
              </a:lnSpc>
              <a:spcBef>
                <a:spcPts val="600"/>
              </a:spcBef>
              <a:buClr>
                <a:srgbClr val="3333CC"/>
              </a:buClr>
              <a:buSzPct val="60000"/>
              <a:buFont typeface="Wingdings" panose="05000000000000000000" pitchFamily="2" charset="2"/>
              <a:buChar char=""/>
            </a:pPr>
            <a:r>
              <a:rPr lang="en-US" altLang="en-US" sz="2000" dirty="0" err="1">
                <a:solidFill>
                  <a:srgbClr val="000000"/>
                </a:solidFill>
              </a:rPr>
              <a:t>Etc</a:t>
            </a:r>
            <a:r>
              <a:rPr lang="en-US" altLang="en-US" sz="2000" dirty="0">
                <a:solidFill>
                  <a:srgbClr val="000000"/>
                </a:solidFill>
              </a:rPr>
              <a:t> …</a:t>
            </a:r>
          </a:p>
          <a:p>
            <a:pPr eaLnBrk="1" hangingPunct="1">
              <a:lnSpc>
                <a:spcPct val="80000"/>
              </a:lnSpc>
              <a:spcBef>
                <a:spcPts val="600"/>
              </a:spcBef>
              <a:buClr>
                <a:srgbClr val="3333CC"/>
              </a:buClr>
              <a:buSzPct val="60000"/>
              <a:buFont typeface="Wingdings" panose="05000000000000000000" pitchFamily="2" charset="2"/>
              <a:buChar char=""/>
            </a:pPr>
            <a:endParaRPr lang="en-US" altLang="en-US" sz="2000" dirty="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Text Box 1">
            <a:extLst>
              <a:ext uri="{FF2B5EF4-FFF2-40B4-BE49-F238E27FC236}">
                <a16:creationId xmlns:a16="http://schemas.microsoft.com/office/drawing/2014/main" id="{1A5D52AB-A029-9C98-D80B-24EF7735320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16771" name="Text Box 2">
            <a:extLst>
              <a:ext uri="{FF2B5EF4-FFF2-40B4-BE49-F238E27FC236}">
                <a16:creationId xmlns:a16="http://schemas.microsoft.com/office/drawing/2014/main" id="{3DE40AB2-FDD8-E35D-C3DC-6C1ABD88B4A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A187276-EF0A-4007-A527-A9670531A77B}" type="slidenum">
              <a:rPr lang="en-US" altLang="en-US" sz="1400">
                <a:solidFill>
                  <a:srgbClr val="000000"/>
                </a:solidFill>
              </a:rPr>
              <a:pPr algn="r" eaLnBrk="1" hangingPunct="1">
                <a:buClrTx/>
                <a:buSzPct val="60000"/>
                <a:buFontTx/>
                <a:buNone/>
              </a:pPr>
              <a:t>254</a:t>
            </a:fld>
            <a:endParaRPr lang="en-US" altLang="en-US" sz="1400">
              <a:solidFill>
                <a:srgbClr val="000000"/>
              </a:solidFill>
            </a:endParaRPr>
          </a:p>
        </p:txBody>
      </p:sp>
      <p:sp>
        <p:nvSpPr>
          <p:cNvPr id="416772" name="Text Box 3">
            <a:extLst>
              <a:ext uri="{FF2B5EF4-FFF2-40B4-BE49-F238E27FC236}">
                <a16:creationId xmlns:a16="http://schemas.microsoft.com/office/drawing/2014/main" id="{233CDF98-B334-CF72-1C19-013E48A58A7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ICMP Encapsulation</a:t>
            </a:r>
          </a:p>
        </p:txBody>
      </p:sp>
      <p:sp>
        <p:nvSpPr>
          <p:cNvPr id="416773" name="Text Box 4">
            <a:extLst>
              <a:ext uri="{FF2B5EF4-FFF2-40B4-BE49-F238E27FC236}">
                <a16:creationId xmlns:a16="http://schemas.microsoft.com/office/drawing/2014/main" id="{FB1D0029-05E6-C149-FB99-A30963762A0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Although ICMP is a network layer protocol, its messages are first encapsulated inside IP datagrams and then in the data link layer frame</a:t>
            </a:r>
            <a:endParaRPr lang="en-US" altLang="en-US" sz="2400" dirty="0">
              <a:solidFill>
                <a:srgbClr val="000000"/>
              </a:solidFill>
            </a:endParaRPr>
          </a:p>
        </p:txBody>
      </p:sp>
      <p:pic>
        <p:nvPicPr>
          <p:cNvPr id="3" name="Picture 2">
            <a:extLst>
              <a:ext uri="{FF2B5EF4-FFF2-40B4-BE49-F238E27FC236}">
                <a16:creationId xmlns:a16="http://schemas.microsoft.com/office/drawing/2014/main" id="{9F46FFB8-5F3C-08E3-F5EE-619EF90608D4}"/>
              </a:ext>
            </a:extLst>
          </p:cNvPr>
          <p:cNvPicPr>
            <a:picLocks noChangeAspect="1"/>
          </p:cNvPicPr>
          <p:nvPr/>
        </p:nvPicPr>
        <p:blipFill>
          <a:blip r:embed="rId3"/>
          <a:stretch>
            <a:fillRect/>
          </a:stretch>
        </p:blipFill>
        <p:spPr>
          <a:xfrm>
            <a:off x="1193241" y="3717031"/>
            <a:ext cx="7267191" cy="2187353"/>
          </a:xfrm>
          <a:prstGeom prst="rect">
            <a:avLst/>
          </a:prstGeom>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D9E9C4-AB61-F21F-E258-A59DD42427C7}"/>
              </a:ext>
            </a:extLst>
          </p:cNvPr>
          <p:cNvSpPr>
            <a:spLocks noGrp="1"/>
          </p:cNvSpPr>
          <p:nvPr>
            <p:ph type="title"/>
          </p:nvPr>
        </p:nvSpPr>
        <p:spPr/>
        <p:txBody>
          <a:bodyPr/>
          <a:lstStyle/>
          <a:p>
            <a:r>
              <a:rPr lang="en-IN" dirty="0"/>
              <a:t>ICMP Message Types</a:t>
            </a:r>
          </a:p>
        </p:txBody>
      </p:sp>
      <p:sp>
        <p:nvSpPr>
          <p:cNvPr id="3" name="Content Placeholder 2">
            <a:extLst>
              <a:ext uri="{FF2B5EF4-FFF2-40B4-BE49-F238E27FC236}">
                <a16:creationId xmlns:a16="http://schemas.microsoft.com/office/drawing/2014/main" id="{37C23556-25E4-3C42-A88A-BEF3995B8666}"/>
              </a:ext>
            </a:extLst>
          </p:cNvPr>
          <p:cNvSpPr>
            <a:spLocks noGrp="1"/>
          </p:cNvSpPr>
          <p:nvPr>
            <p:ph idx="1"/>
          </p:nvPr>
        </p:nvSpPr>
        <p:spPr/>
        <p:txBody>
          <a:bodyPr/>
          <a:lstStyle/>
          <a:p>
            <a:r>
              <a:rPr lang="en-IN" dirty="0"/>
              <a:t>Error-reporting messages</a:t>
            </a:r>
          </a:p>
          <a:p>
            <a:pPr lvl="1"/>
            <a:r>
              <a:rPr lang="en-US" dirty="0"/>
              <a:t>Report problems that a router or a host (destination) may encounter when it processes an IP packet</a:t>
            </a:r>
          </a:p>
          <a:p>
            <a:r>
              <a:rPr lang="en-US" dirty="0"/>
              <a:t>Query messages</a:t>
            </a:r>
          </a:p>
          <a:p>
            <a:pPr lvl="1"/>
            <a:r>
              <a:rPr lang="en-US" dirty="0"/>
              <a:t>Occur in pairs, help a host or a network manager get specific information from a router or another host. </a:t>
            </a:r>
          </a:p>
          <a:p>
            <a:pPr lvl="1"/>
            <a:r>
              <a:rPr lang="en-US" dirty="0"/>
              <a:t>For example, nodes can discover their neighbors. </a:t>
            </a:r>
          </a:p>
          <a:p>
            <a:pPr lvl="1"/>
            <a:r>
              <a:rPr lang="en-US" dirty="0"/>
              <a:t>Also, hosts can discover and learn about routers on their network and routers can help a node redirect its messages.</a:t>
            </a:r>
          </a:p>
          <a:p>
            <a:pPr lvl="1"/>
            <a:endParaRPr lang="en-US" dirty="0"/>
          </a:p>
          <a:p>
            <a:pPr lvl="1"/>
            <a:endParaRPr lang="en-IN" dirty="0"/>
          </a:p>
        </p:txBody>
      </p:sp>
    </p:spTree>
    <p:extLst>
      <p:ext uri="{BB962C8B-B14F-4D97-AF65-F5344CB8AC3E}">
        <p14:creationId xmlns:p14="http://schemas.microsoft.com/office/powerpoint/2010/main" val="325010482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Text Box 1">
            <a:extLst>
              <a:ext uri="{FF2B5EF4-FFF2-40B4-BE49-F238E27FC236}">
                <a16:creationId xmlns:a16="http://schemas.microsoft.com/office/drawing/2014/main" id="{B5DB5A37-69B0-FA0D-47AF-AA71B98651F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18819" name="Text Box 2">
            <a:extLst>
              <a:ext uri="{FF2B5EF4-FFF2-40B4-BE49-F238E27FC236}">
                <a16:creationId xmlns:a16="http://schemas.microsoft.com/office/drawing/2014/main" id="{E27D3774-31B6-3C1B-7E51-26B33725475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C13803B-410A-4588-BE92-218EE898A009}" type="slidenum">
              <a:rPr lang="en-US" altLang="en-US" sz="1400">
                <a:solidFill>
                  <a:srgbClr val="000000"/>
                </a:solidFill>
              </a:rPr>
              <a:pPr algn="r" eaLnBrk="1" hangingPunct="1">
                <a:buClrTx/>
                <a:buSzPct val="60000"/>
                <a:buFontTx/>
                <a:buNone/>
              </a:pPr>
              <a:t>256</a:t>
            </a:fld>
            <a:endParaRPr lang="en-US" altLang="en-US" sz="1400">
              <a:solidFill>
                <a:srgbClr val="000000"/>
              </a:solidFill>
            </a:endParaRPr>
          </a:p>
        </p:txBody>
      </p:sp>
      <p:sp>
        <p:nvSpPr>
          <p:cNvPr id="418820" name="Text Box 3">
            <a:extLst>
              <a:ext uri="{FF2B5EF4-FFF2-40B4-BE49-F238E27FC236}">
                <a16:creationId xmlns:a16="http://schemas.microsoft.com/office/drawing/2014/main" id="{F43A3F5D-DDB4-5F23-D407-31DCD01115C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ICMP Messages</a:t>
            </a:r>
          </a:p>
        </p:txBody>
      </p:sp>
      <p:sp>
        <p:nvSpPr>
          <p:cNvPr id="418821" name="Text Box 4">
            <a:extLst>
              <a:ext uri="{FF2B5EF4-FFF2-40B4-BE49-F238E27FC236}">
                <a16:creationId xmlns:a16="http://schemas.microsoft.com/office/drawing/2014/main" id="{0890917A-7E56-4DF5-3C24-9280D059516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endParaRPr lang="en-US" altLang="en-US" sz="2000" dirty="0">
              <a:solidFill>
                <a:srgbClr val="000000"/>
              </a:solidFill>
            </a:endParaRPr>
          </a:p>
        </p:txBody>
      </p:sp>
      <p:pic>
        <p:nvPicPr>
          <p:cNvPr id="3" name="Picture 2">
            <a:extLst>
              <a:ext uri="{FF2B5EF4-FFF2-40B4-BE49-F238E27FC236}">
                <a16:creationId xmlns:a16="http://schemas.microsoft.com/office/drawing/2014/main" id="{DFB928EE-5EB2-9E12-82A0-E6563E1F7AE5}"/>
              </a:ext>
            </a:extLst>
          </p:cNvPr>
          <p:cNvPicPr>
            <a:picLocks noChangeAspect="1"/>
          </p:cNvPicPr>
          <p:nvPr/>
        </p:nvPicPr>
        <p:blipFill>
          <a:blip r:embed="rId3"/>
          <a:stretch>
            <a:fillRect/>
          </a:stretch>
        </p:blipFill>
        <p:spPr>
          <a:xfrm>
            <a:off x="-9394" y="2091730"/>
            <a:ext cx="9129550" cy="2674540"/>
          </a:xfrm>
          <a:prstGeom prst="rect">
            <a:avLst/>
          </a:prstGeom>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BB072B-B761-72A5-135B-CC4A88509F12}"/>
              </a:ext>
            </a:extLst>
          </p:cNvPr>
          <p:cNvSpPr>
            <a:spLocks noGrp="1"/>
          </p:cNvSpPr>
          <p:nvPr>
            <p:ph type="title"/>
          </p:nvPr>
        </p:nvSpPr>
        <p:spPr/>
        <p:txBody>
          <a:bodyPr/>
          <a:lstStyle/>
          <a:p>
            <a:r>
              <a:rPr lang="en-IN" dirty="0"/>
              <a:t>ICMP Message Format</a:t>
            </a:r>
          </a:p>
        </p:txBody>
      </p:sp>
      <p:sp>
        <p:nvSpPr>
          <p:cNvPr id="3" name="Content Placeholder 2">
            <a:extLst>
              <a:ext uri="{FF2B5EF4-FFF2-40B4-BE49-F238E27FC236}">
                <a16:creationId xmlns:a16="http://schemas.microsoft.com/office/drawing/2014/main" id="{B72D3D15-B509-24AA-8A30-C0021E16630A}"/>
              </a:ext>
            </a:extLst>
          </p:cNvPr>
          <p:cNvSpPr>
            <a:spLocks noGrp="1"/>
          </p:cNvSpPr>
          <p:nvPr>
            <p:ph idx="1"/>
          </p:nvPr>
        </p:nvSpPr>
        <p:spPr/>
        <p:txBody>
          <a:bodyPr/>
          <a:lstStyle/>
          <a:p>
            <a:r>
              <a:rPr lang="en-IN" dirty="0"/>
              <a:t>Has a 8-byte header and variable-size data section</a:t>
            </a:r>
          </a:p>
          <a:p>
            <a:r>
              <a:rPr lang="en-US" dirty="0"/>
              <a:t>General format of the header is different for each message type, the first 4 bytes are common to all</a:t>
            </a:r>
          </a:p>
          <a:p>
            <a:endParaRPr lang="en-IN" dirty="0"/>
          </a:p>
          <a:p>
            <a:endParaRPr lang="en-IN" dirty="0"/>
          </a:p>
          <a:p>
            <a:endParaRPr lang="en-IN" dirty="0"/>
          </a:p>
          <a:p>
            <a:endParaRPr lang="en-IN" dirty="0"/>
          </a:p>
          <a:p>
            <a:endParaRPr lang="en-IN" dirty="0"/>
          </a:p>
          <a:p>
            <a:endParaRPr lang="en-IN" dirty="0"/>
          </a:p>
          <a:p>
            <a:endParaRPr lang="en-IN" dirty="0"/>
          </a:p>
        </p:txBody>
      </p:sp>
      <p:pic>
        <p:nvPicPr>
          <p:cNvPr id="5" name="Picture 4">
            <a:extLst>
              <a:ext uri="{FF2B5EF4-FFF2-40B4-BE49-F238E27FC236}">
                <a16:creationId xmlns:a16="http://schemas.microsoft.com/office/drawing/2014/main" id="{CD0CA637-D85C-B71B-2472-1619541F172B}"/>
              </a:ext>
            </a:extLst>
          </p:cNvPr>
          <p:cNvPicPr>
            <a:picLocks noChangeAspect="1"/>
          </p:cNvPicPr>
          <p:nvPr/>
        </p:nvPicPr>
        <p:blipFill>
          <a:blip r:embed="rId2"/>
          <a:stretch>
            <a:fillRect/>
          </a:stretch>
        </p:blipFill>
        <p:spPr>
          <a:xfrm>
            <a:off x="395536" y="4365104"/>
            <a:ext cx="7975798" cy="2313885"/>
          </a:xfrm>
          <a:prstGeom prst="rect">
            <a:avLst/>
          </a:prstGeom>
        </p:spPr>
      </p:pic>
      <p:sp>
        <p:nvSpPr>
          <p:cNvPr id="6" name="Callout: Line 5">
            <a:extLst>
              <a:ext uri="{FF2B5EF4-FFF2-40B4-BE49-F238E27FC236}">
                <a16:creationId xmlns:a16="http://schemas.microsoft.com/office/drawing/2014/main" id="{4B319A72-7D66-4FC4-354F-FAA3BCE37510}"/>
              </a:ext>
            </a:extLst>
          </p:cNvPr>
          <p:cNvSpPr/>
          <p:nvPr/>
        </p:nvSpPr>
        <p:spPr>
          <a:xfrm>
            <a:off x="3275856" y="3145508"/>
            <a:ext cx="2304256" cy="1152128"/>
          </a:xfrm>
          <a:prstGeom prst="borderCallout1">
            <a:avLst>
              <a:gd name="adj1" fmla="val 18750"/>
              <a:gd name="adj2" fmla="val -8333"/>
              <a:gd name="adj3" fmla="val 170573"/>
              <a:gd name="adj4" fmla="val -1800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Specifies the reason for the specific message type</a:t>
            </a:r>
          </a:p>
        </p:txBody>
      </p:sp>
      <p:sp>
        <p:nvSpPr>
          <p:cNvPr id="7" name="Callout: Line 6">
            <a:extLst>
              <a:ext uri="{FF2B5EF4-FFF2-40B4-BE49-F238E27FC236}">
                <a16:creationId xmlns:a16="http://schemas.microsoft.com/office/drawing/2014/main" id="{2978E9D3-9CBC-0425-66B4-9BE5F6AD633B}"/>
              </a:ext>
            </a:extLst>
          </p:cNvPr>
          <p:cNvSpPr/>
          <p:nvPr/>
        </p:nvSpPr>
        <p:spPr>
          <a:xfrm>
            <a:off x="654153" y="3131504"/>
            <a:ext cx="2304256" cy="1152128"/>
          </a:xfrm>
          <a:prstGeom prst="borderCallout1">
            <a:avLst>
              <a:gd name="adj1" fmla="val 18750"/>
              <a:gd name="adj2" fmla="val -8333"/>
              <a:gd name="adj3" fmla="val 162830"/>
              <a:gd name="adj4" fmla="val 1635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Defines the type of the message</a:t>
            </a:r>
          </a:p>
        </p:txBody>
      </p:sp>
      <p:sp>
        <p:nvSpPr>
          <p:cNvPr id="8" name="Callout: Line 7">
            <a:extLst>
              <a:ext uri="{FF2B5EF4-FFF2-40B4-BE49-F238E27FC236}">
                <a16:creationId xmlns:a16="http://schemas.microsoft.com/office/drawing/2014/main" id="{3E6213EE-0922-0450-72BB-7BF2AB63A323}"/>
              </a:ext>
            </a:extLst>
          </p:cNvPr>
          <p:cNvSpPr/>
          <p:nvPr/>
        </p:nvSpPr>
        <p:spPr>
          <a:xfrm>
            <a:off x="6526585" y="3078040"/>
            <a:ext cx="2304256" cy="1152128"/>
          </a:xfrm>
          <a:prstGeom prst="borderCallout1">
            <a:avLst>
              <a:gd name="adj1" fmla="val 18750"/>
              <a:gd name="adj2" fmla="val -8333"/>
              <a:gd name="adj3" fmla="val 268329"/>
              <a:gd name="adj4" fmla="val -6059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Carries information for finding the original packet that had error</a:t>
            </a:r>
          </a:p>
        </p:txBody>
      </p:sp>
    </p:spTree>
    <p:extLst>
      <p:ext uri="{BB962C8B-B14F-4D97-AF65-F5344CB8AC3E}">
        <p14:creationId xmlns:p14="http://schemas.microsoft.com/office/powerpoint/2010/main" val="630509950"/>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Text Box 1">
            <a:extLst>
              <a:ext uri="{FF2B5EF4-FFF2-40B4-BE49-F238E27FC236}">
                <a16:creationId xmlns:a16="http://schemas.microsoft.com/office/drawing/2014/main" id="{E29F1523-3AFC-A3E9-DE3B-D1F270F92175}"/>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ICMP: Error-reporting messages</a:t>
            </a:r>
          </a:p>
        </p:txBody>
      </p:sp>
      <p:sp>
        <p:nvSpPr>
          <p:cNvPr id="429059" name="Text Box 2">
            <a:extLst>
              <a:ext uri="{FF2B5EF4-FFF2-40B4-BE49-F238E27FC236}">
                <a16:creationId xmlns:a16="http://schemas.microsoft.com/office/drawing/2014/main" id="{AFEEB69E-84A9-7393-5BEE-0A13BAAD88CB}"/>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Text Box 1">
            <a:extLst>
              <a:ext uri="{FF2B5EF4-FFF2-40B4-BE49-F238E27FC236}">
                <a16:creationId xmlns:a16="http://schemas.microsoft.com/office/drawing/2014/main" id="{59217DB3-E8AD-2686-AC47-622153B7504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1107" name="Text Box 2">
            <a:extLst>
              <a:ext uri="{FF2B5EF4-FFF2-40B4-BE49-F238E27FC236}">
                <a16:creationId xmlns:a16="http://schemas.microsoft.com/office/drawing/2014/main" id="{27AE9C04-4D7A-5E48-AD13-EA3787F62C5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A342197C-37D3-4B2F-9D91-15EAD7540643}" type="slidenum">
              <a:rPr lang="en-US" altLang="en-US" sz="1400">
                <a:solidFill>
                  <a:srgbClr val="000000"/>
                </a:solidFill>
              </a:rPr>
              <a:pPr algn="r" eaLnBrk="1" hangingPunct="1">
                <a:buClrTx/>
                <a:buSzPct val="60000"/>
                <a:buFontTx/>
                <a:buNone/>
              </a:pPr>
              <a:t>259</a:t>
            </a:fld>
            <a:endParaRPr lang="en-US" altLang="en-US" sz="1400">
              <a:solidFill>
                <a:srgbClr val="000000"/>
              </a:solidFill>
            </a:endParaRPr>
          </a:p>
        </p:txBody>
      </p:sp>
      <p:sp>
        <p:nvSpPr>
          <p:cNvPr id="431108" name="Text Box 3">
            <a:extLst>
              <a:ext uri="{FF2B5EF4-FFF2-40B4-BE49-F238E27FC236}">
                <a16:creationId xmlns:a16="http://schemas.microsoft.com/office/drawing/2014/main" id="{F0E28D16-CC43-8EB2-9F2D-959B951EA3C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Error Reporting</a:t>
            </a:r>
          </a:p>
        </p:txBody>
      </p:sp>
      <p:sp>
        <p:nvSpPr>
          <p:cNvPr id="431109" name="Text Box 4">
            <a:extLst>
              <a:ext uri="{FF2B5EF4-FFF2-40B4-BE49-F238E27FC236}">
                <a16:creationId xmlns:a16="http://schemas.microsoft.com/office/drawing/2014/main" id="{B9856B29-4F1F-5331-BBC6-CE8C0FAA8B9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ICMP only reports errors; does not attempt to correct them</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Error messages are always sent to the original source (because the only information available in IP datagrams is about the source and the destination addresses)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4124EC-7241-F03D-8C18-88A677FFED86}"/>
              </a:ext>
            </a:extLst>
          </p:cNvPr>
          <p:cNvSpPr>
            <a:spLocks noGrp="1"/>
          </p:cNvSpPr>
          <p:nvPr>
            <p:ph type="title"/>
          </p:nvPr>
        </p:nvSpPr>
        <p:spPr/>
        <p:txBody>
          <a:bodyPr/>
          <a:lstStyle/>
          <a:p>
            <a:r>
              <a:rPr lang="en-IN" dirty="0"/>
              <a:t>Error-reporting Messages</a:t>
            </a:r>
          </a:p>
        </p:txBody>
      </p:sp>
      <p:sp>
        <p:nvSpPr>
          <p:cNvPr id="3" name="Content Placeholder 2">
            <a:extLst>
              <a:ext uri="{FF2B5EF4-FFF2-40B4-BE49-F238E27FC236}">
                <a16:creationId xmlns:a16="http://schemas.microsoft.com/office/drawing/2014/main" id="{E14CD499-3CB8-CF28-E425-B18C8561C1A6}"/>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0FA92C85-C4AA-1CAB-8C9B-BEA52B168A59}"/>
              </a:ext>
            </a:extLst>
          </p:cNvPr>
          <p:cNvPicPr>
            <a:picLocks noChangeAspect="1"/>
          </p:cNvPicPr>
          <p:nvPr/>
        </p:nvPicPr>
        <p:blipFill>
          <a:blip r:embed="rId2"/>
          <a:stretch>
            <a:fillRect/>
          </a:stretch>
        </p:blipFill>
        <p:spPr>
          <a:xfrm>
            <a:off x="574078" y="2247453"/>
            <a:ext cx="7995844" cy="1512168"/>
          </a:xfrm>
          <a:prstGeom prst="rect">
            <a:avLst/>
          </a:prstGeom>
        </p:spPr>
      </p:pic>
      <p:sp>
        <p:nvSpPr>
          <p:cNvPr id="6" name="Callout: Line 5">
            <a:extLst>
              <a:ext uri="{FF2B5EF4-FFF2-40B4-BE49-F238E27FC236}">
                <a16:creationId xmlns:a16="http://schemas.microsoft.com/office/drawing/2014/main" id="{C6593F76-E41C-F1B1-8734-E2C58E901BAD}"/>
              </a:ext>
            </a:extLst>
          </p:cNvPr>
          <p:cNvSpPr/>
          <p:nvPr/>
        </p:nvSpPr>
        <p:spPr>
          <a:xfrm>
            <a:off x="899592" y="4334765"/>
            <a:ext cx="1080120" cy="792088"/>
          </a:xfrm>
          <a:prstGeom prst="borderCallout1">
            <a:avLst>
              <a:gd name="adj1" fmla="val 18750"/>
              <a:gd name="adj2" fmla="val -8333"/>
              <a:gd name="adj3" fmla="val -95858"/>
              <a:gd name="adj4" fmla="val 2464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Type = 3</a:t>
            </a:r>
          </a:p>
        </p:txBody>
      </p:sp>
      <p:sp>
        <p:nvSpPr>
          <p:cNvPr id="7" name="Callout: Line 6">
            <a:extLst>
              <a:ext uri="{FF2B5EF4-FFF2-40B4-BE49-F238E27FC236}">
                <a16:creationId xmlns:a16="http://schemas.microsoft.com/office/drawing/2014/main" id="{DA2F4FED-0BCA-CDB6-0411-41104A97556E}"/>
              </a:ext>
            </a:extLst>
          </p:cNvPr>
          <p:cNvSpPr/>
          <p:nvPr/>
        </p:nvSpPr>
        <p:spPr>
          <a:xfrm>
            <a:off x="2411760" y="4338935"/>
            <a:ext cx="1080120" cy="792088"/>
          </a:xfrm>
          <a:prstGeom prst="borderCallout1">
            <a:avLst>
              <a:gd name="adj1" fmla="val 18750"/>
              <a:gd name="adj2" fmla="val -8333"/>
              <a:gd name="adj3" fmla="val -95858"/>
              <a:gd name="adj4" fmla="val 2464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Type = 4</a:t>
            </a:r>
          </a:p>
        </p:txBody>
      </p:sp>
      <p:sp>
        <p:nvSpPr>
          <p:cNvPr id="8" name="Callout: Line 7">
            <a:extLst>
              <a:ext uri="{FF2B5EF4-FFF2-40B4-BE49-F238E27FC236}">
                <a16:creationId xmlns:a16="http://schemas.microsoft.com/office/drawing/2014/main" id="{8D51E786-0F70-2717-9363-0CC13B7994E3}"/>
              </a:ext>
            </a:extLst>
          </p:cNvPr>
          <p:cNvSpPr/>
          <p:nvPr/>
        </p:nvSpPr>
        <p:spPr>
          <a:xfrm>
            <a:off x="4031940" y="4316385"/>
            <a:ext cx="1080120" cy="792088"/>
          </a:xfrm>
          <a:prstGeom prst="borderCallout1">
            <a:avLst>
              <a:gd name="adj1" fmla="val 18750"/>
              <a:gd name="adj2" fmla="val -8333"/>
              <a:gd name="adj3" fmla="val -95858"/>
              <a:gd name="adj4" fmla="val 2464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Type = 11</a:t>
            </a:r>
          </a:p>
        </p:txBody>
      </p:sp>
      <p:sp>
        <p:nvSpPr>
          <p:cNvPr id="9" name="Callout: Line 8">
            <a:extLst>
              <a:ext uri="{FF2B5EF4-FFF2-40B4-BE49-F238E27FC236}">
                <a16:creationId xmlns:a16="http://schemas.microsoft.com/office/drawing/2014/main" id="{489E6D93-41A8-A6F7-1847-EB36DB948361}"/>
              </a:ext>
            </a:extLst>
          </p:cNvPr>
          <p:cNvSpPr/>
          <p:nvPr/>
        </p:nvSpPr>
        <p:spPr>
          <a:xfrm>
            <a:off x="5544108" y="4327784"/>
            <a:ext cx="1080120" cy="792088"/>
          </a:xfrm>
          <a:prstGeom prst="borderCallout1">
            <a:avLst>
              <a:gd name="adj1" fmla="val 18750"/>
              <a:gd name="adj2" fmla="val -8333"/>
              <a:gd name="adj3" fmla="val -95858"/>
              <a:gd name="adj4" fmla="val 2464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Type = 12</a:t>
            </a:r>
          </a:p>
        </p:txBody>
      </p:sp>
      <p:sp>
        <p:nvSpPr>
          <p:cNvPr id="10" name="Callout: Line 9">
            <a:extLst>
              <a:ext uri="{FF2B5EF4-FFF2-40B4-BE49-F238E27FC236}">
                <a16:creationId xmlns:a16="http://schemas.microsoft.com/office/drawing/2014/main" id="{5627EA74-A669-6C9C-9A80-E51DB170DC2A}"/>
              </a:ext>
            </a:extLst>
          </p:cNvPr>
          <p:cNvSpPr/>
          <p:nvPr/>
        </p:nvSpPr>
        <p:spPr>
          <a:xfrm>
            <a:off x="6998773" y="4327784"/>
            <a:ext cx="1080120" cy="792088"/>
          </a:xfrm>
          <a:prstGeom prst="borderCallout1">
            <a:avLst>
              <a:gd name="adj1" fmla="val 18750"/>
              <a:gd name="adj2" fmla="val -8333"/>
              <a:gd name="adj3" fmla="val -95858"/>
              <a:gd name="adj4" fmla="val 2464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dirty="0"/>
              <a:t>Type = 5</a:t>
            </a:r>
          </a:p>
        </p:txBody>
      </p:sp>
    </p:spTree>
    <p:extLst>
      <p:ext uri="{BB962C8B-B14F-4D97-AF65-F5344CB8AC3E}">
        <p14:creationId xmlns:p14="http://schemas.microsoft.com/office/powerpoint/2010/main" val="394495072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Text Box 1">
            <a:extLst>
              <a:ext uri="{FF2B5EF4-FFF2-40B4-BE49-F238E27FC236}">
                <a16:creationId xmlns:a16="http://schemas.microsoft.com/office/drawing/2014/main" id="{9FB1CC40-1C51-0CA3-0945-0FA50DC7DBD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3155" name="Text Box 2">
            <a:extLst>
              <a:ext uri="{FF2B5EF4-FFF2-40B4-BE49-F238E27FC236}">
                <a16:creationId xmlns:a16="http://schemas.microsoft.com/office/drawing/2014/main" id="{4C270135-849D-F128-D935-460509B7915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BC28E53-A4B7-43D0-B413-659107E9ECF1}" type="slidenum">
              <a:rPr lang="en-US" altLang="en-US" sz="1400">
                <a:solidFill>
                  <a:srgbClr val="000000"/>
                </a:solidFill>
              </a:rPr>
              <a:pPr algn="r" eaLnBrk="1" hangingPunct="1">
                <a:buClrTx/>
                <a:buSzPct val="60000"/>
                <a:buFontTx/>
                <a:buNone/>
              </a:pPr>
              <a:t>261</a:t>
            </a:fld>
            <a:endParaRPr lang="en-US" altLang="en-US" sz="1400">
              <a:solidFill>
                <a:srgbClr val="000000"/>
              </a:solidFill>
            </a:endParaRPr>
          </a:p>
        </p:txBody>
      </p:sp>
      <p:sp>
        <p:nvSpPr>
          <p:cNvPr id="433156" name="Text Box 3">
            <a:extLst>
              <a:ext uri="{FF2B5EF4-FFF2-40B4-BE49-F238E27FC236}">
                <a16:creationId xmlns:a16="http://schemas.microsoft.com/office/drawing/2014/main" id="{86C3DE82-E20D-9906-877A-600C34D2B9C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1. Destination Unreachable</a:t>
            </a:r>
          </a:p>
        </p:txBody>
      </p:sp>
      <p:sp>
        <p:nvSpPr>
          <p:cNvPr id="433157" name="Text Box 4">
            <a:extLst>
              <a:ext uri="{FF2B5EF4-FFF2-40B4-BE49-F238E27FC236}">
                <a16:creationId xmlns:a16="http://schemas.microsoft.com/office/drawing/2014/main" id="{0128DDAE-3A5D-90BC-B4EC-7DCD295D2E5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dirty="0">
                <a:solidFill>
                  <a:srgbClr val="000000"/>
                </a:solidFill>
              </a:rPr>
              <a:t>When a router cannot route an IP datagram, it sends this message</a:t>
            </a:r>
          </a:p>
        </p:txBody>
      </p:sp>
      <p:pic>
        <p:nvPicPr>
          <p:cNvPr id="3" name="Picture 2">
            <a:extLst>
              <a:ext uri="{FF2B5EF4-FFF2-40B4-BE49-F238E27FC236}">
                <a16:creationId xmlns:a16="http://schemas.microsoft.com/office/drawing/2014/main" id="{425666F4-BBE0-C387-A890-B4327AA7FFAF}"/>
              </a:ext>
            </a:extLst>
          </p:cNvPr>
          <p:cNvPicPr>
            <a:picLocks noChangeAspect="1"/>
          </p:cNvPicPr>
          <p:nvPr/>
        </p:nvPicPr>
        <p:blipFill>
          <a:blip r:embed="rId3"/>
          <a:stretch>
            <a:fillRect/>
          </a:stretch>
        </p:blipFill>
        <p:spPr>
          <a:xfrm>
            <a:off x="271680" y="3356992"/>
            <a:ext cx="8600640" cy="1693040"/>
          </a:xfrm>
          <a:prstGeom prst="rect">
            <a:avLst/>
          </a:prstGeom>
        </p:spPr>
      </p:pic>
    </p:spTree>
    <p:extLst>
      <p:ext uri="{BB962C8B-B14F-4D97-AF65-F5344CB8AC3E}">
        <p14:creationId xmlns:p14="http://schemas.microsoft.com/office/powerpoint/2010/main" val="151422416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Text Box 1">
            <a:extLst>
              <a:ext uri="{FF2B5EF4-FFF2-40B4-BE49-F238E27FC236}">
                <a16:creationId xmlns:a16="http://schemas.microsoft.com/office/drawing/2014/main" id="{9FB1CC40-1C51-0CA3-0945-0FA50DC7DBD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3155" name="Text Box 2">
            <a:extLst>
              <a:ext uri="{FF2B5EF4-FFF2-40B4-BE49-F238E27FC236}">
                <a16:creationId xmlns:a16="http://schemas.microsoft.com/office/drawing/2014/main" id="{4C270135-849D-F128-D935-460509B7915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BC28E53-A4B7-43D0-B413-659107E9ECF1}" type="slidenum">
              <a:rPr lang="en-US" altLang="en-US" sz="1400">
                <a:solidFill>
                  <a:srgbClr val="000000"/>
                </a:solidFill>
              </a:rPr>
              <a:pPr algn="r" eaLnBrk="1" hangingPunct="1">
                <a:buClrTx/>
                <a:buSzPct val="60000"/>
                <a:buFontTx/>
                <a:buNone/>
              </a:pPr>
              <a:t>262</a:t>
            </a:fld>
            <a:endParaRPr lang="en-US" altLang="en-US" sz="1400">
              <a:solidFill>
                <a:srgbClr val="000000"/>
              </a:solidFill>
            </a:endParaRPr>
          </a:p>
        </p:txBody>
      </p:sp>
      <p:sp>
        <p:nvSpPr>
          <p:cNvPr id="433156" name="Text Box 3">
            <a:extLst>
              <a:ext uri="{FF2B5EF4-FFF2-40B4-BE49-F238E27FC236}">
                <a16:creationId xmlns:a16="http://schemas.microsoft.com/office/drawing/2014/main" id="{86C3DE82-E20D-9906-877A-600C34D2B9C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1. Destination Unreachable – Sample ‘Code’ field Values</a:t>
            </a:r>
          </a:p>
        </p:txBody>
      </p:sp>
      <p:sp>
        <p:nvSpPr>
          <p:cNvPr id="433157" name="Text Box 4">
            <a:extLst>
              <a:ext uri="{FF2B5EF4-FFF2-40B4-BE49-F238E27FC236}">
                <a16:creationId xmlns:a16="http://schemas.microsoft.com/office/drawing/2014/main" id="{0128DDAE-3A5D-90BC-B4EC-7DCD295D2E5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0: Network is unreachable</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1: Host is unreachable</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2: Protocol is unreachable (e.g. TCP is not running on the destination)</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3: Port is not reachable</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4: Fragmentation is needed, but “Do not fragment” field is set</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6: Destination network is unknown</a:t>
            </a:r>
          </a:p>
          <a:p>
            <a:pPr eaLnBrk="1" hangingPunct="1">
              <a:lnSpc>
                <a:spcPct val="90000"/>
              </a:lnSpc>
              <a:spcBef>
                <a:spcPts val="600"/>
              </a:spcBef>
              <a:buClr>
                <a:srgbClr val="FF0000"/>
              </a:buClr>
              <a:buSzPct val="55000"/>
              <a:buFont typeface="Wingdings" panose="05000000000000000000" pitchFamily="2" charset="2"/>
              <a:buChar char=""/>
            </a:pPr>
            <a:r>
              <a:rPr lang="en-US" altLang="en-US" sz="2400" dirty="0">
                <a:solidFill>
                  <a:srgbClr val="000000"/>
                </a:solidFill>
              </a:rPr>
              <a:t>Code 7: Destination host does not exist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Text Box 1">
            <a:extLst>
              <a:ext uri="{FF2B5EF4-FFF2-40B4-BE49-F238E27FC236}">
                <a16:creationId xmlns:a16="http://schemas.microsoft.com/office/drawing/2014/main" id="{73A3BE17-F5FE-9C63-C1AA-A135FA0B255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5203" name="Text Box 2">
            <a:extLst>
              <a:ext uri="{FF2B5EF4-FFF2-40B4-BE49-F238E27FC236}">
                <a16:creationId xmlns:a16="http://schemas.microsoft.com/office/drawing/2014/main" id="{0DB5F2C6-13B6-C521-C031-B139206F3B0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3DABAEA-11EB-4A28-B5BC-9A0BBFC46BD1}" type="slidenum">
              <a:rPr lang="en-US" altLang="en-US" sz="1400">
                <a:solidFill>
                  <a:srgbClr val="000000"/>
                </a:solidFill>
              </a:rPr>
              <a:pPr algn="r" eaLnBrk="1" hangingPunct="1">
                <a:buClrTx/>
                <a:buSzPct val="60000"/>
                <a:buFontTx/>
                <a:buNone/>
              </a:pPr>
              <a:t>263</a:t>
            </a:fld>
            <a:endParaRPr lang="en-US" altLang="en-US" sz="1400">
              <a:solidFill>
                <a:srgbClr val="000000"/>
              </a:solidFill>
            </a:endParaRPr>
          </a:p>
        </p:txBody>
      </p:sp>
      <p:sp>
        <p:nvSpPr>
          <p:cNvPr id="435204" name="Text Box 3">
            <a:extLst>
              <a:ext uri="{FF2B5EF4-FFF2-40B4-BE49-F238E27FC236}">
                <a16:creationId xmlns:a16="http://schemas.microsoft.com/office/drawing/2014/main" id="{DA956F46-EDE5-7FC3-0DCD-1CE7EB5C58F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2. Source Quench</a:t>
            </a:r>
          </a:p>
        </p:txBody>
      </p:sp>
      <p:sp>
        <p:nvSpPr>
          <p:cNvPr id="435205" name="Text Box 4">
            <a:extLst>
              <a:ext uri="{FF2B5EF4-FFF2-40B4-BE49-F238E27FC236}">
                <a16:creationId xmlns:a16="http://schemas.microsoft.com/office/drawing/2014/main" id="{22079DB0-9AA7-9545-2ADC-F5174AEB1E3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IP lacks “flow control”</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Sending host does not know if there is intermediate congestion, or whether it is sending datagrams faster than what the routers can consume</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Buffer/queue may get an overflow</a:t>
            </a:r>
          </a:p>
          <a:p>
            <a:pPr eaLnBrk="1" hangingPunct="1">
              <a:lnSpc>
                <a:spcPct val="90000"/>
              </a:lnSpc>
              <a:spcBef>
                <a:spcPts val="700"/>
              </a:spcBef>
              <a:buClr>
                <a:srgbClr val="3333CC"/>
              </a:buClr>
              <a:buSzPct val="60000"/>
              <a:buFont typeface="Wingdings" panose="05000000000000000000" pitchFamily="2" charset="2"/>
              <a:buChar char=""/>
            </a:pPr>
            <a:r>
              <a:rPr lang="en-US" altLang="en-US" sz="2800">
                <a:solidFill>
                  <a:srgbClr val="000000"/>
                </a:solidFill>
              </a:rPr>
              <a:t>When a router/host discards a datagram due to congestion, it generates this message</a:t>
            </a:r>
          </a:p>
          <a:p>
            <a:pPr lvl="1" eaLnBrk="1" hangingPunct="1">
              <a:lnSpc>
                <a:spcPct val="90000"/>
              </a:lnSpc>
              <a:spcBef>
                <a:spcPts val="600"/>
              </a:spcBef>
              <a:buClr>
                <a:srgbClr val="FF0000"/>
              </a:buClr>
              <a:buSzPct val="55000"/>
              <a:buFont typeface="Wingdings" panose="05000000000000000000" pitchFamily="2" charset="2"/>
              <a:buChar char=""/>
            </a:pPr>
            <a:r>
              <a:rPr lang="en-US" altLang="en-US" sz="2400">
                <a:solidFill>
                  <a:srgbClr val="000000"/>
                </a:solidFill>
              </a:rPr>
              <a:t>Source comes to know about this</a:t>
            </a:r>
          </a:p>
          <a:p>
            <a:pPr lvl="1" eaLnBrk="1" hangingPunct="1">
              <a:lnSpc>
                <a:spcPct val="90000"/>
              </a:lnSpc>
              <a:spcBef>
                <a:spcPts val="600"/>
              </a:spcBef>
              <a:buClr>
                <a:srgbClr val="FF0000"/>
              </a:buClr>
              <a:buSzPct val="55000"/>
              <a:buFont typeface="Wingdings" panose="05000000000000000000" pitchFamily="2" charset="2"/>
              <a:buChar char=""/>
            </a:pPr>
            <a:r>
              <a:rPr lang="en-US" altLang="en-US" sz="2400">
                <a:solidFill>
                  <a:srgbClr val="000000"/>
                </a:solidFill>
              </a:rPr>
              <a:t>Source would ideally slow down its transmission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Text Box 1">
            <a:extLst>
              <a:ext uri="{FF2B5EF4-FFF2-40B4-BE49-F238E27FC236}">
                <a16:creationId xmlns:a16="http://schemas.microsoft.com/office/drawing/2014/main" id="{9024200A-0008-8496-0331-2967A745C3F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7251" name="Text Box 2">
            <a:extLst>
              <a:ext uri="{FF2B5EF4-FFF2-40B4-BE49-F238E27FC236}">
                <a16:creationId xmlns:a16="http://schemas.microsoft.com/office/drawing/2014/main" id="{9BF94718-A4BF-7372-C17E-A9BCDEEC117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9253C45-A70B-4DC4-94D9-9B5CA88B0970}" type="slidenum">
              <a:rPr lang="en-US" altLang="en-US" sz="1400">
                <a:solidFill>
                  <a:srgbClr val="000000"/>
                </a:solidFill>
              </a:rPr>
              <a:pPr algn="r" eaLnBrk="1" hangingPunct="1">
                <a:buClrTx/>
                <a:buSzPct val="60000"/>
                <a:buFontTx/>
                <a:buNone/>
              </a:pPr>
              <a:t>264</a:t>
            </a:fld>
            <a:endParaRPr lang="en-US" altLang="en-US" sz="1400">
              <a:solidFill>
                <a:srgbClr val="000000"/>
              </a:solidFill>
            </a:endParaRPr>
          </a:p>
        </p:txBody>
      </p:sp>
      <p:sp>
        <p:nvSpPr>
          <p:cNvPr id="437252" name="Text Box 3">
            <a:extLst>
              <a:ext uri="{FF2B5EF4-FFF2-40B4-BE49-F238E27FC236}">
                <a16:creationId xmlns:a16="http://schemas.microsoft.com/office/drawing/2014/main" id="{DC04CFE7-1028-12FF-9136-2ADC347C30B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3. Time Exceeded</a:t>
            </a:r>
          </a:p>
        </p:txBody>
      </p:sp>
      <p:sp>
        <p:nvSpPr>
          <p:cNvPr id="437253" name="Text Box 4">
            <a:extLst>
              <a:ext uri="{FF2B5EF4-FFF2-40B4-BE49-F238E27FC236}">
                <a16:creationId xmlns:a16="http://schemas.microsoft.com/office/drawing/2014/main" id="{FD027075-D9F7-692D-1427-2ADBC533D8A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Caused when “Time to live” (TTL) count in the IP datagram becomes 0 (Code 0)</a:t>
            </a:r>
          </a:p>
          <a:p>
            <a:pPr eaLnBrk="1" hangingPunct="1">
              <a:spcBef>
                <a:spcPts val="700"/>
              </a:spcBef>
              <a:buClr>
                <a:srgbClr val="3333CC"/>
              </a:buClr>
              <a:buSzPct val="60000"/>
              <a:buFont typeface="Wingdings" panose="05000000000000000000" pitchFamily="2" charset="2"/>
              <a:buChar char=""/>
            </a:pPr>
            <a:r>
              <a:rPr lang="en-US" altLang="en-US" sz="2800" dirty="0">
                <a:solidFill>
                  <a:srgbClr val="000000"/>
                </a:solidFill>
              </a:rPr>
              <a:t>Can also happen if all the fragments of a fragmented packet do not arrive at the destination in time (Code 1)</a:t>
            </a:r>
          </a:p>
          <a:p>
            <a:pPr lvl="1" eaLnBrk="1" hangingPunct="1">
              <a:spcBef>
                <a:spcPts val="600"/>
              </a:spcBef>
              <a:buClr>
                <a:srgbClr val="FF0000"/>
              </a:buClr>
              <a:buSzPct val="55000"/>
              <a:buFont typeface="Wingdings" panose="05000000000000000000" pitchFamily="2" charset="2"/>
              <a:buChar char=""/>
            </a:pPr>
            <a:r>
              <a:rPr lang="en-US" altLang="en-US" sz="2400" dirty="0">
                <a:solidFill>
                  <a:srgbClr val="000000"/>
                </a:solidFill>
              </a:rPr>
              <a:t>When the first fragment is received, the destination sets a timer</a:t>
            </a:r>
          </a:p>
          <a:p>
            <a:pPr lvl="1" eaLnBrk="1" hangingPunct="1">
              <a:spcBef>
                <a:spcPts val="600"/>
              </a:spcBef>
              <a:buClr>
                <a:srgbClr val="FF0000"/>
              </a:buClr>
              <a:buSzPct val="55000"/>
              <a:buFont typeface="Wingdings" panose="05000000000000000000" pitchFamily="2" charset="2"/>
              <a:buChar char=""/>
            </a:pPr>
            <a:r>
              <a:rPr lang="en-US" altLang="en-US" sz="2400" dirty="0">
                <a:solidFill>
                  <a:srgbClr val="000000"/>
                </a:solidFill>
              </a:rPr>
              <a:t>If the other fragments do not arrive before the timer expires, this message is generated</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Text Box 1">
            <a:extLst>
              <a:ext uri="{FF2B5EF4-FFF2-40B4-BE49-F238E27FC236}">
                <a16:creationId xmlns:a16="http://schemas.microsoft.com/office/drawing/2014/main" id="{47D13064-5290-CC45-3A06-DFB5F797714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39299" name="Text Box 2">
            <a:extLst>
              <a:ext uri="{FF2B5EF4-FFF2-40B4-BE49-F238E27FC236}">
                <a16:creationId xmlns:a16="http://schemas.microsoft.com/office/drawing/2014/main" id="{6E92A653-0314-33D5-4B6D-41C55CFBF94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4B48FA7-29FA-41D9-BE19-56E8C6947007}" type="slidenum">
              <a:rPr lang="en-US" altLang="en-US" sz="1400">
                <a:solidFill>
                  <a:srgbClr val="000000"/>
                </a:solidFill>
              </a:rPr>
              <a:pPr algn="r" eaLnBrk="1" hangingPunct="1">
                <a:buClrTx/>
                <a:buSzPct val="60000"/>
                <a:buFontTx/>
                <a:buNone/>
              </a:pPr>
              <a:t>265</a:t>
            </a:fld>
            <a:endParaRPr lang="en-US" altLang="en-US" sz="1400">
              <a:solidFill>
                <a:srgbClr val="000000"/>
              </a:solidFill>
            </a:endParaRPr>
          </a:p>
        </p:txBody>
      </p:sp>
      <p:sp>
        <p:nvSpPr>
          <p:cNvPr id="439300" name="Text Box 3">
            <a:extLst>
              <a:ext uri="{FF2B5EF4-FFF2-40B4-BE49-F238E27FC236}">
                <a16:creationId xmlns:a16="http://schemas.microsoft.com/office/drawing/2014/main" id="{F62E971B-2B87-3CE1-872D-D7E5F400986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4. Parameter Problem</a:t>
            </a:r>
          </a:p>
        </p:txBody>
      </p:sp>
      <p:sp>
        <p:nvSpPr>
          <p:cNvPr id="439301" name="Text Box 4">
            <a:extLst>
              <a:ext uri="{FF2B5EF4-FFF2-40B4-BE49-F238E27FC236}">
                <a16:creationId xmlns:a16="http://schemas.microsoft.com/office/drawing/2014/main" id="{5BF4C084-DE85-2C39-8579-162DF4299AA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Something is wrong in the header</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Required part of an option is missing</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Text Box 1">
            <a:extLst>
              <a:ext uri="{FF2B5EF4-FFF2-40B4-BE49-F238E27FC236}">
                <a16:creationId xmlns:a16="http://schemas.microsoft.com/office/drawing/2014/main" id="{80180E37-C39F-E1CF-CE1B-51D5B264433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41347" name="Text Box 2">
            <a:extLst>
              <a:ext uri="{FF2B5EF4-FFF2-40B4-BE49-F238E27FC236}">
                <a16:creationId xmlns:a16="http://schemas.microsoft.com/office/drawing/2014/main" id="{24100A42-EF8A-4230-F3FC-9A666323A54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75E6EF4-3208-4F32-9E26-050E90010B6B}" type="slidenum">
              <a:rPr lang="en-US" altLang="en-US" sz="1400">
                <a:solidFill>
                  <a:srgbClr val="000000"/>
                </a:solidFill>
              </a:rPr>
              <a:pPr algn="r" eaLnBrk="1" hangingPunct="1">
                <a:buClrTx/>
                <a:buSzPct val="60000"/>
                <a:buFontTx/>
                <a:buNone/>
              </a:pPr>
              <a:t>266</a:t>
            </a:fld>
            <a:endParaRPr lang="en-US" altLang="en-US" sz="1400">
              <a:solidFill>
                <a:srgbClr val="000000"/>
              </a:solidFill>
            </a:endParaRPr>
          </a:p>
        </p:txBody>
      </p:sp>
      <p:sp>
        <p:nvSpPr>
          <p:cNvPr id="441348" name="Text Box 3">
            <a:extLst>
              <a:ext uri="{FF2B5EF4-FFF2-40B4-BE49-F238E27FC236}">
                <a16:creationId xmlns:a16="http://schemas.microsoft.com/office/drawing/2014/main" id="{9E6573A0-3D6E-DC95-7F94-3929B51F915F}"/>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5. Redirection</a:t>
            </a:r>
          </a:p>
        </p:txBody>
      </p:sp>
      <p:sp>
        <p:nvSpPr>
          <p:cNvPr id="441349" name="Text Box 4">
            <a:extLst>
              <a:ext uri="{FF2B5EF4-FFF2-40B4-BE49-F238E27FC236}">
                <a16:creationId xmlns:a16="http://schemas.microsoft.com/office/drawing/2014/main" id="{1B335DD9-4BCA-220A-E61E-7352C0EE0B9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Routing tables in routers are updated dynamically, but the ones in hosts are static</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This is efficient, but can cause problems of not reflecting the changes in routing tables of routers into those of hosts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Hosts may send datagrams via old path; A router would correct this and inform the source so that it can update its routing table (See figure)</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dirty="0">
                <a:solidFill>
                  <a:srgbClr val="000000"/>
                </a:solidFill>
              </a:rPr>
              <a:t>Datagram is not discarded, unlike other error-reporting messages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FE9AE7-84AC-1B56-DA28-1D566CC9F05B}"/>
              </a:ext>
            </a:extLst>
          </p:cNvPr>
          <p:cNvSpPr>
            <a:spLocks noGrp="1"/>
          </p:cNvSpPr>
          <p:nvPr>
            <p:ph type="title"/>
          </p:nvPr>
        </p:nvSpPr>
        <p:spPr/>
        <p:txBody>
          <a:bodyPr/>
          <a:lstStyle/>
          <a:p>
            <a:r>
              <a:rPr lang="en-IN" dirty="0"/>
              <a:t>Redirection</a:t>
            </a:r>
          </a:p>
        </p:txBody>
      </p:sp>
      <p:sp>
        <p:nvSpPr>
          <p:cNvPr id="3" name="Content Placeholder 2">
            <a:extLst>
              <a:ext uri="{FF2B5EF4-FFF2-40B4-BE49-F238E27FC236}">
                <a16:creationId xmlns:a16="http://schemas.microsoft.com/office/drawing/2014/main" id="{AD97A22C-ECF5-C8E9-CA24-A10EBA728844}"/>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8CA03E0F-7D55-6C90-0F67-46145324ACE9}"/>
              </a:ext>
            </a:extLst>
          </p:cNvPr>
          <p:cNvPicPr>
            <a:picLocks noChangeAspect="1"/>
          </p:cNvPicPr>
          <p:nvPr/>
        </p:nvPicPr>
        <p:blipFill>
          <a:blip r:embed="rId2"/>
          <a:stretch>
            <a:fillRect/>
          </a:stretch>
        </p:blipFill>
        <p:spPr>
          <a:xfrm>
            <a:off x="337395" y="2463477"/>
            <a:ext cx="8469210" cy="1728192"/>
          </a:xfrm>
          <a:prstGeom prst="rect">
            <a:avLst/>
          </a:prstGeom>
        </p:spPr>
      </p:pic>
    </p:spTree>
    <p:extLst>
      <p:ext uri="{BB962C8B-B14F-4D97-AF65-F5344CB8AC3E}">
        <p14:creationId xmlns:p14="http://schemas.microsoft.com/office/powerpoint/2010/main" val="2437932685"/>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4" name="Text Box 1">
            <a:extLst>
              <a:ext uri="{FF2B5EF4-FFF2-40B4-BE49-F238E27FC236}">
                <a16:creationId xmlns:a16="http://schemas.microsoft.com/office/drawing/2014/main" id="{DAAAFB67-727B-B568-F624-FF73AE8A025D}"/>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ICMP: Query messages</a:t>
            </a:r>
          </a:p>
        </p:txBody>
      </p:sp>
      <p:sp>
        <p:nvSpPr>
          <p:cNvPr id="443395" name="Text Box 2">
            <a:extLst>
              <a:ext uri="{FF2B5EF4-FFF2-40B4-BE49-F238E27FC236}">
                <a16:creationId xmlns:a16="http://schemas.microsoft.com/office/drawing/2014/main" id="{249D1360-2B2C-F5B8-2D89-42B6EAA8955A}"/>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Text Box 1">
            <a:extLst>
              <a:ext uri="{FF2B5EF4-FFF2-40B4-BE49-F238E27FC236}">
                <a16:creationId xmlns:a16="http://schemas.microsoft.com/office/drawing/2014/main" id="{EAE07C7A-C7DB-9550-28F3-78AA41DAAA0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45443" name="Text Box 2">
            <a:extLst>
              <a:ext uri="{FF2B5EF4-FFF2-40B4-BE49-F238E27FC236}">
                <a16:creationId xmlns:a16="http://schemas.microsoft.com/office/drawing/2014/main" id="{C40CA8D0-1B52-ADA0-9F47-007226059035}"/>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F7E667F-E011-4845-AF14-F7F4E82A82EF}" type="slidenum">
              <a:rPr lang="en-US" altLang="en-US" sz="1400">
                <a:solidFill>
                  <a:srgbClr val="000000"/>
                </a:solidFill>
              </a:rPr>
              <a:pPr algn="r" eaLnBrk="1" hangingPunct="1">
                <a:buClrTx/>
                <a:buSzPct val="60000"/>
                <a:buFontTx/>
                <a:buNone/>
              </a:pPr>
              <a:t>269</a:t>
            </a:fld>
            <a:endParaRPr lang="en-US" altLang="en-US" sz="1400">
              <a:solidFill>
                <a:srgbClr val="000000"/>
              </a:solidFill>
            </a:endParaRPr>
          </a:p>
        </p:txBody>
      </p:sp>
      <p:sp>
        <p:nvSpPr>
          <p:cNvPr id="445444" name="Text Box 3">
            <a:extLst>
              <a:ext uri="{FF2B5EF4-FFF2-40B4-BE49-F238E27FC236}">
                <a16:creationId xmlns:a16="http://schemas.microsoft.com/office/drawing/2014/main" id="{2F4F2B71-B72D-48F0-9CA7-F1642DFE575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1. Echo Request and Reply</a:t>
            </a:r>
          </a:p>
        </p:txBody>
      </p:sp>
      <p:sp>
        <p:nvSpPr>
          <p:cNvPr id="445445" name="Text Box 4">
            <a:extLst>
              <a:ext uri="{FF2B5EF4-FFF2-40B4-BE49-F238E27FC236}">
                <a16:creationId xmlns:a16="http://schemas.microsoft.com/office/drawing/2014/main" id="{5DF2FEA8-73F3-35CB-C86A-98DE6436021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Used to check whether IP communication is possible between a source and a destination</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Used to identify network problems (by testing the reachability)</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“ping” command</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Text Box 1">
            <a:extLst>
              <a:ext uri="{FF2B5EF4-FFF2-40B4-BE49-F238E27FC236}">
                <a16:creationId xmlns:a16="http://schemas.microsoft.com/office/drawing/2014/main" id="{A6CFC3F5-D1EB-64E5-461F-BC130475E7E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47491" name="Text Box 2">
            <a:extLst>
              <a:ext uri="{FF2B5EF4-FFF2-40B4-BE49-F238E27FC236}">
                <a16:creationId xmlns:a16="http://schemas.microsoft.com/office/drawing/2014/main" id="{31252215-8EDD-EE49-731C-50358BADAE2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1106B75-77A4-4DE6-8C04-4602F2140091}" type="slidenum">
              <a:rPr lang="en-US" altLang="en-US" sz="1400">
                <a:solidFill>
                  <a:srgbClr val="000000"/>
                </a:solidFill>
              </a:rPr>
              <a:pPr algn="r" eaLnBrk="1" hangingPunct="1">
                <a:buClrTx/>
                <a:buSzPct val="60000"/>
                <a:buFontTx/>
                <a:buNone/>
              </a:pPr>
              <a:t>270</a:t>
            </a:fld>
            <a:endParaRPr lang="en-US" altLang="en-US" sz="1400">
              <a:solidFill>
                <a:srgbClr val="000000"/>
              </a:solidFill>
            </a:endParaRPr>
          </a:p>
        </p:txBody>
      </p:sp>
      <p:sp>
        <p:nvSpPr>
          <p:cNvPr id="447492" name="Text Box 3">
            <a:extLst>
              <a:ext uri="{FF2B5EF4-FFF2-40B4-BE49-F238E27FC236}">
                <a16:creationId xmlns:a16="http://schemas.microsoft.com/office/drawing/2014/main" id="{D99E5C16-2E2D-1FC8-5C9D-8CF2DD8718B6}"/>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2. Timestamp Request and Response</a:t>
            </a:r>
          </a:p>
        </p:txBody>
      </p:sp>
      <p:sp>
        <p:nvSpPr>
          <p:cNvPr id="447493" name="Text Box 4">
            <a:extLst>
              <a:ext uri="{FF2B5EF4-FFF2-40B4-BE49-F238E27FC236}">
                <a16:creationId xmlns:a16="http://schemas.microsoft.com/office/drawing/2014/main" id="{68F14AC3-C354-9C74-0E9E-447E38FE920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Used to determine the round-trip time needed for an IP datagram to travel from a source to a destination</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Can also be used for synchronizing clocks between two machines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Text Box 1">
            <a:extLst>
              <a:ext uri="{FF2B5EF4-FFF2-40B4-BE49-F238E27FC236}">
                <a16:creationId xmlns:a16="http://schemas.microsoft.com/office/drawing/2014/main" id="{E4942197-AB9D-7F0C-9138-167E4CA434FE}"/>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Transport Layer</a:t>
            </a:r>
          </a:p>
        </p:txBody>
      </p:sp>
      <p:sp>
        <p:nvSpPr>
          <p:cNvPr id="453635" name="Text Box 2">
            <a:extLst>
              <a:ext uri="{FF2B5EF4-FFF2-40B4-BE49-F238E27FC236}">
                <a16:creationId xmlns:a16="http://schemas.microsoft.com/office/drawing/2014/main" id="{C3C786A3-1066-D2D6-8323-96B322F52F29}"/>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Text Box 1">
            <a:extLst>
              <a:ext uri="{FF2B5EF4-FFF2-40B4-BE49-F238E27FC236}">
                <a16:creationId xmlns:a16="http://schemas.microsoft.com/office/drawing/2014/main" id="{49E679DB-8384-80B0-B928-2F0FBEC8CBB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55683" name="Text Box 2">
            <a:extLst>
              <a:ext uri="{FF2B5EF4-FFF2-40B4-BE49-F238E27FC236}">
                <a16:creationId xmlns:a16="http://schemas.microsoft.com/office/drawing/2014/main" id="{3F3E8ADF-7070-490E-9550-10102F30B5F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37E50C8-1C46-4FB6-9F50-1E47D5FFE62E}" type="slidenum">
              <a:rPr lang="en-US" altLang="en-US" sz="1400">
                <a:solidFill>
                  <a:srgbClr val="000000"/>
                </a:solidFill>
              </a:rPr>
              <a:pPr algn="r" eaLnBrk="1" hangingPunct="1">
                <a:buClrTx/>
                <a:buSzPct val="60000"/>
                <a:buFontTx/>
                <a:buNone/>
              </a:pPr>
              <a:t>272</a:t>
            </a:fld>
            <a:endParaRPr lang="en-US" altLang="en-US" sz="1400">
              <a:solidFill>
                <a:srgbClr val="000000"/>
              </a:solidFill>
            </a:endParaRPr>
          </a:p>
        </p:txBody>
      </p:sp>
      <p:sp>
        <p:nvSpPr>
          <p:cNvPr id="455684" name="Rectangle 3">
            <a:extLst>
              <a:ext uri="{FF2B5EF4-FFF2-40B4-BE49-F238E27FC236}">
                <a16:creationId xmlns:a16="http://schemas.microsoft.com/office/drawing/2014/main" id="{4B5F6051-77CB-8AC3-036F-A3FA491E0ADF}"/>
              </a:ext>
            </a:extLst>
          </p:cNvPr>
          <p:cNvSpPr>
            <a:spLocks noChangeArrowheads="1"/>
          </p:cNvSpPr>
          <p:nvPr/>
        </p:nvSpPr>
        <p:spPr bwMode="auto">
          <a:xfrm>
            <a:off x="457200" y="914400"/>
            <a:ext cx="7924800" cy="5410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5685" name="Text Box 4">
            <a:extLst>
              <a:ext uri="{FF2B5EF4-FFF2-40B4-BE49-F238E27FC236}">
                <a16:creationId xmlns:a16="http://schemas.microsoft.com/office/drawing/2014/main" id="{FCD2A867-3E81-AFD0-E422-3B9E986A0625}"/>
              </a:ext>
            </a:extLst>
          </p:cNvPr>
          <p:cNvSpPr txBox="1">
            <a:spLocks noChangeArrowheads="1"/>
          </p:cNvSpPr>
          <p:nvPr/>
        </p:nvSpPr>
        <p:spPr bwMode="auto">
          <a:xfrm>
            <a:off x="3470275" y="1703388"/>
            <a:ext cx="1943100" cy="1316037"/>
          </a:xfrm>
          <a:prstGeom prst="rect">
            <a:avLst/>
          </a:prstGeom>
          <a:solidFill>
            <a:srgbClr val="33CCCC"/>
          </a:solidFill>
          <a:ln w="9360" cap="sq">
            <a:solidFill>
              <a:srgbClr val="33CC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b="1">
              <a:solidFill>
                <a:srgbClr val="000000"/>
              </a:solidFill>
              <a:latin typeface="Times New Roman" panose="02020603050405020304" pitchFamily="18" charset="0"/>
            </a:endParaRPr>
          </a:p>
          <a:p>
            <a:pPr algn="ctr">
              <a:buClrTx/>
              <a:buSzPct val="60000"/>
              <a:buFontTx/>
              <a:buNone/>
            </a:pPr>
            <a:r>
              <a:rPr lang="en-US" altLang="en-US" b="1">
                <a:solidFill>
                  <a:srgbClr val="000000"/>
                </a:solidFill>
                <a:latin typeface="Times New Roman" panose="02020603050405020304" pitchFamily="18" charset="0"/>
              </a:rPr>
              <a:t>Transport Layer Protocols</a:t>
            </a:r>
          </a:p>
        </p:txBody>
      </p:sp>
      <p:sp>
        <p:nvSpPr>
          <p:cNvPr id="455686" name="Text Box 5">
            <a:extLst>
              <a:ext uri="{FF2B5EF4-FFF2-40B4-BE49-F238E27FC236}">
                <a16:creationId xmlns:a16="http://schemas.microsoft.com/office/drawing/2014/main" id="{3EE70270-946E-12B5-0AD4-3F79980C8DDE}"/>
              </a:ext>
            </a:extLst>
          </p:cNvPr>
          <p:cNvSpPr txBox="1">
            <a:spLocks noChangeArrowheads="1"/>
          </p:cNvSpPr>
          <p:nvPr/>
        </p:nvSpPr>
        <p:spPr bwMode="auto">
          <a:xfrm>
            <a:off x="1143000" y="4114800"/>
            <a:ext cx="2365375" cy="1316038"/>
          </a:xfrm>
          <a:prstGeom prst="rect">
            <a:avLst/>
          </a:prstGeom>
          <a:solidFill>
            <a:srgbClr val="33CCCC"/>
          </a:solidFill>
          <a:ln w="9360" cap="sq">
            <a:solidFill>
              <a:srgbClr val="33CC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b="1">
              <a:solidFill>
                <a:srgbClr val="000000"/>
              </a:solidFill>
              <a:latin typeface="Times New Roman" panose="02020603050405020304" pitchFamily="18" charset="0"/>
            </a:endParaRPr>
          </a:p>
          <a:p>
            <a:pPr algn="ctr">
              <a:buClrTx/>
              <a:buSzPct val="60000"/>
              <a:buFontTx/>
              <a:buNone/>
            </a:pPr>
            <a:r>
              <a:rPr lang="en-US" altLang="en-US" b="1">
                <a:solidFill>
                  <a:srgbClr val="000000"/>
                </a:solidFill>
                <a:latin typeface="Times New Roman" panose="02020603050405020304" pitchFamily="18" charset="0"/>
              </a:rPr>
              <a:t>Transmission Control Protocol (TCP)</a:t>
            </a:r>
          </a:p>
        </p:txBody>
      </p:sp>
      <p:sp>
        <p:nvSpPr>
          <p:cNvPr id="455687" name="Text Box 6">
            <a:extLst>
              <a:ext uri="{FF2B5EF4-FFF2-40B4-BE49-F238E27FC236}">
                <a16:creationId xmlns:a16="http://schemas.microsoft.com/office/drawing/2014/main" id="{21318E11-50B3-8759-2365-F29543B45373}"/>
              </a:ext>
            </a:extLst>
          </p:cNvPr>
          <p:cNvSpPr txBox="1">
            <a:spLocks noChangeArrowheads="1"/>
          </p:cNvSpPr>
          <p:nvPr/>
        </p:nvSpPr>
        <p:spPr bwMode="auto">
          <a:xfrm>
            <a:off x="5083175" y="4073525"/>
            <a:ext cx="2365375" cy="1316038"/>
          </a:xfrm>
          <a:prstGeom prst="rect">
            <a:avLst/>
          </a:prstGeom>
          <a:solidFill>
            <a:srgbClr val="33CCCC"/>
          </a:solidFill>
          <a:ln w="9360" cap="sq">
            <a:solidFill>
              <a:srgbClr val="33CC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b="1" dirty="0">
              <a:solidFill>
                <a:srgbClr val="000000"/>
              </a:solidFill>
              <a:latin typeface="Times New Roman" panose="02020603050405020304" pitchFamily="18" charset="0"/>
            </a:endParaRPr>
          </a:p>
          <a:p>
            <a:pPr algn="ctr">
              <a:buClrTx/>
              <a:buSzPct val="60000"/>
              <a:buFontTx/>
              <a:buNone/>
            </a:pPr>
            <a:r>
              <a:rPr lang="en-US" altLang="en-US" b="1" dirty="0">
                <a:solidFill>
                  <a:srgbClr val="000000"/>
                </a:solidFill>
                <a:latin typeface="Times New Roman" panose="02020603050405020304" pitchFamily="18" charset="0"/>
              </a:rPr>
              <a:t>User Datagram Protocol (UDP)</a:t>
            </a:r>
          </a:p>
        </p:txBody>
      </p:sp>
      <p:sp>
        <p:nvSpPr>
          <p:cNvPr id="455688" name="Line 7">
            <a:extLst>
              <a:ext uri="{FF2B5EF4-FFF2-40B4-BE49-F238E27FC236}">
                <a16:creationId xmlns:a16="http://schemas.microsoft.com/office/drawing/2014/main" id="{1C235362-CDED-AA25-D4BA-F174338FDC6F}"/>
              </a:ext>
            </a:extLst>
          </p:cNvPr>
          <p:cNvSpPr>
            <a:spLocks noChangeShapeType="1"/>
          </p:cNvSpPr>
          <p:nvPr/>
        </p:nvSpPr>
        <p:spPr bwMode="auto">
          <a:xfrm>
            <a:off x="4405313" y="3049588"/>
            <a:ext cx="1587" cy="61436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5689" name="Line 8">
            <a:extLst>
              <a:ext uri="{FF2B5EF4-FFF2-40B4-BE49-F238E27FC236}">
                <a16:creationId xmlns:a16="http://schemas.microsoft.com/office/drawing/2014/main" id="{AA083020-B679-83FF-E8F9-9D73CAC6C8C5}"/>
              </a:ext>
            </a:extLst>
          </p:cNvPr>
          <p:cNvSpPr>
            <a:spLocks noChangeShapeType="1"/>
          </p:cNvSpPr>
          <p:nvPr/>
        </p:nvSpPr>
        <p:spPr bwMode="auto">
          <a:xfrm>
            <a:off x="2189163" y="3663950"/>
            <a:ext cx="4460875"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5690" name="Line 9">
            <a:extLst>
              <a:ext uri="{FF2B5EF4-FFF2-40B4-BE49-F238E27FC236}">
                <a16:creationId xmlns:a16="http://schemas.microsoft.com/office/drawing/2014/main" id="{13670E30-E9DB-E97D-F8AA-51969B9096A6}"/>
              </a:ext>
            </a:extLst>
          </p:cNvPr>
          <p:cNvSpPr>
            <a:spLocks noChangeShapeType="1"/>
          </p:cNvSpPr>
          <p:nvPr/>
        </p:nvSpPr>
        <p:spPr bwMode="auto">
          <a:xfrm>
            <a:off x="2189163" y="3692525"/>
            <a:ext cx="1587" cy="4095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5691" name="Line 10">
            <a:extLst>
              <a:ext uri="{FF2B5EF4-FFF2-40B4-BE49-F238E27FC236}">
                <a16:creationId xmlns:a16="http://schemas.microsoft.com/office/drawing/2014/main" id="{4522AE4C-A135-7C75-DACC-67AD26EE6F29}"/>
              </a:ext>
            </a:extLst>
          </p:cNvPr>
          <p:cNvSpPr>
            <a:spLocks noChangeShapeType="1"/>
          </p:cNvSpPr>
          <p:nvPr/>
        </p:nvSpPr>
        <p:spPr bwMode="auto">
          <a:xfrm>
            <a:off x="6650038" y="3663950"/>
            <a:ext cx="1587" cy="4095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5692" name="Text Box 11">
            <a:extLst>
              <a:ext uri="{FF2B5EF4-FFF2-40B4-BE49-F238E27FC236}">
                <a16:creationId xmlns:a16="http://schemas.microsoft.com/office/drawing/2014/main" id="{21F9E42F-8EAF-A642-3350-28968EF0B684}"/>
              </a:ext>
            </a:extLst>
          </p:cNvPr>
          <p:cNvSpPr txBox="1">
            <a:spLocks noChangeArrowheads="1"/>
          </p:cNvSpPr>
          <p:nvPr/>
        </p:nvSpPr>
        <p:spPr bwMode="auto">
          <a:xfrm>
            <a:off x="609600" y="304800"/>
            <a:ext cx="7696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150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Transport Layer Protocols on the Internet</a:t>
            </a:r>
            <a:r>
              <a:rPr lang="en-US" altLang="en-US" sz="2400">
                <a:solidFill>
                  <a:srgbClr val="000000"/>
                </a:solidFill>
                <a:latin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Text Box 1">
            <a:extLst>
              <a:ext uri="{FF2B5EF4-FFF2-40B4-BE49-F238E27FC236}">
                <a16:creationId xmlns:a16="http://schemas.microsoft.com/office/drawing/2014/main" id="{12330CB8-BCB8-04E9-70ED-6F19C9A488A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57731" name="Text Box 2">
            <a:extLst>
              <a:ext uri="{FF2B5EF4-FFF2-40B4-BE49-F238E27FC236}">
                <a16:creationId xmlns:a16="http://schemas.microsoft.com/office/drawing/2014/main" id="{FF91BCE2-B9CA-6734-A938-543A2FAD9AB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9B0F472-1341-4564-84F8-4259846D7D82}" type="slidenum">
              <a:rPr lang="en-US" altLang="en-US" sz="1400">
                <a:solidFill>
                  <a:srgbClr val="000000"/>
                </a:solidFill>
              </a:rPr>
              <a:pPr algn="r" eaLnBrk="1" hangingPunct="1">
                <a:buClrTx/>
                <a:buSzPct val="60000"/>
                <a:buFontTx/>
                <a:buNone/>
              </a:pPr>
              <a:t>273</a:t>
            </a:fld>
            <a:endParaRPr lang="en-US" altLang="en-US" sz="1400">
              <a:solidFill>
                <a:srgbClr val="000000"/>
              </a:solidFill>
            </a:endParaRPr>
          </a:p>
        </p:txBody>
      </p:sp>
      <p:grpSp>
        <p:nvGrpSpPr>
          <p:cNvPr id="457732" name="Group 3">
            <a:extLst>
              <a:ext uri="{FF2B5EF4-FFF2-40B4-BE49-F238E27FC236}">
                <a16:creationId xmlns:a16="http://schemas.microsoft.com/office/drawing/2014/main" id="{B65A2435-867C-21DE-59DB-BE27904B411A}"/>
              </a:ext>
            </a:extLst>
          </p:cNvPr>
          <p:cNvGrpSpPr>
            <a:grpSpLocks/>
          </p:cNvGrpSpPr>
          <p:nvPr/>
        </p:nvGrpSpPr>
        <p:grpSpPr bwMode="auto">
          <a:xfrm>
            <a:off x="609600" y="914400"/>
            <a:ext cx="7847013" cy="5180013"/>
            <a:chOff x="384" y="576"/>
            <a:chExt cx="4943" cy="3263"/>
          </a:xfrm>
        </p:grpSpPr>
        <p:sp>
          <p:nvSpPr>
            <p:cNvPr id="457734" name="Rectangle 4">
              <a:extLst>
                <a:ext uri="{FF2B5EF4-FFF2-40B4-BE49-F238E27FC236}">
                  <a16:creationId xmlns:a16="http://schemas.microsoft.com/office/drawing/2014/main" id="{F40600C0-2B79-E2F5-36E7-3DF7A0C30FB3}"/>
                </a:ext>
              </a:extLst>
            </p:cNvPr>
            <p:cNvSpPr>
              <a:spLocks noChangeArrowheads="1"/>
            </p:cNvSpPr>
            <p:nvPr/>
          </p:nvSpPr>
          <p:spPr bwMode="auto">
            <a:xfrm>
              <a:off x="384" y="576"/>
              <a:ext cx="4943" cy="326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7735" name="AutoShape 5">
              <a:extLst>
                <a:ext uri="{FF2B5EF4-FFF2-40B4-BE49-F238E27FC236}">
                  <a16:creationId xmlns:a16="http://schemas.microsoft.com/office/drawing/2014/main" id="{DD0C2C23-E2B3-C41F-6B38-C4A30970D599}"/>
                </a:ext>
              </a:extLst>
            </p:cNvPr>
            <p:cNvSpPr>
              <a:spLocks noChangeArrowheads="1"/>
            </p:cNvSpPr>
            <p:nvPr/>
          </p:nvSpPr>
          <p:spPr bwMode="auto">
            <a:xfrm>
              <a:off x="1368" y="1697"/>
              <a:ext cx="669" cy="743"/>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0 w 21600"/>
                <a:gd name="T43" fmla="*/ 2558 h 21600"/>
                <a:gd name="T44" fmla="*/ 16757 w 21600"/>
                <a:gd name="T45" fmla="*/ 11134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Host X</a:t>
              </a:r>
            </a:p>
          </p:txBody>
        </p:sp>
        <p:sp>
          <p:nvSpPr>
            <p:cNvPr id="457736" name="Text Box 6">
              <a:extLst>
                <a:ext uri="{FF2B5EF4-FFF2-40B4-BE49-F238E27FC236}">
                  <a16:creationId xmlns:a16="http://schemas.microsoft.com/office/drawing/2014/main" id="{FA797DFD-2C5E-C5F5-CAA4-719B487122A7}"/>
                </a:ext>
              </a:extLst>
            </p:cNvPr>
            <p:cNvSpPr txBox="1">
              <a:spLocks noChangeArrowheads="1"/>
            </p:cNvSpPr>
            <p:nvPr/>
          </p:nvSpPr>
          <p:spPr bwMode="auto">
            <a:xfrm>
              <a:off x="953" y="878"/>
              <a:ext cx="725" cy="76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A</a:t>
              </a:r>
            </a:p>
          </p:txBody>
        </p:sp>
        <p:sp>
          <p:nvSpPr>
            <p:cNvPr id="457737" name="Text Box 7">
              <a:extLst>
                <a:ext uri="{FF2B5EF4-FFF2-40B4-BE49-F238E27FC236}">
                  <a16:creationId xmlns:a16="http://schemas.microsoft.com/office/drawing/2014/main" id="{FDE6C16C-6B54-06D8-0DCE-555D4A53A3F2}"/>
                </a:ext>
              </a:extLst>
            </p:cNvPr>
            <p:cNvSpPr txBox="1">
              <a:spLocks noChangeArrowheads="1"/>
            </p:cNvSpPr>
            <p:nvPr/>
          </p:nvSpPr>
          <p:spPr bwMode="auto">
            <a:xfrm>
              <a:off x="1758" y="878"/>
              <a:ext cx="725" cy="76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C</a:t>
              </a:r>
            </a:p>
          </p:txBody>
        </p:sp>
        <p:sp>
          <p:nvSpPr>
            <p:cNvPr id="457738" name="Text Box 8">
              <a:extLst>
                <a:ext uri="{FF2B5EF4-FFF2-40B4-BE49-F238E27FC236}">
                  <a16:creationId xmlns:a16="http://schemas.microsoft.com/office/drawing/2014/main" id="{10FE697A-749B-3DD5-9D4D-A1A2C22836A9}"/>
                </a:ext>
              </a:extLst>
            </p:cNvPr>
            <p:cNvSpPr txBox="1">
              <a:spLocks noChangeArrowheads="1"/>
            </p:cNvSpPr>
            <p:nvPr/>
          </p:nvSpPr>
          <p:spPr bwMode="auto">
            <a:xfrm>
              <a:off x="2589" y="869"/>
              <a:ext cx="270" cy="78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t>
              </a:r>
            </a:p>
          </p:txBody>
        </p:sp>
        <p:sp>
          <p:nvSpPr>
            <p:cNvPr id="457739" name="AutoShape 9">
              <a:extLst>
                <a:ext uri="{FF2B5EF4-FFF2-40B4-BE49-F238E27FC236}">
                  <a16:creationId xmlns:a16="http://schemas.microsoft.com/office/drawing/2014/main" id="{15424781-148E-99BC-E140-02C335598F12}"/>
                </a:ext>
              </a:extLst>
            </p:cNvPr>
            <p:cNvSpPr>
              <a:spLocks noChangeArrowheads="1"/>
            </p:cNvSpPr>
            <p:nvPr/>
          </p:nvSpPr>
          <p:spPr bwMode="auto">
            <a:xfrm>
              <a:off x="3626" y="1679"/>
              <a:ext cx="668" cy="75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5 w 21600"/>
                <a:gd name="T43" fmla="*/ 2556 h 21600"/>
                <a:gd name="T44" fmla="*/ 16750 w 21600"/>
                <a:gd name="T45" fmla="*/ 1114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Host Y</a:t>
              </a:r>
            </a:p>
          </p:txBody>
        </p:sp>
        <p:sp>
          <p:nvSpPr>
            <p:cNvPr id="457740" name="Text Box 10">
              <a:extLst>
                <a:ext uri="{FF2B5EF4-FFF2-40B4-BE49-F238E27FC236}">
                  <a16:creationId xmlns:a16="http://schemas.microsoft.com/office/drawing/2014/main" id="{3DE7BF34-1506-33F0-5C0C-A48499DDB0DA}"/>
                </a:ext>
              </a:extLst>
            </p:cNvPr>
            <p:cNvSpPr txBox="1">
              <a:spLocks noChangeArrowheads="1"/>
            </p:cNvSpPr>
            <p:nvPr/>
          </p:nvSpPr>
          <p:spPr bwMode="auto">
            <a:xfrm>
              <a:off x="3210" y="878"/>
              <a:ext cx="726" cy="76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B</a:t>
              </a:r>
            </a:p>
          </p:txBody>
        </p:sp>
        <p:sp>
          <p:nvSpPr>
            <p:cNvPr id="457741" name="Text Box 11">
              <a:extLst>
                <a:ext uri="{FF2B5EF4-FFF2-40B4-BE49-F238E27FC236}">
                  <a16:creationId xmlns:a16="http://schemas.microsoft.com/office/drawing/2014/main" id="{A93C4D4B-C082-310D-250B-FF6A946789ED}"/>
                </a:ext>
              </a:extLst>
            </p:cNvPr>
            <p:cNvSpPr txBox="1">
              <a:spLocks noChangeArrowheads="1"/>
            </p:cNvSpPr>
            <p:nvPr/>
          </p:nvSpPr>
          <p:spPr bwMode="auto">
            <a:xfrm>
              <a:off x="4015" y="878"/>
              <a:ext cx="726" cy="76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D</a:t>
              </a:r>
            </a:p>
          </p:txBody>
        </p:sp>
        <p:sp>
          <p:nvSpPr>
            <p:cNvPr id="457742" name="Text Box 12">
              <a:extLst>
                <a:ext uri="{FF2B5EF4-FFF2-40B4-BE49-F238E27FC236}">
                  <a16:creationId xmlns:a16="http://schemas.microsoft.com/office/drawing/2014/main" id="{9CE1BBE0-B9DA-77D6-5A33-BB1A59735122}"/>
                </a:ext>
              </a:extLst>
            </p:cNvPr>
            <p:cNvSpPr txBox="1">
              <a:spLocks noChangeArrowheads="1"/>
            </p:cNvSpPr>
            <p:nvPr/>
          </p:nvSpPr>
          <p:spPr bwMode="auto">
            <a:xfrm>
              <a:off x="4847" y="869"/>
              <a:ext cx="270" cy="785"/>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a:t>
              </a:r>
            </a:p>
          </p:txBody>
        </p:sp>
        <p:sp>
          <p:nvSpPr>
            <p:cNvPr id="457743" name="Text Box 13">
              <a:extLst>
                <a:ext uri="{FF2B5EF4-FFF2-40B4-BE49-F238E27FC236}">
                  <a16:creationId xmlns:a16="http://schemas.microsoft.com/office/drawing/2014/main" id="{462FB0C2-1C02-9139-B714-F3BFEA75DE6C}"/>
                </a:ext>
              </a:extLst>
            </p:cNvPr>
            <p:cNvSpPr txBox="1">
              <a:spLocks noChangeArrowheads="1"/>
            </p:cNvSpPr>
            <p:nvPr/>
          </p:nvSpPr>
          <p:spPr bwMode="auto">
            <a:xfrm>
              <a:off x="2400" y="2640"/>
              <a:ext cx="953" cy="35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IP communication</a:t>
              </a:r>
            </a:p>
          </p:txBody>
        </p:sp>
        <p:sp>
          <p:nvSpPr>
            <p:cNvPr id="457744" name="Line 14">
              <a:extLst>
                <a:ext uri="{FF2B5EF4-FFF2-40B4-BE49-F238E27FC236}">
                  <a16:creationId xmlns:a16="http://schemas.microsoft.com/office/drawing/2014/main" id="{4D0BBCFA-967E-B4BC-FE2B-A045CB99B356}"/>
                </a:ext>
              </a:extLst>
            </p:cNvPr>
            <p:cNvSpPr>
              <a:spLocks noChangeShapeType="1"/>
            </p:cNvSpPr>
            <p:nvPr/>
          </p:nvSpPr>
          <p:spPr bwMode="auto">
            <a:xfrm>
              <a:off x="1688" y="2431"/>
              <a:ext cx="0" cy="3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45" name="Line 15">
              <a:extLst>
                <a:ext uri="{FF2B5EF4-FFF2-40B4-BE49-F238E27FC236}">
                  <a16:creationId xmlns:a16="http://schemas.microsoft.com/office/drawing/2014/main" id="{DB7F0FD4-3D82-8D84-689A-09DD8D61E5C2}"/>
                </a:ext>
              </a:extLst>
            </p:cNvPr>
            <p:cNvSpPr>
              <a:spLocks noChangeShapeType="1"/>
            </p:cNvSpPr>
            <p:nvPr/>
          </p:nvSpPr>
          <p:spPr bwMode="auto">
            <a:xfrm>
              <a:off x="1679" y="2791"/>
              <a:ext cx="73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46" name="Line 16">
              <a:extLst>
                <a:ext uri="{FF2B5EF4-FFF2-40B4-BE49-F238E27FC236}">
                  <a16:creationId xmlns:a16="http://schemas.microsoft.com/office/drawing/2014/main" id="{3906A530-5900-1C54-C53B-2B149BA74902}"/>
                </a:ext>
              </a:extLst>
            </p:cNvPr>
            <p:cNvSpPr>
              <a:spLocks noChangeShapeType="1"/>
            </p:cNvSpPr>
            <p:nvPr/>
          </p:nvSpPr>
          <p:spPr bwMode="auto">
            <a:xfrm>
              <a:off x="3972" y="2422"/>
              <a:ext cx="0" cy="35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47" name="Line 17">
              <a:extLst>
                <a:ext uri="{FF2B5EF4-FFF2-40B4-BE49-F238E27FC236}">
                  <a16:creationId xmlns:a16="http://schemas.microsoft.com/office/drawing/2014/main" id="{63F68FA3-7B54-9725-439C-6E67F48C1742}"/>
                </a:ext>
              </a:extLst>
            </p:cNvPr>
            <p:cNvSpPr>
              <a:spLocks noChangeShapeType="1"/>
            </p:cNvSpPr>
            <p:nvPr/>
          </p:nvSpPr>
          <p:spPr bwMode="auto">
            <a:xfrm>
              <a:off x="3315" y="2791"/>
              <a:ext cx="664"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48" name="Text Box 18">
              <a:extLst>
                <a:ext uri="{FF2B5EF4-FFF2-40B4-BE49-F238E27FC236}">
                  <a16:creationId xmlns:a16="http://schemas.microsoft.com/office/drawing/2014/main" id="{0E09D433-DF86-5F63-76BF-59F538C24EA5}"/>
                </a:ext>
              </a:extLst>
            </p:cNvPr>
            <p:cNvSpPr txBox="1">
              <a:spLocks noChangeArrowheads="1"/>
            </p:cNvSpPr>
            <p:nvPr/>
          </p:nvSpPr>
          <p:spPr bwMode="auto">
            <a:xfrm>
              <a:off x="2423" y="3189"/>
              <a:ext cx="953" cy="35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TCP/UDP communication</a:t>
              </a:r>
            </a:p>
          </p:txBody>
        </p:sp>
        <p:sp>
          <p:nvSpPr>
            <p:cNvPr id="457749" name="Line 19">
              <a:extLst>
                <a:ext uri="{FF2B5EF4-FFF2-40B4-BE49-F238E27FC236}">
                  <a16:creationId xmlns:a16="http://schemas.microsoft.com/office/drawing/2014/main" id="{17F0844B-2BB2-BFB3-6EAD-D0F1C7ABF9E7}"/>
                </a:ext>
              </a:extLst>
            </p:cNvPr>
            <p:cNvSpPr>
              <a:spLocks noChangeShapeType="1"/>
            </p:cNvSpPr>
            <p:nvPr/>
          </p:nvSpPr>
          <p:spPr bwMode="auto">
            <a:xfrm>
              <a:off x="1172" y="1655"/>
              <a:ext cx="0" cy="1746"/>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50" name="Line 20">
              <a:extLst>
                <a:ext uri="{FF2B5EF4-FFF2-40B4-BE49-F238E27FC236}">
                  <a16:creationId xmlns:a16="http://schemas.microsoft.com/office/drawing/2014/main" id="{697E26FD-D5B9-8A8F-DF07-08978CC03159}"/>
                </a:ext>
              </a:extLst>
            </p:cNvPr>
            <p:cNvSpPr>
              <a:spLocks noChangeShapeType="1"/>
            </p:cNvSpPr>
            <p:nvPr/>
          </p:nvSpPr>
          <p:spPr bwMode="auto">
            <a:xfrm>
              <a:off x="1163" y="3402"/>
              <a:ext cx="125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51" name="Line 21">
              <a:extLst>
                <a:ext uri="{FF2B5EF4-FFF2-40B4-BE49-F238E27FC236}">
                  <a16:creationId xmlns:a16="http://schemas.microsoft.com/office/drawing/2014/main" id="{2118E009-DF2C-272D-FDB2-4B84191856D9}"/>
                </a:ext>
              </a:extLst>
            </p:cNvPr>
            <p:cNvSpPr>
              <a:spLocks noChangeShapeType="1"/>
            </p:cNvSpPr>
            <p:nvPr/>
          </p:nvSpPr>
          <p:spPr bwMode="auto">
            <a:xfrm>
              <a:off x="3377" y="3402"/>
              <a:ext cx="118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52" name="Line 22">
              <a:extLst>
                <a:ext uri="{FF2B5EF4-FFF2-40B4-BE49-F238E27FC236}">
                  <a16:creationId xmlns:a16="http://schemas.microsoft.com/office/drawing/2014/main" id="{340F1034-BB6A-4E28-F06D-48017FEA286D}"/>
                </a:ext>
              </a:extLst>
            </p:cNvPr>
            <p:cNvSpPr>
              <a:spLocks noChangeShapeType="1"/>
            </p:cNvSpPr>
            <p:nvPr/>
          </p:nvSpPr>
          <p:spPr bwMode="auto">
            <a:xfrm>
              <a:off x="4567" y="1646"/>
              <a:ext cx="0" cy="17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53" name="Oval 23">
              <a:extLst>
                <a:ext uri="{FF2B5EF4-FFF2-40B4-BE49-F238E27FC236}">
                  <a16:creationId xmlns:a16="http://schemas.microsoft.com/office/drawing/2014/main" id="{9399F7A5-283B-EB7C-C0B8-4672E03113F4}"/>
                </a:ext>
              </a:extLst>
            </p:cNvPr>
            <p:cNvSpPr>
              <a:spLocks noChangeArrowheads="1"/>
            </p:cNvSpPr>
            <p:nvPr/>
          </p:nvSpPr>
          <p:spPr bwMode="auto">
            <a:xfrm>
              <a:off x="2344" y="1969"/>
              <a:ext cx="1110" cy="406"/>
            </a:xfrm>
            <a:prstGeom prst="ellipse">
              <a:avLst/>
            </a:prstGeom>
            <a:gradFill rotWithShape="0">
              <a:gsLst>
                <a:gs pos="0">
                  <a:srgbClr val="009999"/>
                </a:gs>
                <a:gs pos="100000">
                  <a:srgbClr val="008080"/>
                </a:gs>
              </a:gsLst>
              <a:path path="shape">
                <a:fillToRect l="50000" t="50000" r="50000" b="50000"/>
              </a:path>
            </a:gra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Internet</a:t>
              </a:r>
            </a:p>
          </p:txBody>
        </p:sp>
        <p:sp>
          <p:nvSpPr>
            <p:cNvPr id="457754" name="Line 24">
              <a:extLst>
                <a:ext uri="{FF2B5EF4-FFF2-40B4-BE49-F238E27FC236}">
                  <a16:creationId xmlns:a16="http://schemas.microsoft.com/office/drawing/2014/main" id="{E3AD4C63-1823-8133-C150-E3E252D9D9DC}"/>
                </a:ext>
              </a:extLst>
            </p:cNvPr>
            <p:cNvSpPr>
              <a:spLocks noChangeShapeType="1"/>
            </p:cNvSpPr>
            <p:nvPr/>
          </p:nvSpPr>
          <p:spPr bwMode="auto">
            <a:xfrm>
              <a:off x="1977" y="2144"/>
              <a:ext cx="3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7755" name="Line 25">
              <a:extLst>
                <a:ext uri="{FF2B5EF4-FFF2-40B4-BE49-F238E27FC236}">
                  <a16:creationId xmlns:a16="http://schemas.microsoft.com/office/drawing/2014/main" id="{8DEFA51D-DB65-4E85-6379-63755459A8F2}"/>
                </a:ext>
              </a:extLst>
            </p:cNvPr>
            <p:cNvSpPr>
              <a:spLocks noChangeShapeType="1"/>
            </p:cNvSpPr>
            <p:nvPr/>
          </p:nvSpPr>
          <p:spPr bwMode="auto">
            <a:xfrm>
              <a:off x="3455" y="2144"/>
              <a:ext cx="23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457733" name="Text Box 26">
            <a:extLst>
              <a:ext uri="{FF2B5EF4-FFF2-40B4-BE49-F238E27FC236}">
                <a16:creationId xmlns:a16="http://schemas.microsoft.com/office/drawing/2014/main" id="{602309C8-498D-7482-56DF-BF0065ADB867}"/>
              </a:ext>
            </a:extLst>
          </p:cNvPr>
          <p:cNvSpPr txBox="1">
            <a:spLocks noChangeArrowheads="1"/>
          </p:cNvSpPr>
          <p:nvPr/>
        </p:nvSpPr>
        <p:spPr bwMode="auto">
          <a:xfrm>
            <a:off x="609600" y="304800"/>
            <a:ext cx="63246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Levels at Which TCP/UDP and IP Reside</a:t>
            </a:r>
            <a:r>
              <a:rPr lang="en-US" altLang="en-US" sz="2800">
                <a:solidFill>
                  <a:srgbClr val="000000"/>
                </a:solidFill>
                <a:latin typeface="Times New Roman" panose="02020603050405020304" pitchFamily="18" charset="0"/>
              </a:rPr>
              <a:t>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Text Box 1">
            <a:extLst>
              <a:ext uri="{FF2B5EF4-FFF2-40B4-BE49-F238E27FC236}">
                <a16:creationId xmlns:a16="http://schemas.microsoft.com/office/drawing/2014/main" id="{427005B3-9E9E-9BA3-4ED5-FCFEF8A8280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59779" name="Text Box 2">
            <a:extLst>
              <a:ext uri="{FF2B5EF4-FFF2-40B4-BE49-F238E27FC236}">
                <a16:creationId xmlns:a16="http://schemas.microsoft.com/office/drawing/2014/main" id="{1A62D57F-CA7A-3129-8501-B94242B3572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770D8EF-BCB9-4F81-BA51-CC6D8AF7FFF7}" type="slidenum">
              <a:rPr lang="en-US" altLang="en-US" sz="1400">
                <a:solidFill>
                  <a:srgbClr val="000000"/>
                </a:solidFill>
              </a:rPr>
              <a:pPr algn="r" eaLnBrk="1" hangingPunct="1">
                <a:buClrTx/>
                <a:buSzPct val="60000"/>
                <a:buFontTx/>
                <a:buNone/>
              </a:pPr>
              <a:t>274</a:t>
            </a:fld>
            <a:endParaRPr lang="en-US" altLang="en-US" sz="1400">
              <a:solidFill>
                <a:srgbClr val="000000"/>
              </a:solidFill>
            </a:endParaRPr>
          </a:p>
        </p:txBody>
      </p:sp>
      <p:sp>
        <p:nvSpPr>
          <p:cNvPr id="459780" name="Text Box 3">
            <a:extLst>
              <a:ext uri="{FF2B5EF4-FFF2-40B4-BE49-F238E27FC236}">
                <a16:creationId xmlns:a16="http://schemas.microsoft.com/office/drawing/2014/main" id="{EC8412DF-4A35-05E4-90CC-326D798D9EEF}"/>
              </a:ext>
            </a:extLst>
          </p:cNvPr>
          <p:cNvSpPr txBox="1">
            <a:spLocks noChangeArrowheads="1"/>
          </p:cNvSpPr>
          <p:nvPr/>
        </p:nvSpPr>
        <p:spPr bwMode="auto">
          <a:xfrm>
            <a:off x="457200" y="228600"/>
            <a:ext cx="83820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Transport layer’s View of the Internet Communication</a:t>
            </a:r>
            <a:r>
              <a:rPr lang="en-US" altLang="en-US" sz="2800" b="1">
                <a:solidFill>
                  <a:srgbClr val="000000"/>
                </a:solidFill>
                <a:latin typeface="Times New Roman" panose="02020603050405020304" pitchFamily="18" charset="0"/>
                <a:cs typeface="Times New Roman" panose="02020603050405020304" pitchFamily="18" charset="0"/>
              </a:rPr>
              <a:t> </a:t>
            </a:r>
            <a:r>
              <a:rPr lang="en-US" altLang="en-US" sz="2800" b="1" i="1">
                <a:solidFill>
                  <a:srgbClr val="000000"/>
                </a:solidFill>
                <a:latin typeface="Times New Roman" panose="02020603050405020304" pitchFamily="18" charset="0"/>
                <a:cs typeface="Times New Roman" panose="02020603050405020304" pitchFamily="18" charset="0"/>
              </a:rPr>
              <a:t>System</a:t>
            </a:r>
          </a:p>
        </p:txBody>
      </p:sp>
      <p:sp>
        <p:nvSpPr>
          <p:cNvPr id="459781" name="Text Box 4">
            <a:extLst>
              <a:ext uri="{FF2B5EF4-FFF2-40B4-BE49-F238E27FC236}">
                <a16:creationId xmlns:a16="http://schemas.microsoft.com/office/drawing/2014/main" id="{8227B839-F444-05A3-9E2B-6C46D4555BA7}"/>
              </a:ext>
            </a:extLst>
          </p:cNvPr>
          <p:cNvSpPr txBox="1">
            <a:spLocks noChangeArrowheads="1"/>
          </p:cNvSpPr>
          <p:nvPr/>
        </p:nvSpPr>
        <p:spPr bwMode="auto">
          <a:xfrm>
            <a:off x="533400" y="1143000"/>
            <a:ext cx="8077200" cy="519906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1200" b="1">
                <a:solidFill>
                  <a:srgbClr val="000000"/>
                </a:solidFill>
                <a:latin typeface="Times New Roman" panose="02020603050405020304" pitchFamily="18" charset="0"/>
              </a:rPr>
              <a:t>    </a:t>
            </a:r>
            <a:r>
              <a:rPr lang="en-US" altLang="en-US" sz="1400" b="1">
                <a:solidFill>
                  <a:srgbClr val="000000"/>
                </a:solidFill>
                <a:latin typeface="Times New Roman" panose="02020603050405020304" pitchFamily="18" charset="0"/>
              </a:rPr>
              <a:t>Computer A					           Computer B</a:t>
            </a:r>
          </a:p>
          <a:p>
            <a:pPr>
              <a:buClrTx/>
              <a:buSzPct val="60000"/>
              <a:buFontTx/>
              <a:buNone/>
            </a:pPr>
            <a:endParaRPr lang="en-US" altLang="en-US" sz="1400" b="1">
              <a:solidFill>
                <a:srgbClr val="000000"/>
              </a:solidFill>
              <a:latin typeface="Times New Roman" panose="02020603050405020304" pitchFamily="18" charset="0"/>
            </a:endParaRPr>
          </a:p>
        </p:txBody>
      </p:sp>
      <p:sp>
        <p:nvSpPr>
          <p:cNvPr id="459782" name="Text Box 5">
            <a:extLst>
              <a:ext uri="{FF2B5EF4-FFF2-40B4-BE49-F238E27FC236}">
                <a16:creationId xmlns:a16="http://schemas.microsoft.com/office/drawing/2014/main" id="{F806A67D-90ED-59A6-9FE1-FA70243BCA40}"/>
              </a:ext>
            </a:extLst>
          </p:cNvPr>
          <p:cNvSpPr txBox="1">
            <a:spLocks noChangeArrowheads="1"/>
          </p:cNvSpPr>
          <p:nvPr/>
        </p:nvSpPr>
        <p:spPr bwMode="auto">
          <a:xfrm>
            <a:off x="735013" y="1446213"/>
            <a:ext cx="1387475" cy="200183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Application</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TCP/UDP</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IP</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Data Link</a:t>
            </a:r>
          </a:p>
        </p:txBody>
      </p:sp>
      <p:sp>
        <p:nvSpPr>
          <p:cNvPr id="459783" name="Line 6">
            <a:extLst>
              <a:ext uri="{FF2B5EF4-FFF2-40B4-BE49-F238E27FC236}">
                <a16:creationId xmlns:a16="http://schemas.microsoft.com/office/drawing/2014/main" id="{8518812C-420F-2CBD-A721-ED736F334BE9}"/>
              </a:ext>
            </a:extLst>
          </p:cNvPr>
          <p:cNvSpPr>
            <a:spLocks noChangeShapeType="1"/>
          </p:cNvSpPr>
          <p:nvPr/>
        </p:nvSpPr>
        <p:spPr bwMode="auto">
          <a:xfrm>
            <a:off x="750888" y="1830388"/>
            <a:ext cx="1355725"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84" name="Line 7">
            <a:extLst>
              <a:ext uri="{FF2B5EF4-FFF2-40B4-BE49-F238E27FC236}">
                <a16:creationId xmlns:a16="http://schemas.microsoft.com/office/drawing/2014/main" id="{A08C55A2-F797-A928-3732-64BF5BF43032}"/>
              </a:ext>
            </a:extLst>
          </p:cNvPr>
          <p:cNvSpPr>
            <a:spLocks noChangeShapeType="1"/>
          </p:cNvSpPr>
          <p:nvPr/>
        </p:nvSpPr>
        <p:spPr bwMode="auto">
          <a:xfrm>
            <a:off x="766763" y="2295525"/>
            <a:ext cx="1355725"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85" name="Line 8">
            <a:extLst>
              <a:ext uri="{FF2B5EF4-FFF2-40B4-BE49-F238E27FC236}">
                <a16:creationId xmlns:a16="http://schemas.microsoft.com/office/drawing/2014/main" id="{F8F85FF5-D1AF-6594-2D06-318AE7B47C25}"/>
              </a:ext>
            </a:extLst>
          </p:cNvPr>
          <p:cNvSpPr>
            <a:spLocks noChangeShapeType="1"/>
          </p:cNvSpPr>
          <p:nvPr/>
        </p:nvSpPr>
        <p:spPr bwMode="auto">
          <a:xfrm>
            <a:off x="766763" y="2806700"/>
            <a:ext cx="1355725"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86" name="Line 9">
            <a:extLst>
              <a:ext uri="{FF2B5EF4-FFF2-40B4-BE49-F238E27FC236}">
                <a16:creationId xmlns:a16="http://schemas.microsoft.com/office/drawing/2014/main" id="{DEB94427-4934-E484-2F3B-EF14FE10BF6A}"/>
              </a:ext>
            </a:extLst>
          </p:cNvPr>
          <p:cNvSpPr>
            <a:spLocks noChangeShapeType="1"/>
          </p:cNvSpPr>
          <p:nvPr/>
        </p:nvSpPr>
        <p:spPr bwMode="auto">
          <a:xfrm>
            <a:off x="1444625" y="3448050"/>
            <a:ext cx="1588" cy="7366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87" name="Line 10">
            <a:extLst>
              <a:ext uri="{FF2B5EF4-FFF2-40B4-BE49-F238E27FC236}">
                <a16:creationId xmlns:a16="http://schemas.microsoft.com/office/drawing/2014/main" id="{CA743D8C-B9FE-3893-7D9E-B7399C927CFB}"/>
              </a:ext>
            </a:extLst>
          </p:cNvPr>
          <p:cNvSpPr>
            <a:spLocks noChangeShapeType="1"/>
          </p:cNvSpPr>
          <p:nvPr/>
        </p:nvSpPr>
        <p:spPr bwMode="auto">
          <a:xfrm>
            <a:off x="1444625" y="4168775"/>
            <a:ext cx="112871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88" name="AutoShape 11">
            <a:extLst>
              <a:ext uri="{FF2B5EF4-FFF2-40B4-BE49-F238E27FC236}">
                <a16:creationId xmlns:a16="http://schemas.microsoft.com/office/drawing/2014/main" id="{A2548271-02D4-B741-430C-5C31F36E1ED6}"/>
              </a:ext>
            </a:extLst>
          </p:cNvPr>
          <p:cNvSpPr>
            <a:spLocks noChangeArrowheads="1"/>
          </p:cNvSpPr>
          <p:nvPr/>
        </p:nvSpPr>
        <p:spPr bwMode="auto">
          <a:xfrm>
            <a:off x="2381250" y="3868738"/>
            <a:ext cx="993775" cy="600075"/>
          </a:xfrm>
          <a:prstGeom prst="irregularSeal1">
            <a:avLst/>
          </a:pr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9789" name="Line 12">
            <a:extLst>
              <a:ext uri="{FF2B5EF4-FFF2-40B4-BE49-F238E27FC236}">
                <a16:creationId xmlns:a16="http://schemas.microsoft.com/office/drawing/2014/main" id="{B2E362C0-34F8-DC52-5086-445FB96EC9E5}"/>
              </a:ext>
            </a:extLst>
          </p:cNvPr>
          <p:cNvSpPr>
            <a:spLocks noChangeShapeType="1"/>
          </p:cNvSpPr>
          <p:nvPr/>
        </p:nvSpPr>
        <p:spPr bwMode="auto">
          <a:xfrm>
            <a:off x="3149600" y="4168775"/>
            <a:ext cx="57626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0" name="Line 13">
            <a:extLst>
              <a:ext uri="{FF2B5EF4-FFF2-40B4-BE49-F238E27FC236}">
                <a16:creationId xmlns:a16="http://schemas.microsoft.com/office/drawing/2014/main" id="{7B6A1C4C-E0F2-3BC8-C9BE-049CE021EE1C}"/>
              </a:ext>
            </a:extLst>
          </p:cNvPr>
          <p:cNvSpPr>
            <a:spLocks noChangeShapeType="1"/>
          </p:cNvSpPr>
          <p:nvPr/>
        </p:nvSpPr>
        <p:spPr bwMode="auto">
          <a:xfrm flipV="1">
            <a:off x="3725863" y="3668713"/>
            <a:ext cx="1587" cy="5016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1" name="Text Box 14">
            <a:extLst>
              <a:ext uri="{FF2B5EF4-FFF2-40B4-BE49-F238E27FC236}">
                <a16:creationId xmlns:a16="http://schemas.microsoft.com/office/drawing/2014/main" id="{75FE7C2D-6C04-DB1B-70C0-38DB1D677E8A}"/>
              </a:ext>
            </a:extLst>
          </p:cNvPr>
          <p:cNvSpPr txBox="1">
            <a:spLocks noChangeArrowheads="1"/>
          </p:cNvSpPr>
          <p:nvPr/>
        </p:nvSpPr>
        <p:spPr bwMode="auto">
          <a:xfrm>
            <a:off x="3533775" y="2806700"/>
            <a:ext cx="1344613" cy="863600"/>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Data Link</a:t>
            </a:r>
          </a:p>
        </p:txBody>
      </p:sp>
      <p:sp>
        <p:nvSpPr>
          <p:cNvPr id="459792" name="Line 15">
            <a:extLst>
              <a:ext uri="{FF2B5EF4-FFF2-40B4-BE49-F238E27FC236}">
                <a16:creationId xmlns:a16="http://schemas.microsoft.com/office/drawing/2014/main" id="{5E3109EA-9220-A5E8-69BF-AF34641CEEB2}"/>
              </a:ext>
            </a:extLst>
          </p:cNvPr>
          <p:cNvSpPr>
            <a:spLocks noChangeShapeType="1"/>
          </p:cNvSpPr>
          <p:nvPr/>
        </p:nvSpPr>
        <p:spPr bwMode="auto">
          <a:xfrm>
            <a:off x="3533775" y="3222625"/>
            <a:ext cx="134461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3" name="Line 16">
            <a:extLst>
              <a:ext uri="{FF2B5EF4-FFF2-40B4-BE49-F238E27FC236}">
                <a16:creationId xmlns:a16="http://schemas.microsoft.com/office/drawing/2014/main" id="{CAC764EF-F61C-7C92-CC0B-BE9BAC45FC6D}"/>
              </a:ext>
            </a:extLst>
          </p:cNvPr>
          <p:cNvSpPr>
            <a:spLocks noChangeShapeType="1"/>
          </p:cNvSpPr>
          <p:nvPr/>
        </p:nvSpPr>
        <p:spPr bwMode="auto">
          <a:xfrm flipV="1">
            <a:off x="4686300" y="3668713"/>
            <a:ext cx="1588" cy="50165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4" name="Line 17">
            <a:extLst>
              <a:ext uri="{FF2B5EF4-FFF2-40B4-BE49-F238E27FC236}">
                <a16:creationId xmlns:a16="http://schemas.microsoft.com/office/drawing/2014/main" id="{54EAAFA8-16A2-0340-5870-4BEA122B6006}"/>
              </a:ext>
            </a:extLst>
          </p:cNvPr>
          <p:cNvSpPr>
            <a:spLocks noChangeShapeType="1"/>
          </p:cNvSpPr>
          <p:nvPr/>
        </p:nvSpPr>
        <p:spPr bwMode="auto">
          <a:xfrm>
            <a:off x="4686300" y="4168775"/>
            <a:ext cx="57626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5" name="AutoShape 18">
            <a:extLst>
              <a:ext uri="{FF2B5EF4-FFF2-40B4-BE49-F238E27FC236}">
                <a16:creationId xmlns:a16="http://schemas.microsoft.com/office/drawing/2014/main" id="{FE3B605E-670C-C733-CF85-BC36BD84FA1F}"/>
              </a:ext>
            </a:extLst>
          </p:cNvPr>
          <p:cNvSpPr>
            <a:spLocks noChangeArrowheads="1"/>
          </p:cNvSpPr>
          <p:nvPr/>
        </p:nvSpPr>
        <p:spPr bwMode="auto">
          <a:xfrm>
            <a:off x="5184775" y="3884613"/>
            <a:ext cx="993775" cy="600075"/>
          </a:xfrm>
          <a:prstGeom prst="irregularSeal1">
            <a:avLst/>
          </a:pr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59796" name="Line 19">
            <a:extLst>
              <a:ext uri="{FF2B5EF4-FFF2-40B4-BE49-F238E27FC236}">
                <a16:creationId xmlns:a16="http://schemas.microsoft.com/office/drawing/2014/main" id="{7FAB3525-4670-1CAF-5D4C-51F280C443CB}"/>
              </a:ext>
            </a:extLst>
          </p:cNvPr>
          <p:cNvSpPr>
            <a:spLocks noChangeShapeType="1"/>
          </p:cNvSpPr>
          <p:nvPr/>
        </p:nvSpPr>
        <p:spPr bwMode="auto">
          <a:xfrm>
            <a:off x="5989638" y="4151313"/>
            <a:ext cx="1128712"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7" name="Line 20">
            <a:extLst>
              <a:ext uri="{FF2B5EF4-FFF2-40B4-BE49-F238E27FC236}">
                <a16:creationId xmlns:a16="http://schemas.microsoft.com/office/drawing/2014/main" id="{B7E7A198-69E8-5054-E520-74BE0D582906}"/>
              </a:ext>
            </a:extLst>
          </p:cNvPr>
          <p:cNvSpPr>
            <a:spLocks noChangeShapeType="1"/>
          </p:cNvSpPr>
          <p:nvPr/>
        </p:nvSpPr>
        <p:spPr bwMode="auto">
          <a:xfrm>
            <a:off x="7099300" y="3432175"/>
            <a:ext cx="1588" cy="7366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798" name="Text Box 21">
            <a:extLst>
              <a:ext uri="{FF2B5EF4-FFF2-40B4-BE49-F238E27FC236}">
                <a16:creationId xmlns:a16="http://schemas.microsoft.com/office/drawing/2014/main" id="{7C36BB54-0D78-AB67-B310-F6D733C7141F}"/>
              </a:ext>
            </a:extLst>
          </p:cNvPr>
          <p:cNvSpPr txBox="1">
            <a:spLocks noChangeArrowheads="1"/>
          </p:cNvSpPr>
          <p:nvPr/>
        </p:nvSpPr>
        <p:spPr bwMode="auto">
          <a:xfrm>
            <a:off x="6421438" y="1414463"/>
            <a:ext cx="1385887" cy="200183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Application</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TCP/UDP</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IP</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Data Link</a:t>
            </a:r>
          </a:p>
        </p:txBody>
      </p:sp>
      <p:sp>
        <p:nvSpPr>
          <p:cNvPr id="459799" name="Line 22">
            <a:extLst>
              <a:ext uri="{FF2B5EF4-FFF2-40B4-BE49-F238E27FC236}">
                <a16:creationId xmlns:a16="http://schemas.microsoft.com/office/drawing/2014/main" id="{D3F0FF05-6FA8-ED9E-1836-468CA240CE73}"/>
              </a:ext>
            </a:extLst>
          </p:cNvPr>
          <p:cNvSpPr>
            <a:spLocks noChangeShapeType="1"/>
          </p:cNvSpPr>
          <p:nvPr/>
        </p:nvSpPr>
        <p:spPr bwMode="auto">
          <a:xfrm>
            <a:off x="6435725" y="1798638"/>
            <a:ext cx="1355725"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0" name="Line 23">
            <a:extLst>
              <a:ext uri="{FF2B5EF4-FFF2-40B4-BE49-F238E27FC236}">
                <a16:creationId xmlns:a16="http://schemas.microsoft.com/office/drawing/2014/main" id="{20BFB04C-E696-453C-5986-38FDF375BEC3}"/>
              </a:ext>
            </a:extLst>
          </p:cNvPr>
          <p:cNvSpPr>
            <a:spLocks noChangeShapeType="1"/>
          </p:cNvSpPr>
          <p:nvPr/>
        </p:nvSpPr>
        <p:spPr bwMode="auto">
          <a:xfrm>
            <a:off x="6451600" y="2262188"/>
            <a:ext cx="1355725"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1" name="Line 24">
            <a:extLst>
              <a:ext uri="{FF2B5EF4-FFF2-40B4-BE49-F238E27FC236}">
                <a16:creationId xmlns:a16="http://schemas.microsoft.com/office/drawing/2014/main" id="{9AFD298C-CDA9-BDBD-2425-509B6C2BE9BF}"/>
              </a:ext>
            </a:extLst>
          </p:cNvPr>
          <p:cNvSpPr>
            <a:spLocks noChangeShapeType="1"/>
          </p:cNvSpPr>
          <p:nvPr/>
        </p:nvSpPr>
        <p:spPr bwMode="auto">
          <a:xfrm>
            <a:off x="6451600" y="2774950"/>
            <a:ext cx="1355725"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2" name="Text Box 25">
            <a:extLst>
              <a:ext uri="{FF2B5EF4-FFF2-40B4-BE49-F238E27FC236}">
                <a16:creationId xmlns:a16="http://schemas.microsoft.com/office/drawing/2014/main" id="{3A8DBCC6-FD8D-3AEC-56BF-3BB1C98F9CF7}"/>
              </a:ext>
            </a:extLst>
          </p:cNvPr>
          <p:cNvSpPr txBox="1">
            <a:spLocks noChangeArrowheads="1"/>
          </p:cNvSpPr>
          <p:nvPr/>
        </p:nvSpPr>
        <p:spPr bwMode="auto">
          <a:xfrm>
            <a:off x="2292350" y="4537075"/>
            <a:ext cx="1185863" cy="70326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Network A</a:t>
            </a:r>
          </a:p>
        </p:txBody>
      </p:sp>
      <p:sp>
        <p:nvSpPr>
          <p:cNvPr id="459803" name="Text Box 26">
            <a:extLst>
              <a:ext uri="{FF2B5EF4-FFF2-40B4-BE49-F238E27FC236}">
                <a16:creationId xmlns:a16="http://schemas.microsoft.com/office/drawing/2014/main" id="{E1F1C9F6-7CA5-129D-F881-353A7357956D}"/>
              </a:ext>
            </a:extLst>
          </p:cNvPr>
          <p:cNvSpPr txBox="1">
            <a:spLocks noChangeArrowheads="1"/>
          </p:cNvSpPr>
          <p:nvPr/>
        </p:nvSpPr>
        <p:spPr bwMode="auto">
          <a:xfrm>
            <a:off x="5065713" y="4519613"/>
            <a:ext cx="1185862" cy="70485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Network B</a:t>
            </a:r>
          </a:p>
        </p:txBody>
      </p:sp>
      <p:sp>
        <p:nvSpPr>
          <p:cNvPr id="459804" name="Line 27">
            <a:extLst>
              <a:ext uri="{FF2B5EF4-FFF2-40B4-BE49-F238E27FC236}">
                <a16:creationId xmlns:a16="http://schemas.microsoft.com/office/drawing/2014/main" id="{6808AB89-AEE2-3A58-099A-C2D92512C87F}"/>
              </a:ext>
            </a:extLst>
          </p:cNvPr>
          <p:cNvSpPr>
            <a:spLocks noChangeShapeType="1"/>
          </p:cNvSpPr>
          <p:nvPr/>
        </p:nvSpPr>
        <p:spPr bwMode="auto">
          <a:xfrm>
            <a:off x="2138363" y="2279650"/>
            <a:ext cx="4283075" cy="1588"/>
          </a:xfrm>
          <a:prstGeom prst="line">
            <a:avLst/>
          </a:prstGeom>
          <a:noFill/>
          <a:ln w="2844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5" name="Line 28">
            <a:extLst>
              <a:ext uri="{FF2B5EF4-FFF2-40B4-BE49-F238E27FC236}">
                <a16:creationId xmlns:a16="http://schemas.microsoft.com/office/drawing/2014/main" id="{181239B8-61BF-0D54-42F3-F29309B03CED}"/>
              </a:ext>
            </a:extLst>
          </p:cNvPr>
          <p:cNvSpPr>
            <a:spLocks noChangeShapeType="1"/>
          </p:cNvSpPr>
          <p:nvPr/>
        </p:nvSpPr>
        <p:spPr bwMode="auto">
          <a:xfrm>
            <a:off x="920750" y="3448050"/>
            <a:ext cx="1588" cy="2081213"/>
          </a:xfrm>
          <a:prstGeom prst="line">
            <a:avLst/>
          </a:prstGeom>
          <a:noFill/>
          <a:ln w="1908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6" name="Line 29">
            <a:extLst>
              <a:ext uri="{FF2B5EF4-FFF2-40B4-BE49-F238E27FC236}">
                <a16:creationId xmlns:a16="http://schemas.microsoft.com/office/drawing/2014/main" id="{072FE96F-BEA4-D3C3-5A7A-32617F53C1E0}"/>
              </a:ext>
            </a:extLst>
          </p:cNvPr>
          <p:cNvSpPr>
            <a:spLocks noChangeShapeType="1"/>
          </p:cNvSpPr>
          <p:nvPr/>
        </p:nvSpPr>
        <p:spPr bwMode="auto">
          <a:xfrm>
            <a:off x="7469188" y="3416300"/>
            <a:ext cx="1587" cy="2081213"/>
          </a:xfrm>
          <a:prstGeom prst="line">
            <a:avLst/>
          </a:prstGeom>
          <a:noFill/>
          <a:ln w="1908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7" name="Line 30">
            <a:extLst>
              <a:ext uri="{FF2B5EF4-FFF2-40B4-BE49-F238E27FC236}">
                <a16:creationId xmlns:a16="http://schemas.microsoft.com/office/drawing/2014/main" id="{4D104219-68BD-2476-7E3F-4747D5C94008}"/>
              </a:ext>
            </a:extLst>
          </p:cNvPr>
          <p:cNvSpPr>
            <a:spLocks noChangeShapeType="1"/>
          </p:cNvSpPr>
          <p:nvPr/>
        </p:nvSpPr>
        <p:spPr bwMode="auto">
          <a:xfrm flipV="1">
            <a:off x="904875" y="5480050"/>
            <a:ext cx="6594475" cy="34925"/>
          </a:xfrm>
          <a:prstGeom prst="line">
            <a:avLst/>
          </a:prstGeom>
          <a:noFill/>
          <a:ln w="28440" cap="sq">
            <a:solidFill>
              <a:srgbClr val="000000"/>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59808" name="Text Box 31">
            <a:extLst>
              <a:ext uri="{FF2B5EF4-FFF2-40B4-BE49-F238E27FC236}">
                <a16:creationId xmlns:a16="http://schemas.microsoft.com/office/drawing/2014/main" id="{872208DB-E20D-959E-4F9D-4EAAD2E97919}"/>
              </a:ext>
            </a:extLst>
          </p:cNvPr>
          <p:cNvSpPr txBox="1">
            <a:spLocks noChangeArrowheads="1"/>
          </p:cNvSpPr>
          <p:nvPr/>
        </p:nvSpPr>
        <p:spPr bwMode="auto">
          <a:xfrm>
            <a:off x="3602038" y="2359025"/>
            <a:ext cx="1185862" cy="3683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Router</a:t>
            </a:r>
          </a:p>
        </p:txBody>
      </p:sp>
      <p:sp>
        <p:nvSpPr>
          <p:cNvPr id="459809" name="Text Box 32">
            <a:extLst>
              <a:ext uri="{FF2B5EF4-FFF2-40B4-BE49-F238E27FC236}">
                <a16:creationId xmlns:a16="http://schemas.microsoft.com/office/drawing/2014/main" id="{D14960D3-32B9-7A2F-B32D-998040E45662}"/>
              </a:ext>
            </a:extLst>
          </p:cNvPr>
          <p:cNvSpPr txBox="1">
            <a:spLocks noChangeArrowheads="1"/>
          </p:cNvSpPr>
          <p:nvPr/>
        </p:nvSpPr>
        <p:spPr bwMode="auto">
          <a:xfrm>
            <a:off x="2862263" y="1238250"/>
            <a:ext cx="2833687" cy="96043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The underlying communication system as viewed by TCP/UDP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Text Box 1">
            <a:extLst>
              <a:ext uri="{FF2B5EF4-FFF2-40B4-BE49-F238E27FC236}">
                <a16:creationId xmlns:a16="http://schemas.microsoft.com/office/drawing/2014/main" id="{898C73B0-A21B-597D-98A9-198342F19C5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61827" name="Text Box 2">
            <a:extLst>
              <a:ext uri="{FF2B5EF4-FFF2-40B4-BE49-F238E27FC236}">
                <a16:creationId xmlns:a16="http://schemas.microsoft.com/office/drawing/2014/main" id="{287928D7-72AC-ADDE-6BE6-B6065A63588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C1C7044-D0AD-48E1-971E-653209379698}" type="slidenum">
              <a:rPr lang="en-US" altLang="en-US" sz="1400">
                <a:solidFill>
                  <a:srgbClr val="000000"/>
                </a:solidFill>
              </a:rPr>
              <a:pPr algn="r" eaLnBrk="1" hangingPunct="1">
                <a:buClrTx/>
                <a:buSzPct val="60000"/>
                <a:buFontTx/>
                <a:buNone/>
              </a:pPr>
              <a:t>275</a:t>
            </a:fld>
            <a:endParaRPr lang="en-US" altLang="en-US" sz="1400">
              <a:solidFill>
                <a:srgbClr val="000000"/>
              </a:solidFill>
            </a:endParaRPr>
          </a:p>
        </p:txBody>
      </p:sp>
      <p:sp>
        <p:nvSpPr>
          <p:cNvPr id="461828" name="Text Box 3">
            <a:extLst>
              <a:ext uri="{FF2B5EF4-FFF2-40B4-BE49-F238E27FC236}">
                <a16:creationId xmlns:a16="http://schemas.microsoft.com/office/drawing/2014/main" id="{8B881967-2D7D-D977-9C19-FF4F11E76568}"/>
              </a:ext>
            </a:extLst>
          </p:cNvPr>
          <p:cNvSpPr txBox="1">
            <a:spLocks noChangeArrowheads="1"/>
          </p:cNvSpPr>
          <p:nvPr/>
        </p:nvSpPr>
        <p:spPr bwMode="auto">
          <a:xfrm>
            <a:off x="1598613" y="1169988"/>
            <a:ext cx="2216150" cy="44291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programs at the sender’s end</a:t>
            </a:r>
          </a:p>
        </p:txBody>
      </p:sp>
      <p:sp>
        <p:nvSpPr>
          <p:cNvPr id="461829" name="Text Box 4">
            <a:extLst>
              <a:ext uri="{FF2B5EF4-FFF2-40B4-BE49-F238E27FC236}">
                <a16:creationId xmlns:a16="http://schemas.microsoft.com/office/drawing/2014/main" id="{8CB9C19D-D2B9-99B7-A686-B3E20B910021}"/>
              </a:ext>
            </a:extLst>
          </p:cNvPr>
          <p:cNvSpPr txBox="1">
            <a:spLocks noChangeArrowheads="1"/>
          </p:cNvSpPr>
          <p:nvPr/>
        </p:nvSpPr>
        <p:spPr bwMode="auto">
          <a:xfrm>
            <a:off x="1235075" y="1824038"/>
            <a:ext cx="785813" cy="719137"/>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30" name="Text Box 5">
            <a:extLst>
              <a:ext uri="{FF2B5EF4-FFF2-40B4-BE49-F238E27FC236}">
                <a16:creationId xmlns:a16="http://schemas.microsoft.com/office/drawing/2014/main" id="{56B9A576-15E1-122B-3B71-C7A1870FF5F5}"/>
              </a:ext>
            </a:extLst>
          </p:cNvPr>
          <p:cNvSpPr txBox="1">
            <a:spLocks noChangeArrowheads="1"/>
          </p:cNvSpPr>
          <p:nvPr/>
        </p:nvSpPr>
        <p:spPr bwMode="auto">
          <a:xfrm>
            <a:off x="2259013" y="1824038"/>
            <a:ext cx="785812" cy="719137"/>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31" name="Text Box 6">
            <a:extLst>
              <a:ext uri="{FF2B5EF4-FFF2-40B4-BE49-F238E27FC236}">
                <a16:creationId xmlns:a16="http://schemas.microsoft.com/office/drawing/2014/main" id="{CDF70F92-970D-2059-E3E0-2579D8FF13D1}"/>
              </a:ext>
            </a:extLst>
          </p:cNvPr>
          <p:cNvSpPr txBox="1">
            <a:spLocks noChangeArrowheads="1"/>
          </p:cNvSpPr>
          <p:nvPr/>
        </p:nvSpPr>
        <p:spPr bwMode="auto">
          <a:xfrm>
            <a:off x="3297238" y="1824038"/>
            <a:ext cx="784225" cy="719137"/>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32" name="AutoShape 7">
            <a:extLst>
              <a:ext uri="{FF2B5EF4-FFF2-40B4-BE49-F238E27FC236}">
                <a16:creationId xmlns:a16="http://schemas.microsoft.com/office/drawing/2014/main" id="{C6D33C05-D023-B6D0-C9F3-D59F01C5D3F6}"/>
              </a:ext>
            </a:extLst>
          </p:cNvPr>
          <p:cNvSpPr>
            <a:spLocks noChangeArrowheads="1"/>
          </p:cNvSpPr>
          <p:nvPr/>
        </p:nvSpPr>
        <p:spPr bwMode="auto">
          <a:xfrm>
            <a:off x="1641475" y="2997200"/>
            <a:ext cx="2103438" cy="579438"/>
          </a:xfrm>
          <a:prstGeom prst="flowChartManualOperation">
            <a:avLst/>
          </a:prstGeom>
          <a:solidFill>
            <a:srgbClr val="99CC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TCP/UDP (Multiplexer)</a:t>
            </a:r>
          </a:p>
        </p:txBody>
      </p:sp>
      <p:sp>
        <p:nvSpPr>
          <p:cNvPr id="461833" name="Text Box 8">
            <a:extLst>
              <a:ext uri="{FF2B5EF4-FFF2-40B4-BE49-F238E27FC236}">
                <a16:creationId xmlns:a16="http://schemas.microsoft.com/office/drawing/2014/main" id="{218F0EF0-682C-8A60-DD21-5FEFF8583AD4}"/>
              </a:ext>
            </a:extLst>
          </p:cNvPr>
          <p:cNvSpPr txBox="1">
            <a:spLocks noChangeArrowheads="1"/>
          </p:cNvSpPr>
          <p:nvPr/>
        </p:nvSpPr>
        <p:spPr bwMode="auto">
          <a:xfrm>
            <a:off x="2062163" y="4122738"/>
            <a:ext cx="1247775" cy="37941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IP</a:t>
            </a:r>
          </a:p>
        </p:txBody>
      </p:sp>
      <p:sp>
        <p:nvSpPr>
          <p:cNvPr id="461834" name="Line 9">
            <a:extLst>
              <a:ext uri="{FF2B5EF4-FFF2-40B4-BE49-F238E27FC236}">
                <a16:creationId xmlns:a16="http://schemas.microsoft.com/office/drawing/2014/main" id="{D01E77A9-C18A-AE26-739E-898CFCD98116}"/>
              </a:ext>
            </a:extLst>
          </p:cNvPr>
          <p:cNvSpPr>
            <a:spLocks noChangeShapeType="1"/>
          </p:cNvSpPr>
          <p:nvPr/>
        </p:nvSpPr>
        <p:spPr bwMode="auto">
          <a:xfrm>
            <a:off x="1585913" y="2538413"/>
            <a:ext cx="911225" cy="46513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35" name="Line 10">
            <a:extLst>
              <a:ext uri="{FF2B5EF4-FFF2-40B4-BE49-F238E27FC236}">
                <a16:creationId xmlns:a16="http://schemas.microsoft.com/office/drawing/2014/main" id="{AA8C69B3-803D-A364-E6E1-EE1A0B72DFF9}"/>
              </a:ext>
            </a:extLst>
          </p:cNvPr>
          <p:cNvSpPr>
            <a:spLocks noChangeShapeType="1"/>
          </p:cNvSpPr>
          <p:nvPr/>
        </p:nvSpPr>
        <p:spPr bwMode="auto">
          <a:xfrm>
            <a:off x="2636838" y="2538413"/>
            <a:ext cx="1587" cy="44291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36" name="Line 11">
            <a:extLst>
              <a:ext uri="{FF2B5EF4-FFF2-40B4-BE49-F238E27FC236}">
                <a16:creationId xmlns:a16="http://schemas.microsoft.com/office/drawing/2014/main" id="{1EBCECEF-4DCB-E4EE-5A4A-7C0D8EDA3670}"/>
              </a:ext>
            </a:extLst>
          </p:cNvPr>
          <p:cNvSpPr>
            <a:spLocks noChangeShapeType="1"/>
          </p:cNvSpPr>
          <p:nvPr/>
        </p:nvSpPr>
        <p:spPr bwMode="auto">
          <a:xfrm flipH="1">
            <a:off x="2747963" y="2549525"/>
            <a:ext cx="900112" cy="46355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37" name="Line 12">
            <a:extLst>
              <a:ext uri="{FF2B5EF4-FFF2-40B4-BE49-F238E27FC236}">
                <a16:creationId xmlns:a16="http://schemas.microsoft.com/office/drawing/2014/main" id="{EEE31F3B-3FA8-DA15-BB6D-CE1A2C272B2B}"/>
              </a:ext>
            </a:extLst>
          </p:cNvPr>
          <p:cNvSpPr>
            <a:spLocks noChangeShapeType="1"/>
          </p:cNvSpPr>
          <p:nvPr/>
        </p:nvSpPr>
        <p:spPr bwMode="auto">
          <a:xfrm>
            <a:off x="2665413" y="3573463"/>
            <a:ext cx="1587" cy="54927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38" name="Text Box 13">
            <a:extLst>
              <a:ext uri="{FF2B5EF4-FFF2-40B4-BE49-F238E27FC236}">
                <a16:creationId xmlns:a16="http://schemas.microsoft.com/office/drawing/2014/main" id="{714A6B83-7373-694F-E28D-5F1752ACAFB4}"/>
              </a:ext>
            </a:extLst>
          </p:cNvPr>
          <p:cNvSpPr txBox="1">
            <a:spLocks noChangeArrowheads="1"/>
          </p:cNvSpPr>
          <p:nvPr/>
        </p:nvSpPr>
        <p:spPr bwMode="auto">
          <a:xfrm>
            <a:off x="5554663" y="1190625"/>
            <a:ext cx="2216150" cy="4445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programs at the destination’s end</a:t>
            </a:r>
          </a:p>
        </p:txBody>
      </p:sp>
      <p:sp>
        <p:nvSpPr>
          <p:cNvPr id="461839" name="Text Box 14">
            <a:extLst>
              <a:ext uri="{FF2B5EF4-FFF2-40B4-BE49-F238E27FC236}">
                <a16:creationId xmlns:a16="http://schemas.microsoft.com/office/drawing/2014/main" id="{4B07ABF3-5C81-CF7F-E06F-21C6572F63D9}"/>
              </a:ext>
            </a:extLst>
          </p:cNvPr>
          <p:cNvSpPr txBox="1">
            <a:spLocks noChangeArrowheads="1"/>
          </p:cNvSpPr>
          <p:nvPr/>
        </p:nvSpPr>
        <p:spPr bwMode="auto">
          <a:xfrm>
            <a:off x="5078413" y="1846263"/>
            <a:ext cx="784225" cy="717550"/>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40" name="Text Box 15">
            <a:extLst>
              <a:ext uri="{FF2B5EF4-FFF2-40B4-BE49-F238E27FC236}">
                <a16:creationId xmlns:a16="http://schemas.microsoft.com/office/drawing/2014/main" id="{4BC572C8-F9F0-5E00-9892-9E735D6A963D}"/>
              </a:ext>
            </a:extLst>
          </p:cNvPr>
          <p:cNvSpPr txBox="1">
            <a:spLocks noChangeArrowheads="1"/>
          </p:cNvSpPr>
          <p:nvPr/>
        </p:nvSpPr>
        <p:spPr bwMode="auto">
          <a:xfrm>
            <a:off x="6102350" y="1846263"/>
            <a:ext cx="784225" cy="717550"/>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41" name="Text Box 16">
            <a:extLst>
              <a:ext uri="{FF2B5EF4-FFF2-40B4-BE49-F238E27FC236}">
                <a16:creationId xmlns:a16="http://schemas.microsoft.com/office/drawing/2014/main" id="{6514D319-D6EA-B443-5DCF-2707E81FD8AD}"/>
              </a:ext>
            </a:extLst>
          </p:cNvPr>
          <p:cNvSpPr txBox="1">
            <a:spLocks noChangeArrowheads="1"/>
          </p:cNvSpPr>
          <p:nvPr/>
        </p:nvSpPr>
        <p:spPr bwMode="auto">
          <a:xfrm>
            <a:off x="7138988" y="1846263"/>
            <a:ext cx="785812" cy="717550"/>
          </a:xfrm>
          <a:prstGeom prst="rect">
            <a:avLst/>
          </a:prstGeom>
          <a:solidFill>
            <a:srgbClr val="66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42" name="Text Box 17">
            <a:extLst>
              <a:ext uri="{FF2B5EF4-FFF2-40B4-BE49-F238E27FC236}">
                <a16:creationId xmlns:a16="http://schemas.microsoft.com/office/drawing/2014/main" id="{AACA4E4D-35BD-DB74-5168-0D9CF1533A4B}"/>
              </a:ext>
            </a:extLst>
          </p:cNvPr>
          <p:cNvSpPr txBox="1">
            <a:spLocks noChangeArrowheads="1"/>
          </p:cNvSpPr>
          <p:nvPr/>
        </p:nvSpPr>
        <p:spPr bwMode="auto">
          <a:xfrm>
            <a:off x="5905500" y="4143375"/>
            <a:ext cx="1247775" cy="37941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IP</a:t>
            </a:r>
          </a:p>
        </p:txBody>
      </p:sp>
      <p:sp>
        <p:nvSpPr>
          <p:cNvPr id="461843" name="Line 18">
            <a:extLst>
              <a:ext uri="{FF2B5EF4-FFF2-40B4-BE49-F238E27FC236}">
                <a16:creationId xmlns:a16="http://schemas.microsoft.com/office/drawing/2014/main" id="{D47EC7D1-2DA3-A623-72BF-8E4F4BE1ABD5}"/>
              </a:ext>
            </a:extLst>
          </p:cNvPr>
          <p:cNvSpPr>
            <a:spLocks noChangeShapeType="1"/>
          </p:cNvSpPr>
          <p:nvPr/>
        </p:nvSpPr>
        <p:spPr bwMode="auto">
          <a:xfrm>
            <a:off x="5429250" y="2559050"/>
            <a:ext cx="911225" cy="465138"/>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44" name="Line 19">
            <a:extLst>
              <a:ext uri="{FF2B5EF4-FFF2-40B4-BE49-F238E27FC236}">
                <a16:creationId xmlns:a16="http://schemas.microsoft.com/office/drawing/2014/main" id="{E04FAFFB-5F38-DC1F-2349-0467E6035BF4}"/>
              </a:ext>
            </a:extLst>
          </p:cNvPr>
          <p:cNvSpPr>
            <a:spLocks noChangeShapeType="1"/>
          </p:cNvSpPr>
          <p:nvPr/>
        </p:nvSpPr>
        <p:spPr bwMode="auto">
          <a:xfrm>
            <a:off x="6480175" y="2559050"/>
            <a:ext cx="1588" cy="444500"/>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45" name="Line 20">
            <a:extLst>
              <a:ext uri="{FF2B5EF4-FFF2-40B4-BE49-F238E27FC236}">
                <a16:creationId xmlns:a16="http://schemas.microsoft.com/office/drawing/2014/main" id="{FAC85DE6-ED08-7469-5FA0-EA6AF4719AA8}"/>
              </a:ext>
            </a:extLst>
          </p:cNvPr>
          <p:cNvSpPr>
            <a:spLocks noChangeShapeType="1"/>
          </p:cNvSpPr>
          <p:nvPr/>
        </p:nvSpPr>
        <p:spPr bwMode="auto">
          <a:xfrm flipH="1">
            <a:off x="6591300" y="2570163"/>
            <a:ext cx="900113" cy="465137"/>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46" name="Line 21">
            <a:extLst>
              <a:ext uri="{FF2B5EF4-FFF2-40B4-BE49-F238E27FC236}">
                <a16:creationId xmlns:a16="http://schemas.microsoft.com/office/drawing/2014/main" id="{280AFFEC-E141-F8EC-AD7A-B61BED73EEB0}"/>
              </a:ext>
            </a:extLst>
          </p:cNvPr>
          <p:cNvSpPr>
            <a:spLocks noChangeShapeType="1"/>
          </p:cNvSpPr>
          <p:nvPr/>
        </p:nvSpPr>
        <p:spPr bwMode="auto">
          <a:xfrm>
            <a:off x="6477000" y="3657600"/>
            <a:ext cx="1588" cy="457200"/>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47" name="Text Box 22">
            <a:extLst>
              <a:ext uri="{FF2B5EF4-FFF2-40B4-BE49-F238E27FC236}">
                <a16:creationId xmlns:a16="http://schemas.microsoft.com/office/drawing/2014/main" id="{52BE8E5C-D71B-EEBC-E035-F2E8C6BA2D18}"/>
              </a:ext>
            </a:extLst>
          </p:cNvPr>
          <p:cNvSpPr txBox="1">
            <a:spLocks noChangeArrowheads="1"/>
          </p:cNvSpPr>
          <p:nvPr/>
        </p:nvSpPr>
        <p:spPr bwMode="auto">
          <a:xfrm>
            <a:off x="2057400" y="5105400"/>
            <a:ext cx="1247775" cy="47466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Physical Network</a:t>
            </a:r>
          </a:p>
        </p:txBody>
      </p:sp>
      <p:sp>
        <p:nvSpPr>
          <p:cNvPr id="461848" name="Line 23">
            <a:extLst>
              <a:ext uri="{FF2B5EF4-FFF2-40B4-BE49-F238E27FC236}">
                <a16:creationId xmlns:a16="http://schemas.microsoft.com/office/drawing/2014/main" id="{1B56E3E4-B9C5-9588-B03C-05EB2DA1F66C}"/>
              </a:ext>
            </a:extLst>
          </p:cNvPr>
          <p:cNvSpPr>
            <a:spLocks noChangeShapeType="1"/>
          </p:cNvSpPr>
          <p:nvPr/>
        </p:nvSpPr>
        <p:spPr bwMode="auto">
          <a:xfrm>
            <a:off x="2693988" y="4533900"/>
            <a:ext cx="1587" cy="54927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49" name="Text Box 24">
            <a:extLst>
              <a:ext uri="{FF2B5EF4-FFF2-40B4-BE49-F238E27FC236}">
                <a16:creationId xmlns:a16="http://schemas.microsoft.com/office/drawing/2014/main" id="{E0F3008B-DC7F-B14A-FDEE-62C73CD790CA}"/>
              </a:ext>
            </a:extLst>
          </p:cNvPr>
          <p:cNvSpPr txBox="1">
            <a:spLocks noChangeArrowheads="1"/>
          </p:cNvSpPr>
          <p:nvPr/>
        </p:nvSpPr>
        <p:spPr bwMode="auto">
          <a:xfrm>
            <a:off x="5934075" y="5103813"/>
            <a:ext cx="1247775" cy="45402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Physical Network</a:t>
            </a:r>
          </a:p>
          <a:p>
            <a:pPr algn="ctr">
              <a:buClrTx/>
              <a:buSzPct val="60000"/>
              <a:buFontTx/>
              <a:buNone/>
            </a:pPr>
            <a:endParaRPr lang="en-US" altLang="en-US" sz="1400" b="1">
              <a:solidFill>
                <a:srgbClr val="000000"/>
              </a:solidFill>
              <a:latin typeface="Times New Roman" panose="02020603050405020304" pitchFamily="18" charset="0"/>
            </a:endParaRPr>
          </a:p>
        </p:txBody>
      </p:sp>
      <p:sp>
        <p:nvSpPr>
          <p:cNvPr id="461850" name="Line 25">
            <a:extLst>
              <a:ext uri="{FF2B5EF4-FFF2-40B4-BE49-F238E27FC236}">
                <a16:creationId xmlns:a16="http://schemas.microsoft.com/office/drawing/2014/main" id="{E6AD380C-BD9A-A026-9C1C-914C1738EBCE}"/>
              </a:ext>
            </a:extLst>
          </p:cNvPr>
          <p:cNvSpPr>
            <a:spLocks noChangeShapeType="1"/>
          </p:cNvSpPr>
          <p:nvPr/>
        </p:nvSpPr>
        <p:spPr bwMode="auto">
          <a:xfrm>
            <a:off x="6537325" y="4554538"/>
            <a:ext cx="1588" cy="549275"/>
          </a:xfrm>
          <a:prstGeom prst="line">
            <a:avLst/>
          </a:prstGeom>
          <a:noFill/>
          <a:ln w="9360" cap="sq">
            <a:solidFill>
              <a:srgbClr val="000000"/>
            </a:solidFill>
            <a:miter lim="800000"/>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1851" name="AutoShape 26">
            <a:extLst>
              <a:ext uri="{FF2B5EF4-FFF2-40B4-BE49-F238E27FC236}">
                <a16:creationId xmlns:a16="http://schemas.microsoft.com/office/drawing/2014/main" id="{4358C06A-D5B5-6F6F-64B5-9D3EEB74EAF4}"/>
              </a:ext>
            </a:extLst>
          </p:cNvPr>
          <p:cNvSpPr>
            <a:spLocks noChangeArrowheads="1"/>
          </p:cNvSpPr>
          <p:nvPr/>
        </p:nvSpPr>
        <p:spPr bwMode="auto">
          <a:xfrm>
            <a:off x="2805113" y="5643563"/>
            <a:ext cx="4278312" cy="463550"/>
          </a:xfrm>
          <a:prstGeom prst="curvedUpArrow">
            <a:avLst>
              <a:gd name="adj1" fmla="val 184589"/>
              <a:gd name="adj2" fmla="val 369178"/>
              <a:gd name="adj3" fmla="val 33333"/>
            </a:avLst>
          </a:prstGeom>
          <a:solidFill>
            <a:srgbClr val="99336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1852" name="Text Box 27">
            <a:extLst>
              <a:ext uri="{FF2B5EF4-FFF2-40B4-BE49-F238E27FC236}">
                <a16:creationId xmlns:a16="http://schemas.microsoft.com/office/drawing/2014/main" id="{857CCB85-D4D6-94F7-CA8E-BA58D519CAC2}"/>
              </a:ext>
            </a:extLst>
          </p:cNvPr>
          <p:cNvSpPr txBox="1">
            <a:spLocks noChangeArrowheads="1"/>
          </p:cNvSpPr>
          <p:nvPr/>
        </p:nvSpPr>
        <p:spPr bwMode="auto">
          <a:xfrm>
            <a:off x="457200" y="381000"/>
            <a:ext cx="74676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150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TCP/UDP Acts As a Multiplexer-Demultiplexer</a:t>
            </a:r>
            <a:r>
              <a:rPr lang="en-US" altLang="en-US" sz="2400">
                <a:solidFill>
                  <a:srgbClr val="000000"/>
                </a:solidFill>
                <a:latin typeface="Times New Roman" panose="02020603050405020304" pitchFamily="18" charset="0"/>
              </a:rPr>
              <a:t> </a:t>
            </a:r>
          </a:p>
        </p:txBody>
      </p:sp>
      <p:sp>
        <p:nvSpPr>
          <p:cNvPr id="461853" name="AutoShape 28">
            <a:extLst>
              <a:ext uri="{FF2B5EF4-FFF2-40B4-BE49-F238E27FC236}">
                <a16:creationId xmlns:a16="http://schemas.microsoft.com/office/drawing/2014/main" id="{34E0C5CB-832C-F4AC-CA9A-17BCC2B23E07}"/>
              </a:ext>
            </a:extLst>
          </p:cNvPr>
          <p:cNvSpPr>
            <a:spLocks noChangeArrowheads="1"/>
          </p:cNvSpPr>
          <p:nvPr/>
        </p:nvSpPr>
        <p:spPr bwMode="auto">
          <a:xfrm>
            <a:off x="5334000" y="3048000"/>
            <a:ext cx="2362200" cy="579438"/>
          </a:xfrm>
          <a:prstGeom prst="flowChartManualOperation">
            <a:avLst/>
          </a:prstGeom>
          <a:solidFill>
            <a:srgbClr val="99CC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TCP/UDP (Demultiplexer)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Text Box 1">
            <a:extLst>
              <a:ext uri="{FF2B5EF4-FFF2-40B4-BE49-F238E27FC236}">
                <a16:creationId xmlns:a16="http://schemas.microsoft.com/office/drawing/2014/main" id="{8BB449DD-B221-B68A-26CD-AD9FC50E143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63875" name="Text Box 2">
            <a:extLst>
              <a:ext uri="{FF2B5EF4-FFF2-40B4-BE49-F238E27FC236}">
                <a16:creationId xmlns:a16="http://schemas.microsoft.com/office/drawing/2014/main" id="{0BE532A5-F85E-D63B-3D6A-1CE951A824D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78B5E8E-44ED-4B46-8706-D32A4EE8EB3E}" type="slidenum">
              <a:rPr lang="en-US" altLang="en-US" sz="1400">
                <a:solidFill>
                  <a:srgbClr val="000000"/>
                </a:solidFill>
              </a:rPr>
              <a:pPr algn="r" eaLnBrk="1" hangingPunct="1">
                <a:buClrTx/>
                <a:buSzPct val="60000"/>
                <a:buFontTx/>
                <a:buNone/>
              </a:pPr>
              <a:t>276</a:t>
            </a:fld>
            <a:endParaRPr lang="en-US" altLang="en-US" sz="1400">
              <a:solidFill>
                <a:srgbClr val="000000"/>
              </a:solidFill>
            </a:endParaRPr>
          </a:p>
        </p:txBody>
      </p:sp>
      <p:grpSp>
        <p:nvGrpSpPr>
          <p:cNvPr id="463876" name="Group 3">
            <a:extLst>
              <a:ext uri="{FF2B5EF4-FFF2-40B4-BE49-F238E27FC236}">
                <a16:creationId xmlns:a16="http://schemas.microsoft.com/office/drawing/2014/main" id="{81397889-7BA2-9AFA-ED45-05692564BD6A}"/>
              </a:ext>
            </a:extLst>
          </p:cNvPr>
          <p:cNvGrpSpPr>
            <a:grpSpLocks/>
          </p:cNvGrpSpPr>
          <p:nvPr/>
        </p:nvGrpSpPr>
        <p:grpSpPr bwMode="auto">
          <a:xfrm>
            <a:off x="457200" y="762000"/>
            <a:ext cx="8228013" cy="5818188"/>
            <a:chOff x="288" y="480"/>
            <a:chExt cx="5183" cy="3665"/>
          </a:xfrm>
        </p:grpSpPr>
        <p:sp>
          <p:nvSpPr>
            <p:cNvPr id="463878" name="Rectangle 4">
              <a:extLst>
                <a:ext uri="{FF2B5EF4-FFF2-40B4-BE49-F238E27FC236}">
                  <a16:creationId xmlns:a16="http://schemas.microsoft.com/office/drawing/2014/main" id="{5E517DC0-2881-29EC-D04B-56F0336D746D}"/>
                </a:ext>
              </a:extLst>
            </p:cNvPr>
            <p:cNvSpPr>
              <a:spLocks noChangeArrowheads="1"/>
            </p:cNvSpPr>
            <p:nvPr/>
          </p:nvSpPr>
          <p:spPr bwMode="auto">
            <a:xfrm>
              <a:off x="288" y="480"/>
              <a:ext cx="5183" cy="366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3879" name="Rectangle 5">
              <a:extLst>
                <a:ext uri="{FF2B5EF4-FFF2-40B4-BE49-F238E27FC236}">
                  <a16:creationId xmlns:a16="http://schemas.microsoft.com/office/drawing/2014/main" id="{D23EB7E3-82DC-9929-36DC-271AC97CD53E}"/>
                </a:ext>
              </a:extLst>
            </p:cNvPr>
            <p:cNvSpPr>
              <a:spLocks noChangeArrowheads="1"/>
            </p:cNvSpPr>
            <p:nvPr/>
          </p:nvSpPr>
          <p:spPr bwMode="auto">
            <a:xfrm>
              <a:off x="3259" y="691"/>
              <a:ext cx="1937" cy="3321"/>
            </a:xfrm>
            <a:prstGeom prst="rect">
              <a:avLst/>
            </a:prstGeom>
            <a:solidFill>
              <a:srgbClr val="FFFFFF"/>
            </a:solidFill>
            <a:ln w="28440" cap="sq">
              <a:solidFill>
                <a:srgbClr val="000000"/>
              </a:solidFill>
              <a:prstDash val="dash"/>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3880" name="AutoShape 6">
              <a:extLst>
                <a:ext uri="{FF2B5EF4-FFF2-40B4-BE49-F238E27FC236}">
                  <a16:creationId xmlns:a16="http://schemas.microsoft.com/office/drawing/2014/main" id="{355A30EF-1ABB-ACD6-3238-B042571F6C4C}"/>
                </a:ext>
              </a:extLst>
            </p:cNvPr>
            <p:cNvSpPr>
              <a:spLocks noChangeArrowheads="1"/>
            </p:cNvSpPr>
            <p:nvPr/>
          </p:nvSpPr>
          <p:spPr bwMode="auto">
            <a:xfrm>
              <a:off x="813" y="2946"/>
              <a:ext cx="699" cy="565"/>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4 w 21600"/>
                <a:gd name="T43" fmla="*/ 2561 h 21600"/>
                <a:gd name="T44" fmla="*/ 16779 w 21600"/>
                <a:gd name="T45" fmla="*/ 1112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Host X</a:t>
              </a:r>
            </a:p>
          </p:txBody>
        </p:sp>
        <p:sp>
          <p:nvSpPr>
            <p:cNvPr id="463881" name="AutoShape 7">
              <a:extLst>
                <a:ext uri="{FF2B5EF4-FFF2-40B4-BE49-F238E27FC236}">
                  <a16:creationId xmlns:a16="http://schemas.microsoft.com/office/drawing/2014/main" id="{814F0551-F7DD-49C1-67B8-C24B41417E0C}"/>
                </a:ext>
              </a:extLst>
            </p:cNvPr>
            <p:cNvSpPr>
              <a:spLocks noChangeArrowheads="1"/>
            </p:cNvSpPr>
            <p:nvPr/>
          </p:nvSpPr>
          <p:spPr bwMode="auto">
            <a:xfrm>
              <a:off x="3839" y="2925"/>
              <a:ext cx="699" cy="57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4 w 21600"/>
                <a:gd name="T43" fmla="*/ 2537 h 21600"/>
                <a:gd name="T44" fmla="*/ 16779 w 21600"/>
                <a:gd name="T45" fmla="*/ 1111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Host Y</a:t>
              </a:r>
            </a:p>
          </p:txBody>
        </p:sp>
        <p:sp>
          <p:nvSpPr>
            <p:cNvPr id="463882" name="Line 8">
              <a:extLst>
                <a:ext uri="{FF2B5EF4-FFF2-40B4-BE49-F238E27FC236}">
                  <a16:creationId xmlns:a16="http://schemas.microsoft.com/office/drawing/2014/main" id="{C1E6253A-AE68-762D-B82C-6D75CFF234A7}"/>
                </a:ext>
              </a:extLst>
            </p:cNvPr>
            <p:cNvSpPr>
              <a:spLocks noChangeShapeType="1"/>
            </p:cNvSpPr>
            <p:nvPr/>
          </p:nvSpPr>
          <p:spPr bwMode="auto">
            <a:xfrm>
              <a:off x="1202" y="2436"/>
              <a:ext cx="0" cy="11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83" name="Line 9">
              <a:extLst>
                <a:ext uri="{FF2B5EF4-FFF2-40B4-BE49-F238E27FC236}">
                  <a16:creationId xmlns:a16="http://schemas.microsoft.com/office/drawing/2014/main" id="{DAAF92F6-8464-4073-69BB-B996C9546A01}"/>
                </a:ext>
              </a:extLst>
            </p:cNvPr>
            <p:cNvSpPr>
              <a:spLocks noChangeShapeType="1"/>
            </p:cNvSpPr>
            <p:nvPr/>
          </p:nvSpPr>
          <p:spPr bwMode="auto">
            <a:xfrm>
              <a:off x="1458" y="3143"/>
              <a:ext cx="621"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84" name="Text Box 10">
              <a:extLst>
                <a:ext uri="{FF2B5EF4-FFF2-40B4-BE49-F238E27FC236}">
                  <a16:creationId xmlns:a16="http://schemas.microsoft.com/office/drawing/2014/main" id="{618AD2F3-EFA2-2986-CE31-42F44E24D2D8}"/>
                </a:ext>
              </a:extLst>
            </p:cNvPr>
            <p:cNvSpPr txBox="1">
              <a:spLocks noChangeArrowheads="1"/>
            </p:cNvSpPr>
            <p:nvPr/>
          </p:nvSpPr>
          <p:spPr bwMode="auto">
            <a:xfrm>
              <a:off x="2089" y="2600"/>
              <a:ext cx="1032" cy="1146"/>
            </a:xfrm>
            <a:prstGeom prst="rect">
              <a:avLst/>
            </a:prstGeom>
            <a:solidFill>
              <a:srgbClr val="00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Destination IP address = 192.20.10.10</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Port number = 80</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a:t>
              </a:r>
            </a:p>
          </p:txBody>
        </p:sp>
        <p:sp>
          <p:nvSpPr>
            <p:cNvPr id="463885" name="Line 11">
              <a:extLst>
                <a:ext uri="{FF2B5EF4-FFF2-40B4-BE49-F238E27FC236}">
                  <a16:creationId xmlns:a16="http://schemas.microsoft.com/office/drawing/2014/main" id="{775AAE23-4DD7-0DD3-D9AC-3E780786487B}"/>
                </a:ext>
              </a:extLst>
            </p:cNvPr>
            <p:cNvSpPr>
              <a:spLocks noChangeShapeType="1"/>
            </p:cNvSpPr>
            <p:nvPr/>
          </p:nvSpPr>
          <p:spPr bwMode="auto">
            <a:xfrm>
              <a:off x="2079" y="2827"/>
              <a:ext cx="103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86" name="Line 12">
              <a:extLst>
                <a:ext uri="{FF2B5EF4-FFF2-40B4-BE49-F238E27FC236}">
                  <a16:creationId xmlns:a16="http://schemas.microsoft.com/office/drawing/2014/main" id="{B6F8B890-6C35-BE90-4FAB-E97598863C5A}"/>
                </a:ext>
              </a:extLst>
            </p:cNvPr>
            <p:cNvSpPr>
              <a:spLocks noChangeShapeType="1"/>
            </p:cNvSpPr>
            <p:nvPr/>
          </p:nvSpPr>
          <p:spPr bwMode="auto">
            <a:xfrm>
              <a:off x="2079" y="3205"/>
              <a:ext cx="103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87" name="Line 13">
              <a:extLst>
                <a:ext uri="{FF2B5EF4-FFF2-40B4-BE49-F238E27FC236}">
                  <a16:creationId xmlns:a16="http://schemas.microsoft.com/office/drawing/2014/main" id="{174FD2E0-E8B4-D99C-E452-AD2A767C155B}"/>
                </a:ext>
              </a:extLst>
            </p:cNvPr>
            <p:cNvSpPr>
              <a:spLocks noChangeShapeType="1"/>
            </p:cNvSpPr>
            <p:nvPr/>
          </p:nvSpPr>
          <p:spPr bwMode="auto">
            <a:xfrm>
              <a:off x="2089" y="3500"/>
              <a:ext cx="103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88" name="Text Box 14">
              <a:extLst>
                <a:ext uri="{FF2B5EF4-FFF2-40B4-BE49-F238E27FC236}">
                  <a16:creationId xmlns:a16="http://schemas.microsoft.com/office/drawing/2014/main" id="{207036F8-5FED-FCDF-F7C0-2D4E5F0AFB3B}"/>
                </a:ext>
              </a:extLst>
            </p:cNvPr>
            <p:cNvSpPr txBox="1">
              <a:spLocks noChangeArrowheads="1"/>
            </p:cNvSpPr>
            <p:nvPr/>
          </p:nvSpPr>
          <p:spPr bwMode="auto">
            <a:xfrm>
              <a:off x="3807" y="3589"/>
              <a:ext cx="868" cy="34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IP address 192.20.10.10</a:t>
              </a:r>
            </a:p>
          </p:txBody>
        </p:sp>
        <p:sp>
          <p:nvSpPr>
            <p:cNvPr id="463889" name="Text Box 15">
              <a:extLst>
                <a:ext uri="{FF2B5EF4-FFF2-40B4-BE49-F238E27FC236}">
                  <a16:creationId xmlns:a16="http://schemas.microsoft.com/office/drawing/2014/main" id="{735F9DF1-2F6A-6F2B-C24D-56697C3BC4E8}"/>
                </a:ext>
              </a:extLst>
            </p:cNvPr>
            <p:cNvSpPr txBox="1">
              <a:spLocks noChangeArrowheads="1"/>
            </p:cNvSpPr>
            <p:nvPr/>
          </p:nvSpPr>
          <p:spPr bwMode="auto">
            <a:xfrm>
              <a:off x="3406" y="839"/>
              <a:ext cx="757" cy="56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B</a:t>
              </a:r>
            </a:p>
          </p:txBody>
        </p:sp>
        <p:sp>
          <p:nvSpPr>
            <p:cNvPr id="463890" name="Text Box 16">
              <a:extLst>
                <a:ext uri="{FF2B5EF4-FFF2-40B4-BE49-F238E27FC236}">
                  <a16:creationId xmlns:a16="http://schemas.microsoft.com/office/drawing/2014/main" id="{65FD1A4F-030E-33C8-AEE3-D83840D55182}"/>
                </a:ext>
              </a:extLst>
            </p:cNvPr>
            <p:cNvSpPr txBox="1">
              <a:spLocks noChangeArrowheads="1"/>
            </p:cNvSpPr>
            <p:nvPr/>
          </p:nvSpPr>
          <p:spPr bwMode="auto">
            <a:xfrm>
              <a:off x="4247" y="839"/>
              <a:ext cx="758" cy="56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D</a:t>
              </a:r>
            </a:p>
          </p:txBody>
        </p:sp>
        <p:sp>
          <p:nvSpPr>
            <p:cNvPr id="463891" name="Text Box 17">
              <a:extLst>
                <a:ext uri="{FF2B5EF4-FFF2-40B4-BE49-F238E27FC236}">
                  <a16:creationId xmlns:a16="http://schemas.microsoft.com/office/drawing/2014/main" id="{EFDDC5FE-EA0A-625A-2B7C-F389C1EFE201}"/>
                </a:ext>
              </a:extLst>
            </p:cNvPr>
            <p:cNvSpPr txBox="1">
              <a:spLocks noChangeArrowheads="1"/>
            </p:cNvSpPr>
            <p:nvPr/>
          </p:nvSpPr>
          <p:spPr bwMode="auto">
            <a:xfrm>
              <a:off x="4283" y="1461"/>
              <a:ext cx="685" cy="184"/>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Port 13</a:t>
              </a:r>
            </a:p>
          </p:txBody>
        </p:sp>
        <p:sp>
          <p:nvSpPr>
            <p:cNvPr id="463892" name="Text Box 18">
              <a:extLst>
                <a:ext uri="{FF2B5EF4-FFF2-40B4-BE49-F238E27FC236}">
                  <a16:creationId xmlns:a16="http://schemas.microsoft.com/office/drawing/2014/main" id="{FA9597F4-1172-8B4E-EC52-9EAEF32E6971}"/>
                </a:ext>
              </a:extLst>
            </p:cNvPr>
            <p:cNvSpPr txBox="1">
              <a:spLocks noChangeArrowheads="1"/>
            </p:cNvSpPr>
            <p:nvPr/>
          </p:nvSpPr>
          <p:spPr bwMode="auto">
            <a:xfrm>
              <a:off x="3470" y="1461"/>
              <a:ext cx="685" cy="184"/>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Port 80</a:t>
              </a:r>
            </a:p>
          </p:txBody>
        </p:sp>
        <p:sp>
          <p:nvSpPr>
            <p:cNvPr id="463893" name="Line 19">
              <a:extLst>
                <a:ext uri="{FF2B5EF4-FFF2-40B4-BE49-F238E27FC236}">
                  <a16:creationId xmlns:a16="http://schemas.microsoft.com/office/drawing/2014/main" id="{BE2DE9E4-2E08-88EF-9951-038A6775E3B6}"/>
                </a:ext>
              </a:extLst>
            </p:cNvPr>
            <p:cNvSpPr>
              <a:spLocks noChangeShapeType="1"/>
            </p:cNvSpPr>
            <p:nvPr/>
          </p:nvSpPr>
          <p:spPr bwMode="auto">
            <a:xfrm>
              <a:off x="3131" y="3148"/>
              <a:ext cx="675"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94" name="Line 20">
              <a:extLst>
                <a:ext uri="{FF2B5EF4-FFF2-40B4-BE49-F238E27FC236}">
                  <a16:creationId xmlns:a16="http://schemas.microsoft.com/office/drawing/2014/main" id="{4CB9F80E-41C6-6EE2-0518-EE98EB8BCF12}"/>
                </a:ext>
              </a:extLst>
            </p:cNvPr>
            <p:cNvSpPr>
              <a:spLocks noChangeShapeType="1"/>
            </p:cNvSpPr>
            <p:nvPr/>
          </p:nvSpPr>
          <p:spPr bwMode="auto">
            <a:xfrm flipV="1">
              <a:off x="4082" y="1486"/>
              <a:ext cx="0" cy="1346"/>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95" name="Text Box 21">
              <a:extLst>
                <a:ext uri="{FF2B5EF4-FFF2-40B4-BE49-F238E27FC236}">
                  <a16:creationId xmlns:a16="http://schemas.microsoft.com/office/drawing/2014/main" id="{33C9D319-BFC5-5E54-C445-86F88A306F4E}"/>
                </a:ext>
              </a:extLst>
            </p:cNvPr>
            <p:cNvSpPr txBox="1">
              <a:spLocks noChangeArrowheads="1"/>
            </p:cNvSpPr>
            <p:nvPr/>
          </p:nvSpPr>
          <p:spPr bwMode="auto">
            <a:xfrm>
              <a:off x="626" y="839"/>
              <a:ext cx="758" cy="56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A</a:t>
              </a:r>
            </a:p>
          </p:txBody>
        </p:sp>
        <p:sp>
          <p:nvSpPr>
            <p:cNvPr id="463896" name="Text Box 22">
              <a:extLst>
                <a:ext uri="{FF2B5EF4-FFF2-40B4-BE49-F238E27FC236}">
                  <a16:creationId xmlns:a16="http://schemas.microsoft.com/office/drawing/2014/main" id="{88D4EC66-E33B-D51B-FDCE-22984CE4E191}"/>
                </a:ext>
              </a:extLst>
            </p:cNvPr>
            <p:cNvSpPr txBox="1">
              <a:spLocks noChangeArrowheads="1"/>
            </p:cNvSpPr>
            <p:nvPr/>
          </p:nvSpPr>
          <p:spPr bwMode="auto">
            <a:xfrm>
              <a:off x="1467" y="839"/>
              <a:ext cx="758" cy="569"/>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Application C</a:t>
              </a:r>
            </a:p>
          </p:txBody>
        </p:sp>
        <p:sp>
          <p:nvSpPr>
            <p:cNvPr id="463897" name="Text Box 23">
              <a:extLst>
                <a:ext uri="{FF2B5EF4-FFF2-40B4-BE49-F238E27FC236}">
                  <a16:creationId xmlns:a16="http://schemas.microsoft.com/office/drawing/2014/main" id="{E03F745B-3E9B-F654-061C-D11F3B697F67}"/>
                </a:ext>
              </a:extLst>
            </p:cNvPr>
            <p:cNvSpPr txBox="1">
              <a:spLocks noChangeArrowheads="1"/>
            </p:cNvSpPr>
            <p:nvPr/>
          </p:nvSpPr>
          <p:spPr bwMode="auto">
            <a:xfrm>
              <a:off x="608" y="1550"/>
              <a:ext cx="1032" cy="1146"/>
            </a:xfrm>
            <a:prstGeom prst="rect">
              <a:avLst/>
            </a:prstGeom>
            <a:solidFill>
              <a:srgbClr val="00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Destination IP address = 192.20.10.10</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Port number = 80</a:t>
              </a:r>
            </a:p>
            <a:p>
              <a:pPr algn="ctr">
                <a:buClrTx/>
                <a:buSzPct val="60000"/>
                <a:buFontTx/>
                <a:buNone/>
              </a:pPr>
              <a:endParaRPr lang="en-US" altLang="en-US" sz="1200" b="1">
                <a:solidFill>
                  <a:srgbClr val="000000"/>
                </a:solidFill>
                <a:latin typeface="Times New Roman" panose="02020603050405020304" pitchFamily="18" charset="0"/>
              </a:endParaRPr>
            </a:p>
            <a:p>
              <a:pPr algn="ctr">
                <a:buClrTx/>
                <a:buSzPct val="60000"/>
                <a:buFontTx/>
                <a:buNone/>
              </a:pPr>
              <a:r>
                <a:rPr lang="en-US" altLang="en-US" sz="1200" b="1">
                  <a:solidFill>
                    <a:srgbClr val="000000"/>
                  </a:solidFill>
                  <a:latin typeface="Times New Roman" panose="02020603050405020304" pitchFamily="18" charset="0"/>
                </a:rPr>
                <a:t>…</a:t>
              </a:r>
            </a:p>
          </p:txBody>
        </p:sp>
        <p:sp>
          <p:nvSpPr>
            <p:cNvPr id="463898" name="Line 24">
              <a:extLst>
                <a:ext uri="{FF2B5EF4-FFF2-40B4-BE49-F238E27FC236}">
                  <a16:creationId xmlns:a16="http://schemas.microsoft.com/office/drawing/2014/main" id="{3A8F1E65-5B1F-8CFB-D69C-9F51762BB2C6}"/>
                </a:ext>
              </a:extLst>
            </p:cNvPr>
            <p:cNvSpPr>
              <a:spLocks noChangeShapeType="1"/>
            </p:cNvSpPr>
            <p:nvPr/>
          </p:nvSpPr>
          <p:spPr bwMode="auto">
            <a:xfrm>
              <a:off x="599" y="1777"/>
              <a:ext cx="103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899" name="Line 25">
              <a:extLst>
                <a:ext uri="{FF2B5EF4-FFF2-40B4-BE49-F238E27FC236}">
                  <a16:creationId xmlns:a16="http://schemas.microsoft.com/office/drawing/2014/main" id="{F88589AD-F851-AB01-4061-E57800300F13}"/>
                </a:ext>
              </a:extLst>
            </p:cNvPr>
            <p:cNvSpPr>
              <a:spLocks noChangeShapeType="1"/>
            </p:cNvSpPr>
            <p:nvPr/>
          </p:nvSpPr>
          <p:spPr bwMode="auto">
            <a:xfrm>
              <a:off x="599" y="2154"/>
              <a:ext cx="1031"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900" name="Line 26">
              <a:extLst>
                <a:ext uri="{FF2B5EF4-FFF2-40B4-BE49-F238E27FC236}">
                  <a16:creationId xmlns:a16="http://schemas.microsoft.com/office/drawing/2014/main" id="{2CC4FDE1-1FCE-0757-0C44-DEF9DFBC87C0}"/>
                </a:ext>
              </a:extLst>
            </p:cNvPr>
            <p:cNvSpPr>
              <a:spLocks noChangeShapeType="1"/>
            </p:cNvSpPr>
            <p:nvPr/>
          </p:nvSpPr>
          <p:spPr bwMode="auto">
            <a:xfrm>
              <a:off x="608" y="2449"/>
              <a:ext cx="1032"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901" name="Line 27">
              <a:extLst>
                <a:ext uri="{FF2B5EF4-FFF2-40B4-BE49-F238E27FC236}">
                  <a16:creationId xmlns:a16="http://schemas.microsoft.com/office/drawing/2014/main" id="{6FE1164A-D8DF-6F5D-F671-EC87D2E6BAC6}"/>
                </a:ext>
              </a:extLst>
            </p:cNvPr>
            <p:cNvSpPr>
              <a:spLocks noChangeShapeType="1"/>
            </p:cNvSpPr>
            <p:nvPr/>
          </p:nvSpPr>
          <p:spPr bwMode="auto">
            <a:xfrm>
              <a:off x="1065" y="1414"/>
              <a:ext cx="0" cy="136"/>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463902" name="Line 28">
              <a:extLst>
                <a:ext uri="{FF2B5EF4-FFF2-40B4-BE49-F238E27FC236}">
                  <a16:creationId xmlns:a16="http://schemas.microsoft.com/office/drawing/2014/main" id="{C3A9FAE8-9FD4-5BE4-A1B3-337331527EB5}"/>
                </a:ext>
              </a:extLst>
            </p:cNvPr>
            <p:cNvSpPr>
              <a:spLocks noChangeShapeType="1"/>
            </p:cNvSpPr>
            <p:nvPr/>
          </p:nvSpPr>
          <p:spPr bwMode="auto">
            <a:xfrm>
              <a:off x="1129" y="2697"/>
              <a:ext cx="0" cy="24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463877" name="Text Box 29">
            <a:extLst>
              <a:ext uri="{FF2B5EF4-FFF2-40B4-BE49-F238E27FC236}">
                <a16:creationId xmlns:a16="http://schemas.microsoft.com/office/drawing/2014/main" id="{7B9510FD-5FD3-16F1-0701-468F632294D2}"/>
              </a:ext>
            </a:extLst>
          </p:cNvPr>
          <p:cNvSpPr txBox="1">
            <a:spLocks noChangeArrowheads="1"/>
          </p:cNvSpPr>
          <p:nvPr/>
        </p:nvSpPr>
        <p:spPr bwMode="auto">
          <a:xfrm>
            <a:off x="609600" y="304800"/>
            <a:ext cx="6172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Use of Port Numbers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22EECF-FAA3-AE51-BEB0-0CD2B86D2543}"/>
              </a:ext>
            </a:extLst>
          </p:cNvPr>
          <p:cNvSpPr>
            <a:spLocks noGrp="1"/>
          </p:cNvSpPr>
          <p:nvPr>
            <p:ph type="title"/>
          </p:nvPr>
        </p:nvSpPr>
        <p:spPr/>
        <p:txBody>
          <a:bodyPr/>
          <a:lstStyle/>
          <a:p>
            <a:r>
              <a:rPr lang="en-IN" dirty="0"/>
              <a:t>Port Number Ranges</a:t>
            </a:r>
          </a:p>
        </p:txBody>
      </p:sp>
      <p:sp>
        <p:nvSpPr>
          <p:cNvPr id="3" name="Content Placeholder 2">
            <a:extLst>
              <a:ext uri="{FF2B5EF4-FFF2-40B4-BE49-F238E27FC236}">
                <a16:creationId xmlns:a16="http://schemas.microsoft.com/office/drawing/2014/main" id="{DA423C40-137C-6801-7B6E-EED3AF326D64}"/>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A03DC18C-1900-F877-AB55-9096881B9538}"/>
              </a:ext>
            </a:extLst>
          </p:cNvPr>
          <p:cNvPicPr>
            <a:picLocks noChangeAspect="1"/>
          </p:cNvPicPr>
          <p:nvPr/>
        </p:nvPicPr>
        <p:blipFill>
          <a:blip r:embed="rId2"/>
          <a:stretch>
            <a:fillRect/>
          </a:stretch>
        </p:blipFill>
        <p:spPr>
          <a:xfrm>
            <a:off x="303222" y="1556792"/>
            <a:ext cx="8537555" cy="4620171"/>
          </a:xfrm>
          <a:prstGeom prst="rect">
            <a:avLst/>
          </a:prstGeom>
        </p:spPr>
      </p:pic>
    </p:spTree>
    <p:extLst>
      <p:ext uri="{BB962C8B-B14F-4D97-AF65-F5344CB8AC3E}">
        <p14:creationId xmlns:p14="http://schemas.microsoft.com/office/powerpoint/2010/main" val="1185179138"/>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Text Box 1">
            <a:extLst>
              <a:ext uri="{FF2B5EF4-FFF2-40B4-BE49-F238E27FC236}">
                <a16:creationId xmlns:a16="http://schemas.microsoft.com/office/drawing/2014/main" id="{6EF06315-63D9-84C0-D82D-D71E588E917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65923" name="Text Box 2">
            <a:extLst>
              <a:ext uri="{FF2B5EF4-FFF2-40B4-BE49-F238E27FC236}">
                <a16:creationId xmlns:a16="http://schemas.microsoft.com/office/drawing/2014/main" id="{CE1F2E66-C917-CC08-39C5-14EC7D416DE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CB4C25A-94AC-4E32-9D68-828770B0D297}" type="slidenum">
              <a:rPr lang="en-US" altLang="en-US" sz="1400">
                <a:solidFill>
                  <a:srgbClr val="000000"/>
                </a:solidFill>
              </a:rPr>
              <a:pPr algn="r" eaLnBrk="1" hangingPunct="1">
                <a:buClrTx/>
                <a:buSzPct val="60000"/>
                <a:buFontTx/>
                <a:buNone/>
              </a:pPr>
              <a:t>278</a:t>
            </a:fld>
            <a:endParaRPr lang="en-US" altLang="en-US" sz="1400">
              <a:solidFill>
                <a:srgbClr val="000000"/>
              </a:solidFill>
            </a:endParaRPr>
          </a:p>
        </p:txBody>
      </p:sp>
      <p:sp>
        <p:nvSpPr>
          <p:cNvPr id="465924" name="Rectangle 3">
            <a:extLst>
              <a:ext uri="{FF2B5EF4-FFF2-40B4-BE49-F238E27FC236}">
                <a16:creationId xmlns:a16="http://schemas.microsoft.com/office/drawing/2014/main" id="{9F6A53FA-9756-4DF4-0EE1-CF3BE102AC14}"/>
              </a:ext>
            </a:extLst>
          </p:cNvPr>
          <p:cNvSpPr>
            <a:spLocks noChangeArrowheads="1"/>
          </p:cNvSpPr>
          <p:nvPr/>
        </p:nvSpPr>
        <p:spPr bwMode="auto">
          <a:xfrm>
            <a:off x="609600" y="990600"/>
            <a:ext cx="7848600" cy="51054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5925" name="AutoShape 4">
            <a:extLst>
              <a:ext uri="{FF2B5EF4-FFF2-40B4-BE49-F238E27FC236}">
                <a16:creationId xmlns:a16="http://schemas.microsoft.com/office/drawing/2014/main" id="{B0B45856-D717-5CCB-4C63-73291FDCF0BE}"/>
              </a:ext>
            </a:extLst>
          </p:cNvPr>
          <p:cNvSpPr>
            <a:spLocks noChangeArrowheads="1"/>
          </p:cNvSpPr>
          <p:nvPr/>
        </p:nvSpPr>
        <p:spPr bwMode="auto">
          <a:xfrm>
            <a:off x="1143000" y="2627313"/>
            <a:ext cx="1289050" cy="1925637"/>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Client</a:t>
            </a:r>
          </a:p>
        </p:txBody>
      </p:sp>
      <p:sp>
        <p:nvSpPr>
          <p:cNvPr id="465926" name="AutoShape 5">
            <a:extLst>
              <a:ext uri="{FF2B5EF4-FFF2-40B4-BE49-F238E27FC236}">
                <a16:creationId xmlns:a16="http://schemas.microsoft.com/office/drawing/2014/main" id="{AAFE070A-063A-42D5-156B-EA444E2B4166}"/>
              </a:ext>
            </a:extLst>
          </p:cNvPr>
          <p:cNvSpPr>
            <a:spLocks noChangeArrowheads="1"/>
          </p:cNvSpPr>
          <p:nvPr/>
        </p:nvSpPr>
        <p:spPr bwMode="auto">
          <a:xfrm>
            <a:off x="6951663" y="2603500"/>
            <a:ext cx="1277937" cy="1925638"/>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Server</a:t>
            </a:r>
          </a:p>
        </p:txBody>
      </p:sp>
      <p:sp>
        <p:nvSpPr>
          <p:cNvPr id="465927" name="Text Box 6">
            <a:extLst>
              <a:ext uri="{FF2B5EF4-FFF2-40B4-BE49-F238E27FC236}">
                <a16:creationId xmlns:a16="http://schemas.microsoft.com/office/drawing/2014/main" id="{0B178B2C-3420-3530-4CBF-0634992ABB59}"/>
              </a:ext>
            </a:extLst>
          </p:cNvPr>
          <p:cNvSpPr txBox="1">
            <a:spLocks noChangeArrowheads="1"/>
          </p:cNvSpPr>
          <p:nvPr/>
        </p:nvSpPr>
        <p:spPr bwMode="auto">
          <a:xfrm>
            <a:off x="3352800" y="2209800"/>
            <a:ext cx="2514600" cy="1044575"/>
          </a:xfrm>
          <a:prstGeom prst="rect">
            <a:avLst/>
          </a:prstGeom>
          <a:solidFill>
            <a:srgbClr val="FF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latin typeface="Times New Roman" panose="02020603050405020304" pitchFamily="18" charset="0"/>
              </a:rPr>
              <a:t>…</a:t>
            </a:r>
          </a:p>
          <a:p>
            <a:pPr algn="ctr">
              <a:buClrTx/>
              <a:buSzPct val="60000"/>
              <a:buFontTx/>
              <a:buNone/>
            </a:pPr>
            <a:r>
              <a:rPr lang="en-US" altLang="en-US" sz="1400" b="1">
                <a:solidFill>
                  <a:srgbClr val="000000"/>
                </a:solidFill>
                <a:latin typeface="Times New Roman" panose="02020603050405020304" pitchFamily="18" charset="0"/>
              </a:rPr>
              <a:t>Source Port Number = 1050</a:t>
            </a:r>
          </a:p>
          <a:p>
            <a:pPr algn="ctr">
              <a:buClrTx/>
              <a:buSzPct val="60000"/>
              <a:buFontTx/>
              <a:buNone/>
            </a:pPr>
            <a:r>
              <a:rPr lang="en-US" altLang="en-US" sz="1400" b="1">
                <a:solidFill>
                  <a:srgbClr val="000000"/>
                </a:solidFill>
                <a:latin typeface="Times New Roman" panose="02020603050405020304" pitchFamily="18" charset="0"/>
              </a:rPr>
              <a:t>Destination Port Number = 80</a:t>
            </a:r>
          </a:p>
          <a:p>
            <a:pPr algn="ctr">
              <a:buClrTx/>
              <a:buSzPct val="60000"/>
              <a:buFontTx/>
              <a:buNone/>
            </a:pPr>
            <a:r>
              <a:rPr lang="en-US" altLang="en-US" sz="1400" b="1">
                <a:solidFill>
                  <a:srgbClr val="000000"/>
                </a:solidFill>
                <a:latin typeface="Times New Roman" panose="02020603050405020304" pitchFamily="18" charset="0"/>
              </a:rPr>
              <a:t>…</a:t>
            </a:r>
          </a:p>
          <a:p>
            <a:pPr algn="ctr">
              <a:buClrTx/>
              <a:buSzPct val="60000"/>
              <a:buFontTx/>
              <a:buNone/>
            </a:pPr>
            <a:endParaRPr lang="en-US" altLang="en-US" sz="1400" b="1">
              <a:solidFill>
                <a:srgbClr val="000000"/>
              </a:solidFill>
              <a:latin typeface="Times New Roman" panose="02020603050405020304" pitchFamily="18" charset="0"/>
            </a:endParaRPr>
          </a:p>
        </p:txBody>
      </p:sp>
      <p:sp>
        <p:nvSpPr>
          <p:cNvPr id="465928" name="Text Box 7">
            <a:extLst>
              <a:ext uri="{FF2B5EF4-FFF2-40B4-BE49-F238E27FC236}">
                <a16:creationId xmlns:a16="http://schemas.microsoft.com/office/drawing/2014/main" id="{676A44C4-7A70-19B0-144B-118B33BF7B8D}"/>
              </a:ext>
            </a:extLst>
          </p:cNvPr>
          <p:cNvSpPr txBox="1">
            <a:spLocks noChangeArrowheads="1"/>
          </p:cNvSpPr>
          <p:nvPr/>
        </p:nvSpPr>
        <p:spPr bwMode="auto">
          <a:xfrm>
            <a:off x="3429000" y="3962400"/>
            <a:ext cx="2559050" cy="1060450"/>
          </a:xfrm>
          <a:prstGeom prst="rect">
            <a:avLst/>
          </a:prstGeom>
          <a:solidFill>
            <a:srgbClr val="FF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a:t>
            </a:r>
          </a:p>
          <a:p>
            <a:pPr algn="ctr">
              <a:buClrTx/>
              <a:buSzPct val="60000"/>
              <a:buFontTx/>
              <a:buNone/>
            </a:pPr>
            <a:r>
              <a:rPr lang="en-US" altLang="en-US" sz="1400" b="1">
                <a:solidFill>
                  <a:srgbClr val="000000"/>
                </a:solidFill>
                <a:latin typeface="Times New Roman" panose="02020603050405020304" pitchFamily="18" charset="0"/>
              </a:rPr>
              <a:t>Source Port Number = 80</a:t>
            </a:r>
          </a:p>
          <a:p>
            <a:pPr algn="ctr">
              <a:buClrTx/>
              <a:buSzPct val="60000"/>
              <a:buFontTx/>
              <a:buNone/>
            </a:pPr>
            <a:r>
              <a:rPr lang="en-US" altLang="en-US" sz="1400" b="1">
                <a:solidFill>
                  <a:srgbClr val="000000"/>
                </a:solidFill>
                <a:latin typeface="Times New Roman" panose="02020603050405020304" pitchFamily="18" charset="0"/>
              </a:rPr>
              <a:t>Destination Port Number = 1050</a:t>
            </a:r>
          </a:p>
          <a:p>
            <a:pPr algn="ctr">
              <a:buClrTx/>
              <a:buSzPct val="60000"/>
              <a:buFontTx/>
              <a:buNone/>
            </a:pPr>
            <a:r>
              <a:rPr lang="en-US" altLang="en-US" sz="1400" b="1">
                <a:solidFill>
                  <a:srgbClr val="000000"/>
                </a:solidFill>
                <a:latin typeface="Times New Roman" panose="02020603050405020304" pitchFamily="18" charset="0"/>
              </a:rPr>
              <a:t>…</a:t>
            </a:r>
          </a:p>
          <a:p>
            <a:pPr algn="ctr">
              <a:buClrTx/>
              <a:buSzPct val="60000"/>
              <a:buFontTx/>
              <a:buNone/>
            </a:pPr>
            <a:endParaRPr lang="en-US" altLang="en-US" sz="1400" b="1">
              <a:solidFill>
                <a:srgbClr val="000000"/>
              </a:solidFill>
              <a:latin typeface="Times New Roman" panose="02020603050405020304" pitchFamily="18" charset="0"/>
            </a:endParaRPr>
          </a:p>
        </p:txBody>
      </p:sp>
      <p:sp>
        <p:nvSpPr>
          <p:cNvPr id="465929" name="AutoShape 8">
            <a:extLst>
              <a:ext uri="{FF2B5EF4-FFF2-40B4-BE49-F238E27FC236}">
                <a16:creationId xmlns:a16="http://schemas.microsoft.com/office/drawing/2014/main" id="{C1BCF7F5-53D6-AE85-BEDB-221554FBF8BF}"/>
              </a:ext>
            </a:extLst>
          </p:cNvPr>
          <p:cNvSpPr>
            <a:spLocks noChangeArrowheads="1"/>
          </p:cNvSpPr>
          <p:nvPr/>
        </p:nvSpPr>
        <p:spPr bwMode="auto">
          <a:xfrm>
            <a:off x="2333625" y="3208338"/>
            <a:ext cx="4765675" cy="400050"/>
          </a:xfrm>
          <a:prstGeom prst="rightArrow">
            <a:avLst>
              <a:gd name="adj1" fmla="val 50000"/>
              <a:gd name="adj2" fmla="val 297817"/>
            </a:avLst>
          </a:prstGeom>
          <a:solidFill>
            <a:srgbClr val="33CCCC">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5930" name="AutoShape 9">
            <a:extLst>
              <a:ext uri="{FF2B5EF4-FFF2-40B4-BE49-F238E27FC236}">
                <a16:creationId xmlns:a16="http://schemas.microsoft.com/office/drawing/2014/main" id="{E155E21A-3F53-09F0-F33A-C55DF2B372A4}"/>
              </a:ext>
            </a:extLst>
          </p:cNvPr>
          <p:cNvSpPr>
            <a:spLocks noChangeArrowheads="1"/>
          </p:cNvSpPr>
          <p:nvPr/>
        </p:nvSpPr>
        <p:spPr bwMode="auto">
          <a:xfrm>
            <a:off x="2193925" y="3538538"/>
            <a:ext cx="4848225" cy="400050"/>
          </a:xfrm>
          <a:prstGeom prst="leftArrow">
            <a:avLst>
              <a:gd name="adj1" fmla="val 50000"/>
              <a:gd name="adj2" fmla="val 302976"/>
            </a:avLst>
          </a:prstGeom>
          <a:solidFill>
            <a:srgbClr val="33CCCC">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65931" name="Text Box 10">
            <a:extLst>
              <a:ext uri="{FF2B5EF4-FFF2-40B4-BE49-F238E27FC236}">
                <a16:creationId xmlns:a16="http://schemas.microsoft.com/office/drawing/2014/main" id="{0F434FE5-E19C-9AC1-8DF0-F816B6499670}"/>
              </a:ext>
            </a:extLst>
          </p:cNvPr>
          <p:cNvSpPr txBox="1">
            <a:spLocks noChangeArrowheads="1"/>
          </p:cNvSpPr>
          <p:nvPr/>
        </p:nvSpPr>
        <p:spPr bwMode="auto">
          <a:xfrm>
            <a:off x="609600" y="304800"/>
            <a:ext cx="76200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Source and Destination Port Numbers </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211008-9B53-2D85-EDFB-7FA49F23D9FF}"/>
              </a:ext>
            </a:extLst>
          </p:cNvPr>
          <p:cNvSpPr>
            <a:spLocks noGrp="1"/>
          </p:cNvSpPr>
          <p:nvPr>
            <p:ph type="title"/>
          </p:nvPr>
        </p:nvSpPr>
        <p:spPr/>
        <p:txBody>
          <a:bodyPr/>
          <a:lstStyle/>
          <a:p>
            <a:r>
              <a:rPr lang="en-IN" dirty="0"/>
              <a:t>Socket Address</a:t>
            </a:r>
          </a:p>
        </p:txBody>
      </p:sp>
      <p:sp>
        <p:nvSpPr>
          <p:cNvPr id="3" name="Content Placeholder 2">
            <a:extLst>
              <a:ext uri="{FF2B5EF4-FFF2-40B4-BE49-F238E27FC236}">
                <a16:creationId xmlns:a16="http://schemas.microsoft.com/office/drawing/2014/main" id="{072AA6E6-F838-B893-8E1A-841BB76A3BF4}"/>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45D5EC73-287E-48DE-009D-E40200D87141}"/>
              </a:ext>
            </a:extLst>
          </p:cNvPr>
          <p:cNvPicPr>
            <a:picLocks noChangeAspect="1"/>
          </p:cNvPicPr>
          <p:nvPr/>
        </p:nvPicPr>
        <p:blipFill>
          <a:blip r:embed="rId2"/>
          <a:stretch>
            <a:fillRect/>
          </a:stretch>
        </p:blipFill>
        <p:spPr>
          <a:xfrm>
            <a:off x="303523" y="2240868"/>
            <a:ext cx="8536953" cy="2376264"/>
          </a:xfrm>
          <a:prstGeom prst="rect">
            <a:avLst/>
          </a:prstGeom>
        </p:spPr>
      </p:pic>
    </p:spTree>
    <p:extLst>
      <p:ext uri="{BB962C8B-B14F-4D97-AF65-F5344CB8AC3E}">
        <p14:creationId xmlns:p14="http://schemas.microsoft.com/office/powerpoint/2010/main" val="602691935"/>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Text Box 1">
            <a:extLst>
              <a:ext uri="{FF2B5EF4-FFF2-40B4-BE49-F238E27FC236}">
                <a16:creationId xmlns:a16="http://schemas.microsoft.com/office/drawing/2014/main" id="{CBA76A40-E90A-38C1-BF1F-B832E21C83DA}"/>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User Datagram Protocol (UDP)</a:t>
            </a:r>
          </a:p>
        </p:txBody>
      </p:sp>
      <p:sp>
        <p:nvSpPr>
          <p:cNvPr id="470019" name="Text Box 2">
            <a:extLst>
              <a:ext uri="{FF2B5EF4-FFF2-40B4-BE49-F238E27FC236}">
                <a16:creationId xmlns:a16="http://schemas.microsoft.com/office/drawing/2014/main" id="{611ADB4D-A65E-1242-03EE-B5A9B0DEA5A8}"/>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Text Box 1">
            <a:extLst>
              <a:ext uri="{FF2B5EF4-FFF2-40B4-BE49-F238E27FC236}">
                <a16:creationId xmlns:a16="http://schemas.microsoft.com/office/drawing/2014/main" id="{D4FFD5EC-34AF-7051-C282-3B886C1A6F3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2067" name="Text Box 2">
            <a:extLst>
              <a:ext uri="{FF2B5EF4-FFF2-40B4-BE49-F238E27FC236}">
                <a16:creationId xmlns:a16="http://schemas.microsoft.com/office/drawing/2014/main" id="{582DCF15-5A01-0A69-A791-5C3D0D40E3F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363CD0D-DFE8-45A8-AC14-4992A6EBC09C}" type="slidenum">
              <a:rPr lang="en-US" altLang="en-US" sz="1400">
                <a:solidFill>
                  <a:srgbClr val="000000"/>
                </a:solidFill>
              </a:rPr>
              <a:pPr algn="r" eaLnBrk="1" hangingPunct="1">
                <a:buClrTx/>
                <a:buSzPct val="60000"/>
                <a:buFontTx/>
                <a:buNone/>
              </a:pPr>
              <a:t>281</a:t>
            </a:fld>
            <a:endParaRPr lang="en-US" altLang="en-US" sz="1400">
              <a:solidFill>
                <a:srgbClr val="000000"/>
              </a:solidFill>
            </a:endParaRPr>
          </a:p>
        </p:txBody>
      </p:sp>
      <p:sp>
        <p:nvSpPr>
          <p:cNvPr id="472068" name="Text Box 3">
            <a:extLst>
              <a:ext uri="{FF2B5EF4-FFF2-40B4-BE49-F238E27FC236}">
                <a16:creationId xmlns:a16="http://schemas.microsoft.com/office/drawing/2014/main" id="{00F6E22D-4BF8-5120-1BB8-8F9E2344F59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UDP Basics</a:t>
            </a:r>
          </a:p>
        </p:txBody>
      </p:sp>
      <p:sp>
        <p:nvSpPr>
          <p:cNvPr id="472069" name="Text Box 4">
            <a:extLst>
              <a:ext uri="{FF2B5EF4-FFF2-40B4-BE49-F238E27FC236}">
                <a16:creationId xmlns:a16="http://schemas.microsoft.com/office/drawing/2014/main" id="{9115E57E-6B50-8E97-A610-71EA5D2386B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Use of port numbers</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No flow control</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No acknowledgements</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Primitive error control</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Drop packets in error</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Connectionless, unreliable</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Does not add anything to the IP model, except the change from host-to-host to process-to-process communication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Text Box 1">
            <a:extLst>
              <a:ext uri="{FF2B5EF4-FFF2-40B4-BE49-F238E27FC236}">
                <a16:creationId xmlns:a16="http://schemas.microsoft.com/office/drawing/2014/main" id="{882946AD-F899-9338-F65C-F71EEEE56D3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4115" name="Text Box 2">
            <a:extLst>
              <a:ext uri="{FF2B5EF4-FFF2-40B4-BE49-F238E27FC236}">
                <a16:creationId xmlns:a16="http://schemas.microsoft.com/office/drawing/2014/main" id="{45B6423C-6B90-AC18-9A3A-2FD806DCC6A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DFAFBE7-9227-4ECA-A5D8-94C81AB80424}" type="slidenum">
              <a:rPr lang="en-US" altLang="en-US" sz="1400">
                <a:solidFill>
                  <a:srgbClr val="000000"/>
                </a:solidFill>
              </a:rPr>
              <a:pPr algn="r" eaLnBrk="1" hangingPunct="1">
                <a:buClrTx/>
                <a:buSzPct val="60000"/>
                <a:buFontTx/>
                <a:buNone/>
              </a:pPr>
              <a:t>282</a:t>
            </a:fld>
            <a:endParaRPr lang="en-US" altLang="en-US" sz="1400">
              <a:solidFill>
                <a:srgbClr val="000000"/>
              </a:solidFill>
            </a:endParaRPr>
          </a:p>
        </p:txBody>
      </p:sp>
      <p:sp>
        <p:nvSpPr>
          <p:cNvPr id="474116" name="Text Box 3">
            <a:extLst>
              <a:ext uri="{FF2B5EF4-FFF2-40B4-BE49-F238E27FC236}">
                <a16:creationId xmlns:a16="http://schemas.microsoft.com/office/drawing/2014/main" id="{ADEC0767-C4C2-96D2-CEFC-CD05C18B145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Port numbers</a:t>
            </a:r>
          </a:p>
        </p:txBody>
      </p:sp>
      <p:sp>
        <p:nvSpPr>
          <p:cNvPr id="474117" name="Text Box 4">
            <a:extLst>
              <a:ext uri="{FF2B5EF4-FFF2-40B4-BE49-F238E27FC236}">
                <a16:creationId xmlns:a16="http://schemas.microsoft.com/office/drawing/2014/main" id="{5172B529-A5A7-DEA9-E972-047185F7530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Number between 0 and 65,535</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Ephemeral port number</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Client port number: chosen randomly</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Well-known port number</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Server port number: Pre-defined (0 to 1023)</a:t>
            </a:r>
          </a:p>
          <a:p>
            <a:pPr lvl="1" eaLnBrk="1" hangingPunct="1">
              <a:spcBef>
                <a:spcPts val="700"/>
              </a:spcBef>
              <a:buClr>
                <a:srgbClr val="FF0000"/>
              </a:buClr>
              <a:buSzPct val="55000"/>
              <a:buFont typeface="Wingdings" panose="05000000000000000000" pitchFamily="2" charset="2"/>
              <a:buNone/>
            </a:pPr>
            <a:endParaRPr lang="en-US" altLang="en-US" sz="28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Text Box 1">
            <a:extLst>
              <a:ext uri="{FF2B5EF4-FFF2-40B4-BE49-F238E27FC236}">
                <a16:creationId xmlns:a16="http://schemas.microsoft.com/office/drawing/2014/main" id="{FCF8EEBA-9774-3E64-34B0-5715C1AE923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6163" name="Text Box 2">
            <a:extLst>
              <a:ext uri="{FF2B5EF4-FFF2-40B4-BE49-F238E27FC236}">
                <a16:creationId xmlns:a16="http://schemas.microsoft.com/office/drawing/2014/main" id="{E46C12D1-CBC2-C7A4-01A3-148AAB571FD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207BBE9-EFFF-4A12-92BC-706DBE03B8FE}" type="slidenum">
              <a:rPr lang="en-US" altLang="en-US" sz="1400">
                <a:solidFill>
                  <a:srgbClr val="000000"/>
                </a:solidFill>
              </a:rPr>
              <a:pPr algn="r" eaLnBrk="1" hangingPunct="1">
                <a:buClrTx/>
                <a:buSzPct val="60000"/>
                <a:buFontTx/>
                <a:buNone/>
              </a:pPr>
              <a:t>283</a:t>
            </a:fld>
            <a:endParaRPr lang="en-US" altLang="en-US" sz="1400">
              <a:solidFill>
                <a:srgbClr val="000000"/>
              </a:solidFill>
            </a:endParaRPr>
          </a:p>
        </p:txBody>
      </p:sp>
      <p:grpSp>
        <p:nvGrpSpPr>
          <p:cNvPr id="476164" name="Group 3">
            <a:extLst>
              <a:ext uri="{FF2B5EF4-FFF2-40B4-BE49-F238E27FC236}">
                <a16:creationId xmlns:a16="http://schemas.microsoft.com/office/drawing/2014/main" id="{BECE7355-4D5E-087E-41D8-67990CB00918}"/>
              </a:ext>
            </a:extLst>
          </p:cNvPr>
          <p:cNvGrpSpPr>
            <a:grpSpLocks/>
          </p:cNvGrpSpPr>
          <p:nvPr/>
        </p:nvGrpSpPr>
        <p:grpSpPr bwMode="auto">
          <a:xfrm>
            <a:off x="609600" y="838200"/>
            <a:ext cx="7999413" cy="5561013"/>
            <a:chOff x="384" y="528"/>
            <a:chExt cx="5039" cy="3503"/>
          </a:xfrm>
        </p:grpSpPr>
        <p:sp>
          <p:nvSpPr>
            <p:cNvPr id="476166" name="Text Box 4">
              <a:extLst>
                <a:ext uri="{FF2B5EF4-FFF2-40B4-BE49-F238E27FC236}">
                  <a16:creationId xmlns:a16="http://schemas.microsoft.com/office/drawing/2014/main" id="{511EE956-0D0D-7398-10EE-E3D82C5355B2}"/>
                </a:ext>
              </a:extLst>
            </p:cNvPr>
            <p:cNvSpPr txBox="1">
              <a:spLocks noChangeArrowheads="1"/>
            </p:cNvSpPr>
            <p:nvPr/>
          </p:nvSpPr>
          <p:spPr bwMode="auto">
            <a:xfrm>
              <a:off x="384" y="528"/>
              <a:ext cx="5039" cy="350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6167" name="Rectangle 5">
              <a:extLst>
                <a:ext uri="{FF2B5EF4-FFF2-40B4-BE49-F238E27FC236}">
                  <a16:creationId xmlns:a16="http://schemas.microsoft.com/office/drawing/2014/main" id="{B3C294ED-66DF-C02B-0FA1-98F853F2C159}"/>
                </a:ext>
              </a:extLst>
            </p:cNvPr>
            <p:cNvSpPr>
              <a:spLocks noChangeArrowheads="1"/>
            </p:cNvSpPr>
            <p:nvPr/>
          </p:nvSpPr>
          <p:spPr bwMode="auto">
            <a:xfrm>
              <a:off x="540" y="755"/>
              <a:ext cx="4727" cy="1862"/>
            </a:xfrm>
            <a:prstGeom prst="rect">
              <a:avLst/>
            </a:prstGeom>
            <a:solidFill>
              <a:srgbClr val="CCFFFF"/>
            </a:solidFill>
            <a:ln w="28440" cap="sq">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76168" name="Text Box 6">
              <a:extLst>
                <a:ext uri="{FF2B5EF4-FFF2-40B4-BE49-F238E27FC236}">
                  <a16:creationId xmlns:a16="http://schemas.microsoft.com/office/drawing/2014/main" id="{9809B65E-4D9B-1026-9434-800B57D1CB2C}"/>
                </a:ext>
              </a:extLst>
            </p:cNvPr>
            <p:cNvSpPr txBox="1">
              <a:spLocks noChangeArrowheads="1"/>
            </p:cNvSpPr>
            <p:nvPr/>
          </p:nvSpPr>
          <p:spPr bwMode="auto">
            <a:xfrm>
              <a:off x="800" y="1644"/>
              <a:ext cx="830" cy="747"/>
            </a:xfrm>
            <a:prstGeom prst="rect">
              <a:avLst/>
            </a:prstGeom>
            <a:solidFill>
              <a:srgbClr val="33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FFFFFF"/>
                  </a:solidFill>
                  <a:latin typeface="Times New Roman" panose="02020603050405020304" pitchFamily="18" charset="0"/>
                </a:rPr>
                <a:t>Source Port Number</a:t>
              </a:r>
            </a:p>
          </p:txBody>
        </p:sp>
        <p:sp>
          <p:nvSpPr>
            <p:cNvPr id="476169" name="Text Box 7">
              <a:extLst>
                <a:ext uri="{FF2B5EF4-FFF2-40B4-BE49-F238E27FC236}">
                  <a16:creationId xmlns:a16="http://schemas.microsoft.com/office/drawing/2014/main" id="{2D8B94A4-FB3C-B66E-9B33-02C9B6D66CD2}"/>
                </a:ext>
              </a:extLst>
            </p:cNvPr>
            <p:cNvSpPr txBox="1">
              <a:spLocks noChangeArrowheads="1"/>
            </p:cNvSpPr>
            <p:nvPr/>
          </p:nvSpPr>
          <p:spPr bwMode="auto">
            <a:xfrm>
              <a:off x="1797" y="1644"/>
              <a:ext cx="903" cy="747"/>
            </a:xfrm>
            <a:prstGeom prst="rect">
              <a:avLst/>
            </a:prstGeom>
            <a:solidFill>
              <a:srgbClr val="33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FFFFFF"/>
                  </a:solidFill>
                  <a:latin typeface="Times New Roman" panose="02020603050405020304" pitchFamily="18" charset="0"/>
                </a:rPr>
                <a:t>Destination Port Number</a:t>
              </a:r>
            </a:p>
          </p:txBody>
        </p:sp>
        <p:sp>
          <p:nvSpPr>
            <p:cNvPr id="476170" name="Text Box 8">
              <a:extLst>
                <a:ext uri="{FF2B5EF4-FFF2-40B4-BE49-F238E27FC236}">
                  <a16:creationId xmlns:a16="http://schemas.microsoft.com/office/drawing/2014/main" id="{C769F105-36E1-261B-A5F5-D12F6D7EB268}"/>
                </a:ext>
              </a:extLst>
            </p:cNvPr>
            <p:cNvSpPr txBox="1">
              <a:spLocks noChangeArrowheads="1"/>
            </p:cNvSpPr>
            <p:nvPr/>
          </p:nvSpPr>
          <p:spPr bwMode="auto">
            <a:xfrm>
              <a:off x="2878" y="1644"/>
              <a:ext cx="903" cy="747"/>
            </a:xfrm>
            <a:prstGeom prst="rect">
              <a:avLst/>
            </a:prstGeom>
            <a:solidFill>
              <a:srgbClr val="33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FFFFFF"/>
                  </a:solidFill>
                  <a:latin typeface="Times New Roman" panose="02020603050405020304" pitchFamily="18" charset="0"/>
                </a:rPr>
                <a:t>Total Packet Length</a:t>
              </a:r>
            </a:p>
          </p:txBody>
        </p:sp>
        <p:sp>
          <p:nvSpPr>
            <p:cNvPr id="476171" name="Text Box 9">
              <a:extLst>
                <a:ext uri="{FF2B5EF4-FFF2-40B4-BE49-F238E27FC236}">
                  <a16:creationId xmlns:a16="http://schemas.microsoft.com/office/drawing/2014/main" id="{5612A81B-D533-3F7F-BE26-B4DC6E6F16D3}"/>
                </a:ext>
              </a:extLst>
            </p:cNvPr>
            <p:cNvSpPr txBox="1">
              <a:spLocks noChangeArrowheads="1"/>
            </p:cNvSpPr>
            <p:nvPr/>
          </p:nvSpPr>
          <p:spPr bwMode="auto">
            <a:xfrm>
              <a:off x="3948" y="1633"/>
              <a:ext cx="903" cy="746"/>
            </a:xfrm>
            <a:prstGeom prst="rect">
              <a:avLst/>
            </a:prstGeom>
            <a:solidFill>
              <a:srgbClr val="3366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endParaRPr lang="en-US" altLang="en-US" sz="1200">
                <a:solidFill>
                  <a:srgbClr val="000000"/>
                </a:solidFill>
                <a:latin typeface="Times New Roman" panose="02020603050405020304" pitchFamily="18" charset="0"/>
              </a:endParaRPr>
            </a:p>
            <a:p>
              <a:pPr algn="ctr">
                <a:buClrTx/>
                <a:buSzPct val="60000"/>
                <a:buFontTx/>
                <a:buNone/>
              </a:pPr>
              <a:r>
                <a:rPr lang="en-US" altLang="en-US" sz="2000" b="1">
                  <a:solidFill>
                    <a:srgbClr val="FFFFFF"/>
                  </a:solidFill>
                  <a:latin typeface="Times New Roman" panose="02020603050405020304" pitchFamily="18" charset="0"/>
                </a:rPr>
                <a:t>Checksum</a:t>
              </a:r>
            </a:p>
          </p:txBody>
        </p:sp>
        <p:sp>
          <p:nvSpPr>
            <p:cNvPr id="476172" name="Text Box 10">
              <a:extLst>
                <a:ext uri="{FF2B5EF4-FFF2-40B4-BE49-F238E27FC236}">
                  <a16:creationId xmlns:a16="http://schemas.microsoft.com/office/drawing/2014/main" id="{24DDD006-5853-B082-DAA0-6E4A80E94E3F}"/>
                </a:ext>
              </a:extLst>
            </p:cNvPr>
            <p:cNvSpPr txBox="1">
              <a:spLocks noChangeArrowheads="1"/>
            </p:cNvSpPr>
            <p:nvPr/>
          </p:nvSpPr>
          <p:spPr bwMode="auto">
            <a:xfrm>
              <a:off x="810" y="2883"/>
              <a:ext cx="4021" cy="880"/>
            </a:xfrm>
            <a:prstGeom prst="rect">
              <a:avLst/>
            </a:prstGeom>
            <a:solidFill>
              <a:srgbClr val="0099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latin typeface="Times New Roman" panose="02020603050405020304" pitchFamily="18" charset="0"/>
              </a:endParaRPr>
            </a:p>
            <a:p>
              <a:pPr>
                <a:buClrTx/>
                <a:buSzPct val="60000"/>
                <a:buFontTx/>
                <a:buNone/>
              </a:pPr>
              <a:endParaRPr lang="en-US" altLang="en-US" sz="1200">
                <a:solidFill>
                  <a:srgbClr val="000000"/>
                </a:solidFill>
                <a:latin typeface="Times New Roman" panose="02020603050405020304" pitchFamily="18" charset="0"/>
              </a:endParaRPr>
            </a:p>
            <a:p>
              <a:pPr algn="ctr">
                <a:buClrTx/>
                <a:buSzPct val="60000"/>
                <a:buFontTx/>
                <a:buNone/>
              </a:pPr>
              <a:r>
                <a:rPr lang="en-US" altLang="en-US" sz="2400" b="1">
                  <a:solidFill>
                    <a:srgbClr val="000000"/>
                  </a:solidFill>
                  <a:latin typeface="Times New Roman" panose="02020603050405020304" pitchFamily="18" charset="0"/>
                </a:rPr>
                <a:t>Data</a:t>
              </a:r>
            </a:p>
            <a:p>
              <a:pPr>
                <a:buClrTx/>
                <a:buSzPct val="60000"/>
                <a:buFontTx/>
                <a:buNone/>
              </a:pPr>
              <a:endParaRPr lang="en-US" altLang="en-US" sz="2400" b="1">
                <a:solidFill>
                  <a:srgbClr val="000000"/>
                </a:solidFill>
                <a:latin typeface="Times New Roman" panose="02020603050405020304" pitchFamily="18" charset="0"/>
              </a:endParaRPr>
            </a:p>
          </p:txBody>
        </p:sp>
        <p:sp>
          <p:nvSpPr>
            <p:cNvPr id="476173" name="Text Box 11">
              <a:extLst>
                <a:ext uri="{FF2B5EF4-FFF2-40B4-BE49-F238E27FC236}">
                  <a16:creationId xmlns:a16="http://schemas.microsoft.com/office/drawing/2014/main" id="{85D248B4-5D2A-9839-617A-619645B66CAD}"/>
                </a:ext>
              </a:extLst>
            </p:cNvPr>
            <p:cNvSpPr txBox="1">
              <a:spLocks noChangeArrowheads="1"/>
            </p:cNvSpPr>
            <p:nvPr/>
          </p:nvSpPr>
          <p:spPr bwMode="auto">
            <a:xfrm>
              <a:off x="789" y="1231"/>
              <a:ext cx="841" cy="311"/>
            </a:xfrm>
            <a:prstGeom prst="rect">
              <a:avLst/>
            </a:prstGeom>
            <a:solidFill>
              <a:srgbClr val="CC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000000"/>
                  </a:solidFill>
                  <a:latin typeface="Times New Roman" panose="02020603050405020304" pitchFamily="18" charset="0"/>
                </a:rPr>
                <a:t>2 bytes</a:t>
              </a:r>
            </a:p>
          </p:txBody>
        </p:sp>
        <p:sp>
          <p:nvSpPr>
            <p:cNvPr id="476174" name="Text Box 12">
              <a:extLst>
                <a:ext uri="{FF2B5EF4-FFF2-40B4-BE49-F238E27FC236}">
                  <a16:creationId xmlns:a16="http://schemas.microsoft.com/office/drawing/2014/main" id="{AE6B2EEC-D9B4-E632-D1D3-E79540AB050F}"/>
                </a:ext>
              </a:extLst>
            </p:cNvPr>
            <p:cNvSpPr txBox="1">
              <a:spLocks noChangeArrowheads="1"/>
            </p:cNvSpPr>
            <p:nvPr/>
          </p:nvSpPr>
          <p:spPr bwMode="auto">
            <a:xfrm>
              <a:off x="1818" y="1231"/>
              <a:ext cx="841" cy="311"/>
            </a:xfrm>
            <a:prstGeom prst="rect">
              <a:avLst/>
            </a:prstGeom>
            <a:solidFill>
              <a:srgbClr val="CC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000000"/>
                  </a:solidFill>
                  <a:latin typeface="Times New Roman" panose="02020603050405020304" pitchFamily="18" charset="0"/>
                </a:rPr>
                <a:t>2 bytes</a:t>
              </a:r>
            </a:p>
          </p:txBody>
        </p:sp>
        <p:sp>
          <p:nvSpPr>
            <p:cNvPr id="476175" name="Text Box 13">
              <a:extLst>
                <a:ext uri="{FF2B5EF4-FFF2-40B4-BE49-F238E27FC236}">
                  <a16:creationId xmlns:a16="http://schemas.microsoft.com/office/drawing/2014/main" id="{818106DC-5277-6649-3E46-D9D1BF483B55}"/>
                </a:ext>
              </a:extLst>
            </p:cNvPr>
            <p:cNvSpPr txBox="1">
              <a:spLocks noChangeArrowheads="1"/>
            </p:cNvSpPr>
            <p:nvPr/>
          </p:nvSpPr>
          <p:spPr bwMode="auto">
            <a:xfrm>
              <a:off x="2899" y="1220"/>
              <a:ext cx="841" cy="311"/>
            </a:xfrm>
            <a:prstGeom prst="rect">
              <a:avLst/>
            </a:prstGeom>
            <a:solidFill>
              <a:srgbClr val="CC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000000"/>
                  </a:solidFill>
                  <a:latin typeface="Times New Roman" panose="02020603050405020304" pitchFamily="18" charset="0"/>
                </a:rPr>
                <a:t>2 bytes</a:t>
              </a:r>
            </a:p>
          </p:txBody>
        </p:sp>
        <p:sp>
          <p:nvSpPr>
            <p:cNvPr id="476176" name="Text Box 14">
              <a:extLst>
                <a:ext uri="{FF2B5EF4-FFF2-40B4-BE49-F238E27FC236}">
                  <a16:creationId xmlns:a16="http://schemas.microsoft.com/office/drawing/2014/main" id="{97C5E53C-540A-C535-5449-929E57DDE3C8}"/>
                </a:ext>
              </a:extLst>
            </p:cNvPr>
            <p:cNvSpPr txBox="1">
              <a:spLocks noChangeArrowheads="1"/>
            </p:cNvSpPr>
            <p:nvPr/>
          </p:nvSpPr>
          <p:spPr bwMode="auto">
            <a:xfrm>
              <a:off x="3938" y="1209"/>
              <a:ext cx="841" cy="311"/>
            </a:xfrm>
            <a:prstGeom prst="rect">
              <a:avLst/>
            </a:prstGeom>
            <a:solidFill>
              <a:srgbClr val="CC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000000"/>
                  </a:solidFill>
                  <a:latin typeface="Times New Roman" panose="02020603050405020304" pitchFamily="18" charset="0"/>
                </a:rPr>
                <a:t>2 bytes</a:t>
              </a:r>
            </a:p>
          </p:txBody>
        </p:sp>
        <p:sp>
          <p:nvSpPr>
            <p:cNvPr id="476177" name="Text Box 15">
              <a:extLst>
                <a:ext uri="{FF2B5EF4-FFF2-40B4-BE49-F238E27FC236}">
                  <a16:creationId xmlns:a16="http://schemas.microsoft.com/office/drawing/2014/main" id="{953BE397-A966-6CC6-438E-5B2AB46932FB}"/>
                </a:ext>
              </a:extLst>
            </p:cNvPr>
            <p:cNvSpPr txBox="1">
              <a:spLocks noChangeArrowheads="1"/>
            </p:cNvSpPr>
            <p:nvPr/>
          </p:nvSpPr>
          <p:spPr bwMode="auto">
            <a:xfrm>
              <a:off x="914" y="785"/>
              <a:ext cx="3823" cy="378"/>
            </a:xfrm>
            <a:prstGeom prst="rect">
              <a:avLst/>
            </a:prstGeom>
            <a:solidFill>
              <a:srgbClr val="CC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2000" b="1">
                  <a:solidFill>
                    <a:srgbClr val="000000"/>
                  </a:solidFill>
                  <a:latin typeface="Times New Roman" panose="02020603050405020304" pitchFamily="18" charset="0"/>
                </a:rPr>
                <a:t>8-byte header divided into four fields</a:t>
              </a:r>
            </a:p>
          </p:txBody>
        </p:sp>
      </p:grpSp>
      <p:sp>
        <p:nvSpPr>
          <p:cNvPr id="476165" name="Text Box 16">
            <a:extLst>
              <a:ext uri="{FF2B5EF4-FFF2-40B4-BE49-F238E27FC236}">
                <a16:creationId xmlns:a16="http://schemas.microsoft.com/office/drawing/2014/main" id="{844A6460-2023-E9ED-5444-E48EFA602443}"/>
              </a:ext>
            </a:extLst>
          </p:cNvPr>
          <p:cNvSpPr txBox="1">
            <a:spLocks noChangeArrowheads="1"/>
          </p:cNvSpPr>
          <p:nvPr/>
        </p:nvSpPr>
        <p:spPr bwMode="auto">
          <a:xfrm>
            <a:off x="611188" y="304800"/>
            <a:ext cx="3675062"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2800" b="1" i="1">
                <a:solidFill>
                  <a:srgbClr val="000000"/>
                </a:solidFill>
                <a:latin typeface="Times New Roman" panose="02020603050405020304" pitchFamily="18" charset="0"/>
              </a:rPr>
              <a:t>UDP Datagram Format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Text Box 1">
            <a:extLst>
              <a:ext uri="{FF2B5EF4-FFF2-40B4-BE49-F238E27FC236}">
                <a16:creationId xmlns:a16="http://schemas.microsoft.com/office/drawing/2014/main" id="{EF1F0B4D-BF72-7191-299B-34716719833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8211" name="Text Box 2">
            <a:extLst>
              <a:ext uri="{FF2B5EF4-FFF2-40B4-BE49-F238E27FC236}">
                <a16:creationId xmlns:a16="http://schemas.microsoft.com/office/drawing/2014/main" id="{80088572-38EB-6345-65D1-8727D40DB1C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508B7C2-FBE9-415F-89A9-093479890590}" type="slidenum">
              <a:rPr lang="en-US" altLang="en-US" sz="1400">
                <a:solidFill>
                  <a:srgbClr val="000000"/>
                </a:solidFill>
              </a:rPr>
              <a:pPr algn="r" eaLnBrk="1" hangingPunct="1">
                <a:buClrTx/>
                <a:buSzPct val="60000"/>
                <a:buFontTx/>
                <a:buNone/>
              </a:pPr>
              <a:t>284</a:t>
            </a:fld>
            <a:endParaRPr lang="en-US" altLang="en-US" sz="1400">
              <a:solidFill>
                <a:srgbClr val="000000"/>
              </a:solidFill>
            </a:endParaRPr>
          </a:p>
        </p:txBody>
      </p:sp>
      <p:sp>
        <p:nvSpPr>
          <p:cNvPr id="478212" name="Text Box 3">
            <a:extLst>
              <a:ext uri="{FF2B5EF4-FFF2-40B4-BE49-F238E27FC236}">
                <a16:creationId xmlns:a16="http://schemas.microsoft.com/office/drawing/2014/main" id="{83A52272-103D-155F-FD13-AEC73BE7C18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Length field</a:t>
            </a:r>
          </a:p>
        </p:txBody>
      </p:sp>
      <p:sp>
        <p:nvSpPr>
          <p:cNvPr id="478213" name="Text Box 4">
            <a:extLst>
              <a:ext uri="{FF2B5EF4-FFF2-40B4-BE49-F238E27FC236}">
                <a16:creationId xmlns:a16="http://schemas.microsoft.com/office/drawing/2014/main" id="{976A282B-193F-B953-349A-58930898F18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2-byte (16-bit) number, hence can define 0 to 65,535</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Text Box 1">
            <a:extLst>
              <a:ext uri="{FF2B5EF4-FFF2-40B4-BE49-F238E27FC236}">
                <a16:creationId xmlns:a16="http://schemas.microsoft.com/office/drawing/2014/main" id="{EF1F0B4D-BF72-7191-299B-34716719833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78211" name="Text Box 2">
            <a:extLst>
              <a:ext uri="{FF2B5EF4-FFF2-40B4-BE49-F238E27FC236}">
                <a16:creationId xmlns:a16="http://schemas.microsoft.com/office/drawing/2014/main" id="{80088572-38EB-6345-65D1-8727D40DB1C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508B7C2-FBE9-415F-89A9-093479890590}" type="slidenum">
              <a:rPr lang="en-US" altLang="en-US" sz="1400">
                <a:solidFill>
                  <a:srgbClr val="000000"/>
                </a:solidFill>
              </a:rPr>
              <a:pPr algn="r" eaLnBrk="1" hangingPunct="1">
                <a:buClrTx/>
                <a:buSzPct val="60000"/>
                <a:buFontTx/>
                <a:buNone/>
              </a:pPr>
              <a:t>285</a:t>
            </a:fld>
            <a:endParaRPr lang="en-US" altLang="en-US" sz="1400">
              <a:solidFill>
                <a:srgbClr val="000000"/>
              </a:solidFill>
            </a:endParaRPr>
          </a:p>
        </p:txBody>
      </p:sp>
      <p:sp>
        <p:nvSpPr>
          <p:cNvPr id="478212" name="Text Box 3">
            <a:extLst>
              <a:ext uri="{FF2B5EF4-FFF2-40B4-BE49-F238E27FC236}">
                <a16:creationId xmlns:a16="http://schemas.microsoft.com/office/drawing/2014/main" id="{83A52272-103D-155F-FD13-AEC73BE7C18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Checksum Example</a:t>
            </a:r>
          </a:p>
        </p:txBody>
      </p:sp>
      <p:sp>
        <p:nvSpPr>
          <p:cNvPr id="478213" name="Text Box 4">
            <a:extLst>
              <a:ext uri="{FF2B5EF4-FFF2-40B4-BE49-F238E27FC236}">
                <a16:creationId xmlns:a16="http://schemas.microsoft.com/office/drawing/2014/main" id="{976A282B-193F-B953-349A-58930898F18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endParaRPr lang="en-US" altLang="en-US" sz="2800" dirty="0">
              <a:solidFill>
                <a:srgbClr val="000000"/>
              </a:solidFill>
            </a:endParaRPr>
          </a:p>
        </p:txBody>
      </p:sp>
      <p:pic>
        <p:nvPicPr>
          <p:cNvPr id="3" name="Picture 2">
            <a:extLst>
              <a:ext uri="{FF2B5EF4-FFF2-40B4-BE49-F238E27FC236}">
                <a16:creationId xmlns:a16="http://schemas.microsoft.com/office/drawing/2014/main" id="{DBF05533-F87B-28BA-6D3B-4620912F9A8E}"/>
              </a:ext>
            </a:extLst>
          </p:cNvPr>
          <p:cNvPicPr>
            <a:picLocks noChangeAspect="1"/>
          </p:cNvPicPr>
          <p:nvPr/>
        </p:nvPicPr>
        <p:blipFill>
          <a:blip r:embed="rId3"/>
          <a:stretch>
            <a:fillRect/>
          </a:stretch>
        </p:blipFill>
        <p:spPr>
          <a:xfrm>
            <a:off x="552734" y="2017713"/>
            <a:ext cx="8038531" cy="3715543"/>
          </a:xfrm>
          <a:prstGeom prst="rect">
            <a:avLst/>
          </a:prstGeom>
        </p:spPr>
      </p:pic>
    </p:spTree>
    <p:extLst>
      <p:ext uri="{BB962C8B-B14F-4D97-AF65-F5344CB8AC3E}">
        <p14:creationId xmlns:p14="http://schemas.microsoft.com/office/powerpoint/2010/main" val="298275557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Text Box 1">
            <a:extLst>
              <a:ext uri="{FF2B5EF4-FFF2-40B4-BE49-F238E27FC236}">
                <a16:creationId xmlns:a16="http://schemas.microsoft.com/office/drawing/2014/main" id="{D26D8FFF-329D-BDF8-731C-95886035C0D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80259" name="Text Box 2">
            <a:extLst>
              <a:ext uri="{FF2B5EF4-FFF2-40B4-BE49-F238E27FC236}">
                <a16:creationId xmlns:a16="http://schemas.microsoft.com/office/drawing/2014/main" id="{90882391-55BF-44D8-81E7-EE4AA0CDC3F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B6957FB-8DE3-43B3-BDFD-08B7F26214A4}" type="slidenum">
              <a:rPr lang="en-US" altLang="en-US" sz="1400">
                <a:solidFill>
                  <a:srgbClr val="000000"/>
                </a:solidFill>
              </a:rPr>
              <a:pPr algn="r" eaLnBrk="1" hangingPunct="1">
                <a:buClrTx/>
                <a:buSzPct val="60000"/>
                <a:buFontTx/>
                <a:buNone/>
              </a:pPr>
              <a:t>286</a:t>
            </a:fld>
            <a:endParaRPr lang="en-US" altLang="en-US" sz="1400">
              <a:solidFill>
                <a:srgbClr val="000000"/>
              </a:solidFill>
            </a:endParaRPr>
          </a:p>
        </p:txBody>
      </p:sp>
      <p:sp>
        <p:nvSpPr>
          <p:cNvPr id="480260" name="Text Box 3">
            <a:extLst>
              <a:ext uri="{FF2B5EF4-FFF2-40B4-BE49-F238E27FC236}">
                <a16:creationId xmlns:a16="http://schemas.microsoft.com/office/drawing/2014/main" id="{7F2FCA71-D1E8-9E2A-62D9-87358F4170B7}"/>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UDP Operation</a:t>
            </a:r>
          </a:p>
        </p:txBody>
      </p:sp>
      <p:sp>
        <p:nvSpPr>
          <p:cNvPr id="480261" name="Text Box 4">
            <a:extLst>
              <a:ext uri="{FF2B5EF4-FFF2-40B4-BE49-F238E27FC236}">
                <a16:creationId xmlns:a16="http://schemas.microsoft.com/office/drawing/2014/main" id="{81DAAE25-5C69-69BE-B29F-01A0138A30F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Connectionless service</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Each UDP datagram is independent</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No connection establishment</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No numbering of datagrams</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No chopping of user data into smaller datagrams: User data must be small enough to fit inside a UDP datagram</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Flow and error control</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No flow control</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Error control: Checksum</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Packets can be lost or duplicated</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Text Box 1">
            <a:extLst>
              <a:ext uri="{FF2B5EF4-FFF2-40B4-BE49-F238E27FC236}">
                <a16:creationId xmlns:a16="http://schemas.microsoft.com/office/drawing/2014/main" id="{E47A1D84-8D93-3592-E86C-E95824D794B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482307" name="Text Box 2">
            <a:extLst>
              <a:ext uri="{FF2B5EF4-FFF2-40B4-BE49-F238E27FC236}">
                <a16:creationId xmlns:a16="http://schemas.microsoft.com/office/drawing/2014/main" id="{45F28511-8D4D-F7B0-CC94-76F16B4CD95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CE5D855-43B5-40B6-A74F-6DFB143A8132}" type="slidenum">
              <a:rPr lang="en-US" altLang="en-US" sz="1400">
                <a:solidFill>
                  <a:srgbClr val="000000"/>
                </a:solidFill>
              </a:rPr>
              <a:pPr algn="r" eaLnBrk="1" hangingPunct="1">
                <a:buClrTx/>
                <a:buSzPct val="60000"/>
                <a:buFontTx/>
                <a:buNone/>
              </a:pPr>
              <a:t>287</a:t>
            </a:fld>
            <a:endParaRPr lang="en-US" altLang="en-US" sz="1400">
              <a:solidFill>
                <a:srgbClr val="000000"/>
              </a:solidFill>
            </a:endParaRPr>
          </a:p>
        </p:txBody>
      </p:sp>
      <p:sp>
        <p:nvSpPr>
          <p:cNvPr id="482308" name="Text Box 3">
            <a:extLst>
              <a:ext uri="{FF2B5EF4-FFF2-40B4-BE49-F238E27FC236}">
                <a16:creationId xmlns:a16="http://schemas.microsoft.com/office/drawing/2014/main" id="{0303D83F-F5AD-D02D-CE17-F3F970DF8A9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What UDP Does</a:t>
            </a:r>
          </a:p>
        </p:txBody>
      </p:sp>
      <p:sp>
        <p:nvSpPr>
          <p:cNvPr id="482309" name="Text Box 4">
            <a:extLst>
              <a:ext uri="{FF2B5EF4-FFF2-40B4-BE49-F238E27FC236}">
                <a16:creationId xmlns:a16="http://schemas.microsoft.com/office/drawing/2014/main" id="{8F94F8B4-E2F7-1FF8-51CB-AD9E6E2071F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Times New Roman" panose="02020603050405020304" pitchFamily="18" charset="0"/>
              <a:buAutoNum type="arabicPeriod"/>
            </a:pPr>
            <a:r>
              <a:rPr lang="en-US" altLang="en-US" sz="2800">
                <a:solidFill>
                  <a:srgbClr val="000000"/>
                </a:solidFill>
              </a:rPr>
              <a:t>Higher-layer Data Transfer: An application sends a message to UDP software.</a:t>
            </a:r>
          </a:p>
          <a:p>
            <a:pPr eaLnBrk="1" hangingPunct="1">
              <a:spcBef>
                <a:spcPts val="700"/>
              </a:spcBef>
              <a:buClr>
                <a:srgbClr val="3333CC"/>
              </a:buClr>
              <a:buSzPct val="60000"/>
              <a:buFont typeface="Times New Roman" panose="02020603050405020304" pitchFamily="18" charset="0"/>
              <a:buAutoNum type="arabicPeriod"/>
            </a:pPr>
            <a:r>
              <a:rPr lang="en-US" altLang="en-US" sz="2800">
                <a:solidFill>
                  <a:srgbClr val="000000"/>
                </a:solidFill>
              </a:rPr>
              <a:t>UDP Message Encapsulation: The higher-layer message is encapsulated into the </a:t>
            </a:r>
            <a:r>
              <a:rPr lang="en-US" altLang="en-US" sz="2800" i="1">
                <a:solidFill>
                  <a:srgbClr val="000000"/>
                </a:solidFill>
              </a:rPr>
              <a:t>Data</a:t>
            </a:r>
            <a:r>
              <a:rPr lang="en-US" altLang="en-US" sz="2800">
                <a:solidFill>
                  <a:srgbClr val="000000"/>
                </a:solidFill>
              </a:rPr>
              <a:t> field of a UDP message. The UDP headers are filled (e.g. source and destination ports, and optionally checksum).</a:t>
            </a:r>
          </a:p>
          <a:p>
            <a:pPr eaLnBrk="1" hangingPunct="1">
              <a:spcBef>
                <a:spcPts val="700"/>
              </a:spcBef>
              <a:buClr>
                <a:srgbClr val="3333CC"/>
              </a:buClr>
              <a:buSzPct val="60000"/>
              <a:buFont typeface="Times New Roman" panose="02020603050405020304" pitchFamily="18" charset="0"/>
              <a:buAutoNum type="arabicPeriod"/>
            </a:pPr>
            <a:r>
              <a:rPr lang="en-US" altLang="en-US" sz="2800">
                <a:solidFill>
                  <a:srgbClr val="000000"/>
                </a:solidFill>
              </a:rPr>
              <a:t>Transfer message to IP: The UDP datagram is passed to IP for transmission.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Text Box 1">
            <a:extLst>
              <a:ext uri="{FF2B5EF4-FFF2-40B4-BE49-F238E27FC236}">
                <a16:creationId xmlns:a16="http://schemas.microsoft.com/office/drawing/2014/main" id="{F160C6BD-9FB7-FF7C-1F79-1276363454B1}"/>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Transmission Control Protocol (TCP)</a:t>
            </a:r>
          </a:p>
        </p:txBody>
      </p:sp>
      <p:sp>
        <p:nvSpPr>
          <p:cNvPr id="484355" name="Text Box 2">
            <a:extLst>
              <a:ext uri="{FF2B5EF4-FFF2-40B4-BE49-F238E27FC236}">
                <a16:creationId xmlns:a16="http://schemas.microsoft.com/office/drawing/2014/main" id="{B15BBD14-7262-A9E9-2702-1ABFAD5B6AF2}"/>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Text Box 1">
            <a:extLst>
              <a:ext uri="{FF2B5EF4-FFF2-40B4-BE49-F238E27FC236}">
                <a16:creationId xmlns:a16="http://schemas.microsoft.com/office/drawing/2014/main" id="{2F6D4084-DE17-1A07-DFF6-FE928EB4B4C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486403" name="Rectangle 2">
            <a:extLst>
              <a:ext uri="{FF2B5EF4-FFF2-40B4-BE49-F238E27FC236}">
                <a16:creationId xmlns:a16="http://schemas.microsoft.com/office/drawing/2014/main" id="{F1496C4D-4FD7-61EC-536A-E5AE59F20FDE}"/>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486404" name="Text Box 3">
            <a:extLst>
              <a:ext uri="{FF2B5EF4-FFF2-40B4-BE49-F238E27FC236}">
                <a16:creationId xmlns:a16="http://schemas.microsoft.com/office/drawing/2014/main" id="{9F399D42-3C36-E833-0B00-6556D726CC6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486405" name="Text Box 4">
            <a:extLst>
              <a:ext uri="{FF2B5EF4-FFF2-40B4-BE49-F238E27FC236}">
                <a16:creationId xmlns:a16="http://schemas.microsoft.com/office/drawing/2014/main" id="{A5BCB200-96E7-67BD-EA52-313CB75F45E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08E1AF52-D0B4-4A7C-A53A-AF87CF467504}" type="slidenum">
              <a:rPr lang="en-US" altLang="en-US" sz="1400">
                <a:solidFill>
                  <a:srgbClr val="000000"/>
                </a:solidFill>
              </a:rPr>
              <a:pPr algn="r" eaLnBrk="1" hangingPunct="1">
                <a:buClrTx/>
                <a:buFontTx/>
                <a:buNone/>
              </a:pPr>
              <a:t>289</a:t>
            </a:fld>
            <a:endParaRPr lang="en-US" altLang="en-US" sz="1400">
              <a:solidFill>
                <a:srgbClr val="000000"/>
              </a:solidFill>
            </a:endParaRPr>
          </a:p>
        </p:txBody>
      </p:sp>
      <p:pic>
        <p:nvPicPr>
          <p:cNvPr id="486406" name="Picture 5">
            <a:extLst>
              <a:ext uri="{FF2B5EF4-FFF2-40B4-BE49-F238E27FC236}">
                <a16:creationId xmlns:a16="http://schemas.microsoft.com/office/drawing/2014/main" id="{97325BDB-9B89-613A-2BF0-9FD55946A1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404813"/>
            <a:ext cx="5334000" cy="6296025"/>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Text Box 1">
            <a:extLst>
              <a:ext uri="{FF2B5EF4-FFF2-40B4-BE49-F238E27FC236}">
                <a16:creationId xmlns:a16="http://schemas.microsoft.com/office/drawing/2014/main" id="{3F1ECDE1-0CCE-FE59-378B-48BE00050C9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Conceptual Categories of TCP Transmission</a:t>
            </a:r>
          </a:p>
        </p:txBody>
      </p:sp>
      <p:sp>
        <p:nvSpPr>
          <p:cNvPr id="492547" name="Rectangle 2">
            <a:extLst>
              <a:ext uri="{FF2B5EF4-FFF2-40B4-BE49-F238E27FC236}">
                <a16:creationId xmlns:a16="http://schemas.microsoft.com/office/drawing/2014/main" id="{5939503E-6AE6-9123-DE19-58FD9A0C4C90}"/>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492548" name="Text Box 3">
            <a:extLst>
              <a:ext uri="{FF2B5EF4-FFF2-40B4-BE49-F238E27FC236}">
                <a16:creationId xmlns:a16="http://schemas.microsoft.com/office/drawing/2014/main" id="{319552C7-B2C0-F323-0F86-3BA3D1305AD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492549" name="Text Box 4">
            <a:extLst>
              <a:ext uri="{FF2B5EF4-FFF2-40B4-BE49-F238E27FC236}">
                <a16:creationId xmlns:a16="http://schemas.microsoft.com/office/drawing/2014/main" id="{40A1BD44-21A3-B679-9C77-7F73460DA66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D65FFDA9-F4AB-43FC-A2D4-2E51D781BA3B}" type="slidenum">
              <a:rPr lang="en-US" altLang="en-US" sz="1400">
                <a:solidFill>
                  <a:srgbClr val="000000"/>
                </a:solidFill>
              </a:rPr>
              <a:pPr algn="r" eaLnBrk="1" hangingPunct="1">
                <a:buClrTx/>
                <a:buFontTx/>
                <a:buNone/>
              </a:pPr>
              <a:t>290</a:t>
            </a:fld>
            <a:endParaRPr lang="en-US" altLang="en-US" sz="1400">
              <a:solidFill>
                <a:srgbClr val="000000"/>
              </a:solidFill>
            </a:endParaRPr>
          </a:p>
        </p:txBody>
      </p:sp>
      <p:pic>
        <p:nvPicPr>
          <p:cNvPr id="492550" name="Picture 5">
            <a:extLst>
              <a:ext uri="{FF2B5EF4-FFF2-40B4-BE49-F238E27FC236}">
                <a16:creationId xmlns:a16="http://schemas.microsoft.com/office/drawing/2014/main" id="{75481ABF-37B8-0568-DC70-6FBAA11D7B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1600" y="2209800"/>
            <a:ext cx="7396163" cy="1905000"/>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Text Box 1">
            <a:extLst>
              <a:ext uri="{FF2B5EF4-FFF2-40B4-BE49-F238E27FC236}">
                <a16:creationId xmlns:a16="http://schemas.microsoft.com/office/drawing/2014/main" id="{F5621809-8919-5DCB-FB88-B061D9CA0A4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Sender’s Window Example</a:t>
            </a:r>
          </a:p>
        </p:txBody>
      </p:sp>
      <p:sp>
        <p:nvSpPr>
          <p:cNvPr id="494595" name="Rectangle 2">
            <a:extLst>
              <a:ext uri="{FF2B5EF4-FFF2-40B4-BE49-F238E27FC236}">
                <a16:creationId xmlns:a16="http://schemas.microsoft.com/office/drawing/2014/main" id="{14F324CC-CD60-2CA6-282C-4B65E0847E1C}"/>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494596" name="Text Box 3">
            <a:extLst>
              <a:ext uri="{FF2B5EF4-FFF2-40B4-BE49-F238E27FC236}">
                <a16:creationId xmlns:a16="http://schemas.microsoft.com/office/drawing/2014/main" id="{4B0AD155-7AB0-D446-D340-CFB7A6C8304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494597" name="Text Box 4">
            <a:extLst>
              <a:ext uri="{FF2B5EF4-FFF2-40B4-BE49-F238E27FC236}">
                <a16:creationId xmlns:a16="http://schemas.microsoft.com/office/drawing/2014/main" id="{18B06654-6D80-B7BD-CFCB-8C39155DF7C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264A69FD-A02C-4F5D-87F2-557A27549DB1}" type="slidenum">
              <a:rPr lang="en-US" altLang="en-US" sz="1400">
                <a:solidFill>
                  <a:srgbClr val="000000"/>
                </a:solidFill>
              </a:rPr>
              <a:pPr algn="r" eaLnBrk="1" hangingPunct="1">
                <a:buClrTx/>
                <a:buFontTx/>
                <a:buNone/>
              </a:pPr>
              <a:t>291</a:t>
            </a:fld>
            <a:endParaRPr lang="en-US" altLang="en-US" sz="1400">
              <a:solidFill>
                <a:srgbClr val="000000"/>
              </a:solidFill>
            </a:endParaRPr>
          </a:p>
        </p:txBody>
      </p:sp>
      <p:pic>
        <p:nvPicPr>
          <p:cNvPr id="494598" name="Picture 5">
            <a:extLst>
              <a:ext uri="{FF2B5EF4-FFF2-40B4-BE49-F238E27FC236}">
                <a16:creationId xmlns:a16="http://schemas.microsoft.com/office/drawing/2014/main" id="{88D7DE05-6DC8-1B05-1D12-AF40097713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7988" y="2381250"/>
            <a:ext cx="7161212" cy="2928938"/>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Text Box 1">
            <a:extLst>
              <a:ext uri="{FF2B5EF4-FFF2-40B4-BE49-F238E27FC236}">
                <a16:creationId xmlns:a16="http://schemas.microsoft.com/office/drawing/2014/main" id="{8420331B-1CAE-9F8D-70FD-6441A86F322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Sender’s Window After Usable Window is Used</a:t>
            </a:r>
          </a:p>
        </p:txBody>
      </p:sp>
      <p:sp>
        <p:nvSpPr>
          <p:cNvPr id="496643" name="Rectangle 2">
            <a:extLst>
              <a:ext uri="{FF2B5EF4-FFF2-40B4-BE49-F238E27FC236}">
                <a16:creationId xmlns:a16="http://schemas.microsoft.com/office/drawing/2014/main" id="{99FC774A-8F70-B899-673C-E809F3F68386}"/>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496644" name="Text Box 3">
            <a:extLst>
              <a:ext uri="{FF2B5EF4-FFF2-40B4-BE49-F238E27FC236}">
                <a16:creationId xmlns:a16="http://schemas.microsoft.com/office/drawing/2014/main" id="{49C45ED5-AC2D-6236-D5E4-6B1F3E743B8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496645" name="Text Box 4">
            <a:extLst>
              <a:ext uri="{FF2B5EF4-FFF2-40B4-BE49-F238E27FC236}">
                <a16:creationId xmlns:a16="http://schemas.microsoft.com/office/drawing/2014/main" id="{BE474661-C3E7-1ECB-9889-E1DA0EA7FA1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B1DBFA22-AA6D-43CA-A0D9-6905C9E6C709}" type="slidenum">
              <a:rPr lang="en-US" altLang="en-US" sz="1400">
                <a:solidFill>
                  <a:srgbClr val="000000"/>
                </a:solidFill>
              </a:rPr>
              <a:pPr algn="r" eaLnBrk="1" hangingPunct="1">
                <a:buClrTx/>
                <a:buFontTx/>
                <a:buNone/>
              </a:pPr>
              <a:t>292</a:t>
            </a:fld>
            <a:endParaRPr lang="en-US" altLang="en-US" sz="1400">
              <a:solidFill>
                <a:srgbClr val="000000"/>
              </a:solidFill>
            </a:endParaRPr>
          </a:p>
        </p:txBody>
      </p:sp>
      <p:pic>
        <p:nvPicPr>
          <p:cNvPr id="496646" name="Picture 5">
            <a:extLst>
              <a:ext uri="{FF2B5EF4-FFF2-40B4-BE49-F238E27FC236}">
                <a16:creationId xmlns:a16="http://schemas.microsoft.com/office/drawing/2014/main" id="{48056027-BAF7-1DCF-F154-A3AAD88E89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5400" y="2209800"/>
            <a:ext cx="7424738" cy="2362200"/>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Text Box 1">
            <a:extLst>
              <a:ext uri="{FF2B5EF4-FFF2-40B4-BE49-F238E27FC236}">
                <a16:creationId xmlns:a16="http://schemas.microsoft.com/office/drawing/2014/main" id="{7BD63982-29CE-743D-4D0E-9DFAD517C89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Sliding the TCP Send Window</a:t>
            </a:r>
          </a:p>
        </p:txBody>
      </p:sp>
      <p:sp>
        <p:nvSpPr>
          <p:cNvPr id="498691" name="Rectangle 2">
            <a:extLst>
              <a:ext uri="{FF2B5EF4-FFF2-40B4-BE49-F238E27FC236}">
                <a16:creationId xmlns:a16="http://schemas.microsoft.com/office/drawing/2014/main" id="{F6FBB037-648C-29BA-445A-6833C1FAFDA9}"/>
              </a:ext>
            </a:extLst>
          </p:cNvPr>
          <p:cNvSpPr>
            <a:spLocks noGrp="1"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a:buClr>
                <a:srgbClr val="000000"/>
              </a:buClr>
              <a:buSzPct val="100000"/>
              <a:buFont typeface="Times New Roman" panose="02020603050405020304" pitchFamily="18" charset="0"/>
              <a:buNone/>
            </a:pPr>
            <a:endParaRPr lang="en-IN" altLang="en-US"/>
          </a:p>
        </p:txBody>
      </p:sp>
      <p:sp>
        <p:nvSpPr>
          <p:cNvPr id="498692" name="Text Box 3">
            <a:extLst>
              <a:ext uri="{FF2B5EF4-FFF2-40B4-BE49-F238E27FC236}">
                <a16:creationId xmlns:a16="http://schemas.microsoft.com/office/drawing/2014/main" id="{1DB2678F-32CD-3698-48FF-5B215ED78A9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498693" name="Text Box 4">
            <a:extLst>
              <a:ext uri="{FF2B5EF4-FFF2-40B4-BE49-F238E27FC236}">
                <a16:creationId xmlns:a16="http://schemas.microsoft.com/office/drawing/2014/main" id="{2DF582AE-5DE0-CA45-4DCA-E09A8E10DF1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ADD9DA2-D75A-4147-ADB4-25DB6411EE89}" type="slidenum">
              <a:rPr lang="en-US" altLang="en-US" sz="1400">
                <a:solidFill>
                  <a:srgbClr val="000000"/>
                </a:solidFill>
              </a:rPr>
              <a:pPr algn="r" eaLnBrk="1" hangingPunct="1">
                <a:buClrTx/>
                <a:buFontTx/>
                <a:buNone/>
              </a:pPr>
              <a:t>293</a:t>
            </a:fld>
            <a:endParaRPr lang="en-US" altLang="en-US" sz="1400">
              <a:solidFill>
                <a:srgbClr val="000000"/>
              </a:solidFill>
            </a:endParaRPr>
          </a:p>
        </p:txBody>
      </p:sp>
      <p:pic>
        <p:nvPicPr>
          <p:cNvPr id="498694" name="Picture 5">
            <a:extLst>
              <a:ext uri="{FF2B5EF4-FFF2-40B4-BE49-F238E27FC236}">
                <a16:creationId xmlns:a16="http://schemas.microsoft.com/office/drawing/2014/main" id="{2AF39148-49FD-5BCA-526B-85312B1DEF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1600" y="2209800"/>
            <a:ext cx="7391400" cy="2351088"/>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799581-7818-D80B-6871-41047DCFC220}"/>
              </a:ext>
            </a:extLst>
          </p:cNvPr>
          <p:cNvSpPr>
            <a:spLocks noGrp="1"/>
          </p:cNvSpPr>
          <p:nvPr>
            <p:ph type="title"/>
          </p:nvPr>
        </p:nvSpPr>
        <p:spPr/>
        <p:txBody>
          <a:bodyPr/>
          <a:lstStyle/>
          <a:p>
            <a:r>
              <a:rPr lang="en-IN" dirty="0"/>
              <a:t>Stop-and-Go versus Sliding Window</a:t>
            </a:r>
          </a:p>
        </p:txBody>
      </p:sp>
      <p:sp>
        <p:nvSpPr>
          <p:cNvPr id="3" name="Content Placeholder 2">
            <a:extLst>
              <a:ext uri="{FF2B5EF4-FFF2-40B4-BE49-F238E27FC236}">
                <a16:creationId xmlns:a16="http://schemas.microsoft.com/office/drawing/2014/main" id="{A48166E4-A942-32EA-7B8A-67483A5D66D6}"/>
              </a:ext>
            </a:extLst>
          </p:cNvPr>
          <p:cNvSpPr>
            <a:spLocks noGrp="1"/>
          </p:cNvSpPr>
          <p:nvPr>
            <p:ph idx="1"/>
          </p:nvPr>
        </p:nvSpPr>
        <p:spPr/>
        <p:txBody>
          <a:bodyPr/>
          <a:lstStyle/>
          <a:p>
            <a:endParaRPr lang="en-IN"/>
          </a:p>
        </p:txBody>
      </p:sp>
      <p:pic>
        <p:nvPicPr>
          <p:cNvPr id="7" name="Picture 6">
            <a:extLst>
              <a:ext uri="{FF2B5EF4-FFF2-40B4-BE49-F238E27FC236}">
                <a16:creationId xmlns:a16="http://schemas.microsoft.com/office/drawing/2014/main" id="{C8821384-F7FB-D89F-D055-186684435964}"/>
              </a:ext>
            </a:extLst>
          </p:cNvPr>
          <p:cNvPicPr>
            <a:picLocks noChangeAspect="1"/>
          </p:cNvPicPr>
          <p:nvPr/>
        </p:nvPicPr>
        <p:blipFill>
          <a:blip r:embed="rId2"/>
          <a:stretch>
            <a:fillRect/>
          </a:stretch>
        </p:blipFill>
        <p:spPr>
          <a:xfrm>
            <a:off x="1043608" y="2132856"/>
            <a:ext cx="6661492" cy="3524431"/>
          </a:xfrm>
          <a:prstGeom prst="rect">
            <a:avLst/>
          </a:prstGeom>
        </p:spPr>
      </p:pic>
      <p:cxnSp>
        <p:nvCxnSpPr>
          <p:cNvPr id="10" name="Straight Arrow Connector 9">
            <a:extLst>
              <a:ext uri="{FF2B5EF4-FFF2-40B4-BE49-F238E27FC236}">
                <a16:creationId xmlns:a16="http://schemas.microsoft.com/office/drawing/2014/main" id="{88AE5358-78D9-9155-04F4-BAF638E74C21}"/>
              </a:ext>
            </a:extLst>
          </p:cNvPr>
          <p:cNvCxnSpPr/>
          <p:nvPr/>
        </p:nvCxnSpPr>
        <p:spPr>
          <a:xfrm>
            <a:off x="3131840" y="1027907"/>
            <a:ext cx="0" cy="11049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97192880-EEB8-9130-00CC-6A26F976AB06}"/>
              </a:ext>
            </a:extLst>
          </p:cNvPr>
          <p:cNvCxnSpPr/>
          <p:nvPr/>
        </p:nvCxnSpPr>
        <p:spPr>
          <a:xfrm>
            <a:off x="6228184" y="1027906"/>
            <a:ext cx="0" cy="11049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4853723"/>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Text Box 1">
            <a:extLst>
              <a:ext uri="{FF2B5EF4-FFF2-40B4-BE49-F238E27FC236}">
                <a16:creationId xmlns:a16="http://schemas.microsoft.com/office/drawing/2014/main" id="{9145BD29-F3A6-4BD2-3967-A204788A08FA}"/>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TCP Segment Format</a:t>
            </a:r>
          </a:p>
        </p:txBody>
      </p:sp>
      <p:sp>
        <p:nvSpPr>
          <p:cNvPr id="500739" name="Text Box 2">
            <a:extLst>
              <a:ext uri="{FF2B5EF4-FFF2-40B4-BE49-F238E27FC236}">
                <a16:creationId xmlns:a16="http://schemas.microsoft.com/office/drawing/2014/main" id="{EC36A921-990F-F7E5-2A45-709FF7528ADD}"/>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Text Box 1">
            <a:extLst>
              <a:ext uri="{FF2B5EF4-FFF2-40B4-BE49-F238E27FC236}">
                <a16:creationId xmlns:a16="http://schemas.microsoft.com/office/drawing/2014/main" id="{54B77577-9829-0260-C956-ACB5F2A5D30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4835" name="Text Box 2">
            <a:extLst>
              <a:ext uri="{FF2B5EF4-FFF2-40B4-BE49-F238E27FC236}">
                <a16:creationId xmlns:a16="http://schemas.microsoft.com/office/drawing/2014/main" id="{EFD7C17A-9937-5F0F-9D59-4E1CE932C80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8E9E58C-BF6D-43BA-91B4-C35D65FE5D7F}" type="slidenum">
              <a:rPr lang="en-US" altLang="en-US" sz="1400">
                <a:solidFill>
                  <a:srgbClr val="000000"/>
                </a:solidFill>
              </a:rPr>
              <a:pPr algn="r" eaLnBrk="1" hangingPunct="1">
                <a:buClrTx/>
                <a:buSzPct val="60000"/>
                <a:buFontTx/>
                <a:buNone/>
              </a:pPr>
              <a:t>296</a:t>
            </a:fld>
            <a:endParaRPr lang="en-US" altLang="en-US" sz="1400">
              <a:solidFill>
                <a:srgbClr val="000000"/>
              </a:solidFill>
            </a:endParaRPr>
          </a:p>
        </p:txBody>
      </p:sp>
      <p:sp>
        <p:nvSpPr>
          <p:cNvPr id="504837" name="Text Box 30">
            <a:extLst>
              <a:ext uri="{FF2B5EF4-FFF2-40B4-BE49-F238E27FC236}">
                <a16:creationId xmlns:a16="http://schemas.microsoft.com/office/drawing/2014/main" id="{5EB88775-549F-2A9F-A22E-0F2345A899BD}"/>
              </a:ext>
            </a:extLst>
          </p:cNvPr>
          <p:cNvSpPr txBox="1">
            <a:spLocks noChangeArrowheads="1"/>
          </p:cNvSpPr>
          <p:nvPr/>
        </p:nvSpPr>
        <p:spPr bwMode="auto">
          <a:xfrm>
            <a:off x="457200" y="381000"/>
            <a:ext cx="6553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150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TCP Segment Format</a:t>
            </a:r>
            <a:r>
              <a:rPr lang="en-US" altLang="en-US" sz="2400">
                <a:solidFill>
                  <a:srgbClr val="000000"/>
                </a:solidFill>
                <a:latin typeface="Times New Roman" panose="02020603050405020304" pitchFamily="18" charset="0"/>
              </a:rPr>
              <a:t> </a:t>
            </a:r>
          </a:p>
        </p:txBody>
      </p:sp>
      <p:pic>
        <p:nvPicPr>
          <p:cNvPr id="3" name="Picture 2">
            <a:extLst>
              <a:ext uri="{FF2B5EF4-FFF2-40B4-BE49-F238E27FC236}">
                <a16:creationId xmlns:a16="http://schemas.microsoft.com/office/drawing/2014/main" id="{46D2CC7C-C30F-798C-2361-EC851AF2A4EE}"/>
              </a:ext>
            </a:extLst>
          </p:cNvPr>
          <p:cNvPicPr>
            <a:picLocks noChangeAspect="1"/>
          </p:cNvPicPr>
          <p:nvPr/>
        </p:nvPicPr>
        <p:blipFill>
          <a:blip r:embed="rId3"/>
          <a:stretch>
            <a:fillRect/>
          </a:stretch>
        </p:blipFill>
        <p:spPr>
          <a:xfrm>
            <a:off x="1115615" y="1352866"/>
            <a:ext cx="7540397" cy="4596413"/>
          </a:xfrm>
          <a:prstGeom prst="rect">
            <a:avLst/>
          </a:prstGeom>
        </p:spPr>
      </p:pic>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Text Box 1">
            <a:extLst>
              <a:ext uri="{FF2B5EF4-FFF2-40B4-BE49-F238E27FC236}">
                <a16:creationId xmlns:a16="http://schemas.microsoft.com/office/drawing/2014/main" id="{475425A6-02B9-C164-B0D6-07C810D528F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6883" name="Text Box 2">
            <a:extLst>
              <a:ext uri="{FF2B5EF4-FFF2-40B4-BE49-F238E27FC236}">
                <a16:creationId xmlns:a16="http://schemas.microsoft.com/office/drawing/2014/main" id="{C97D36AA-A99D-997A-C280-BC52DC865BF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0905AD8-A124-41BD-BBF9-4A0D52AC0724}" type="slidenum">
              <a:rPr lang="en-US" altLang="en-US" sz="1400">
                <a:solidFill>
                  <a:srgbClr val="000000"/>
                </a:solidFill>
              </a:rPr>
              <a:pPr algn="r" eaLnBrk="1" hangingPunct="1">
                <a:buClrTx/>
                <a:buSzPct val="60000"/>
                <a:buFontTx/>
                <a:buNone/>
              </a:pPr>
              <a:t>297</a:t>
            </a:fld>
            <a:endParaRPr lang="en-US" altLang="en-US" sz="1400">
              <a:solidFill>
                <a:srgbClr val="000000"/>
              </a:solidFill>
            </a:endParaRPr>
          </a:p>
        </p:txBody>
      </p:sp>
      <p:sp>
        <p:nvSpPr>
          <p:cNvPr id="506884" name="Text Box 3">
            <a:extLst>
              <a:ext uri="{FF2B5EF4-FFF2-40B4-BE49-F238E27FC236}">
                <a16:creationId xmlns:a16="http://schemas.microsoft.com/office/drawing/2014/main" id="{BD8E8151-A869-64AA-5AE2-EE17BC1C78B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TCP Segments – 1</a:t>
            </a:r>
          </a:p>
        </p:txBody>
      </p:sp>
      <p:sp>
        <p:nvSpPr>
          <p:cNvPr id="506885" name="Text Box 4">
            <a:extLst>
              <a:ext uri="{FF2B5EF4-FFF2-40B4-BE49-F238E27FC236}">
                <a16:creationId xmlns:a16="http://schemas.microsoft.com/office/drawing/2014/main" id="{383DBB94-A811-8589-AD77-9A4E7408E14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Source port address: 16-bit field, defines the port of the sending host application</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Destination port address: 16-bit field, defines the port of the destination host application</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Sequence number: 32-bit field defines the number assigned to the first byte of data contained in this segment. Receiver uses this for sequencing segments. (See next slide)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Acknowledgment number: 32-bit field defines the byte number that the receiver of the segment is expecting to receive from the other party. E.g. if the receiver has received byte numbered </a:t>
            </a:r>
            <a:r>
              <a:rPr lang="en-US" altLang="en-US" sz="2400" i="1" dirty="0">
                <a:solidFill>
                  <a:srgbClr val="000000"/>
                </a:solidFill>
              </a:rPr>
              <a:t>k</a:t>
            </a:r>
            <a:r>
              <a:rPr lang="en-US" altLang="en-US" sz="2400" dirty="0">
                <a:solidFill>
                  <a:srgbClr val="000000"/>
                </a:solidFill>
              </a:rPr>
              <a:t>, it defines the acknowledgment number as </a:t>
            </a:r>
            <a:r>
              <a:rPr lang="en-US" altLang="en-US" sz="2400" i="1" dirty="0">
                <a:solidFill>
                  <a:srgbClr val="000000"/>
                </a:solidFill>
              </a:rPr>
              <a:t>k + 1</a:t>
            </a:r>
            <a:r>
              <a:rPr lang="en-US" altLang="en-US" sz="2400" dirty="0">
                <a:solidFill>
                  <a:srgbClr val="000000"/>
                </a:solidFill>
              </a:rPr>
              <a:t>. (See next slide)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Text Box 1">
            <a:extLst>
              <a:ext uri="{FF2B5EF4-FFF2-40B4-BE49-F238E27FC236}">
                <a16:creationId xmlns:a16="http://schemas.microsoft.com/office/drawing/2014/main" id="{475425A6-02B9-C164-B0D6-07C810D528F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6883" name="Text Box 2">
            <a:extLst>
              <a:ext uri="{FF2B5EF4-FFF2-40B4-BE49-F238E27FC236}">
                <a16:creationId xmlns:a16="http://schemas.microsoft.com/office/drawing/2014/main" id="{C97D36AA-A99D-997A-C280-BC52DC865BF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0905AD8-A124-41BD-BBF9-4A0D52AC0724}" type="slidenum">
              <a:rPr lang="en-US" altLang="en-US" sz="1400">
                <a:solidFill>
                  <a:srgbClr val="000000"/>
                </a:solidFill>
              </a:rPr>
              <a:pPr algn="r" eaLnBrk="1" hangingPunct="1">
                <a:buClrTx/>
                <a:buSzPct val="60000"/>
                <a:buFontTx/>
                <a:buNone/>
              </a:pPr>
              <a:t>298</a:t>
            </a:fld>
            <a:endParaRPr lang="en-US" altLang="en-US" sz="1400">
              <a:solidFill>
                <a:srgbClr val="000000"/>
              </a:solidFill>
            </a:endParaRPr>
          </a:p>
        </p:txBody>
      </p:sp>
      <p:sp>
        <p:nvSpPr>
          <p:cNvPr id="506884" name="Text Box 3">
            <a:extLst>
              <a:ext uri="{FF2B5EF4-FFF2-40B4-BE49-F238E27FC236}">
                <a16:creationId xmlns:a16="http://schemas.microsoft.com/office/drawing/2014/main" id="{BD8E8151-A869-64AA-5AE2-EE17BC1C78B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Sequence Number Example</a:t>
            </a:r>
          </a:p>
        </p:txBody>
      </p:sp>
      <p:sp>
        <p:nvSpPr>
          <p:cNvPr id="506885" name="Text Box 4">
            <a:extLst>
              <a:ext uri="{FF2B5EF4-FFF2-40B4-BE49-F238E27FC236}">
                <a16:creationId xmlns:a16="http://schemas.microsoft.com/office/drawing/2014/main" id="{383DBB94-A811-8589-AD77-9A4E7408E14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endParaRPr lang="en-US" altLang="en-US" sz="2400" dirty="0">
              <a:solidFill>
                <a:srgbClr val="000000"/>
              </a:solidFill>
            </a:endParaRPr>
          </a:p>
        </p:txBody>
      </p:sp>
      <p:pic>
        <p:nvPicPr>
          <p:cNvPr id="3" name="Picture 2">
            <a:extLst>
              <a:ext uri="{FF2B5EF4-FFF2-40B4-BE49-F238E27FC236}">
                <a16:creationId xmlns:a16="http://schemas.microsoft.com/office/drawing/2014/main" id="{AF895E38-A9BB-5CCF-7A46-9FB7F0D39E6C}"/>
              </a:ext>
            </a:extLst>
          </p:cNvPr>
          <p:cNvPicPr>
            <a:picLocks noChangeAspect="1"/>
          </p:cNvPicPr>
          <p:nvPr/>
        </p:nvPicPr>
        <p:blipFill>
          <a:blip r:embed="rId3"/>
          <a:stretch>
            <a:fillRect/>
          </a:stretch>
        </p:blipFill>
        <p:spPr>
          <a:xfrm>
            <a:off x="1208706" y="1622331"/>
            <a:ext cx="6603654" cy="4505371"/>
          </a:xfrm>
          <a:prstGeom prst="rect">
            <a:avLst/>
          </a:prstGeom>
        </p:spPr>
      </p:pic>
    </p:spTree>
    <p:extLst>
      <p:ext uri="{BB962C8B-B14F-4D97-AF65-F5344CB8AC3E}">
        <p14:creationId xmlns:p14="http://schemas.microsoft.com/office/powerpoint/2010/main" val="137681748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Text Box 1">
            <a:extLst>
              <a:ext uri="{FF2B5EF4-FFF2-40B4-BE49-F238E27FC236}">
                <a16:creationId xmlns:a16="http://schemas.microsoft.com/office/drawing/2014/main" id="{475425A6-02B9-C164-B0D6-07C810D528F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6883" name="Text Box 2">
            <a:extLst>
              <a:ext uri="{FF2B5EF4-FFF2-40B4-BE49-F238E27FC236}">
                <a16:creationId xmlns:a16="http://schemas.microsoft.com/office/drawing/2014/main" id="{C97D36AA-A99D-997A-C280-BC52DC865BF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0905AD8-A124-41BD-BBF9-4A0D52AC0724}" type="slidenum">
              <a:rPr lang="en-US" altLang="en-US" sz="1400">
                <a:solidFill>
                  <a:srgbClr val="000000"/>
                </a:solidFill>
              </a:rPr>
              <a:pPr algn="r" eaLnBrk="1" hangingPunct="1">
                <a:buClrTx/>
                <a:buSzPct val="60000"/>
                <a:buFontTx/>
                <a:buNone/>
              </a:pPr>
              <a:t>299</a:t>
            </a:fld>
            <a:endParaRPr lang="en-US" altLang="en-US" sz="1400">
              <a:solidFill>
                <a:srgbClr val="000000"/>
              </a:solidFill>
            </a:endParaRPr>
          </a:p>
        </p:txBody>
      </p:sp>
      <p:sp>
        <p:nvSpPr>
          <p:cNvPr id="506884" name="Text Box 3">
            <a:extLst>
              <a:ext uri="{FF2B5EF4-FFF2-40B4-BE49-F238E27FC236}">
                <a16:creationId xmlns:a16="http://schemas.microsoft.com/office/drawing/2014/main" id="{BD8E8151-A869-64AA-5AE2-EE17BC1C78B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More about Acknowledgement Number</a:t>
            </a:r>
          </a:p>
        </p:txBody>
      </p:sp>
      <p:sp>
        <p:nvSpPr>
          <p:cNvPr id="506885" name="Text Box 4">
            <a:extLst>
              <a:ext uri="{FF2B5EF4-FFF2-40B4-BE49-F238E27FC236}">
                <a16:creationId xmlns:a16="http://schemas.microsoft.com/office/drawing/2014/main" id="{383DBB94-A811-8589-AD77-9A4E7408E14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endParaRPr lang="en-US" altLang="en-US" sz="2400" dirty="0">
              <a:solidFill>
                <a:srgbClr val="000000"/>
              </a:solidFill>
            </a:endParaRPr>
          </a:p>
        </p:txBody>
      </p:sp>
      <p:pic>
        <p:nvPicPr>
          <p:cNvPr id="4" name="Picture 3">
            <a:extLst>
              <a:ext uri="{FF2B5EF4-FFF2-40B4-BE49-F238E27FC236}">
                <a16:creationId xmlns:a16="http://schemas.microsoft.com/office/drawing/2014/main" id="{628533DE-3717-4A12-D850-24FE333C8366}"/>
              </a:ext>
            </a:extLst>
          </p:cNvPr>
          <p:cNvPicPr>
            <a:picLocks noChangeAspect="1"/>
          </p:cNvPicPr>
          <p:nvPr/>
        </p:nvPicPr>
        <p:blipFill>
          <a:blip r:embed="rId3"/>
          <a:stretch>
            <a:fillRect/>
          </a:stretch>
        </p:blipFill>
        <p:spPr>
          <a:xfrm>
            <a:off x="648176" y="2204864"/>
            <a:ext cx="8330269" cy="3499519"/>
          </a:xfrm>
          <a:prstGeom prst="rect">
            <a:avLst/>
          </a:prstGeom>
        </p:spPr>
      </p:pic>
    </p:spTree>
    <p:extLst>
      <p:ext uri="{BB962C8B-B14F-4D97-AF65-F5344CB8AC3E}">
        <p14:creationId xmlns:p14="http://schemas.microsoft.com/office/powerpoint/2010/main" val="342208805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Text Box 1">
            <a:extLst>
              <a:ext uri="{FF2B5EF4-FFF2-40B4-BE49-F238E27FC236}">
                <a16:creationId xmlns:a16="http://schemas.microsoft.com/office/drawing/2014/main" id="{BFD61743-5FB5-8849-4000-34CCFA0A571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8931" name="Text Box 2">
            <a:extLst>
              <a:ext uri="{FF2B5EF4-FFF2-40B4-BE49-F238E27FC236}">
                <a16:creationId xmlns:a16="http://schemas.microsoft.com/office/drawing/2014/main" id="{7D0D7A9D-F475-BE96-7B2E-49445D823AD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C8E1C91-3CB7-4C7D-9850-F60E0FB2854F}" type="slidenum">
              <a:rPr lang="en-US" altLang="en-US" sz="1400">
                <a:solidFill>
                  <a:srgbClr val="000000"/>
                </a:solidFill>
              </a:rPr>
              <a:pPr algn="r" eaLnBrk="1" hangingPunct="1">
                <a:buClrTx/>
                <a:buSzPct val="60000"/>
                <a:buFontTx/>
                <a:buNone/>
              </a:pPr>
              <a:t>300</a:t>
            </a:fld>
            <a:endParaRPr lang="en-US" altLang="en-US" sz="1400">
              <a:solidFill>
                <a:srgbClr val="000000"/>
              </a:solidFill>
            </a:endParaRPr>
          </a:p>
        </p:txBody>
      </p:sp>
      <p:sp>
        <p:nvSpPr>
          <p:cNvPr id="508932" name="Text Box 3">
            <a:extLst>
              <a:ext uri="{FF2B5EF4-FFF2-40B4-BE49-F238E27FC236}">
                <a16:creationId xmlns:a16="http://schemas.microsoft.com/office/drawing/2014/main" id="{B462002D-E458-1918-AEFB-81E78506D77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Understanding TCP Segments – 2</a:t>
            </a:r>
          </a:p>
        </p:txBody>
      </p:sp>
      <p:sp>
        <p:nvSpPr>
          <p:cNvPr id="508933" name="Text Box 4">
            <a:extLst>
              <a:ext uri="{FF2B5EF4-FFF2-40B4-BE49-F238E27FC236}">
                <a16:creationId xmlns:a16="http://schemas.microsoft.com/office/drawing/2014/main" id="{1CFB2DF5-F909-5C29-4E4B-E4B38DC4324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Header length: Length in 4-byte words.</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Reserved: Future usage.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Flag/Control: SYN, FIN, ACK, etc.</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Window size: 16-bit size of the window in bytes that the other side must maintain. Called as “receiving window” that the sender must obey.</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Checksum: Used for error detection.</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Urgent pointer: Used if data is urgent.</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dirty="0">
                <a:solidFill>
                  <a:srgbClr val="000000"/>
                </a:solidFill>
              </a:rPr>
              <a:t>Options: Not relevant.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Text Box 1">
            <a:extLst>
              <a:ext uri="{FF2B5EF4-FFF2-40B4-BE49-F238E27FC236}">
                <a16:creationId xmlns:a16="http://schemas.microsoft.com/office/drawing/2014/main" id="{BFD61743-5FB5-8849-4000-34CCFA0A571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08931" name="Text Box 2">
            <a:extLst>
              <a:ext uri="{FF2B5EF4-FFF2-40B4-BE49-F238E27FC236}">
                <a16:creationId xmlns:a16="http://schemas.microsoft.com/office/drawing/2014/main" id="{7D0D7A9D-F475-BE96-7B2E-49445D823AD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C8E1C91-3CB7-4C7D-9850-F60E0FB2854F}" type="slidenum">
              <a:rPr lang="en-US" altLang="en-US" sz="1400">
                <a:solidFill>
                  <a:srgbClr val="000000"/>
                </a:solidFill>
              </a:rPr>
              <a:pPr algn="r" eaLnBrk="1" hangingPunct="1">
                <a:buClrTx/>
                <a:buSzPct val="60000"/>
                <a:buFontTx/>
                <a:buNone/>
              </a:pPr>
              <a:t>301</a:t>
            </a:fld>
            <a:endParaRPr lang="en-US" altLang="en-US" sz="1400">
              <a:solidFill>
                <a:srgbClr val="000000"/>
              </a:solidFill>
            </a:endParaRPr>
          </a:p>
        </p:txBody>
      </p:sp>
      <p:sp>
        <p:nvSpPr>
          <p:cNvPr id="508932" name="Text Box 3">
            <a:extLst>
              <a:ext uri="{FF2B5EF4-FFF2-40B4-BE49-F238E27FC236}">
                <a16:creationId xmlns:a16="http://schemas.microsoft.com/office/drawing/2014/main" id="{B462002D-E458-1918-AEFB-81E78506D77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dirty="0">
                <a:solidFill>
                  <a:srgbClr val="333399"/>
                </a:solidFill>
              </a:rPr>
              <a:t>TCP Encapsulation</a:t>
            </a:r>
          </a:p>
        </p:txBody>
      </p:sp>
      <p:sp>
        <p:nvSpPr>
          <p:cNvPr id="508933" name="Text Box 4">
            <a:extLst>
              <a:ext uri="{FF2B5EF4-FFF2-40B4-BE49-F238E27FC236}">
                <a16:creationId xmlns:a16="http://schemas.microsoft.com/office/drawing/2014/main" id="{1CFB2DF5-F909-5C29-4E4B-E4B38DC4324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endParaRPr lang="en-US" altLang="en-US" sz="2400" dirty="0">
              <a:solidFill>
                <a:srgbClr val="000000"/>
              </a:solidFill>
            </a:endParaRPr>
          </a:p>
        </p:txBody>
      </p:sp>
      <p:pic>
        <p:nvPicPr>
          <p:cNvPr id="3" name="Picture 2">
            <a:extLst>
              <a:ext uri="{FF2B5EF4-FFF2-40B4-BE49-F238E27FC236}">
                <a16:creationId xmlns:a16="http://schemas.microsoft.com/office/drawing/2014/main" id="{EC8547D0-ED63-09A1-CF21-C22EB6CF62A6}"/>
              </a:ext>
            </a:extLst>
          </p:cNvPr>
          <p:cNvPicPr>
            <a:picLocks noChangeAspect="1"/>
          </p:cNvPicPr>
          <p:nvPr/>
        </p:nvPicPr>
        <p:blipFill>
          <a:blip r:embed="rId3"/>
          <a:stretch>
            <a:fillRect/>
          </a:stretch>
        </p:blipFill>
        <p:spPr>
          <a:xfrm>
            <a:off x="683567" y="1994936"/>
            <a:ext cx="8136123" cy="3018240"/>
          </a:xfrm>
          <a:prstGeom prst="rect">
            <a:avLst/>
          </a:prstGeom>
        </p:spPr>
      </p:pic>
    </p:spTree>
    <p:extLst>
      <p:ext uri="{BB962C8B-B14F-4D97-AF65-F5344CB8AC3E}">
        <p14:creationId xmlns:p14="http://schemas.microsoft.com/office/powerpoint/2010/main" val="64651719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Text Box 1">
            <a:extLst>
              <a:ext uri="{FF2B5EF4-FFF2-40B4-BE49-F238E27FC236}">
                <a16:creationId xmlns:a16="http://schemas.microsoft.com/office/drawing/2014/main" id="{02CDC894-90B6-012F-B252-64ED0738BEF3}"/>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TCP Connections</a:t>
            </a:r>
          </a:p>
        </p:txBody>
      </p:sp>
      <p:sp>
        <p:nvSpPr>
          <p:cNvPr id="510979" name="Text Box 2">
            <a:extLst>
              <a:ext uri="{FF2B5EF4-FFF2-40B4-BE49-F238E27FC236}">
                <a16:creationId xmlns:a16="http://schemas.microsoft.com/office/drawing/2014/main" id="{0AE94940-2164-4FFC-5A8B-BAB4D85A083E}"/>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Text Box 1">
            <a:extLst>
              <a:ext uri="{FF2B5EF4-FFF2-40B4-BE49-F238E27FC236}">
                <a16:creationId xmlns:a16="http://schemas.microsoft.com/office/drawing/2014/main" id="{FB9E10C6-3070-4B32-558B-F80A6ADCBC3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rPr>
              <a:t>An introduction to the Internet | Atul Kahate</a:t>
            </a:r>
          </a:p>
        </p:txBody>
      </p:sp>
      <p:sp>
        <p:nvSpPr>
          <p:cNvPr id="515075" name="Text Box 2">
            <a:extLst>
              <a:ext uri="{FF2B5EF4-FFF2-40B4-BE49-F238E27FC236}">
                <a16:creationId xmlns:a16="http://schemas.microsoft.com/office/drawing/2014/main" id="{171D12CF-06A7-4AD2-C052-BFC13C9D2D4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F18ED5FA-1C96-4247-9711-29F0D71EE6E0}" type="slidenum">
              <a:rPr kumimoji="0" lang="en-US" altLang="en-US" sz="1400" b="0" i="0" u="none" strike="noStrike" kern="1200" cap="none" spc="0" normalizeH="0" baseline="0" noProof="0" smtClean="0">
                <a:ln>
                  <a:noFill/>
                </a:ln>
                <a:solidFill>
                  <a:srgbClr val="000000"/>
                </a:solidFill>
                <a:effectLst/>
                <a:uLnTx/>
                <a:uFillTx/>
                <a:latin typeface="Tahoma" panose="020B060403050404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303</a:t>
            </a:fld>
            <a:endPar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endParaRPr>
          </a:p>
        </p:txBody>
      </p:sp>
      <p:sp>
        <p:nvSpPr>
          <p:cNvPr id="515076" name="Text Box 3">
            <a:extLst>
              <a:ext uri="{FF2B5EF4-FFF2-40B4-BE49-F238E27FC236}">
                <a16:creationId xmlns:a16="http://schemas.microsoft.com/office/drawing/2014/main" id="{F108A8C2-1A55-D939-5993-788943E970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4400" b="0" i="0" u="none" strike="noStrike" kern="1200" cap="none" spc="0" normalizeH="0" baseline="0" noProof="0">
                <a:ln>
                  <a:noFill/>
                </a:ln>
                <a:solidFill>
                  <a:srgbClr val="333399"/>
                </a:solidFill>
                <a:effectLst/>
                <a:uLnTx/>
                <a:uFillTx/>
                <a:latin typeface="Tahoma" panose="020B0604030504040204" pitchFamily="34" charset="0"/>
                <a:ea typeface="Microsoft YaHei" panose="020B0503020204020204" pitchFamily="34" charset="-122"/>
                <a:cs typeface="+mn-cs"/>
              </a:rPr>
              <a:t>Connection Establishment</a:t>
            </a:r>
          </a:p>
        </p:txBody>
      </p:sp>
      <p:sp>
        <p:nvSpPr>
          <p:cNvPr id="515077" name="Text Box 4">
            <a:extLst>
              <a:ext uri="{FF2B5EF4-FFF2-40B4-BE49-F238E27FC236}">
                <a16:creationId xmlns:a16="http://schemas.microsoft.com/office/drawing/2014/main" id="{F6A6C6E0-8E01-0638-370B-2C96FEE9D09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TCP transmits data in full-duplex mode</a:t>
            </a:r>
          </a:p>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When two TCPs in two machines are connected, they are able to send segments to each other simultaneously</a:t>
            </a:r>
          </a:p>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This implies that each party must initialize communication and get approval from the other party before any data are transferred</a:t>
            </a:r>
          </a:p>
        </p:txBody>
      </p:sp>
    </p:spTree>
    <p:extLst>
      <p:ext uri="{BB962C8B-B14F-4D97-AF65-F5344CB8AC3E}">
        <p14:creationId xmlns:p14="http://schemas.microsoft.com/office/powerpoint/2010/main" val="19035022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Text Box 1">
            <a:extLst>
              <a:ext uri="{FF2B5EF4-FFF2-40B4-BE49-F238E27FC236}">
                <a16:creationId xmlns:a16="http://schemas.microsoft.com/office/drawing/2014/main" id="{FB9E10C6-3070-4B32-558B-F80A6ADCBC3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rPr>
              <a:t>An introduction to the Internet | Atul Kahate</a:t>
            </a:r>
          </a:p>
        </p:txBody>
      </p:sp>
      <p:sp>
        <p:nvSpPr>
          <p:cNvPr id="515075" name="Text Box 2">
            <a:extLst>
              <a:ext uri="{FF2B5EF4-FFF2-40B4-BE49-F238E27FC236}">
                <a16:creationId xmlns:a16="http://schemas.microsoft.com/office/drawing/2014/main" id="{171D12CF-06A7-4AD2-C052-BFC13C9D2D4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F18ED5FA-1C96-4247-9711-29F0D71EE6E0}" type="slidenum">
              <a:rPr kumimoji="0" lang="en-US" altLang="en-US" sz="1400" b="0" i="0" u="none" strike="noStrike" kern="1200" cap="none" spc="0" normalizeH="0" baseline="0" noProof="0" smtClean="0">
                <a:ln>
                  <a:noFill/>
                </a:ln>
                <a:solidFill>
                  <a:srgbClr val="000000"/>
                </a:solidFill>
                <a:effectLst/>
                <a:uLnTx/>
                <a:uFillTx/>
                <a:latin typeface="Tahoma" panose="020B060403050404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304</a:t>
            </a:fld>
            <a:endPar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endParaRPr>
          </a:p>
        </p:txBody>
      </p:sp>
      <p:sp>
        <p:nvSpPr>
          <p:cNvPr id="515076" name="Text Box 3">
            <a:extLst>
              <a:ext uri="{FF2B5EF4-FFF2-40B4-BE49-F238E27FC236}">
                <a16:creationId xmlns:a16="http://schemas.microsoft.com/office/drawing/2014/main" id="{F108A8C2-1A55-D939-5993-788943E970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4400" b="0" i="0" u="none" strike="noStrike" kern="1200" cap="none" spc="0" normalizeH="0" baseline="0" noProof="0" dirty="0">
                <a:ln>
                  <a:noFill/>
                </a:ln>
                <a:solidFill>
                  <a:srgbClr val="333399"/>
                </a:solidFill>
                <a:effectLst/>
                <a:uLnTx/>
                <a:uFillTx/>
                <a:latin typeface="Tahoma" panose="020B0604030504040204" pitchFamily="34" charset="0"/>
                <a:ea typeface="Microsoft YaHei" panose="020B0503020204020204" pitchFamily="34" charset="-122"/>
                <a:cs typeface="+mn-cs"/>
              </a:rPr>
              <a:t>Three-way Handshaking</a:t>
            </a:r>
          </a:p>
        </p:txBody>
      </p:sp>
      <p:sp>
        <p:nvSpPr>
          <p:cNvPr id="515077" name="Text Box 4">
            <a:extLst>
              <a:ext uri="{FF2B5EF4-FFF2-40B4-BE49-F238E27FC236}">
                <a16:creationId xmlns:a16="http://schemas.microsoft.com/office/drawing/2014/main" id="{F6A6C6E0-8E01-0638-370B-2C96FEE9D09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The connection establishment in TCP is called </a:t>
            </a:r>
            <a:r>
              <a:rPr kumimoji="0" lang="en-US" altLang="en-US" sz="2800" b="1"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three-way handshaking</a:t>
            </a:r>
            <a:endParaRPr lang="en-US" altLang="en-US" sz="2800" dirty="0">
              <a:solidFill>
                <a:srgbClr val="000000"/>
              </a:solidFill>
            </a:endParaRPr>
          </a:p>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An application program, called the </a:t>
            </a:r>
            <a:r>
              <a:rPr kumimoji="0" lang="en-US" altLang="en-US" sz="2800" b="1"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client</a:t>
            </a: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 wants to make a connection with another application program, called the </a:t>
            </a:r>
            <a:r>
              <a:rPr kumimoji="0" lang="en-US" altLang="en-US" sz="2800" b="1"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server</a:t>
            </a:r>
            <a:r>
              <a:rPr kumimoji="0" lang="en-US" altLang="en-US" sz="2800" b="0" i="0" u="none" strike="noStrike" kern="1200" cap="none" spc="0" normalizeH="0" baseline="0" noProof="0" dirty="0">
                <a:ln>
                  <a:noFill/>
                </a:ln>
                <a:solidFill>
                  <a:srgbClr val="000000"/>
                </a:solidFill>
                <a:effectLst/>
                <a:uLnTx/>
                <a:uFillTx/>
                <a:latin typeface="Tahoma" panose="020B0604030504040204" pitchFamily="34" charset="0"/>
                <a:ea typeface="Microsoft YaHei" panose="020B0503020204020204" pitchFamily="34" charset="-122"/>
                <a:cs typeface="+mn-cs"/>
              </a:rPr>
              <a:t>, using TCP as the transport layer protocol</a:t>
            </a:r>
          </a:p>
        </p:txBody>
      </p:sp>
    </p:spTree>
    <p:extLst>
      <p:ext uri="{BB962C8B-B14F-4D97-AF65-F5344CB8AC3E}">
        <p14:creationId xmlns:p14="http://schemas.microsoft.com/office/powerpoint/2010/main" val="79939440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Text Box 1">
            <a:extLst>
              <a:ext uri="{FF2B5EF4-FFF2-40B4-BE49-F238E27FC236}">
                <a16:creationId xmlns:a16="http://schemas.microsoft.com/office/drawing/2014/main" id="{FB9E10C6-3070-4B32-558B-F80A6ADCBC3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rPr>
              <a:t>An introduction to the Internet | Atul Kahate</a:t>
            </a:r>
          </a:p>
        </p:txBody>
      </p:sp>
      <p:sp>
        <p:nvSpPr>
          <p:cNvPr id="515075" name="Text Box 2">
            <a:extLst>
              <a:ext uri="{FF2B5EF4-FFF2-40B4-BE49-F238E27FC236}">
                <a16:creationId xmlns:a16="http://schemas.microsoft.com/office/drawing/2014/main" id="{171D12CF-06A7-4AD2-C052-BFC13C9D2D4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fld id="{F18ED5FA-1C96-4247-9711-29F0D71EE6E0}" type="slidenum">
              <a:rPr kumimoji="0" lang="en-US" altLang="en-US" sz="1400" b="0" i="0" u="none" strike="noStrike" kern="1200" cap="none" spc="0" normalizeH="0" baseline="0" noProof="0" smtClean="0">
                <a:ln>
                  <a:noFill/>
                </a:ln>
                <a:solidFill>
                  <a:srgbClr val="000000"/>
                </a:solidFill>
                <a:effectLst/>
                <a:uLnTx/>
                <a:uFillTx/>
                <a:latin typeface="Tahoma" panose="020B0604030504040204" pitchFamily="34" charset="0"/>
                <a:ea typeface="Microsoft YaHei" panose="020B0503020204020204" pitchFamily="34" charset="-122"/>
                <a:cs typeface="+mn-cs"/>
              </a:rPr>
              <a:pPr marL="0" marR="0" lvl="0" indent="0" algn="r" defTabSz="449263" rtl="0" eaLnBrk="1" fontAlgn="base" latinLnBrk="0" hangingPunct="1">
                <a:lnSpc>
                  <a:spcPct val="100000"/>
                </a:lnSpc>
                <a:spcBef>
                  <a:spcPct val="0"/>
                </a:spcBef>
                <a:spcAft>
                  <a:spcPct val="0"/>
                </a:spcAft>
                <a:buClrTx/>
                <a:buSzPct val="6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t>305</a:t>
            </a:fld>
            <a:endParaRPr kumimoji="0" lang="en-US" altLang="en-US" sz="1400" b="0" i="0" u="none" strike="noStrike" kern="1200" cap="none" spc="0" normalizeH="0" baseline="0" noProof="0">
              <a:ln>
                <a:noFill/>
              </a:ln>
              <a:solidFill>
                <a:srgbClr val="000000"/>
              </a:solidFill>
              <a:effectLst/>
              <a:uLnTx/>
              <a:uFillTx/>
              <a:latin typeface="Tahoma" panose="020B0604030504040204" pitchFamily="34" charset="0"/>
              <a:ea typeface="Microsoft YaHei" panose="020B0503020204020204" pitchFamily="34" charset="-122"/>
              <a:cs typeface="+mn-cs"/>
            </a:endParaRPr>
          </a:p>
        </p:txBody>
      </p:sp>
      <p:sp>
        <p:nvSpPr>
          <p:cNvPr id="515076" name="Text Box 3">
            <a:extLst>
              <a:ext uri="{FF2B5EF4-FFF2-40B4-BE49-F238E27FC236}">
                <a16:creationId xmlns:a16="http://schemas.microsoft.com/office/drawing/2014/main" id="{F108A8C2-1A55-D939-5993-788943E9709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marL="0" marR="0" lvl="0" indent="0" algn="l" defTabSz="449263" rtl="0" eaLnBrk="1" fontAlgn="base" latinLnBrk="0" hangingPunct="1">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altLang="en-US" sz="4400" b="0" i="0" u="none" strike="noStrike" kern="1200" cap="none" spc="0" normalizeH="0" baseline="0" noProof="0" dirty="0">
                <a:ln>
                  <a:noFill/>
                </a:ln>
                <a:solidFill>
                  <a:srgbClr val="333399"/>
                </a:solidFill>
                <a:effectLst/>
                <a:uLnTx/>
                <a:uFillTx/>
                <a:latin typeface="Tahoma" panose="020B0604030504040204" pitchFamily="34" charset="0"/>
                <a:ea typeface="Microsoft YaHei" panose="020B0503020204020204" pitchFamily="34" charset="-122"/>
                <a:cs typeface="+mn-cs"/>
              </a:rPr>
              <a:t>Three-way Handshaking</a:t>
            </a:r>
          </a:p>
        </p:txBody>
      </p:sp>
      <p:sp>
        <p:nvSpPr>
          <p:cNvPr id="515077" name="Text Box 4">
            <a:extLst>
              <a:ext uri="{FF2B5EF4-FFF2-40B4-BE49-F238E27FC236}">
                <a16:creationId xmlns:a16="http://schemas.microsoft.com/office/drawing/2014/main" id="{F6A6C6E0-8E01-0638-370B-2C96FEE9D09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marL="341313" marR="0" lvl="0" indent="-341313" algn="l" defTabSz="449263" rtl="0" eaLnBrk="1" fontAlgn="base" latinLnBrk="0" hangingPunct="1">
              <a:lnSpc>
                <a:spcPct val="90000"/>
              </a:lnSpc>
              <a:spcBef>
                <a:spcPts val="800"/>
              </a:spcBef>
              <a:spcAft>
                <a:spcPct val="0"/>
              </a:spcAft>
              <a:buClr>
                <a:srgbClr val="3333CC"/>
              </a:buClr>
              <a:buSzPct val="60000"/>
              <a:buFont typeface="Wingdings" panose="05000000000000000000" pitchFamily="2" charset="2"/>
              <a:buChar char=""/>
              <a:tabLst>
                <a:tab pos="911225" algn="l"/>
                <a:tab pos="1825625" algn="l"/>
                <a:tab pos="2740025" algn="l"/>
                <a:tab pos="3654425" algn="l"/>
                <a:tab pos="4568825" algn="l"/>
                <a:tab pos="5483225" algn="l"/>
                <a:tab pos="6397625" algn="l"/>
                <a:tab pos="7312025" algn="l"/>
                <a:tab pos="8226425" algn="l"/>
                <a:tab pos="9140825" algn="l"/>
                <a:tab pos="10055225" algn="l"/>
              </a:tabLst>
              <a:defRPr/>
            </a:pPr>
            <a:endParaRPr kumimoji="0" lang="en-US" altLang="en-US" sz="2000" b="0" i="0" u="none" strike="noStrike" kern="1200" cap="none" spc="0" normalizeH="0" baseline="0" noProof="0" dirty="0">
              <a:ln>
                <a:noFill/>
              </a:ln>
              <a:solidFill>
                <a:srgbClr val="000000"/>
              </a:solidFill>
              <a:effectLst/>
              <a:uLnTx/>
              <a:uFillTx/>
            </a:endParaRPr>
          </a:p>
        </p:txBody>
      </p:sp>
      <p:pic>
        <p:nvPicPr>
          <p:cNvPr id="3" name="Picture 2">
            <a:extLst>
              <a:ext uri="{FF2B5EF4-FFF2-40B4-BE49-F238E27FC236}">
                <a16:creationId xmlns:a16="http://schemas.microsoft.com/office/drawing/2014/main" id="{EA337EF1-837F-9C52-A280-8193BE679EE6}"/>
              </a:ext>
            </a:extLst>
          </p:cNvPr>
          <p:cNvPicPr>
            <a:picLocks noChangeAspect="1"/>
          </p:cNvPicPr>
          <p:nvPr/>
        </p:nvPicPr>
        <p:blipFill>
          <a:blip r:embed="rId3"/>
          <a:stretch>
            <a:fillRect/>
          </a:stretch>
        </p:blipFill>
        <p:spPr>
          <a:xfrm>
            <a:off x="971600" y="2132856"/>
            <a:ext cx="7533024" cy="3499519"/>
          </a:xfrm>
          <a:prstGeom prst="rect">
            <a:avLst/>
          </a:prstGeom>
        </p:spPr>
      </p:pic>
    </p:spTree>
    <p:extLst>
      <p:ext uri="{BB962C8B-B14F-4D97-AF65-F5344CB8AC3E}">
        <p14:creationId xmlns:p14="http://schemas.microsoft.com/office/powerpoint/2010/main" val="71130761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46F602B-FA60-2122-1FB0-7291128FF194}"/>
              </a:ext>
            </a:extLst>
          </p:cNvPr>
          <p:cNvSpPr>
            <a:spLocks noGrp="1"/>
          </p:cNvSpPr>
          <p:nvPr>
            <p:ph type="title"/>
          </p:nvPr>
        </p:nvSpPr>
        <p:spPr/>
        <p:txBody>
          <a:bodyPr/>
          <a:lstStyle/>
          <a:p>
            <a:r>
              <a:rPr lang="en-IN" dirty="0"/>
              <a:t>Three-way Handshake Example</a:t>
            </a:r>
          </a:p>
        </p:txBody>
      </p:sp>
      <p:sp>
        <p:nvSpPr>
          <p:cNvPr id="4" name="Content Placeholder 3">
            <a:extLst>
              <a:ext uri="{FF2B5EF4-FFF2-40B4-BE49-F238E27FC236}">
                <a16:creationId xmlns:a16="http://schemas.microsoft.com/office/drawing/2014/main" id="{BF366F2B-20E5-6D2A-FF28-2486A3553F0D}"/>
              </a:ext>
            </a:extLst>
          </p:cNvPr>
          <p:cNvSpPr>
            <a:spLocks noGrp="1"/>
          </p:cNvSpPr>
          <p:nvPr>
            <p:ph idx="1"/>
          </p:nvPr>
        </p:nvSpPr>
        <p:spPr/>
        <p:txBody>
          <a:bodyPr/>
          <a:lstStyle/>
          <a:p>
            <a:endParaRPr lang="en-IN"/>
          </a:p>
        </p:txBody>
      </p:sp>
      <p:pic>
        <p:nvPicPr>
          <p:cNvPr id="6" name="Picture 5">
            <a:extLst>
              <a:ext uri="{FF2B5EF4-FFF2-40B4-BE49-F238E27FC236}">
                <a16:creationId xmlns:a16="http://schemas.microsoft.com/office/drawing/2014/main" id="{4ACE3BF2-6AE1-0A29-D9C8-1EC619BD44DC}"/>
              </a:ext>
            </a:extLst>
          </p:cNvPr>
          <p:cNvPicPr>
            <a:picLocks noChangeAspect="1"/>
          </p:cNvPicPr>
          <p:nvPr/>
        </p:nvPicPr>
        <p:blipFill>
          <a:blip r:embed="rId2"/>
          <a:stretch>
            <a:fillRect/>
          </a:stretch>
        </p:blipFill>
        <p:spPr>
          <a:xfrm>
            <a:off x="1043608" y="1879212"/>
            <a:ext cx="7272808" cy="4048166"/>
          </a:xfrm>
          <a:prstGeom prst="rect">
            <a:avLst/>
          </a:prstGeom>
        </p:spPr>
      </p:pic>
    </p:spTree>
    <p:extLst>
      <p:ext uri="{BB962C8B-B14F-4D97-AF65-F5344CB8AC3E}">
        <p14:creationId xmlns:p14="http://schemas.microsoft.com/office/powerpoint/2010/main" val="2910547830"/>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F16B3B-8F7F-0CCD-0B73-592CE9EA2D3F}"/>
              </a:ext>
            </a:extLst>
          </p:cNvPr>
          <p:cNvSpPr>
            <a:spLocks noGrp="1"/>
          </p:cNvSpPr>
          <p:nvPr>
            <p:ph type="title"/>
          </p:nvPr>
        </p:nvSpPr>
        <p:spPr/>
        <p:txBody>
          <a:bodyPr/>
          <a:lstStyle/>
          <a:p>
            <a:r>
              <a:rPr lang="en-IN" dirty="0"/>
              <a:t>Client sends a SYN</a:t>
            </a:r>
          </a:p>
        </p:txBody>
      </p:sp>
      <p:sp>
        <p:nvSpPr>
          <p:cNvPr id="3" name="Content Placeholder 2">
            <a:extLst>
              <a:ext uri="{FF2B5EF4-FFF2-40B4-BE49-F238E27FC236}">
                <a16:creationId xmlns:a16="http://schemas.microsoft.com/office/drawing/2014/main" id="{60A00DC4-39A0-0382-6A91-83FFB551FF07}"/>
              </a:ext>
            </a:extLst>
          </p:cNvPr>
          <p:cNvSpPr>
            <a:spLocks noGrp="1"/>
          </p:cNvSpPr>
          <p:nvPr>
            <p:ph idx="1"/>
          </p:nvPr>
        </p:nvSpPr>
        <p:spPr/>
        <p:txBody>
          <a:bodyPr>
            <a:normAutofit fontScale="70000" lnSpcReduction="20000"/>
          </a:bodyPr>
          <a:lstStyle/>
          <a:p>
            <a:r>
              <a:rPr lang="en-US" dirty="0"/>
              <a:t>The client sends the first segment, a SYN segment, in which only the SYN flag is set</a:t>
            </a:r>
          </a:p>
          <a:p>
            <a:r>
              <a:rPr lang="en-US" dirty="0"/>
              <a:t>This segment is for synchronization of sequence numbers</a:t>
            </a:r>
          </a:p>
          <a:p>
            <a:r>
              <a:rPr lang="en-US" dirty="0"/>
              <a:t>The client in our example chooses a random number as the first sequence number and sends this number to the server</a:t>
            </a:r>
          </a:p>
          <a:p>
            <a:r>
              <a:rPr lang="en-US" dirty="0"/>
              <a:t>This sequence number is called the initial sequence number (ISN)</a:t>
            </a:r>
          </a:p>
          <a:p>
            <a:r>
              <a:rPr lang="en-US" dirty="0"/>
              <a:t>Note that this segment does not contain an acknowledgment number</a:t>
            </a:r>
          </a:p>
          <a:p>
            <a:r>
              <a:rPr lang="en-US" dirty="0"/>
              <a:t>It does not define the window size either; a window size definition makes sense only when a segment includes an acknowledgment</a:t>
            </a:r>
          </a:p>
          <a:p>
            <a:r>
              <a:rPr lang="en-US" dirty="0"/>
              <a:t>Note that the SYN segment is a control segment and carries no data</a:t>
            </a:r>
          </a:p>
          <a:p>
            <a:r>
              <a:rPr lang="en-US" dirty="0"/>
              <a:t>However, it consumes one sequence number</a:t>
            </a:r>
          </a:p>
          <a:p>
            <a:r>
              <a:rPr lang="en-US" dirty="0"/>
              <a:t>When the data transfer starts, the ISN is incremented by 1</a:t>
            </a:r>
            <a:endParaRPr lang="en-IN" dirty="0"/>
          </a:p>
        </p:txBody>
      </p:sp>
      <p:pic>
        <p:nvPicPr>
          <p:cNvPr id="5" name="Picture 4">
            <a:extLst>
              <a:ext uri="{FF2B5EF4-FFF2-40B4-BE49-F238E27FC236}">
                <a16:creationId xmlns:a16="http://schemas.microsoft.com/office/drawing/2014/main" id="{79C9EA27-4987-63B3-66E7-87AD451C788F}"/>
              </a:ext>
            </a:extLst>
          </p:cNvPr>
          <p:cNvPicPr>
            <a:picLocks noChangeAspect="1"/>
          </p:cNvPicPr>
          <p:nvPr/>
        </p:nvPicPr>
        <p:blipFill>
          <a:blip r:embed="rId2"/>
          <a:stretch>
            <a:fillRect/>
          </a:stretch>
        </p:blipFill>
        <p:spPr>
          <a:xfrm>
            <a:off x="670906" y="5517232"/>
            <a:ext cx="7802188" cy="794667"/>
          </a:xfrm>
          <a:prstGeom prst="rect">
            <a:avLst/>
          </a:prstGeom>
        </p:spPr>
      </p:pic>
    </p:spTree>
    <p:extLst>
      <p:ext uri="{BB962C8B-B14F-4D97-AF65-F5344CB8AC3E}">
        <p14:creationId xmlns:p14="http://schemas.microsoft.com/office/powerpoint/2010/main" val="3411347554"/>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F16B3B-8F7F-0CCD-0B73-592CE9EA2D3F}"/>
              </a:ext>
            </a:extLst>
          </p:cNvPr>
          <p:cNvSpPr>
            <a:spLocks noGrp="1"/>
          </p:cNvSpPr>
          <p:nvPr>
            <p:ph type="title"/>
          </p:nvPr>
        </p:nvSpPr>
        <p:spPr/>
        <p:txBody>
          <a:bodyPr/>
          <a:lstStyle/>
          <a:p>
            <a:r>
              <a:rPr lang="en-IN" dirty="0"/>
              <a:t>Server sends a SYN + ACK</a:t>
            </a:r>
          </a:p>
        </p:txBody>
      </p:sp>
      <p:sp>
        <p:nvSpPr>
          <p:cNvPr id="3" name="Content Placeholder 2">
            <a:extLst>
              <a:ext uri="{FF2B5EF4-FFF2-40B4-BE49-F238E27FC236}">
                <a16:creationId xmlns:a16="http://schemas.microsoft.com/office/drawing/2014/main" id="{60A00DC4-39A0-0382-6A91-83FFB551FF07}"/>
              </a:ext>
            </a:extLst>
          </p:cNvPr>
          <p:cNvSpPr>
            <a:spLocks noGrp="1"/>
          </p:cNvSpPr>
          <p:nvPr>
            <p:ph idx="1"/>
          </p:nvPr>
        </p:nvSpPr>
        <p:spPr/>
        <p:txBody>
          <a:bodyPr>
            <a:normAutofit fontScale="92500" lnSpcReduction="10000"/>
          </a:bodyPr>
          <a:lstStyle/>
          <a:p>
            <a:r>
              <a:rPr lang="en-US" dirty="0"/>
              <a:t>The server sends the second segment, a SYN + ACK segment with two flag bits set: SYN and ACK</a:t>
            </a:r>
          </a:p>
          <a:p>
            <a:r>
              <a:rPr lang="en-US" dirty="0"/>
              <a:t>This segment has a dual purpose</a:t>
            </a:r>
          </a:p>
          <a:p>
            <a:pPr lvl="1"/>
            <a:r>
              <a:rPr lang="en-US" dirty="0"/>
              <a:t>First, it is a SYN segment for communication in the other direction</a:t>
            </a:r>
          </a:p>
          <a:p>
            <a:pPr lvl="2"/>
            <a:r>
              <a:rPr lang="en-US" dirty="0"/>
              <a:t>The server uses this segment to initialize a sequence number for numbering the bytes sent from the server to the client</a:t>
            </a:r>
          </a:p>
          <a:p>
            <a:pPr lvl="1"/>
            <a:r>
              <a:rPr lang="en-US" dirty="0"/>
              <a:t>The server also acknowledges the receipt of the SYN segment from the client by setting the ACK flag and displaying the next sequence number it expects to receive from the client</a:t>
            </a:r>
          </a:p>
          <a:p>
            <a:r>
              <a:rPr lang="en-US" dirty="0"/>
              <a:t>Because it contains an acknowledgment, it also needs to define the receive window size, </a:t>
            </a:r>
            <a:r>
              <a:rPr lang="en-US" dirty="0" err="1"/>
              <a:t>rwnd</a:t>
            </a:r>
            <a:r>
              <a:rPr lang="en-US" dirty="0"/>
              <a:t> (to be used by the client), as we will see in the flow </a:t>
            </a:r>
            <a:r>
              <a:rPr lang="en-US"/>
              <a:t>control section</a:t>
            </a:r>
            <a:endParaRPr lang="en-IN" dirty="0"/>
          </a:p>
        </p:txBody>
      </p:sp>
      <p:pic>
        <p:nvPicPr>
          <p:cNvPr id="5" name="Picture 4">
            <a:extLst>
              <a:ext uri="{FF2B5EF4-FFF2-40B4-BE49-F238E27FC236}">
                <a16:creationId xmlns:a16="http://schemas.microsoft.com/office/drawing/2014/main" id="{6A30F026-DAEE-F9B6-3451-992CE90E1DA6}"/>
              </a:ext>
            </a:extLst>
          </p:cNvPr>
          <p:cNvPicPr>
            <a:picLocks noChangeAspect="1"/>
          </p:cNvPicPr>
          <p:nvPr/>
        </p:nvPicPr>
        <p:blipFill>
          <a:blip r:embed="rId2"/>
          <a:stretch>
            <a:fillRect/>
          </a:stretch>
        </p:blipFill>
        <p:spPr>
          <a:xfrm>
            <a:off x="1547663" y="6016608"/>
            <a:ext cx="5922765" cy="724759"/>
          </a:xfrm>
          <a:prstGeom prst="rect">
            <a:avLst/>
          </a:prstGeom>
        </p:spPr>
      </p:pic>
    </p:spTree>
    <p:extLst>
      <p:ext uri="{BB962C8B-B14F-4D97-AF65-F5344CB8AC3E}">
        <p14:creationId xmlns:p14="http://schemas.microsoft.com/office/powerpoint/2010/main" val="390402780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F16B3B-8F7F-0CCD-0B73-592CE9EA2D3F}"/>
              </a:ext>
            </a:extLst>
          </p:cNvPr>
          <p:cNvSpPr>
            <a:spLocks noGrp="1"/>
          </p:cNvSpPr>
          <p:nvPr>
            <p:ph type="title"/>
          </p:nvPr>
        </p:nvSpPr>
        <p:spPr/>
        <p:txBody>
          <a:bodyPr/>
          <a:lstStyle/>
          <a:p>
            <a:r>
              <a:rPr lang="en-IN" dirty="0"/>
              <a:t>Client sends a ACK</a:t>
            </a:r>
          </a:p>
        </p:txBody>
      </p:sp>
      <p:sp>
        <p:nvSpPr>
          <p:cNvPr id="3" name="Content Placeholder 2">
            <a:extLst>
              <a:ext uri="{FF2B5EF4-FFF2-40B4-BE49-F238E27FC236}">
                <a16:creationId xmlns:a16="http://schemas.microsoft.com/office/drawing/2014/main" id="{60A00DC4-39A0-0382-6A91-83FFB551FF07}"/>
              </a:ext>
            </a:extLst>
          </p:cNvPr>
          <p:cNvSpPr>
            <a:spLocks noGrp="1"/>
          </p:cNvSpPr>
          <p:nvPr>
            <p:ph idx="1"/>
          </p:nvPr>
        </p:nvSpPr>
        <p:spPr/>
        <p:txBody>
          <a:bodyPr>
            <a:normAutofit fontScale="92500" lnSpcReduction="10000"/>
          </a:bodyPr>
          <a:lstStyle/>
          <a:p>
            <a:r>
              <a:rPr lang="en-US" sz="2000" dirty="0"/>
              <a:t>The client sends the third segment</a:t>
            </a:r>
          </a:p>
          <a:p>
            <a:r>
              <a:rPr lang="en-US" sz="2000" dirty="0"/>
              <a:t>This is just an ACK segment</a:t>
            </a:r>
          </a:p>
          <a:p>
            <a:r>
              <a:rPr lang="en-US" sz="2000" dirty="0"/>
              <a:t>It acknowledges the receipt of the second segment with the ACK flag and acknowledgment number field</a:t>
            </a:r>
          </a:p>
          <a:p>
            <a:r>
              <a:rPr lang="en-US" sz="2000" dirty="0"/>
              <a:t>Note that the sequence number in this segment is the same as the one in the SYN segment; the ACK segment does not consume any sequence numbers</a:t>
            </a:r>
          </a:p>
          <a:p>
            <a:r>
              <a:rPr lang="en-US" sz="2000" dirty="0"/>
              <a:t>The client must also define the server window size</a:t>
            </a:r>
          </a:p>
          <a:p>
            <a:r>
              <a:rPr lang="en-US" sz="2000" dirty="0"/>
              <a:t>Some implementations allow this third segment in the connection phase to carry the first chunk of data from the client</a:t>
            </a:r>
          </a:p>
          <a:p>
            <a:r>
              <a:rPr lang="en-US" sz="2000" dirty="0"/>
              <a:t>In this case, the third segment must have a new sequence number showing the byte number of the first byte in the data</a:t>
            </a:r>
          </a:p>
          <a:p>
            <a:r>
              <a:rPr lang="en-US" sz="2000" dirty="0"/>
              <a:t>In general, the third segment usually does not carry data and consumes no sequence numbers</a:t>
            </a:r>
          </a:p>
          <a:p>
            <a:endParaRPr lang="en-US" sz="2000" dirty="0"/>
          </a:p>
          <a:p>
            <a:endParaRPr lang="en-IN" sz="2000" dirty="0"/>
          </a:p>
        </p:txBody>
      </p:sp>
      <p:pic>
        <p:nvPicPr>
          <p:cNvPr id="5" name="Picture 4">
            <a:extLst>
              <a:ext uri="{FF2B5EF4-FFF2-40B4-BE49-F238E27FC236}">
                <a16:creationId xmlns:a16="http://schemas.microsoft.com/office/drawing/2014/main" id="{512587FC-BACB-CC71-F2CD-053ECD06DD92}"/>
              </a:ext>
            </a:extLst>
          </p:cNvPr>
          <p:cNvPicPr>
            <a:picLocks noChangeAspect="1"/>
          </p:cNvPicPr>
          <p:nvPr/>
        </p:nvPicPr>
        <p:blipFill>
          <a:blip r:embed="rId2"/>
          <a:stretch>
            <a:fillRect/>
          </a:stretch>
        </p:blipFill>
        <p:spPr>
          <a:xfrm>
            <a:off x="2771800" y="1294645"/>
            <a:ext cx="4845299" cy="412771"/>
          </a:xfrm>
          <a:prstGeom prst="rect">
            <a:avLst/>
          </a:prstGeom>
        </p:spPr>
      </p:pic>
    </p:spTree>
    <p:extLst>
      <p:ext uri="{BB962C8B-B14F-4D97-AF65-F5344CB8AC3E}">
        <p14:creationId xmlns:p14="http://schemas.microsoft.com/office/powerpoint/2010/main" val="2002709623"/>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22B17D-CE5C-D947-BE7C-3D97D00ECE2E}"/>
              </a:ext>
            </a:extLst>
          </p:cNvPr>
          <p:cNvSpPr>
            <a:spLocks noGrp="1"/>
          </p:cNvSpPr>
          <p:nvPr>
            <p:ph type="title"/>
          </p:nvPr>
        </p:nvSpPr>
        <p:spPr/>
        <p:txBody>
          <a:bodyPr/>
          <a:lstStyle/>
          <a:p>
            <a:r>
              <a:rPr lang="en-IN" dirty="0"/>
              <a:t>Data Transfer</a:t>
            </a:r>
          </a:p>
        </p:txBody>
      </p:sp>
      <p:sp>
        <p:nvSpPr>
          <p:cNvPr id="3" name="Content Placeholder 2">
            <a:extLst>
              <a:ext uri="{FF2B5EF4-FFF2-40B4-BE49-F238E27FC236}">
                <a16:creationId xmlns:a16="http://schemas.microsoft.com/office/drawing/2014/main" id="{D14E7F04-9B84-B371-422B-AA3061D301AD}"/>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DC272751-B957-5C6F-6684-502D8AE3CD4D}"/>
              </a:ext>
            </a:extLst>
          </p:cNvPr>
          <p:cNvPicPr>
            <a:picLocks noChangeAspect="1"/>
          </p:cNvPicPr>
          <p:nvPr/>
        </p:nvPicPr>
        <p:blipFill>
          <a:blip r:embed="rId2"/>
          <a:stretch>
            <a:fillRect/>
          </a:stretch>
        </p:blipFill>
        <p:spPr>
          <a:xfrm>
            <a:off x="1331640" y="1423592"/>
            <a:ext cx="5832648" cy="5317776"/>
          </a:xfrm>
          <a:prstGeom prst="rect">
            <a:avLst/>
          </a:prstGeom>
        </p:spPr>
      </p:pic>
    </p:spTree>
    <p:extLst>
      <p:ext uri="{BB962C8B-B14F-4D97-AF65-F5344CB8AC3E}">
        <p14:creationId xmlns:p14="http://schemas.microsoft.com/office/powerpoint/2010/main" val="320680048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232674-FF44-AFF3-1F23-26F92A4FE619}"/>
              </a:ext>
            </a:extLst>
          </p:cNvPr>
          <p:cNvSpPr>
            <a:spLocks noGrp="1"/>
          </p:cNvSpPr>
          <p:nvPr>
            <p:ph type="title"/>
          </p:nvPr>
        </p:nvSpPr>
        <p:spPr/>
        <p:txBody>
          <a:bodyPr/>
          <a:lstStyle/>
          <a:p>
            <a:r>
              <a:rPr lang="en-IN" dirty="0"/>
              <a:t>Data Transfer</a:t>
            </a:r>
          </a:p>
        </p:txBody>
      </p:sp>
      <p:sp>
        <p:nvSpPr>
          <p:cNvPr id="3" name="Content Placeholder 2">
            <a:extLst>
              <a:ext uri="{FF2B5EF4-FFF2-40B4-BE49-F238E27FC236}">
                <a16:creationId xmlns:a16="http://schemas.microsoft.com/office/drawing/2014/main" id="{A9239B84-6948-276A-BDE7-617451AABEB7}"/>
              </a:ext>
            </a:extLst>
          </p:cNvPr>
          <p:cNvSpPr>
            <a:spLocks noGrp="1"/>
          </p:cNvSpPr>
          <p:nvPr>
            <p:ph idx="1"/>
          </p:nvPr>
        </p:nvSpPr>
        <p:spPr/>
        <p:txBody>
          <a:bodyPr>
            <a:normAutofit fontScale="92500" lnSpcReduction="20000"/>
          </a:bodyPr>
          <a:lstStyle/>
          <a:p>
            <a:r>
              <a:rPr lang="en-US" sz="2000" dirty="0"/>
              <a:t>After connection is established, bidirectional </a:t>
            </a:r>
            <a:r>
              <a:rPr lang="en-US" sz="2000" b="1" dirty="0"/>
              <a:t>data transfer </a:t>
            </a:r>
            <a:r>
              <a:rPr lang="en-US" sz="2000" dirty="0"/>
              <a:t>can take place</a:t>
            </a:r>
          </a:p>
          <a:p>
            <a:r>
              <a:rPr lang="en-US" sz="2000" dirty="0"/>
              <a:t>The client and server can send data and acknowledgments in both directions</a:t>
            </a:r>
          </a:p>
          <a:p>
            <a:r>
              <a:rPr lang="en-US" sz="2000" dirty="0"/>
              <a:t>Data traveling in the same direction as an acknowledgment are carried on the same segment</a:t>
            </a:r>
          </a:p>
          <a:p>
            <a:r>
              <a:rPr lang="en-US" sz="2000" dirty="0"/>
              <a:t>Here, the client sends 2,000 bytes of data in two segments</a:t>
            </a:r>
          </a:p>
          <a:p>
            <a:r>
              <a:rPr lang="en-US" sz="2000" dirty="0"/>
              <a:t>The server then sends 2,000 bytes in one segment</a:t>
            </a:r>
          </a:p>
          <a:p>
            <a:r>
              <a:rPr lang="en-US" sz="2000" dirty="0"/>
              <a:t>The client sends one more segment</a:t>
            </a:r>
          </a:p>
          <a:p>
            <a:r>
              <a:rPr lang="en-US" sz="2000" dirty="0"/>
              <a:t>The first three segments carry both data and acknowledgment, but the last segment carries only an acknowledgment because there is no more data to be sent</a:t>
            </a:r>
          </a:p>
          <a:p>
            <a:r>
              <a:rPr lang="en-US" sz="2000" dirty="0"/>
              <a:t>Note the values of the sequence and acknowledgment numbers</a:t>
            </a:r>
          </a:p>
          <a:p>
            <a:r>
              <a:rPr lang="en-US" sz="2000" dirty="0"/>
              <a:t>The data segments sent by the client have the PSH (push) flag set so that the server TCP tries to deliver data to the server process as soon as they are received</a:t>
            </a:r>
            <a:endParaRPr lang="en-IN" sz="2000" dirty="0"/>
          </a:p>
        </p:txBody>
      </p:sp>
    </p:spTree>
    <p:extLst>
      <p:ext uri="{BB962C8B-B14F-4D97-AF65-F5344CB8AC3E}">
        <p14:creationId xmlns:p14="http://schemas.microsoft.com/office/powerpoint/2010/main" val="71476414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7BBADF-AB53-0C30-E103-B229FF816F8A}"/>
              </a:ext>
            </a:extLst>
          </p:cNvPr>
          <p:cNvSpPr>
            <a:spLocks noGrp="1"/>
          </p:cNvSpPr>
          <p:nvPr>
            <p:ph type="title"/>
          </p:nvPr>
        </p:nvSpPr>
        <p:spPr/>
        <p:txBody>
          <a:bodyPr/>
          <a:lstStyle/>
          <a:p>
            <a:r>
              <a:rPr lang="en-IN" dirty="0"/>
              <a:t>Connection Termination</a:t>
            </a:r>
          </a:p>
        </p:txBody>
      </p:sp>
      <p:sp>
        <p:nvSpPr>
          <p:cNvPr id="3" name="Content Placeholder 2">
            <a:extLst>
              <a:ext uri="{FF2B5EF4-FFF2-40B4-BE49-F238E27FC236}">
                <a16:creationId xmlns:a16="http://schemas.microsoft.com/office/drawing/2014/main" id="{17C50CA2-21D0-53F5-AA74-663B9A3C1C32}"/>
              </a:ext>
            </a:extLst>
          </p:cNvPr>
          <p:cNvSpPr>
            <a:spLocks noGrp="1"/>
          </p:cNvSpPr>
          <p:nvPr>
            <p:ph idx="1"/>
          </p:nvPr>
        </p:nvSpPr>
        <p:spPr/>
        <p:txBody>
          <a:bodyPr/>
          <a:lstStyle/>
          <a:p>
            <a:r>
              <a:rPr lang="en-IN" dirty="0"/>
              <a:t>Two options</a:t>
            </a:r>
          </a:p>
          <a:p>
            <a:pPr lvl="1"/>
            <a:r>
              <a:rPr lang="en-IN" dirty="0"/>
              <a:t>Three-way Handshaking</a:t>
            </a:r>
          </a:p>
          <a:p>
            <a:pPr lvl="1"/>
            <a:r>
              <a:rPr lang="en-IN" dirty="0"/>
              <a:t>Four-way Handshaking with a Half-close option</a:t>
            </a:r>
          </a:p>
        </p:txBody>
      </p:sp>
    </p:spTree>
    <p:extLst>
      <p:ext uri="{BB962C8B-B14F-4D97-AF65-F5344CB8AC3E}">
        <p14:creationId xmlns:p14="http://schemas.microsoft.com/office/powerpoint/2010/main" val="3530843997"/>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21D493-CD84-B7BB-36CD-95E9C016B637}"/>
              </a:ext>
            </a:extLst>
          </p:cNvPr>
          <p:cNvSpPr>
            <a:spLocks noGrp="1"/>
          </p:cNvSpPr>
          <p:nvPr>
            <p:ph type="title"/>
          </p:nvPr>
        </p:nvSpPr>
        <p:spPr/>
        <p:txBody>
          <a:bodyPr/>
          <a:lstStyle/>
          <a:p>
            <a:r>
              <a:rPr lang="en-IN" dirty="0"/>
              <a:t>Three-way Handshaking</a:t>
            </a:r>
          </a:p>
        </p:txBody>
      </p:sp>
      <p:sp>
        <p:nvSpPr>
          <p:cNvPr id="3" name="Content Placeholder 2">
            <a:extLst>
              <a:ext uri="{FF2B5EF4-FFF2-40B4-BE49-F238E27FC236}">
                <a16:creationId xmlns:a16="http://schemas.microsoft.com/office/drawing/2014/main" id="{B26EBC9F-9775-5F63-57DC-FF22ADF1C337}"/>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7BD9A6B8-85BE-D445-2854-233087B092E7}"/>
              </a:ext>
            </a:extLst>
          </p:cNvPr>
          <p:cNvPicPr>
            <a:picLocks noChangeAspect="1"/>
          </p:cNvPicPr>
          <p:nvPr/>
        </p:nvPicPr>
        <p:blipFill>
          <a:blip r:embed="rId2"/>
          <a:stretch>
            <a:fillRect/>
          </a:stretch>
        </p:blipFill>
        <p:spPr>
          <a:xfrm>
            <a:off x="628650" y="1632185"/>
            <a:ext cx="8191822" cy="4544778"/>
          </a:xfrm>
          <a:prstGeom prst="rect">
            <a:avLst/>
          </a:prstGeom>
        </p:spPr>
      </p:pic>
    </p:spTree>
    <p:extLst>
      <p:ext uri="{BB962C8B-B14F-4D97-AF65-F5344CB8AC3E}">
        <p14:creationId xmlns:p14="http://schemas.microsoft.com/office/powerpoint/2010/main" val="1274641313"/>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E4B1E2-916E-D4FA-3ED1-57D58B372245}"/>
              </a:ext>
            </a:extLst>
          </p:cNvPr>
          <p:cNvSpPr>
            <a:spLocks noGrp="1"/>
          </p:cNvSpPr>
          <p:nvPr>
            <p:ph type="title"/>
          </p:nvPr>
        </p:nvSpPr>
        <p:spPr/>
        <p:txBody>
          <a:bodyPr/>
          <a:lstStyle/>
          <a:p>
            <a:r>
              <a:rPr lang="en-IN" dirty="0"/>
              <a:t>FIN from the Client</a:t>
            </a:r>
          </a:p>
        </p:txBody>
      </p:sp>
      <p:sp>
        <p:nvSpPr>
          <p:cNvPr id="3" name="Content Placeholder 2">
            <a:extLst>
              <a:ext uri="{FF2B5EF4-FFF2-40B4-BE49-F238E27FC236}">
                <a16:creationId xmlns:a16="http://schemas.microsoft.com/office/drawing/2014/main" id="{8F0A4649-0A8C-6566-12E8-E3DE7146579B}"/>
              </a:ext>
            </a:extLst>
          </p:cNvPr>
          <p:cNvSpPr>
            <a:spLocks noGrp="1"/>
          </p:cNvSpPr>
          <p:nvPr>
            <p:ph idx="1"/>
          </p:nvPr>
        </p:nvSpPr>
        <p:spPr/>
        <p:txBody>
          <a:bodyPr/>
          <a:lstStyle/>
          <a:p>
            <a:r>
              <a:rPr lang="en-US" dirty="0"/>
              <a:t>In a common situation, the client TCP, after receiving a close command from the client process, sends the first segment, a FIN segment in which the FIN flag is set</a:t>
            </a:r>
          </a:p>
          <a:p>
            <a:r>
              <a:rPr lang="en-US" dirty="0"/>
              <a:t>Note that a FIN segment can include the last chunk of data sent by the client or it can be just a control segment as shown in the figure</a:t>
            </a:r>
          </a:p>
          <a:p>
            <a:r>
              <a:rPr lang="en-US" dirty="0"/>
              <a:t>If it is only a control segment, it consumes only one sequence number</a:t>
            </a:r>
          </a:p>
          <a:p>
            <a:endParaRPr lang="en-IN" dirty="0"/>
          </a:p>
        </p:txBody>
      </p:sp>
      <p:pic>
        <p:nvPicPr>
          <p:cNvPr id="5" name="Picture 4">
            <a:extLst>
              <a:ext uri="{FF2B5EF4-FFF2-40B4-BE49-F238E27FC236}">
                <a16:creationId xmlns:a16="http://schemas.microsoft.com/office/drawing/2014/main" id="{1F630075-86CF-95B7-C1B0-B0D24A690B50}"/>
              </a:ext>
            </a:extLst>
          </p:cNvPr>
          <p:cNvPicPr>
            <a:picLocks noChangeAspect="1"/>
          </p:cNvPicPr>
          <p:nvPr/>
        </p:nvPicPr>
        <p:blipFill>
          <a:blip r:embed="rId2"/>
          <a:stretch>
            <a:fillRect/>
          </a:stretch>
        </p:blipFill>
        <p:spPr>
          <a:xfrm>
            <a:off x="827584" y="5700786"/>
            <a:ext cx="7780506" cy="792088"/>
          </a:xfrm>
          <a:prstGeom prst="rect">
            <a:avLst/>
          </a:prstGeom>
        </p:spPr>
      </p:pic>
    </p:spTree>
    <p:extLst>
      <p:ext uri="{BB962C8B-B14F-4D97-AF65-F5344CB8AC3E}">
        <p14:creationId xmlns:p14="http://schemas.microsoft.com/office/powerpoint/2010/main" val="3988692250"/>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E4B1E2-916E-D4FA-3ED1-57D58B372245}"/>
              </a:ext>
            </a:extLst>
          </p:cNvPr>
          <p:cNvSpPr>
            <a:spLocks noGrp="1"/>
          </p:cNvSpPr>
          <p:nvPr>
            <p:ph type="title"/>
          </p:nvPr>
        </p:nvSpPr>
        <p:spPr/>
        <p:txBody>
          <a:bodyPr/>
          <a:lstStyle/>
          <a:p>
            <a:r>
              <a:rPr lang="en-IN" dirty="0"/>
              <a:t>FIN + ACK from the Server</a:t>
            </a:r>
          </a:p>
        </p:txBody>
      </p:sp>
      <p:sp>
        <p:nvSpPr>
          <p:cNvPr id="3" name="Content Placeholder 2">
            <a:extLst>
              <a:ext uri="{FF2B5EF4-FFF2-40B4-BE49-F238E27FC236}">
                <a16:creationId xmlns:a16="http://schemas.microsoft.com/office/drawing/2014/main" id="{8F0A4649-0A8C-6566-12E8-E3DE7146579B}"/>
              </a:ext>
            </a:extLst>
          </p:cNvPr>
          <p:cNvSpPr>
            <a:spLocks noGrp="1"/>
          </p:cNvSpPr>
          <p:nvPr>
            <p:ph idx="1"/>
          </p:nvPr>
        </p:nvSpPr>
        <p:spPr/>
        <p:txBody>
          <a:bodyPr>
            <a:normAutofit/>
          </a:bodyPr>
          <a:lstStyle/>
          <a:p>
            <a:r>
              <a:rPr lang="en-US" dirty="0"/>
              <a:t>The server TCP, after receiving the FIN segment, informs its process of the situation and sends the second segment, a FIN+ACK segment, to confirm the receipt of the FIN segment from the client and at the same time to announce the closing of the connection in the other direction</a:t>
            </a:r>
          </a:p>
          <a:p>
            <a:r>
              <a:rPr lang="en-US" dirty="0"/>
              <a:t>This segment can also contain the last chunk of data from the server</a:t>
            </a:r>
          </a:p>
          <a:p>
            <a:r>
              <a:rPr lang="en-US" dirty="0"/>
              <a:t>If it does not carry data, it consumes only one sequence number</a:t>
            </a:r>
          </a:p>
          <a:p>
            <a:endParaRPr lang="en-IN" dirty="0"/>
          </a:p>
        </p:txBody>
      </p:sp>
    </p:spTree>
    <p:extLst>
      <p:ext uri="{BB962C8B-B14F-4D97-AF65-F5344CB8AC3E}">
        <p14:creationId xmlns:p14="http://schemas.microsoft.com/office/powerpoint/2010/main" val="1354917936"/>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E4B1E2-916E-D4FA-3ED1-57D58B372245}"/>
              </a:ext>
            </a:extLst>
          </p:cNvPr>
          <p:cNvSpPr>
            <a:spLocks noGrp="1"/>
          </p:cNvSpPr>
          <p:nvPr>
            <p:ph type="title"/>
          </p:nvPr>
        </p:nvSpPr>
        <p:spPr/>
        <p:txBody>
          <a:bodyPr/>
          <a:lstStyle/>
          <a:p>
            <a:r>
              <a:rPr lang="en-IN" dirty="0"/>
              <a:t>ACK from the Client</a:t>
            </a:r>
          </a:p>
        </p:txBody>
      </p:sp>
      <p:sp>
        <p:nvSpPr>
          <p:cNvPr id="3" name="Content Placeholder 2">
            <a:extLst>
              <a:ext uri="{FF2B5EF4-FFF2-40B4-BE49-F238E27FC236}">
                <a16:creationId xmlns:a16="http://schemas.microsoft.com/office/drawing/2014/main" id="{8F0A4649-0A8C-6566-12E8-E3DE7146579B}"/>
              </a:ext>
            </a:extLst>
          </p:cNvPr>
          <p:cNvSpPr>
            <a:spLocks noGrp="1"/>
          </p:cNvSpPr>
          <p:nvPr>
            <p:ph idx="1"/>
          </p:nvPr>
        </p:nvSpPr>
        <p:spPr/>
        <p:txBody>
          <a:bodyPr>
            <a:normAutofit/>
          </a:bodyPr>
          <a:lstStyle/>
          <a:p>
            <a:r>
              <a:rPr lang="en-US" dirty="0"/>
              <a:t>The client TCP sends the last segment, an ACK segment, to confirm the receipt of the FIN segment from the TCP server</a:t>
            </a:r>
          </a:p>
          <a:p>
            <a:r>
              <a:rPr lang="en-US" dirty="0"/>
              <a:t>This segment contains the acknowledgment number, which is one plus the sequence number received in the FIN segment from the server</a:t>
            </a:r>
          </a:p>
          <a:p>
            <a:r>
              <a:rPr lang="en-US" dirty="0"/>
              <a:t>This segment cannot carry data and consumes no sequence numbers.</a:t>
            </a:r>
          </a:p>
          <a:p>
            <a:endParaRPr lang="en-IN" dirty="0"/>
          </a:p>
        </p:txBody>
      </p:sp>
    </p:spTree>
    <p:extLst>
      <p:ext uri="{BB962C8B-B14F-4D97-AF65-F5344CB8AC3E}">
        <p14:creationId xmlns:p14="http://schemas.microsoft.com/office/powerpoint/2010/main" val="1940237864"/>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7521D1-F688-DC23-2273-B43031E5174C}"/>
              </a:ext>
            </a:extLst>
          </p:cNvPr>
          <p:cNvSpPr>
            <a:spLocks noGrp="1"/>
          </p:cNvSpPr>
          <p:nvPr>
            <p:ph type="title"/>
          </p:nvPr>
        </p:nvSpPr>
        <p:spPr/>
        <p:txBody>
          <a:bodyPr/>
          <a:lstStyle/>
          <a:p>
            <a:r>
              <a:rPr lang="en-IN" dirty="0"/>
              <a:t>Half-Close</a:t>
            </a:r>
          </a:p>
        </p:txBody>
      </p:sp>
      <p:sp>
        <p:nvSpPr>
          <p:cNvPr id="3" name="Content Placeholder 2">
            <a:extLst>
              <a:ext uri="{FF2B5EF4-FFF2-40B4-BE49-F238E27FC236}">
                <a16:creationId xmlns:a16="http://schemas.microsoft.com/office/drawing/2014/main" id="{82D0A23E-0AD7-CB87-9166-D8E7E367353A}"/>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EF8C825D-EB74-CB52-886B-70F50480B76F}"/>
              </a:ext>
            </a:extLst>
          </p:cNvPr>
          <p:cNvPicPr>
            <a:picLocks noChangeAspect="1"/>
          </p:cNvPicPr>
          <p:nvPr/>
        </p:nvPicPr>
        <p:blipFill>
          <a:blip r:embed="rId2"/>
          <a:stretch>
            <a:fillRect/>
          </a:stretch>
        </p:blipFill>
        <p:spPr>
          <a:xfrm>
            <a:off x="1331640" y="1340768"/>
            <a:ext cx="6120680" cy="5015328"/>
          </a:xfrm>
          <a:prstGeom prst="rect">
            <a:avLst/>
          </a:prstGeom>
        </p:spPr>
      </p:pic>
    </p:spTree>
    <p:extLst>
      <p:ext uri="{BB962C8B-B14F-4D97-AF65-F5344CB8AC3E}">
        <p14:creationId xmlns:p14="http://schemas.microsoft.com/office/powerpoint/2010/main" val="1129187139"/>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EBF66B-D2CE-A57C-62B3-0591D0FAEE3F}"/>
              </a:ext>
            </a:extLst>
          </p:cNvPr>
          <p:cNvSpPr>
            <a:spLocks noGrp="1"/>
          </p:cNvSpPr>
          <p:nvPr>
            <p:ph type="title"/>
          </p:nvPr>
        </p:nvSpPr>
        <p:spPr/>
        <p:txBody>
          <a:bodyPr/>
          <a:lstStyle/>
          <a:p>
            <a:r>
              <a:rPr lang="en-IN" dirty="0"/>
              <a:t>Half-Close</a:t>
            </a:r>
          </a:p>
        </p:txBody>
      </p:sp>
      <p:sp>
        <p:nvSpPr>
          <p:cNvPr id="3" name="Content Placeholder 2">
            <a:extLst>
              <a:ext uri="{FF2B5EF4-FFF2-40B4-BE49-F238E27FC236}">
                <a16:creationId xmlns:a16="http://schemas.microsoft.com/office/drawing/2014/main" id="{DA001AA1-AF76-4425-3C19-1A77D14F8CEA}"/>
              </a:ext>
            </a:extLst>
          </p:cNvPr>
          <p:cNvSpPr>
            <a:spLocks noGrp="1"/>
          </p:cNvSpPr>
          <p:nvPr>
            <p:ph idx="1"/>
          </p:nvPr>
        </p:nvSpPr>
        <p:spPr/>
        <p:txBody>
          <a:bodyPr>
            <a:normAutofit fontScale="77500" lnSpcReduction="20000"/>
          </a:bodyPr>
          <a:lstStyle/>
          <a:p>
            <a:r>
              <a:rPr lang="en-US" dirty="0"/>
              <a:t>In TCP, one end can stop sending data while still receiving data</a:t>
            </a:r>
          </a:p>
          <a:p>
            <a:r>
              <a:rPr lang="en-US" dirty="0"/>
              <a:t>This is called a </a:t>
            </a:r>
            <a:r>
              <a:rPr lang="en-US" b="1" dirty="0"/>
              <a:t>half close</a:t>
            </a:r>
          </a:p>
          <a:p>
            <a:r>
              <a:rPr lang="en-US" dirty="0"/>
              <a:t>Either the server or the client can issue a half-close request</a:t>
            </a:r>
          </a:p>
          <a:p>
            <a:r>
              <a:rPr lang="en-US" dirty="0"/>
              <a:t>It can occur when the server needs all the data before processing can begin</a:t>
            </a:r>
          </a:p>
          <a:p>
            <a:r>
              <a:rPr lang="en-US" dirty="0"/>
              <a:t>A good example is sorting</a:t>
            </a:r>
          </a:p>
          <a:p>
            <a:pPr lvl="1"/>
            <a:r>
              <a:rPr lang="en-US" dirty="0"/>
              <a:t>When the client sends data to the server to be sorted, the server needs to receive all the data before sorting can start</a:t>
            </a:r>
          </a:p>
          <a:p>
            <a:pPr lvl="1"/>
            <a:r>
              <a:rPr lang="en-US" dirty="0"/>
              <a:t>This means the client, after sending all data, can close the connection in the client-to-server direction</a:t>
            </a:r>
          </a:p>
          <a:p>
            <a:pPr lvl="1"/>
            <a:r>
              <a:rPr lang="en-US" dirty="0"/>
              <a:t>However, the server-to-client direction must remain open to return the sorted data</a:t>
            </a:r>
          </a:p>
          <a:p>
            <a:pPr lvl="1"/>
            <a:r>
              <a:rPr lang="en-US" dirty="0"/>
              <a:t>The server, after receiving the data, still needs time for sorting; its outbound direction must remain open</a:t>
            </a:r>
          </a:p>
          <a:p>
            <a:endParaRPr lang="en-IN" dirty="0"/>
          </a:p>
        </p:txBody>
      </p:sp>
    </p:spTree>
    <p:extLst>
      <p:ext uri="{BB962C8B-B14F-4D97-AF65-F5344CB8AC3E}">
        <p14:creationId xmlns:p14="http://schemas.microsoft.com/office/powerpoint/2010/main" val="176856780"/>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Text Box 1">
            <a:extLst>
              <a:ext uri="{FF2B5EF4-FFF2-40B4-BE49-F238E27FC236}">
                <a16:creationId xmlns:a16="http://schemas.microsoft.com/office/drawing/2014/main" id="{DAAD4487-59A2-1965-9B24-B320A91EED69}"/>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Error Control in TCP</a:t>
            </a:r>
          </a:p>
        </p:txBody>
      </p:sp>
      <p:sp>
        <p:nvSpPr>
          <p:cNvPr id="531459" name="Text Box 2">
            <a:extLst>
              <a:ext uri="{FF2B5EF4-FFF2-40B4-BE49-F238E27FC236}">
                <a16:creationId xmlns:a16="http://schemas.microsoft.com/office/drawing/2014/main" id="{B95D4696-9830-ECD8-D8FE-46F1C96BC6B3}"/>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Text Box 1">
            <a:extLst>
              <a:ext uri="{FF2B5EF4-FFF2-40B4-BE49-F238E27FC236}">
                <a16:creationId xmlns:a16="http://schemas.microsoft.com/office/drawing/2014/main" id="{5918348B-6929-3633-CD11-85EB10E165B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33507" name="Text Box 2">
            <a:extLst>
              <a:ext uri="{FF2B5EF4-FFF2-40B4-BE49-F238E27FC236}">
                <a16:creationId xmlns:a16="http://schemas.microsoft.com/office/drawing/2014/main" id="{4B173625-2236-345C-5C48-F82E084F6E2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7635B59-4379-4D81-8E6E-A1E64752029B}" type="slidenum">
              <a:rPr lang="en-US" altLang="en-US" sz="1400">
                <a:solidFill>
                  <a:srgbClr val="000000"/>
                </a:solidFill>
              </a:rPr>
              <a:pPr algn="r" eaLnBrk="1" hangingPunct="1">
                <a:buClrTx/>
                <a:buSzPct val="60000"/>
                <a:buFontTx/>
                <a:buNone/>
              </a:pPr>
              <a:t>320</a:t>
            </a:fld>
            <a:endParaRPr lang="en-US" altLang="en-US" sz="1400">
              <a:solidFill>
                <a:srgbClr val="000000"/>
              </a:solidFill>
            </a:endParaRPr>
          </a:p>
        </p:txBody>
      </p:sp>
      <p:sp>
        <p:nvSpPr>
          <p:cNvPr id="533508" name="Rectangle 3">
            <a:extLst>
              <a:ext uri="{FF2B5EF4-FFF2-40B4-BE49-F238E27FC236}">
                <a16:creationId xmlns:a16="http://schemas.microsoft.com/office/drawing/2014/main" id="{D73E5008-1071-1A82-4D14-8BE7F9873A1E}"/>
              </a:ext>
            </a:extLst>
          </p:cNvPr>
          <p:cNvSpPr>
            <a:spLocks noChangeArrowheads="1"/>
          </p:cNvSpPr>
          <p:nvPr/>
        </p:nvSpPr>
        <p:spPr bwMode="auto">
          <a:xfrm>
            <a:off x="685800" y="1295400"/>
            <a:ext cx="7848600" cy="51054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3509" name="Text Box 4">
            <a:extLst>
              <a:ext uri="{FF2B5EF4-FFF2-40B4-BE49-F238E27FC236}">
                <a16:creationId xmlns:a16="http://schemas.microsoft.com/office/drawing/2014/main" id="{765435A7-6479-405B-B436-2AE6EB0AD19C}"/>
              </a:ext>
            </a:extLst>
          </p:cNvPr>
          <p:cNvSpPr txBox="1">
            <a:spLocks noChangeArrowheads="1"/>
          </p:cNvSpPr>
          <p:nvPr/>
        </p:nvSpPr>
        <p:spPr bwMode="auto">
          <a:xfrm>
            <a:off x="3429000" y="1882775"/>
            <a:ext cx="1733550" cy="792163"/>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400" b="1">
              <a:solidFill>
                <a:srgbClr val="000000"/>
              </a:solidFill>
              <a:latin typeface="Times New Roman" panose="02020603050405020304" pitchFamily="18" charset="0"/>
            </a:endParaRPr>
          </a:p>
          <a:p>
            <a:pPr algn="ctr">
              <a:buClrTx/>
              <a:buSzPct val="60000"/>
              <a:buFontTx/>
              <a:buNone/>
            </a:pPr>
            <a:r>
              <a:rPr lang="en-US" altLang="en-US" b="1">
                <a:solidFill>
                  <a:srgbClr val="000000"/>
                </a:solidFill>
                <a:latin typeface="Times New Roman" panose="02020603050405020304" pitchFamily="18" charset="0"/>
              </a:rPr>
              <a:t>Reliability</a:t>
            </a:r>
          </a:p>
        </p:txBody>
      </p:sp>
      <p:sp>
        <p:nvSpPr>
          <p:cNvPr id="533510" name="Text Box 5">
            <a:extLst>
              <a:ext uri="{FF2B5EF4-FFF2-40B4-BE49-F238E27FC236}">
                <a16:creationId xmlns:a16="http://schemas.microsoft.com/office/drawing/2014/main" id="{5E69C09E-BC9B-3632-0B86-FFF3E5D8FF8A}"/>
              </a:ext>
            </a:extLst>
          </p:cNvPr>
          <p:cNvSpPr txBox="1">
            <a:spLocks noChangeArrowheads="1"/>
          </p:cNvSpPr>
          <p:nvPr/>
        </p:nvSpPr>
        <p:spPr bwMode="auto">
          <a:xfrm>
            <a:off x="1447800" y="4405313"/>
            <a:ext cx="1339850" cy="76358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Error</a:t>
            </a:r>
            <a:r>
              <a:rPr lang="en-US" altLang="en-US" sz="1400" b="1">
                <a:solidFill>
                  <a:srgbClr val="000000"/>
                </a:solidFill>
                <a:latin typeface="Times New Roman" panose="02020603050405020304" pitchFamily="18" charset="0"/>
              </a:rPr>
              <a:t> </a:t>
            </a:r>
            <a:r>
              <a:rPr lang="en-US" altLang="en-US" b="1">
                <a:solidFill>
                  <a:srgbClr val="000000"/>
                </a:solidFill>
                <a:latin typeface="Times New Roman" panose="02020603050405020304" pitchFamily="18" charset="0"/>
              </a:rPr>
              <a:t>control</a:t>
            </a:r>
          </a:p>
        </p:txBody>
      </p:sp>
      <p:sp>
        <p:nvSpPr>
          <p:cNvPr id="533511" name="Text Box 6">
            <a:extLst>
              <a:ext uri="{FF2B5EF4-FFF2-40B4-BE49-F238E27FC236}">
                <a16:creationId xmlns:a16="http://schemas.microsoft.com/office/drawing/2014/main" id="{4791F549-0221-9AA7-B41B-E33316F74550}"/>
              </a:ext>
            </a:extLst>
          </p:cNvPr>
          <p:cNvSpPr txBox="1">
            <a:spLocks noChangeArrowheads="1"/>
          </p:cNvSpPr>
          <p:nvPr/>
        </p:nvSpPr>
        <p:spPr bwMode="auto">
          <a:xfrm>
            <a:off x="3048000" y="4405313"/>
            <a:ext cx="1392238" cy="76358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400" b="1">
              <a:solidFill>
                <a:srgbClr val="000000"/>
              </a:solidFill>
              <a:latin typeface="Times New Roman" panose="02020603050405020304" pitchFamily="18" charset="0"/>
            </a:endParaRPr>
          </a:p>
          <a:p>
            <a:pPr algn="ctr">
              <a:buClrTx/>
              <a:buSzPct val="60000"/>
              <a:buFontTx/>
              <a:buNone/>
            </a:pPr>
            <a:r>
              <a:rPr lang="en-US" altLang="en-US" b="1">
                <a:solidFill>
                  <a:srgbClr val="000000"/>
                </a:solidFill>
                <a:latin typeface="Times New Roman" panose="02020603050405020304" pitchFamily="18" charset="0"/>
              </a:rPr>
              <a:t>Loss</a:t>
            </a:r>
            <a:r>
              <a:rPr lang="en-US" altLang="en-US" sz="1400" b="1">
                <a:solidFill>
                  <a:srgbClr val="000000"/>
                </a:solidFill>
                <a:latin typeface="Times New Roman" panose="02020603050405020304" pitchFamily="18" charset="0"/>
              </a:rPr>
              <a:t> </a:t>
            </a:r>
            <a:r>
              <a:rPr lang="en-US" altLang="en-US" b="1">
                <a:solidFill>
                  <a:srgbClr val="000000"/>
                </a:solidFill>
                <a:latin typeface="Times New Roman" panose="02020603050405020304" pitchFamily="18" charset="0"/>
              </a:rPr>
              <a:t>control</a:t>
            </a:r>
          </a:p>
        </p:txBody>
      </p:sp>
      <p:sp>
        <p:nvSpPr>
          <p:cNvPr id="533512" name="Text Box 7">
            <a:extLst>
              <a:ext uri="{FF2B5EF4-FFF2-40B4-BE49-F238E27FC236}">
                <a16:creationId xmlns:a16="http://schemas.microsoft.com/office/drawing/2014/main" id="{5B8E7B5A-92E1-F839-F166-78FDB26C6192}"/>
              </a:ext>
            </a:extLst>
          </p:cNvPr>
          <p:cNvSpPr txBox="1">
            <a:spLocks noChangeArrowheads="1"/>
          </p:cNvSpPr>
          <p:nvPr/>
        </p:nvSpPr>
        <p:spPr bwMode="auto">
          <a:xfrm>
            <a:off x="4724400" y="4405313"/>
            <a:ext cx="1408113" cy="76358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Sequence</a:t>
            </a:r>
            <a:r>
              <a:rPr lang="en-US" altLang="en-US" sz="1400" b="1">
                <a:solidFill>
                  <a:srgbClr val="000000"/>
                </a:solidFill>
                <a:latin typeface="Times New Roman" panose="02020603050405020304" pitchFamily="18" charset="0"/>
              </a:rPr>
              <a:t> </a:t>
            </a:r>
            <a:r>
              <a:rPr lang="en-US" altLang="en-US" b="1">
                <a:solidFill>
                  <a:srgbClr val="000000"/>
                </a:solidFill>
                <a:latin typeface="Times New Roman" panose="02020603050405020304" pitchFamily="18" charset="0"/>
              </a:rPr>
              <a:t>control</a:t>
            </a:r>
          </a:p>
        </p:txBody>
      </p:sp>
      <p:sp>
        <p:nvSpPr>
          <p:cNvPr id="533513" name="Text Box 8">
            <a:extLst>
              <a:ext uri="{FF2B5EF4-FFF2-40B4-BE49-F238E27FC236}">
                <a16:creationId xmlns:a16="http://schemas.microsoft.com/office/drawing/2014/main" id="{47507F97-7AE1-D8EA-4939-BF2AC9324C98}"/>
              </a:ext>
            </a:extLst>
          </p:cNvPr>
          <p:cNvSpPr txBox="1">
            <a:spLocks noChangeArrowheads="1"/>
          </p:cNvSpPr>
          <p:nvPr/>
        </p:nvSpPr>
        <p:spPr bwMode="auto">
          <a:xfrm>
            <a:off x="6477000" y="4405313"/>
            <a:ext cx="1579563" cy="763587"/>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b="1">
                <a:solidFill>
                  <a:srgbClr val="000000"/>
                </a:solidFill>
                <a:latin typeface="Times New Roman" panose="02020603050405020304" pitchFamily="18" charset="0"/>
              </a:rPr>
              <a:t>Duplication</a:t>
            </a:r>
            <a:r>
              <a:rPr lang="en-US" altLang="en-US" sz="1400" b="1">
                <a:solidFill>
                  <a:srgbClr val="000000"/>
                </a:solidFill>
                <a:latin typeface="Times New Roman" panose="02020603050405020304" pitchFamily="18" charset="0"/>
              </a:rPr>
              <a:t> </a:t>
            </a:r>
            <a:r>
              <a:rPr lang="en-US" altLang="en-US" b="1">
                <a:solidFill>
                  <a:srgbClr val="000000"/>
                </a:solidFill>
                <a:latin typeface="Times New Roman" panose="02020603050405020304" pitchFamily="18" charset="0"/>
              </a:rPr>
              <a:t>control</a:t>
            </a:r>
          </a:p>
        </p:txBody>
      </p:sp>
      <p:sp>
        <p:nvSpPr>
          <p:cNvPr id="533514" name="Line 9">
            <a:extLst>
              <a:ext uri="{FF2B5EF4-FFF2-40B4-BE49-F238E27FC236}">
                <a16:creationId xmlns:a16="http://schemas.microsoft.com/office/drawing/2014/main" id="{605E2AAB-6EAD-051A-D86B-9DA6243753D1}"/>
              </a:ext>
            </a:extLst>
          </p:cNvPr>
          <p:cNvSpPr>
            <a:spLocks noChangeShapeType="1"/>
          </p:cNvSpPr>
          <p:nvPr/>
        </p:nvSpPr>
        <p:spPr bwMode="auto">
          <a:xfrm>
            <a:off x="4248150" y="2674938"/>
            <a:ext cx="1588" cy="8794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15" name="Line 10">
            <a:extLst>
              <a:ext uri="{FF2B5EF4-FFF2-40B4-BE49-F238E27FC236}">
                <a16:creationId xmlns:a16="http://schemas.microsoft.com/office/drawing/2014/main" id="{FD7B5A6E-E273-C308-FDE6-CEC4D117B477}"/>
              </a:ext>
            </a:extLst>
          </p:cNvPr>
          <p:cNvSpPr>
            <a:spLocks noChangeShapeType="1"/>
          </p:cNvSpPr>
          <p:nvPr/>
        </p:nvSpPr>
        <p:spPr bwMode="auto">
          <a:xfrm>
            <a:off x="1900238" y="3554413"/>
            <a:ext cx="5405437"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16" name="Line 11">
            <a:extLst>
              <a:ext uri="{FF2B5EF4-FFF2-40B4-BE49-F238E27FC236}">
                <a16:creationId xmlns:a16="http://schemas.microsoft.com/office/drawing/2014/main" id="{2233AA0E-ECF2-B47B-C1A1-37C53F6FD51D}"/>
              </a:ext>
            </a:extLst>
          </p:cNvPr>
          <p:cNvSpPr>
            <a:spLocks noChangeShapeType="1"/>
          </p:cNvSpPr>
          <p:nvPr/>
        </p:nvSpPr>
        <p:spPr bwMode="auto">
          <a:xfrm>
            <a:off x="1887538" y="3554413"/>
            <a:ext cx="1587" cy="8509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17" name="Line 12">
            <a:extLst>
              <a:ext uri="{FF2B5EF4-FFF2-40B4-BE49-F238E27FC236}">
                <a16:creationId xmlns:a16="http://schemas.microsoft.com/office/drawing/2014/main" id="{5C7E9070-ED7D-4198-ED72-D0232D3C1FB2}"/>
              </a:ext>
            </a:extLst>
          </p:cNvPr>
          <p:cNvSpPr>
            <a:spLocks noChangeShapeType="1"/>
          </p:cNvSpPr>
          <p:nvPr/>
        </p:nvSpPr>
        <p:spPr bwMode="auto">
          <a:xfrm>
            <a:off x="3621088" y="3584575"/>
            <a:ext cx="1587" cy="82073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18" name="Line 13">
            <a:extLst>
              <a:ext uri="{FF2B5EF4-FFF2-40B4-BE49-F238E27FC236}">
                <a16:creationId xmlns:a16="http://schemas.microsoft.com/office/drawing/2014/main" id="{1E2A3D09-5D67-95B2-0BCD-CC5F81BE11F3}"/>
              </a:ext>
            </a:extLst>
          </p:cNvPr>
          <p:cNvSpPr>
            <a:spLocks noChangeShapeType="1"/>
          </p:cNvSpPr>
          <p:nvPr/>
        </p:nvSpPr>
        <p:spPr bwMode="auto">
          <a:xfrm>
            <a:off x="5394325" y="3554413"/>
            <a:ext cx="1588" cy="82232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19" name="Line 14">
            <a:extLst>
              <a:ext uri="{FF2B5EF4-FFF2-40B4-BE49-F238E27FC236}">
                <a16:creationId xmlns:a16="http://schemas.microsoft.com/office/drawing/2014/main" id="{B0ACC8A8-17F2-39B5-9479-FEC5998E1DF4}"/>
              </a:ext>
            </a:extLst>
          </p:cNvPr>
          <p:cNvSpPr>
            <a:spLocks noChangeShapeType="1"/>
          </p:cNvSpPr>
          <p:nvPr/>
        </p:nvSpPr>
        <p:spPr bwMode="auto">
          <a:xfrm>
            <a:off x="7305675" y="3554413"/>
            <a:ext cx="1588" cy="82232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3520" name="Text Box 15">
            <a:extLst>
              <a:ext uri="{FF2B5EF4-FFF2-40B4-BE49-F238E27FC236}">
                <a16:creationId xmlns:a16="http://schemas.microsoft.com/office/drawing/2014/main" id="{ACC26BE1-8EEC-8243-DE1A-BF47698ACEF5}"/>
              </a:ext>
            </a:extLst>
          </p:cNvPr>
          <p:cNvSpPr txBox="1">
            <a:spLocks noChangeArrowheads="1"/>
          </p:cNvSpPr>
          <p:nvPr/>
        </p:nvSpPr>
        <p:spPr bwMode="auto">
          <a:xfrm>
            <a:off x="609600" y="304800"/>
            <a:ext cx="7924800" cy="947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Four Aspects of Reliability in Transport Layer Delivery</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Text Box 1">
            <a:extLst>
              <a:ext uri="{FF2B5EF4-FFF2-40B4-BE49-F238E27FC236}">
                <a16:creationId xmlns:a16="http://schemas.microsoft.com/office/drawing/2014/main" id="{FEC70404-2CAF-EE44-C411-69341A6A34B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35555" name="Text Box 2">
            <a:extLst>
              <a:ext uri="{FF2B5EF4-FFF2-40B4-BE49-F238E27FC236}">
                <a16:creationId xmlns:a16="http://schemas.microsoft.com/office/drawing/2014/main" id="{7C9A5315-8BE4-FA4A-E8A6-E34E6024FFB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56211B33-21C8-44B4-9A53-06A4FAF44352}" type="slidenum">
              <a:rPr lang="en-US" altLang="en-US" sz="1400">
                <a:solidFill>
                  <a:srgbClr val="000000"/>
                </a:solidFill>
              </a:rPr>
              <a:pPr algn="r" eaLnBrk="1" hangingPunct="1">
                <a:buClrTx/>
                <a:buSzPct val="60000"/>
                <a:buFontTx/>
                <a:buNone/>
              </a:pPr>
              <a:t>321</a:t>
            </a:fld>
            <a:endParaRPr lang="en-US" altLang="en-US" sz="1400">
              <a:solidFill>
                <a:srgbClr val="000000"/>
              </a:solidFill>
            </a:endParaRPr>
          </a:p>
        </p:txBody>
      </p:sp>
      <p:sp>
        <p:nvSpPr>
          <p:cNvPr id="535556" name="Rectangle 3">
            <a:extLst>
              <a:ext uri="{FF2B5EF4-FFF2-40B4-BE49-F238E27FC236}">
                <a16:creationId xmlns:a16="http://schemas.microsoft.com/office/drawing/2014/main" id="{5EBB19A2-934C-4F7E-8886-5B521A241A64}"/>
              </a:ext>
            </a:extLst>
          </p:cNvPr>
          <p:cNvSpPr>
            <a:spLocks noChangeArrowheads="1"/>
          </p:cNvSpPr>
          <p:nvPr/>
        </p:nvSpPr>
        <p:spPr bwMode="auto">
          <a:xfrm>
            <a:off x="533400" y="838200"/>
            <a:ext cx="8001000" cy="5410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5557" name="Freeform 4">
            <a:extLst>
              <a:ext uri="{FF2B5EF4-FFF2-40B4-BE49-F238E27FC236}">
                <a16:creationId xmlns:a16="http://schemas.microsoft.com/office/drawing/2014/main" id="{389AF914-B166-07E4-396E-99E5F1ADBCC3}"/>
              </a:ext>
            </a:extLst>
          </p:cNvPr>
          <p:cNvSpPr>
            <a:spLocks noChangeArrowheads="1"/>
          </p:cNvSpPr>
          <p:nvPr/>
        </p:nvSpPr>
        <p:spPr bwMode="auto">
          <a:xfrm>
            <a:off x="1296988" y="2047875"/>
            <a:ext cx="1093787" cy="1423988"/>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5558" name="Text Box 5">
            <a:extLst>
              <a:ext uri="{FF2B5EF4-FFF2-40B4-BE49-F238E27FC236}">
                <a16:creationId xmlns:a16="http://schemas.microsoft.com/office/drawing/2014/main" id="{74F0A6C7-A1B0-0DE8-3C30-7315CCEF0183}"/>
              </a:ext>
            </a:extLst>
          </p:cNvPr>
          <p:cNvSpPr txBox="1">
            <a:spLocks noChangeArrowheads="1"/>
          </p:cNvSpPr>
          <p:nvPr/>
        </p:nvSpPr>
        <p:spPr bwMode="auto">
          <a:xfrm>
            <a:off x="3419475" y="2422525"/>
            <a:ext cx="847725" cy="396875"/>
          </a:xfrm>
          <a:prstGeom prst="rect">
            <a:avLst/>
          </a:prstGeom>
          <a:solidFill>
            <a:srgbClr val="CC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Router</a:t>
            </a:r>
          </a:p>
        </p:txBody>
      </p:sp>
      <p:sp>
        <p:nvSpPr>
          <p:cNvPr id="535559" name="Freeform 6">
            <a:extLst>
              <a:ext uri="{FF2B5EF4-FFF2-40B4-BE49-F238E27FC236}">
                <a16:creationId xmlns:a16="http://schemas.microsoft.com/office/drawing/2014/main" id="{2124B8F5-FC62-B262-A857-BF4F89CBFAFF}"/>
              </a:ext>
            </a:extLst>
          </p:cNvPr>
          <p:cNvSpPr>
            <a:spLocks noChangeArrowheads="1"/>
          </p:cNvSpPr>
          <p:nvPr/>
        </p:nvSpPr>
        <p:spPr bwMode="auto">
          <a:xfrm>
            <a:off x="6997700" y="2032000"/>
            <a:ext cx="1093788" cy="1423988"/>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5560" name="Text Box 7">
            <a:extLst>
              <a:ext uri="{FF2B5EF4-FFF2-40B4-BE49-F238E27FC236}">
                <a16:creationId xmlns:a16="http://schemas.microsoft.com/office/drawing/2014/main" id="{B39018A5-EE35-5B95-24EB-34A6EE44D5DB}"/>
              </a:ext>
            </a:extLst>
          </p:cNvPr>
          <p:cNvSpPr txBox="1">
            <a:spLocks noChangeArrowheads="1"/>
          </p:cNvSpPr>
          <p:nvPr/>
        </p:nvSpPr>
        <p:spPr bwMode="auto">
          <a:xfrm>
            <a:off x="5419725" y="2422525"/>
            <a:ext cx="828675" cy="396875"/>
          </a:xfrm>
          <a:prstGeom prst="rect">
            <a:avLst/>
          </a:prstGeom>
          <a:solidFill>
            <a:srgbClr val="CC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Router</a:t>
            </a:r>
          </a:p>
        </p:txBody>
      </p:sp>
      <p:sp>
        <p:nvSpPr>
          <p:cNvPr id="535561" name="Line 8">
            <a:extLst>
              <a:ext uri="{FF2B5EF4-FFF2-40B4-BE49-F238E27FC236}">
                <a16:creationId xmlns:a16="http://schemas.microsoft.com/office/drawing/2014/main" id="{56EE68D6-8DF8-4886-0CC5-493C8E66AC2C}"/>
              </a:ext>
            </a:extLst>
          </p:cNvPr>
          <p:cNvSpPr>
            <a:spLocks noChangeShapeType="1"/>
          </p:cNvSpPr>
          <p:nvPr/>
        </p:nvSpPr>
        <p:spPr bwMode="auto">
          <a:xfrm>
            <a:off x="6205538" y="2641600"/>
            <a:ext cx="900112" cy="158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62" name="Line 9">
            <a:extLst>
              <a:ext uri="{FF2B5EF4-FFF2-40B4-BE49-F238E27FC236}">
                <a16:creationId xmlns:a16="http://schemas.microsoft.com/office/drawing/2014/main" id="{FC39BC8C-DE5F-E011-B89D-327675818F5C}"/>
              </a:ext>
            </a:extLst>
          </p:cNvPr>
          <p:cNvSpPr>
            <a:spLocks noChangeShapeType="1"/>
          </p:cNvSpPr>
          <p:nvPr/>
        </p:nvSpPr>
        <p:spPr bwMode="auto">
          <a:xfrm>
            <a:off x="2305050" y="2608263"/>
            <a:ext cx="1114425" cy="158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63" name="Text Box 10">
            <a:extLst>
              <a:ext uri="{FF2B5EF4-FFF2-40B4-BE49-F238E27FC236}">
                <a16:creationId xmlns:a16="http://schemas.microsoft.com/office/drawing/2014/main" id="{143D9242-6105-9862-B113-C1713FE22108}"/>
              </a:ext>
            </a:extLst>
          </p:cNvPr>
          <p:cNvSpPr txBox="1">
            <a:spLocks noChangeArrowheads="1"/>
          </p:cNvSpPr>
          <p:nvPr/>
        </p:nvSpPr>
        <p:spPr bwMode="auto">
          <a:xfrm>
            <a:off x="3990975" y="3652838"/>
            <a:ext cx="1471613" cy="106203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Error control at the data link layer</a:t>
            </a:r>
          </a:p>
        </p:txBody>
      </p:sp>
      <p:sp>
        <p:nvSpPr>
          <p:cNvPr id="535564" name="Text Box 11">
            <a:extLst>
              <a:ext uri="{FF2B5EF4-FFF2-40B4-BE49-F238E27FC236}">
                <a16:creationId xmlns:a16="http://schemas.microsoft.com/office/drawing/2014/main" id="{1453494F-79D2-B2B3-319B-AF15BC1C3F67}"/>
              </a:ext>
            </a:extLst>
          </p:cNvPr>
          <p:cNvSpPr txBox="1">
            <a:spLocks noChangeArrowheads="1"/>
          </p:cNvSpPr>
          <p:nvPr/>
        </p:nvSpPr>
        <p:spPr bwMode="auto">
          <a:xfrm>
            <a:off x="3019425" y="1377950"/>
            <a:ext cx="1471613" cy="9779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Errors can be introduced here</a:t>
            </a:r>
          </a:p>
        </p:txBody>
      </p:sp>
      <p:sp>
        <p:nvSpPr>
          <p:cNvPr id="535565" name="Text Box 12">
            <a:extLst>
              <a:ext uri="{FF2B5EF4-FFF2-40B4-BE49-F238E27FC236}">
                <a16:creationId xmlns:a16="http://schemas.microsoft.com/office/drawing/2014/main" id="{19E67288-48A7-B02F-F557-DFA03CF598B9}"/>
              </a:ext>
            </a:extLst>
          </p:cNvPr>
          <p:cNvSpPr txBox="1">
            <a:spLocks noChangeArrowheads="1"/>
          </p:cNvSpPr>
          <p:nvPr/>
        </p:nvSpPr>
        <p:spPr bwMode="auto">
          <a:xfrm>
            <a:off x="5019675" y="1393825"/>
            <a:ext cx="1471613" cy="977900"/>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Errors can be introduced here</a:t>
            </a:r>
          </a:p>
        </p:txBody>
      </p:sp>
      <p:sp>
        <p:nvSpPr>
          <p:cNvPr id="535566" name="Line 13">
            <a:extLst>
              <a:ext uri="{FF2B5EF4-FFF2-40B4-BE49-F238E27FC236}">
                <a16:creationId xmlns:a16="http://schemas.microsoft.com/office/drawing/2014/main" id="{074DC85D-FAE8-CB91-DD73-E7AEFDBEF912}"/>
              </a:ext>
            </a:extLst>
          </p:cNvPr>
          <p:cNvSpPr>
            <a:spLocks noChangeShapeType="1"/>
          </p:cNvSpPr>
          <p:nvPr/>
        </p:nvSpPr>
        <p:spPr bwMode="auto">
          <a:xfrm flipV="1">
            <a:off x="2933700" y="2859088"/>
            <a:ext cx="1588" cy="91440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67" name="Line 14">
            <a:extLst>
              <a:ext uri="{FF2B5EF4-FFF2-40B4-BE49-F238E27FC236}">
                <a16:creationId xmlns:a16="http://schemas.microsoft.com/office/drawing/2014/main" id="{EC0AEBD1-2412-6F58-3CEA-A90969A7970A}"/>
              </a:ext>
            </a:extLst>
          </p:cNvPr>
          <p:cNvSpPr>
            <a:spLocks noChangeShapeType="1"/>
          </p:cNvSpPr>
          <p:nvPr/>
        </p:nvSpPr>
        <p:spPr bwMode="auto">
          <a:xfrm flipV="1">
            <a:off x="4724400" y="2741613"/>
            <a:ext cx="1588" cy="91440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68" name="Line 15">
            <a:extLst>
              <a:ext uri="{FF2B5EF4-FFF2-40B4-BE49-F238E27FC236}">
                <a16:creationId xmlns:a16="http://schemas.microsoft.com/office/drawing/2014/main" id="{BE244B47-0F6F-7B2A-8146-2E66328E7F1B}"/>
              </a:ext>
            </a:extLst>
          </p:cNvPr>
          <p:cNvSpPr>
            <a:spLocks noChangeShapeType="1"/>
          </p:cNvSpPr>
          <p:nvPr/>
        </p:nvSpPr>
        <p:spPr bwMode="auto">
          <a:xfrm flipV="1">
            <a:off x="6605588" y="2892425"/>
            <a:ext cx="1587" cy="91440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69" name="Line 16">
            <a:extLst>
              <a:ext uri="{FF2B5EF4-FFF2-40B4-BE49-F238E27FC236}">
                <a16:creationId xmlns:a16="http://schemas.microsoft.com/office/drawing/2014/main" id="{400CEB07-3BBE-7D83-FE70-95063E31AB89}"/>
              </a:ext>
            </a:extLst>
          </p:cNvPr>
          <p:cNvSpPr>
            <a:spLocks noChangeShapeType="1"/>
          </p:cNvSpPr>
          <p:nvPr/>
        </p:nvSpPr>
        <p:spPr bwMode="auto">
          <a:xfrm>
            <a:off x="2933700" y="3787775"/>
            <a:ext cx="1128713"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0" name="Line 17">
            <a:extLst>
              <a:ext uri="{FF2B5EF4-FFF2-40B4-BE49-F238E27FC236}">
                <a16:creationId xmlns:a16="http://schemas.microsoft.com/office/drawing/2014/main" id="{42C3342A-E975-F8DC-9CF1-45E65A688AD1}"/>
              </a:ext>
            </a:extLst>
          </p:cNvPr>
          <p:cNvSpPr>
            <a:spLocks noChangeShapeType="1"/>
          </p:cNvSpPr>
          <p:nvPr/>
        </p:nvSpPr>
        <p:spPr bwMode="auto">
          <a:xfrm>
            <a:off x="5419725" y="3805238"/>
            <a:ext cx="1185863" cy="158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1" name="Text Box 18">
            <a:extLst>
              <a:ext uri="{FF2B5EF4-FFF2-40B4-BE49-F238E27FC236}">
                <a16:creationId xmlns:a16="http://schemas.microsoft.com/office/drawing/2014/main" id="{0E815F0D-9E49-4EAA-7B9D-B1D8242E8904}"/>
              </a:ext>
            </a:extLst>
          </p:cNvPr>
          <p:cNvSpPr txBox="1">
            <a:spLocks noChangeArrowheads="1"/>
          </p:cNvSpPr>
          <p:nvPr/>
        </p:nvSpPr>
        <p:spPr bwMode="auto">
          <a:xfrm>
            <a:off x="4114800" y="5105400"/>
            <a:ext cx="1471613" cy="1062038"/>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Error control at the transport layer</a:t>
            </a:r>
          </a:p>
        </p:txBody>
      </p:sp>
      <p:sp>
        <p:nvSpPr>
          <p:cNvPr id="535572" name="Line 19">
            <a:extLst>
              <a:ext uri="{FF2B5EF4-FFF2-40B4-BE49-F238E27FC236}">
                <a16:creationId xmlns:a16="http://schemas.microsoft.com/office/drawing/2014/main" id="{D6851D6A-BA7A-F089-2EDC-5C489E4B1D79}"/>
              </a:ext>
            </a:extLst>
          </p:cNvPr>
          <p:cNvSpPr>
            <a:spLocks noChangeShapeType="1"/>
          </p:cNvSpPr>
          <p:nvPr/>
        </p:nvSpPr>
        <p:spPr bwMode="auto">
          <a:xfrm>
            <a:off x="1819275" y="3602038"/>
            <a:ext cx="1588" cy="22256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3" name="Line 20">
            <a:extLst>
              <a:ext uri="{FF2B5EF4-FFF2-40B4-BE49-F238E27FC236}">
                <a16:creationId xmlns:a16="http://schemas.microsoft.com/office/drawing/2014/main" id="{29BEA239-8F35-063C-07E4-F311435E92CE}"/>
              </a:ext>
            </a:extLst>
          </p:cNvPr>
          <p:cNvSpPr>
            <a:spLocks noChangeShapeType="1"/>
          </p:cNvSpPr>
          <p:nvPr/>
        </p:nvSpPr>
        <p:spPr bwMode="auto">
          <a:xfrm>
            <a:off x="7662863" y="3619500"/>
            <a:ext cx="1587" cy="222567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4" name="Line 21">
            <a:extLst>
              <a:ext uri="{FF2B5EF4-FFF2-40B4-BE49-F238E27FC236}">
                <a16:creationId xmlns:a16="http://schemas.microsoft.com/office/drawing/2014/main" id="{E596E36B-163E-ABDD-E25C-03245C90BAE4}"/>
              </a:ext>
            </a:extLst>
          </p:cNvPr>
          <p:cNvSpPr>
            <a:spLocks noChangeShapeType="1"/>
          </p:cNvSpPr>
          <p:nvPr/>
        </p:nvSpPr>
        <p:spPr bwMode="auto">
          <a:xfrm flipH="1">
            <a:off x="1989138" y="5540375"/>
            <a:ext cx="2132012"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5" name="Line 22">
            <a:extLst>
              <a:ext uri="{FF2B5EF4-FFF2-40B4-BE49-F238E27FC236}">
                <a16:creationId xmlns:a16="http://schemas.microsoft.com/office/drawing/2014/main" id="{975303B8-C29A-CD6D-48FF-FB7571AC0CF1}"/>
              </a:ext>
            </a:extLst>
          </p:cNvPr>
          <p:cNvSpPr>
            <a:spLocks noChangeShapeType="1"/>
          </p:cNvSpPr>
          <p:nvPr/>
        </p:nvSpPr>
        <p:spPr bwMode="auto">
          <a:xfrm>
            <a:off x="5434013" y="5540375"/>
            <a:ext cx="2128837"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5576" name="Text Box 23">
            <a:extLst>
              <a:ext uri="{FF2B5EF4-FFF2-40B4-BE49-F238E27FC236}">
                <a16:creationId xmlns:a16="http://schemas.microsoft.com/office/drawing/2014/main" id="{7BBC3AB8-DCE1-B0B4-F038-F66D94076B2D}"/>
              </a:ext>
            </a:extLst>
          </p:cNvPr>
          <p:cNvSpPr txBox="1">
            <a:spLocks noChangeArrowheads="1"/>
          </p:cNvSpPr>
          <p:nvPr/>
        </p:nvSpPr>
        <p:spPr bwMode="auto">
          <a:xfrm>
            <a:off x="457200" y="228600"/>
            <a:ext cx="83820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Transport Layer and Data Link Layer Error Control</a:t>
            </a:r>
          </a:p>
        </p:txBody>
      </p:sp>
      <p:sp>
        <p:nvSpPr>
          <p:cNvPr id="535577" name="Line 24">
            <a:extLst>
              <a:ext uri="{FF2B5EF4-FFF2-40B4-BE49-F238E27FC236}">
                <a16:creationId xmlns:a16="http://schemas.microsoft.com/office/drawing/2014/main" id="{7CC87036-F8B8-4345-8CCC-0EC47C9189D7}"/>
              </a:ext>
            </a:extLst>
          </p:cNvPr>
          <p:cNvSpPr>
            <a:spLocks noChangeShapeType="1"/>
          </p:cNvSpPr>
          <p:nvPr/>
        </p:nvSpPr>
        <p:spPr bwMode="auto">
          <a:xfrm>
            <a:off x="4267200" y="2590800"/>
            <a:ext cx="1143000" cy="158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9D2505-E94F-93B3-12E1-7CBBDA7C95F0}"/>
              </a:ext>
            </a:extLst>
          </p:cNvPr>
          <p:cNvSpPr>
            <a:spLocks noGrp="1"/>
          </p:cNvSpPr>
          <p:nvPr>
            <p:ph type="title"/>
          </p:nvPr>
        </p:nvSpPr>
        <p:spPr/>
        <p:txBody>
          <a:bodyPr/>
          <a:lstStyle/>
          <a:p>
            <a:r>
              <a:rPr lang="en-IN" dirty="0"/>
              <a:t>Normal Operation</a:t>
            </a:r>
          </a:p>
        </p:txBody>
      </p:sp>
      <p:sp>
        <p:nvSpPr>
          <p:cNvPr id="3" name="Content Placeholder 2">
            <a:extLst>
              <a:ext uri="{FF2B5EF4-FFF2-40B4-BE49-F238E27FC236}">
                <a16:creationId xmlns:a16="http://schemas.microsoft.com/office/drawing/2014/main" id="{0EAF0B32-646F-5EBB-CB4E-C7393A6E6D36}"/>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A75913AF-78D5-C6E2-CF58-D9827F441A06}"/>
              </a:ext>
            </a:extLst>
          </p:cNvPr>
          <p:cNvPicPr>
            <a:picLocks noChangeAspect="1"/>
          </p:cNvPicPr>
          <p:nvPr/>
        </p:nvPicPr>
        <p:blipFill>
          <a:blip r:embed="rId2"/>
          <a:stretch>
            <a:fillRect/>
          </a:stretch>
        </p:blipFill>
        <p:spPr>
          <a:xfrm>
            <a:off x="827584" y="1988840"/>
            <a:ext cx="7763362" cy="3960440"/>
          </a:xfrm>
          <a:prstGeom prst="rect">
            <a:avLst/>
          </a:prstGeom>
        </p:spPr>
      </p:pic>
    </p:spTree>
    <p:extLst>
      <p:ext uri="{BB962C8B-B14F-4D97-AF65-F5344CB8AC3E}">
        <p14:creationId xmlns:p14="http://schemas.microsoft.com/office/powerpoint/2010/main" val="17723881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Text Box 1">
            <a:extLst>
              <a:ext uri="{FF2B5EF4-FFF2-40B4-BE49-F238E27FC236}">
                <a16:creationId xmlns:a16="http://schemas.microsoft.com/office/drawing/2014/main" id="{1CFB2EDE-0D95-35B1-0383-F46DB146BA6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37603" name="Text Box 2">
            <a:extLst>
              <a:ext uri="{FF2B5EF4-FFF2-40B4-BE49-F238E27FC236}">
                <a16:creationId xmlns:a16="http://schemas.microsoft.com/office/drawing/2014/main" id="{9496A099-0587-AB40-7068-4CB4FCFCDA8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47B2865-B36B-49A3-A931-C7CE8CC4623B}" type="slidenum">
              <a:rPr lang="en-US" altLang="en-US" sz="1400">
                <a:solidFill>
                  <a:srgbClr val="000000"/>
                </a:solidFill>
              </a:rPr>
              <a:pPr algn="r" eaLnBrk="1" hangingPunct="1">
                <a:buClrTx/>
                <a:buSzPct val="60000"/>
                <a:buFontTx/>
                <a:buNone/>
              </a:pPr>
              <a:t>323</a:t>
            </a:fld>
            <a:endParaRPr lang="en-US" altLang="en-US" sz="1400">
              <a:solidFill>
                <a:srgbClr val="000000"/>
              </a:solidFill>
            </a:endParaRPr>
          </a:p>
        </p:txBody>
      </p:sp>
      <p:grpSp>
        <p:nvGrpSpPr>
          <p:cNvPr id="537604" name="Group 3">
            <a:extLst>
              <a:ext uri="{FF2B5EF4-FFF2-40B4-BE49-F238E27FC236}">
                <a16:creationId xmlns:a16="http://schemas.microsoft.com/office/drawing/2014/main" id="{8EAD48D2-2692-C736-B2C2-80AFCDB67558}"/>
              </a:ext>
            </a:extLst>
          </p:cNvPr>
          <p:cNvGrpSpPr>
            <a:grpSpLocks/>
          </p:cNvGrpSpPr>
          <p:nvPr/>
        </p:nvGrpSpPr>
        <p:grpSpPr bwMode="auto">
          <a:xfrm>
            <a:off x="457200" y="838200"/>
            <a:ext cx="7923213" cy="5637213"/>
            <a:chOff x="288" y="528"/>
            <a:chExt cx="4991" cy="3551"/>
          </a:xfrm>
        </p:grpSpPr>
        <p:sp>
          <p:nvSpPr>
            <p:cNvPr id="537606" name="Rectangle 4">
              <a:extLst>
                <a:ext uri="{FF2B5EF4-FFF2-40B4-BE49-F238E27FC236}">
                  <a16:creationId xmlns:a16="http://schemas.microsoft.com/office/drawing/2014/main" id="{211A35AF-8D2F-12E3-3A7C-9BB3420D49E9}"/>
                </a:ext>
              </a:extLst>
            </p:cNvPr>
            <p:cNvSpPr>
              <a:spLocks noChangeArrowheads="1"/>
            </p:cNvSpPr>
            <p:nvPr/>
          </p:nvSpPr>
          <p:spPr bwMode="auto">
            <a:xfrm>
              <a:off x="288" y="528"/>
              <a:ext cx="4991" cy="355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7607" name="AutoShape 5">
              <a:extLst>
                <a:ext uri="{FF2B5EF4-FFF2-40B4-BE49-F238E27FC236}">
                  <a16:creationId xmlns:a16="http://schemas.microsoft.com/office/drawing/2014/main" id="{DE8D98F9-6282-A4B2-59FF-E6F94B024B8A}"/>
                </a:ext>
              </a:extLst>
            </p:cNvPr>
            <p:cNvSpPr>
              <a:spLocks noChangeArrowheads="1"/>
            </p:cNvSpPr>
            <p:nvPr/>
          </p:nvSpPr>
          <p:spPr bwMode="auto">
            <a:xfrm>
              <a:off x="765" y="2262"/>
              <a:ext cx="681" cy="85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6 w 21600"/>
                <a:gd name="T43" fmla="*/ 2538 h 21600"/>
                <a:gd name="T44" fmla="*/ 16747 w 21600"/>
                <a:gd name="T45" fmla="*/ 1114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600" b="1">
                <a:solidFill>
                  <a:srgbClr val="000000"/>
                </a:solidFill>
                <a:latin typeface="Times New Roman" panose="02020603050405020304" pitchFamily="18" charset="0"/>
              </a:endParaRPr>
            </a:p>
            <a:p>
              <a:pPr algn="ctr">
                <a:buClrTx/>
                <a:buSzPct val="60000"/>
                <a:buFontTx/>
                <a:buNone/>
              </a:pPr>
              <a:r>
                <a:rPr lang="en-US" altLang="en-US" sz="1600" b="1">
                  <a:solidFill>
                    <a:srgbClr val="000000"/>
                  </a:solidFill>
                  <a:latin typeface="Times New Roman" panose="02020603050405020304" pitchFamily="18" charset="0"/>
                </a:rPr>
                <a:t>A</a:t>
              </a:r>
            </a:p>
          </p:txBody>
        </p:sp>
        <p:sp>
          <p:nvSpPr>
            <p:cNvPr id="537608" name="Text Box 6">
              <a:extLst>
                <a:ext uri="{FF2B5EF4-FFF2-40B4-BE49-F238E27FC236}">
                  <a16:creationId xmlns:a16="http://schemas.microsoft.com/office/drawing/2014/main" id="{2C6AC70E-79D8-E374-8C70-49B9BC3D4447}"/>
                </a:ext>
              </a:extLst>
            </p:cNvPr>
            <p:cNvSpPr txBox="1">
              <a:spLocks noChangeArrowheads="1"/>
            </p:cNvSpPr>
            <p:nvPr/>
          </p:nvSpPr>
          <p:spPr bwMode="auto">
            <a:xfrm>
              <a:off x="2089" y="2213"/>
              <a:ext cx="480" cy="24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R1</a:t>
              </a:r>
            </a:p>
          </p:txBody>
        </p:sp>
        <p:sp>
          <p:nvSpPr>
            <p:cNvPr id="537609" name="AutoShape 7">
              <a:extLst>
                <a:ext uri="{FF2B5EF4-FFF2-40B4-BE49-F238E27FC236}">
                  <a16:creationId xmlns:a16="http://schemas.microsoft.com/office/drawing/2014/main" id="{43FC1FA0-2F2C-BF4C-C5F4-B61209046EA5}"/>
                </a:ext>
              </a:extLst>
            </p:cNvPr>
            <p:cNvSpPr>
              <a:spLocks noChangeArrowheads="1"/>
            </p:cNvSpPr>
            <p:nvPr/>
          </p:nvSpPr>
          <p:spPr bwMode="auto">
            <a:xfrm>
              <a:off x="4321" y="2252"/>
              <a:ext cx="682" cy="85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1 w 21600"/>
                <a:gd name="T43" fmla="*/ 2538 h 21600"/>
                <a:gd name="T44" fmla="*/ 16754 w 21600"/>
                <a:gd name="T45" fmla="*/ 1114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600" b="1">
                <a:solidFill>
                  <a:srgbClr val="000000"/>
                </a:solidFill>
                <a:latin typeface="Times New Roman" panose="02020603050405020304" pitchFamily="18" charset="0"/>
              </a:endParaRPr>
            </a:p>
            <a:p>
              <a:pPr algn="ctr">
                <a:buClrTx/>
                <a:buSzPct val="60000"/>
                <a:buFontTx/>
                <a:buNone/>
              </a:pPr>
              <a:r>
                <a:rPr lang="en-US" altLang="en-US" sz="1600" b="1">
                  <a:solidFill>
                    <a:srgbClr val="000000"/>
                  </a:solidFill>
                  <a:latin typeface="Times New Roman" panose="02020603050405020304" pitchFamily="18" charset="0"/>
                </a:rPr>
                <a:t>B</a:t>
              </a:r>
            </a:p>
          </p:txBody>
        </p:sp>
        <p:sp>
          <p:nvSpPr>
            <p:cNvPr id="537610" name="Text Box 8">
              <a:extLst>
                <a:ext uri="{FF2B5EF4-FFF2-40B4-BE49-F238E27FC236}">
                  <a16:creationId xmlns:a16="http://schemas.microsoft.com/office/drawing/2014/main" id="{055E71AF-3B70-5F24-991A-1A8ADFA629B5}"/>
                </a:ext>
              </a:extLst>
            </p:cNvPr>
            <p:cNvSpPr txBox="1">
              <a:spLocks noChangeArrowheads="1"/>
            </p:cNvSpPr>
            <p:nvPr/>
          </p:nvSpPr>
          <p:spPr bwMode="auto">
            <a:xfrm>
              <a:off x="3337" y="2213"/>
              <a:ext cx="480" cy="24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R2</a:t>
              </a:r>
            </a:p>
          </p:txBody>
        </p:sp>
        <p:sp>
          <p:nvSpPr>
            <p:cNvPr id="537611" name="Line 9">
              <a:extLst>
                <a:ext uri="{FF2B5EF4-FFF2-40B4-BE49-F238E27FC236}">
                  <a16:creationId xmlns:a16="http://schemas.microsoft.com/office/drawing/2014/main" id="{E82BA6FF-655A-632D-DAAC-FDD75155EB8C}"/>
                </a:ext>
              </a:extLst>
            </p:cNvPr>
            <p:cNvSpPr>
              <a:spLocks noChangeShapeType="1"/>
            </p:cNvSpPr>
            <p:nvPr/>
          </p:nvSpPr>
          <p:spPr bwMode="auto">
            <a:xfrm>
              <a:off x="3827" y="2344"/>
              <a:ext cx="561"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2" name="Line 10">
              <a:extLst>
                <a:ext uri="{FF2B5EF4-FFF2-40B4-BE49-F238E27FC236}">
                  <a16:creationId xmlns:a16="http://schemas.microsoft.com/office/drawing/2014/main" id="{7B8EFC64-B28B-138E-56E3-71AC0B56EF5A}"/>
                </a:ext>
              </a:extLst>
            </p:cNvPr>
            <p:cNvSpPr>
              <a:spLocks noChangeShapeType="1"/>
            </p:cNvSpPr>
            <p:nvPr/>
          </p:nvSpPr>
          <p:spPr bwMode="auto">
            <a:xfrm>
              <a:off x="2570" y="2344"/>
              <a:ext cx="757"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3" name="Line 11">
              <a:extLst>
                <a:ext uri="{FF2B5EF4-FFF2-40B4-BE49-F238E27FC236}">
                  <a16:creationId xmlns:a16="http://schemas.microsoft.com/office/drawing/2014/main" id="{1881A086-A2C8-434C-78EC-5536B9BCB77D}"/>
                </a:ext>
              </a:extLst>
            </p:cNvPr>
            <p:cNvSpPr>
              <a:spLocks noChangeShapeType="1"/>
            </p:cNvSpPr>
            <p:nvPr/>
          </p:nvSpPr>
          <p:spPr bwMode="auto">
            <a:xfrm>
              <a:off x="1393" y="2324"/>
              <a:ext cx="695"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4" name="Text Box 12">
              <a:extLst>
                <a:ext uri="{FF2B5EF4-FFF2-40B4-BE49-F238E27FC236}">
                  <a16:creationId xmlns:a16="http://schemas.microsoft.com/office/drawing/2014/main" id="{01FD3E31-2FF8-0EF7-C820-1C220B6013AB}"/>
                </a:ext>
              </a:extLst>
            </p:cNvPr>
            <p:cNvSpPr txBox="1">
              <a:spLocks noChangeArrowheads="1"/>
            </p:cNvSpPr>
            <p:nvPr/>
          </p:nvSpPr>
          <p:spPr bwMode="auto">
            <a:xfrm>
              <a:off x="2089" y="2859"/>
              <a:ext cx="480" cy="24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R3</a:t>
              </a:r>
            </a:p>
          </p:txBody>
        </p:sp>
        <p:sp>
          <p:nvSpPr>
            <p:cNvPr id="537615" name="Text Box 13">
              <a:extLst>
                <a:ext uri="{FF2B5EF4-FFF2-40B4-BE49-F238E27FC236}">
                  <a16:creationId xmlns:a16="http://schemas.microsoft.com/office/drawing/2014/main" id="{0684BC09-62EE-CFE8-74E7-E8C0949895B7}"/>
                </a:ext>
              </a:extLst>
            </p:cNvPr>
            <p:cNvSpPr txBox="1">
              <a:spLocks noChangeArrowheads="1"/>
            </p:cNvSpPr>
            <p:nvPr/>
          </p:nvSpPr>
          <p:spPr bwMode="auto">
            <a:xfrm>
              <a:off x="3337" y="2859"/>
              <a:ext cx="480" cy="241"/>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R4</a:t>
              </a:r>
            </a:p>
          </p:txBody>
        </p:sp>
        <p:sp>
          <p:nvSpPr>
            <p:cNvPr id="537616" name="Line 14">
              <a:extLst>
                <a:ext uri="{FF2B5EF4-FFF2-40B4-BE49-F238E27FC236}">
                  <a16:creationId xmlns:a16="http://schemas.microsoft.com/office/drawing/2014/main" id="{F10F759C-D10B-0FC0-C259-A9796C805D21}"/>
                </a:ext>
              </a:extLst>
            </p:cNvPr>
            <p:cNvSpPr>
              <a:spLocks noChangeShapeType="1"/>
            </p:cNvSpPr>
            <p:nvPr/>
          </p:nvSpPr>
          <p:spPr bwMode="auto">
            <a:xfrm flipV="1">
              <a:off x="3827" y="2979"/>
              <a:ext cx="489" cy="11"/>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7" name="Line 15">
              <a:extLst>
                <a:ext uri="{FF2B5EF4-FFF2-40B4-BE49-F238E27FC236}">
                  <a16:creationId xmlns:a16="http://schemas.microsoft.com/office/drawing/2014/main" id="{7B7CDE19-6635-4E48-E65A-3CE4B1C024F9}"/>
                </a:ext>
              </a:extLst>
            </p:cNvPr>
            <p:cNvSpPr>
              <a:spLocks noChangeShapeType="1"/>
            </p:cNvSpPr>
            <p:nvPr/>
          </p:nvSpPr>
          <p:spPr bwMode="auto">
            <a:xfrm>
              <a:off x="2570" y="2990"/>
              <a:ext cx="757"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8" name="Line 16">
              <a:extLst>
                <a:ext uri="{FF2B5EF4-FFF2-40B4-BE49-F238E27FC236}">
                  <a16:creationId xmlns:a16="http://schemas.microsoft.com/office/drawing/2014/main" id="{5C4E306E-67B4-B001-5E9B-0DAC3384BE4C}"/>
                </a:ext>
              </a:extLst>
            </p:cNvPr>
            <p:cNvSpPr>
              <a:spLocks noChangeShapeType="1"/>
            </p:cNvSpPr>
            <p:nvPr/>
          </p:nvSpPr>
          <p:spPr bwMode="auto">
            <a:xfrm>
              <a:off x="1447" y="2970"/>
              <a:ext cx="641"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19" name="Text Box 17">
              <a:extLst>
                <a:ext uri="{FF2B5EF4-FFF2-40B4-BE49-F238E27FC236}">
                  <a16:creationId xmlns:a16="http://schemas.microsoft.com/office/drawing/2014/main" id="{BA1A4279-6147-9CEC-A9F0-C728222ADA9B}"/>
                </a:ext>
              </a:extLst>
            </p:cNvPr>
            <p:cNvSpPr txBox="1">
              <a:spLocks noChangeArrowheads="1"/>
            </p:cNvSpPr>
            <p:nvPr/>
          </p:nvSpPr>
          <p:spPr bwMode="auto">
            <a:xfrm>
              <a:off x="591" y="808"/>
              <a:ext cx="632" cy="281"/>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7620" name="Text Box 18">
              <a:extLst>
                <a:ext uri="{FF2B5EF4-FFF2-40B4-BE49-F238E27FC236}">
                  <a16:creationId xmlns:a16="http://schemas.microsoft.com/office/drawing/2014/main" id="{CAA352E2-13A9-9C66-BB56-6C9ED73497C8}"/>
                </a:ext>
              </a:extLst>
            </p:cNvPr>
            <p:cNvSpPr txBox="1">
              <a:spLocks noChangeArrowheads="1"/>
            </p:cNvSpPr>
            <p:nvPr/>
          </p:nvSpPr>
          <p:spPr bwMode="auto">
            <a:xfrm>
              <a:off x="591" y="1181"/>
              <a:ext cx="632" cy="282"/>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37621" name="Text Box 19">
              <a:extLst>
                <a:ext uri="{FF2B5EF4-FFF2-40B4-BE49-F238E27FC236}">
                  <a16:creationId xmlns:a16="http://schemas.microsoft.com/office/drawing/2014/main" id="{8F422D04-944B-DDCC-62F3-7036600E8204}"/>
                </a:ext>
              </a:extLst>
            </p:cNvPr>
            <p:cNvSpPr txBox="1">
              <a:spLocks noChangeArrowheads="1"/>
            </p:cNvSpPr>
            <p:nvPr/>
          </p:nvSpPr>
          <p:spPr bwMode="auto">
            <a:xfrm>
              <a:off x="591" y="1575"/>
              <a:ext cx="632" cy="281"/>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7622" name="Line 20">
              <a:extLst>
                <a:ext uri="{FF2B5EF4-FFF2-40B4-BE49-F238E27FC236}">
                  <a16:creationId xmlns:a16="http://schemas.microsoft.com/office/drawing/2014/main" id="{2AFAE933-79F6-580E-8318-375707E5CD8D}"/>
                </a:ext>
              </a:extLst>
            </p:cNvPr>
            <p:cNvSpPr>
              <a:spLocks noChangeShapeType="1"/>
            </p:cNvSpPr>
            <p:nvPr/>
          </p:nvSpPr>
          <p:spPr bwMode="auto">
            <a:xfrm>
              <a:off x="894" y="1090"/>
              <a:ext cx="0" cy="9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23" name="Line 21">
              <a:extLst>
                <a:ext uri="{FF2B5EF4-FFF2-40B4-BE49-F238E27FC236}">
                  <a16:creationId xmlns:a16="http://schemas.microsoft.com/office/drawing/2014/main" id="{3346787A-627B-E512-0CC0-E8B3096C5D1C}"/>
                </a:ext>
              </a:extLst>
            </p:cNvPr>
            <p:cNvSpPr>
              <a:spLocks noChangeShapeType="1"/>
            </p:cNvSpPr>
            <p:nvPr/>
          </p:nvSpPr>
          <p:spPr bwMode="auto">
            <a:xfrm>
              <a:off x="885" y="1474"/>
              <a:ext cx="0" cy="10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24" name="Line 22">
              <a:extLst>
                <a:ext uri="{FF2B5EF4-FFF2-40B4-BE49-F238E27FC236}">
                  <a16:creationId xmlns:a16="http://schemas.microsoft.com/office/drawing/2014/main" id="{44558C8D-1166-80B1-E271-D1C47348743E}"/>
                </a:ext>
              </a:extLst>
            </p:cNvPr>
            <p:cNvSpPr>
              <a:spLocks noChangeShapeType="1"/>
            </p:cNvSpPr>
            <p:nvPr/>
          </p:nvSpPr>
          <p:spPr bwMode="auto">
            <a:xfrm>
              <a:off x="903" y="1857"/>
              <a:ext cx="186" cy="403"/>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25" name="Text Box 23">
              <a:extLst>
                <a:ext uri="{FF2B5EF4-FFF2-40B4-BE49-F238E27FC236}">
                  <a16:creationId xmlns:a16="http://schemas.microsoft.com/office/drawing/2014/main" id="{B27FA251-637A-82A4-9D6A-EA124E156FF4}"/>
                </a:ext>
              </a:extLst>
            </p:cNvPr>
            <p:cNvSpPr txBox="1">
              <a:spLocks noChangeArrowheads="1"/>
            </p:cNvSpPr>
            <p:nvPr/>
          </p:nvSpPr>
          <p:spPr bwMode="auto">
            <a:xfrm>
              <a:off x="1919" y="3462"/>
              <a:ext cx="632" cy="281"/>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7626" name="Text Box 24">
              <a:extLst>
                <a:ext uri="{FF2B5EF4-FFF2-40B4-BE49-F238E27FC236}">
                  <a16:creationId xmlns:a16="http://schemas.microsoft.com/office/drawing/2014/main" id="{F3026E0C-BC64-3DE3-9C9F-F3FACC708C4E}"/>
                </a:ext>
              </a:extLst>
            </p:cNvPr>
            <p:cNvSpPr txBox="1">
              <a:spLocks noChangeArrowheads="1"/>
            </p:cNvSpPr>
            <p:nvPr/>
          </p:nvSpPr>
          <p:spPr bwMode="auto">
            <a:xfrm>
              <a:off x="2659" y="3462"/>
              <a:ext cx="632" cy="281"/>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7627" name="Text Box 25">
              <a:extLst>
                <a:ext uri="{FF2B5EF4-FFF2-40B4-BE49-F238E27FC236}">
                  <a16:creationId xmlns:a16="http://schemas.microsoft.com/office/drawing/2014/main" id="{668C63BB-3DEA-CF1B-E349-D0941B2FF1CE}"/>
                </a:ext>
              </a:extLst>
            </p:cNvPr>
            <p:cNvSpPr txBox="1">
              <a:spLocks noChangeArrowheads="1"/>
            </p:cNvSpPr>
            <p:nvPr/>
          </p:nvSpPr>
          <p:spPr bwMode="auto">
            <a:xfrm>
              <a:off x="2499" y="1676"/>
              <a:ext cx="632" cy="281"/>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Packet 2</a:t>
              </a:r>
            </a:p>
          </p:txBody>
        </p:sp>
        <p:sp>
          <p:nvSpPr>
            <p:cNvPr id="537628" name="Freeform 26">
              <a:extLst>
                <a:ext uri="{FF2B5EF4-FFF2-40B4-BE49-F238E27FC236}">
                  <a16:creationId xmlns:a16="http://schemas.microsoft.com/office/drawing/2014/main" id="{4989F278-7B13-6422-5A89-E0B2180151FD}"/>
                </a:ext>
              </a:extLst>
            </p:cNvPr>
            <p:cNvSpPr>
              <a:spLocks noChangeArrowheads="1"/>
            </p:cNvSpPr>
            <p:nvPr/>
          </p:nvSpPr>
          <p:spPr bwMode="auto">
            <a:xfrm>
              <a:off x="795" y="3119"/>
              <a:ext cx="999" cy="575"/>
            </a:xfrm>
            <a:custGeom>
              <a:avLst/>
              <a:gdLst>
                <a:gd name="T0" fmla="*/ 1 w 1682"/>
                <a:gd name="T1" fmla="*/ 0 h 857"/>
                <a:gd name="T2" fmla="*/ 1 w 1682"/>
                <a:gd name="T3" fmla="*/ 2 h 857"/>
                <a:gd name="T4" fmla="*/ 1 w 1682"/>
                <a:gd name="T5" fmla="*/ 2 h 857"/>
                <a:gd name="T6" fmla="*/ 0 60000 65536"/>
                <a:gd name="T7" fmla="*/ 0 60000 65536"/>
                <a:gd name="T8" fmla="*/ 0 60000 65536"/>
                <a:gd name="T9" fmla="*/ 0 w 1682"/>
                <a:gd name="T10" fmla="*/ 0 h 857"/>
                <a:gd name="T11" fmla="*/ 1682 w 1682"/>
                <a:gd name="T12" fmla="*/ 857 h 857"/>
              </a:gdLst>
              <a:ahLst/>
              <a:cxnLst>
                <a:cxn ang="T6">
                  <a:pos x="T0" y="T1"/>
                </a:cxn>
                <a:cxn ang="T7">
                  <a:pos x="T2" y="T3"/>
                </a:cxn>
                <a:cxn ang="T8">
                  <a:pos x="T4" y="T5"/>
                </a:cxn>
              </a:cxnLst>
              <a:rect l="T9" t="T10" r="T11" b="T12"/>
              <a:pathLst>
                <a:path w="1682" h="857">
                  <a:moveTo>
                    <a:pt x="407" y="0"/>
                  </a:moveTo>
                  <a:cubicBezTo>
                    <a:pt x="203" y="291"/>
                    <a:pt x="0" y="583"/>
                    <a:pt x="212" y="720"/>
                  </a:cubicBezTo>
                  <a:cubicBezTo>
                    <a:pt x="424" y="857"/>
                    <a:pt x="1053" y="841"/>
                    <a:pt x="1682" y="82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7629" name="Line 27">
              <a:extLst>
                <a:ext uri="{FF2B5EF4-FFF2-40B4-BE49-F238E27FC236}">
                  <a16:creationId xmlns:a16="http://schemas.microsoft.com/office/drawing/2014/main" id="{C8FB7AA2-5E97-44C4-551D-57B370093108}"/>
                </a:ext>
              </a:extLst>
            </p:cNvPr>
            <p:cNvSpPr>
              <a:spLocks noChangeShapeType="1"/>
            </p:cNvSpPr>
            <p:nvPr/>
          </p:nvSpPr>
          <p:spPr bwMode="auto">
            <a:xfrm>
              <a:off x="1795" y="3674"/>
              <a:ext cx="123"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30" name="Freeform 28">
              <a:extLst>
                <a:ext uri="{FF2B5EF4-FFF2-40B4-BE49-F238E27FC236}">
                  <a16:creationId xmlns:a16="http://schemas.microsoft.com/office/drawing/2014/main" id="{C72FD168-7320-7075-09CD-7739C5B16F87}"/>
                </a:ext>
              </a:extLst>
            </p:cNvPr>
            <p:cNvSpPr>
              <a:spLocks noChangeArrowheads="1"/>
            </p:cNvSpPr>
            <p:nvPr/>
          </p:nvSpPr>
          <p:spPr bwMode="auto">
            <a:xfrm>
              <a:off x="3301" y="3179"/>
              <a:ext cx="1087" cy="453"/>
            </a:xfrm>
            <a:custGeom>
              <a:avLst/>
              <a:gdLst>
                <a:gd name="T0" fmla="*/ 0 w 2100"/>
                <a:gd name="T1" fmla="*/ 1 h 780"/>
                <a:gd name="T2" fmla="*/ 1 w 2100"/>
                <a:gd name="T3" fmla="*/ 0 h 780"/>
                <a:gd name="T4" fmla="*/ 0 60000 65536"/>
                <a:gd name="T5" fmla="*/ 0 60000 65536"/>
                <a:gd name="T6" fmla="*/ 0 w 2100"/>
                <a:gd name="T7" fmla="*/ 0 h 780"/>
                <a:gd name="T8" fmla="*/ 2100 w 2100"/>
                <a:gd name="T9" fmla="*/ 780 h 780"/>
              </a:gdLst>
              <a:ahLst/>
              <a:cxnLst>
                <a:cxn ang="T4">
                  <a:pos x="T0" y="T1"/>
                </a:cxn>
                <a:cxn ang="T5">
                  <a:pos x="T2" y="T3"/>
                </a:cxn>
              </a:cxnLst>
              <a:rect l="T6" t="T7" r="T8" b="T9"/>
              <a:pathLst>
                <a:path w="2100" h="780">
                  <a:moveTo>
                    <a:pt x="0" y="780"/>
                  </a:moveTo>
                  <a:cubicBezTo>
                    <a:pt x="0" y="780"/>
                    <a:pt x="1050" y="390"/>
                    <a:pt x="2100" y="0"/>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7631" name="Line 29">
              <a:extLst>
                <a:ext uri="{FF2B5EF4-FFF2-40B4-BE49-F238E27FC236}">
                  <a16:creationId xmlns:a16="http://schemas.microsoft.com/office/drawing/2014/main" id="{B34C970C-05B0-0383-2B1E-3B45E090AF4B}"/>
                </a:ext>
              </a:extLst>
            </p:cNvPr>
            <p:cNvSpPr>
              <a:spLocks noChangeShapeType="1"/>
            </p:cNvSpPr>
            <p:nvPr/>
          </p:nvSpPr>
          <p:spPr bwMode="auto">
            <a:xfrm flipV="1">
              <a:off x="4362" y="3118"/>
              <a:ext cx="124" cy="81"/>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32" name="Freeform 30">
              <a:extLst>
                <a:ext uri="{FF2B5EF4-FFF2-40B4-BE49-F238E27FC236}">
                  <a16:creationId xmlns:a16="http://schemas.microsoft.com/office/drawing/2014/main" id="{A2702F71-3BF5-A8EB-7C56-302A2D0CEF09}"/>
                </a:ext>
              </a:extLst>
            </p:cNvPr>
            <p:cNvSpPr>
              <a:spLocks noChangeArrowheads="1"/>
            </p:cNvSpPr>
            <p:nvPr/>
          </p:nvSpPr>
          <p:spPr bwMode="auto">
            <a:xfrm>
              <a:off x="1194" y="1814"/>
              <a:ext cx="1188" cy="446"/>
            </a:xfrm>
            <a:custGeom>
              <a:avLst/>
              <a:gdLst>
                <a:gd name="T0" fmla="*/ 1 w 2000"/>
                <a:gd name="T1" fmla="*/ 2 h 665"/>
                <a:gd name="T2" fmla="*/ 1 w 2000"/>
                <a:gd name="T3" fmla="*/ 1 h 665"/>
                <a:gd name="T4" fmla="*/ 1 w 2000"/>
                <a:gd name="T5" fmla="*/ 1 h 665"/>
                <a:gd name="T6" fmla="*/ 0 60000 65536"/>
                <a:gd name="T7" fmla="*/ 0 60000 65536"/>
                <a:gd name="T8" fmla="*/ 0 60000 65536"/>
                <a:gd name="T9" fmla="*/ 0 w 2000"/>
                <a:gd name="T10" fmla="*/ 0 h 665"/>
                <a:gd name="T11" fmla="*/ 2000 w 2000"/>
                <a:gd name="T12" fmla="*/ 665 h 665"/>
              </a:gdLst>
              <a:ahLst/>
              <a:cxnLst>
                <a:cxn ang="T6">
                  <a:pos x="T0" y="T1"/>
                </a:cxn>
                <a:cxn ang="T7">
                  <a:pos x="T2" y="T3"/>
                </a:cxn>
                <a:cxn ang="T8">
                  <a:pos x="T4" y="T5"/>
                </a:cxn>
              </a:cxnLst>
              <a:rect l="T9" t="T10" r="T11" b="T12"/>
              <a:pathLst>
                <a:path w="2000" h="665">
                  <a:moveTo>
                    <a:pt x="80" y="665"/>
                  </a:moveTo>
                  <a:cubicBezTo>
                    <a:pt x="40" y="442"/>
                    <a:pt x="0" y="220"/>
                    <a:pt x="320" y="110"/>
                  </a:cubicBezTo>
                  <a:cubicBezTo>
                    <a:pt x="640" y="0"/>
                    <a:pt x="1320" y="2"/>
                    <a:pt x="2000" y="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7633" name="Line 31">
              <a:extLst>
                <a:ext uri="{FF2B5EF4-FFF2-40B4-BE49-F238E27FC236}">
                  <a16:creationId xmlns:a16="http://schemas.microsoft.com/office/drawing/2014/main" id="{F89095AA-1A8F-8B33-40F5-77BEDC867008}"/>
                </a:ext>
              </a:extLst>
            </p:cNvPr>
            <p:cNvSpPr>
              <a:spLocks noChangeShapeType="1"/>
            </p:cNvSpPr>
            <p:nvPr/>
          </p:nvSpPr>
          <p:spPr bwMode="auto">
            <a:xfrm>
              <a:off x="2320" y="1817"/>
              <a:ext cx="178"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34" name="Line 32">
              <a:extLst>
                <a:ext uri="{FF2B5EF4-FFF2-40B4-BE49-F238E27FC236}">
                  <a16:creationId xmlns:a16="http://schemas.microsoft.com/office/drawing/2014/main" id="{FEAB4122-BA07-0786-0075-7A4045BBE18B}"/>
                </a:ext>
              </a:extLst>
            </p:cNvPr>
            <p:cNvSpPr>
              <a:spLocks noChangeShapeType="1"/>
            </p:cNvSpPr>
            <p:nvPr/>
          </p:nvSpPr>
          <p:spPr bwMode="auto">
            <a:xfrm flipV="1">
              <a:off x="3132" y="1513"/>
              <a:ext cx="204" cy="324"/>
            </a:xfrm>
            <a:prstGeom prst="line">
              <a:avLst/>
            </a:prstGeom>
            <a:noFill/>
            <a:ln w="19080" cap="sq">
              <a:solidFill>
                <a:srgbClr val="000000"/>
              </a:solidFill>
              <a:prstDash val="sysDot"/>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35" name="Text Box 33">
              <a:extLst>
                <a:ext uri="{FF2B5EF4-FFF2-40B4-BE49-F238E27FC236}">
                  <a16:creationId xmlns:a16="http://schemas.microsoft.com/office/drawing/2014/main" id="{1B294806-0ADD-7585-2D34-2D5E20B7D2FB}"/>
                </a:ext>
              </a:extLst>
            </p:cNvPr>
            <p:cNvSpPr txBox="1">
              <a:spLocks noChangeArrowheads="1"/>
            </p:cNvSpPr>
            <p:nvPr/>
          </p:nvSpPr>
          <p:spPr bwMode="auto">
            <a:xfrm>
              <a:off x="3072" y="1296"/>
              <a:ext cx="471" cy="261"/>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 Lost</a:t>
              </a:r>
            </a:p>
          </p:txBody>
        </p:sp>
        <p:sp>
          <p:nvSpPr>
            <p:cNvPr id="537636" name="Text Box 34">
              <a:extLst>
                <a:ext uri="{FF2B5EF4-FFF2-40B4-BE49-F238E27FC236}">
                  <a16:creationId xmlns:a16="http://schemas.microsoft.com/office/drawing/2014/main" id="{84A1CE43-F89A-87AC-D254-885F30EFA2CB}"/>
                </a:ext>
              </a:extLst>
            </p:cNvPr>
            <p:cNvSpPr txBox="1">
              <a:spLocks noChangeArrowheads="1"/>
            </p:cNvSpPr>
            <p:nvPr/>
          </p:nvSpPr>
          <p:spPr bwMode="auto">
            <a:xfrm>
              <a:off x="4246" y="808"/>
              <a:ext cx="632" cy="281"/>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7637" name="Text Box 35">
              <a:extLst>
                <a:ext uri="{FF2B5EF4-FFF2-40B4-BE49-F238E27FC236}">
                  <a16:creationId xmlns:a16="http://schemas.microsoft.com/office/drawing/2014/main" id="{18546A6F-59E0-6FC7-9A5F-733C94590D5A}"/>
                </a:ext>
              </a:extLst>
            </p:cNvPr>
            <p:cNvSpPr txBox="1">
              <a:spLocks noChangeArrowheads="1"/>
            </p:cNvSpPr>
            <p:nvPr/>
          </p:nvSpPr>
          <p:spPr bwMode="auto">
            <a:xfrm>
              <a:off x="4246" y="1181"/>
              <a:ext cx="632" cy="282"/>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7638" name="Text Box 36">
              <a:extLst>
                <a:ext uri="{FF2B5EF4-FFF2-40B4-BE49-F238E27FC236}">
                  <a16:creationId xmlns:a16="http://schemas.microsoft.com/office/drawing/2014/main" id="{B66199D7-7FE7-89E8-CB89-87EE4A9BEE38}"/>
                </a:ext>
              </a:extLst>
            </p:cNvPr>
            <p:cNvSpPr txBox="1">
              <a:spLocks noChangeArrowheads="1"/>
            </p:cNvSpPr>
            <p:nvPr/>
          </p:nvSpPr>
          <p:spPr bwMode="auto">
            <a:xfrm>
              <a:off x="4246" y="1575"/>
              <a:ext cx="632" cy="281"/>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7639" name="Line 37">
              <a:extLst>
                <a:ext uri="{FF2B5EF4-FFF2-40B4-BE49-F238E27FC236}">
                  <a16:creationId xmlns:a16="http://schemas.microsoft.com/office/drawing/2014/main" id="{EF3809E2-135F-54C5-A33C-645FA44BBE4B}"/>
                </a:ext>
              </a:extLst>
            </p:cNvPr>
            <p:cNvSpPr>
              <a:spLocks noChangeShapeType="1"/>
            </p:cNvSpPr>
            <p:nvPr/>
          </p:nvSpPr>
          <p:spPr bwMode="auto">
            <a:xfrm>
              <a:off x="4558" y="1100"/>
              <a:ext cx="0" cy="9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40" name="Line 38">
              <a:extLst>
                <a:ext uri="{FF2B5EF4-FFF2-40B4-BE49-F238E27FC236}">
                  <a16:creationId xmlns:a16="http://schemas.microsoft.com/office/drawing/2014/main" id="{35AB66DA-B31D-FB2D-293E-8F1DD9712773}"/>
                </a:ext>
              </a:extLst>
            </p:cNvPr>
            <p:cNvSpPr>
              <a:spLocks noChangeShapeType="1"/>
            </p:cNvSpPr>
            <p:nvPr/>
          </p:nvSpPr>
          <p:spPr bwMode="auto">
            <a:xfrm>
              <a:off x="4549" y="1474"/>
              <a:ext cx="0" cy="10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7641" name="Text Box 39">
              <a:extLst>
                <a:ext uri="{FF2B5EF4-FFF2-40B4-BE49-F238E27FC236}">
                  <a16:creationId xmlns:a16="http://schemas.microsoft.com/office/drawing/2014/main" id="{92DDE741-A016-9D62-C213-64A75907EF52}"/>
                </a:ext>
              </a:extLst>
            </p:cNvPr>
            <p:cNvSpPr txBox="1">
              <a:spLocks noChangeArrowheads="1"/>
            </p:cNvSpPr>
            <p:nvPr/>
          </p:nvSpPr>
          <p:spPr bwMode="auto">
            <a:xfrm>
              <a:off x="3738" y="1191"/>
              <a:ext cx="471" cy="26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Lost</a:t>
              </a:r>
            </a:p>
          </p:txBody>
        </p:sp>
        <p:sp>
          <p:nvSpPr>
            <p:cNvPr id="537642" name="Line 40">
              <a:extLst>
                <a:ext uri="{FF2B5EF4-FFF2-40B4-BE49-F238E27FC236}">
                  <a16:creationId xmlns:a16="http://schemas.microsoft.com/office/drawing/2014/main" id="{28F357AF-1B5B-FBC4-1463-01B2A78022AF}"/>
                </a:ext>
              </a:extLst>
            </p:cNvPr>
            <p:cNvSpPr>
              <a:spLocks noChangeShapeType="1"/>
            </p:cNvSpPr>
            <p:nvPr/>
          </p:nvSpPr>
          <p:spPr bwMode="auto">
            <a:xfrm flipH="1" flipV="1">
              <a:off x="4593" y="1866"/>
              <a:ext cx="215" cy="37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37605" name="Text Box 41">
            <a:extLst>
              <a:ext uri="{FF2B5EF4-FFF2-40B4-BE49-F238E27FC236}">
                <a16:creationId xmlns:a16="http://schemas.microsoft.com/office/drawing/2014/main" id="{548DD795-68E9-ABD6-7346-C4CAC26B098D}"/>
              </a:ext>
            </a:extLst>
          </p:cNvPr>
          <p:cNvSpPr txBox="1">
            <a:spLocks noChangeArrowheads="1"/>
          </p:cNvSpPr>
          <p:nvPr/>
        </p:nvSpPr>
        <p:spPr bwMode="auto">
          <a:xfrm>
            <a:off x="838200" y="304800"/>
            <a:ext cx="6553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Loss Control</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BC1E06-DCCB-15E1-4B6C-1DFA92A726A7}"/>
              </a:ext>
            </a:extLst>
          </p:cNvPr>
          <p:cNvSpPr>
            <a:spLocks noGrp="1"/>
          </p:cNvSpPr>
          <p:nvPr>
            <p:ph type="title"/>
          </p:nvPr>
        </p:nvSpPr>
        <p:spPr/>
        <p:txBody>
          <a:bodyPr/>
          <a:lstStyle/>
          <a:p>
            <a:r>
              <a:rPr lang="en-IN" dirty="0"/>
              <a:t>Lost Segment</a:t>
            </a:r>
          </a:p>
        </p:txBody>
      </p:sp>
      <p:sp>
        <p:nvSpPr>
          <p:cNvPr id="3" name="Content Placeholder 2">
            <a:extLst>
              <a:ext uri="{FF2B5EF4-FFF2-40B4-BE49-F238E27FC236}">
                <a16:creationId xmlns:a16="http://schemas.microsoft.com/office/drawing/2014/main" id="{5BD6E36B-CEB1-76DB-ECA8-80E400ADA9A1}"/>
              </a:ext>
            </a:extLst>
          </p:cNvPr>
          <p:cNvSpPr>
            <a:spLocks noGrp="1"/>
          </p:cNvSpPr>
          <p:nvPr>
            <p:ph idx="1"/>
          </p:nvPr>
        </p:nvSpPr>
        <p:spPr/>
        <p:txBody>
          <a:bodyPr/>
          <a:lstStyle/>
          <a:p>
            <a:endParaRPr lang="en-IN"/>
          </a:p>
        </p:txBody>
      </p:sp>
      <p:pic>
        <p:nvPicPr>
          <p:cNvPr id="5" name="Picture 4">
            <a:extLst>
              <a:ext uri="{FF2B5EF4-FFF2-40B4-BE49-F238E27FC236}">
                <a16:creationId xmlns:a16="http://schemas.microsoft.com/office/drawing/2014/main" id="{7DA383C2-4598-BF6A-63EA-0A2B00EA1B66}"/>
              </a:ext>
            </a:extLst>
          </p:cNvPr>
          <p:cNvPicPr>
            <a:picLocks noChangeAspect="1"/>
          </p:cNvPicPr>
          <p:nvPr/>
        </p:nvPicPr>
        <p:blipFill>
          <a:blip r:embed="rId2"/>
          <a:stretch>
            <a:fillRect/>
          </a:stretch>
        </p:blipFill>
        <p:spPr>
          <a:xfrm>
            <a:off x="755576" y="1988840"/>
            <a:ext cx="7603436" cy="3528392"/>
          </a:xfrm>
          <a:prstGeom prst="rect">
            <a:avLst/>
          </a:prstGeom>
        </p:spPr>
      </p:pic>
    </p:spTree>
    <p:extLst>
      <p:ext uri="{BB962C8B-B14F-4D97-AF65-F5344CB8AC3E}">
        <p14:creationId xmlns:p14="http://schemas.microsoft.com/office/powerpoint/2010/main" val="3940691271"/>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7B8B06-092B-9D29-87F0-382BB1F45D2A}"/>
              </a:ext>
            </a:extLst>
          </p:cNvPr>
          <p:cNvSpPr>
            <a:spLocks noGrp="1"/>
          </p:cNvSpPr>
          <p:nvPr>
            <p:ph type="title"/>
          </p:nvPr>
        </p:nvSpPr>
        <p:spPr/>
        <p:txBody>
          <a:bodyPr/>
          <a:lstStyle/>
          <a:p>
            <a:r>
              <a:rPr lang="en-IN" dirty="0"/>
              <a:t>Lost Segment</a:t>
            </a:r>
          </a:p>
        </p:txBody>
      </p:sp>
      <p:sp>
        <p:nvSpPr>
          <p:cNvPr id="3" name="Content Placeholder 2">
            <a:extLst>
              <a:ext uri="{FF2B5EF4-FFF2-40B4-BE49-F238E27FC236}">
                <a16:creationId xmlns:a16="http://schemas.microsoft.com/office/drawing/2014/main" id="{7EFE76EA-D8EF-21BE-9312-D9E02B8D2725}"/>
              </a:ext>
            </a:extLst>
          </p:cNvPr>
          <p:cNvSpPr>
            <a:spLocks noGrp="1"/>
          </p:cNvSpPr>
          <p:nvPr>
            <p:ph idx="1"/>
          </p:nvPr>
        </p:nvSpPr>
        <p:spPr/>
        <p:txBody>
          <a:bodyPr>
            <a:normAutofit fontScale="70000" lnSpcReduction="20000"/>
          </a:bodyPr>
          <a:lstStyle/>
          <a:p>
            <a:r>
              <a:rPr lang="en-US" dirty="0"/>
              <a:t>We are assuming that data transfer is unidirectional: one site is sending, the other receiving</a:t>
            </a:r>
          </a:p>
          <a:p>
            <a:r>
              <a:rPr lang="en-US" dirty="0"/>
              <a:t>In our scenario, the sender sends segments 1 and 2, which are acknowledged immediately by an ACK</a:t>
            </a:r>
          </a:p>
          <a:p>
            <a:r>
              <a:rPr lang="en-US" dirty="0"/>
              <a:t>Segment 3, however, is lost</a:t>
            </a:r>
          </a:p>
          <a:p>
            <a:r>
              <a:rPr lang="en-US" dirty="0"/>
              <a:t>The receiver receives segment 4, which is out of order</a:t>
            </a:r>
          </a:p>
          <a:p>
            <a:r>
              <a:rPr lang="en-US" dirty="0"/>
              <a:t>The receiver stores the data in the segment in its buffer but leaves a gap to indicate that there is no continuity in the data</a:t>
            </a:r>
          </a:p>
          <a:p>
            <a:r>
              <a:rPr lang="en-US" dirty="0"/>
              <a:t>The receiver immediately sends an acknowledgment to the sender displaying the next byte it expects</a:t>
            </a:r>
          </a:p>
          <a:p>
            <a:r>
              <a:rPr lang="en-US" dirty="0"/>
              <a:t>Note that the receiver stores bytes 801 to 900, but never delivers these bytes to the application until the gap is filled</a:t>
            </a:r>
          </a:p>
          <a:p>
            <a:r>
              <a:rPr lang="en-US" dirty="0"/>
              <a:t>The sender TCP keeps one RTO timer for the whole period of connection</a:t>
            </a:r>
          </a:p>
          <a:p>
            <a:r>
              <a:rPr lang="en-US"/>
              <a:t>When the </a:t>
            </a:r>
            <a:r>
              <a:rPr lang="en-US" dirty="0"/>
              <a:t>third segment times out, the sending TCP resends segment 3, which </a:t>
            </a:r>
            <a:r>
              <a:rPr lang="en-US"/>
              <a:t>arrives this time </a:t>
            </a:r>
            <a:r>
              <a:rPr lang="en-US" dirty="0"/>
              <a:t>and is acknowledged properly</a:t>
            </a:r>
          </a:p>
          <a:p>
            <a:endParaRPr lang="en-US" dirty="0"/>
          </a:p>
          <a:p>
            <a:endParaRPr lang="en-IN" dirty="0"/>
          </a:p>
        </p:txBody>
      </p:sp>
    </p:spTree>
    <p:extLst>
      <p:ext uri="{BB962C8B-B14F-4D97-AF65-F5344CB8AC3E}">
        <p14:creationId xmlns:p14="http://schemas.microsoft.com/office/powerpoint/2010/main" val="389109737"/>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Text Box 1">
            <a:extLst>
              <a:ext uri="{FF2B5EF4-FFF2-40B4-BE49-F238E27FC236}">
                <a16:creationId xmlns:a16="http://schemas.microsoft.com/office/drawing/2014/main" id="{0BE972F7-57B3-8E05-955A-E08B70CF504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39651" name="Text Box 2">
            <a:extLst>
              <a:ext uri="{FF2B5EF4-FFF2-40B4-BE49-F238E27FC236}">
                <a16:creationId xmlns:a16="http://schemas.microsoft.com/office/drawing/2014/main" id="{EBB0DAAD-1309-811A-CFA1-D6CBA994BC1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57DE94E-6999-40F2-9F3E-1B2FB6580295}" type="slidenum">
              <a:rPr lang="en-US" altLang="en-US" sz="1400">
                <a:solidFill>
                  <a:srgbClr val="000000"/>
                </a:solidFill>
              </a:rPr>
              <a:pPr algn="r" eaLnBrk="1" hangingPunct="1">
                <a:buClrTx/>
                <a:buSzPct val="60000"/>
                <a:buFontTx/>
                <a:buNone/>
              </a:pPr>
              <a:t>326</a:t>
            </a:fld>
            <a:endParaRPr lang="en-US" altLang="en-US" sz="1400">
              <a:solidFill>
                <a:srgbClr val="000000"/>
              </a:solidFill>
            </a:endParaRPr>
          </a:p>
        </p:txBody>
      </p:sp>
      <p:grpSp>
        <p:nvGrpSpPr>
          <p:cNvPr id="539652" name="Group 3">
            <a:extLst>
              <a:ext uri="{FF2B5EF4-FFF2-40B4-BE49-F238E27FC236}">
                <a16:creationId xmlns:a16="http://schemas.microsoft.com/office/drawing/2014/main" id="{8D20C594-21BA-8C11-DC31-DCE9F27D185C}"/>
              </a:ext>
            </a:extLst>
          </p:cNvPr>
          <p:cNvGrpSpPr>
            <a:grpSpLocks/>
          </p:cNvGrpSpPr>
          <p:nvPr/>
        </p:nvGrpSpPr>
        <p:grpSpPr bwMode="auto">
          <a:xfrm>
            <a:off x="838200" y="838200"/>
            <a:ext cx="7475538" cy="5484813"/>
            <a:chOff x="528" y="528"/>
            <a:chExt cx="4709" cy="3455"/>
          </a:xfrm>
        </p:grpSpPr>
        <p:sp>
          <p:nvSpPr>
            <p:cNvPr id="539654" name="Rectangle 4">
              <a:extLst>
                <a:ext uri="{FF2B5EF4-FFF2-40B4-BE49-F238E27FC236}">
                  <a16:creationId xmlns:a16="http://schemas.microsoft.com/office/drawing/2014/main" id="{D50F31F3-92FC-AFFC-CF29-CCB4A7E2482A}"/>
                </a:ext>
              </a:extLst>
            </p:cNvPr>
            <p:cNvSpPr>
              <a:spLocks noChangeArrowheads="1"/>
            </p:cNvSpPr>
            <p:nvPr/>
          </p:nvSpPr>
          <p:spPr bwMode="auto">
            <a:xfrm>
              <a:off x="528" y="528"/>
              <a:ext cx="4709" cy="3455"/>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39655" name="AutoShape 5">
              <a:extLst>
                <a:ext uri="{FF2B5EF4-FFF2-40B4-BE49-F238E27FC236}">
                  <a16:creationId xmlns:a16="http://schemas.microsoft.com/office/drawing/2014/main" id="{A182473D-9AFD-9663-2248-335DDD095C70}"/>
                </a:ext>
              </a:extLst>
            </p:cNvPr>
            <p:cNvSpPr>
              <a:spLocks noChangeArrowheads="1"/>
            </p:cNvSpPr>
            <p:nvPr/>
          </p:nvSpPr>
          <p:spPr bwMode="auto">
            <a:xfrm>
              <a:off x="978" y="2215"/>
              <a:ext cx="642" cy="82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6 w 21600"/>
                <a:gd name="T43" fmla="*/ 2557 h 21600"/>
                <a:gd name="T44" fmla="*/ 16755 w 21600"/>
                <a:gd name="T45" fmla="*/ 1113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A</a:t>
              </a:r>
            </a:p>
          </p:txBody>
        </p:sp>
        <p:sp>
          <p:nvSpPr>
            <p:cNvPr id="539656" name="Text Box 6">
              <a:extLst>
                <a:ext uri="{FF2B5EF4-FFF2-40B4-BE49-F238E27FC236}">
                  <a16:creationId xmlns:a16="http://schemas.microsoft.com/office/drawing/2014/main" id="{4F8135DD-CEDD-B0A3-788A-72A4D6796601}"/>
                </a:ext>
              </a:extLst>
            </p:cNvPr>
            <p:cNvSpPr txBox="1">
              <a:spLocks noChangeArrowheads="1"/>
            </p:cNvSpPr>
            <p:nvPr/>
          </p:nvSpPr>
          <p:spPr bwMode="auto">
            <a:xfrm>
              <a:off x="2227" y="2168"/>
              <a:ext cx="453" cy="234"/>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R1</a:t>
              </a:r>
            </a:p>
          </p:txBody>
        </p:sp>
        <p:sp>
          <p:nvSpPr>
            <p:cNvPr id="539657" name="AutoShape 7">
              <a:extLst>
                <a:ext uri="{FF2B5EF4-FFF2-40B4-BE49-F238E27FC236}">
                  <a16:creationId xmlns:a16="http://schemas.microsoft.com/office/drawing/2014/main" id="{FD694C62-3E5F-20B7-58C4-9C0D907D7BF5}"/>
                </a:ext>
              </a:extLst>
            </p:cNvPr>
            <p:cNvSpPr>
              <a:spLocks noChangeArrowheads="1"/>
            </p:cNvSpPr>
            <p:nvPr/>
          </p:nvSpPr>
          <p:spPr bwMode="auto">
            <a:xfrm>
              <a:off x="4334" y="2205"/>
              <a:ext cx="642" cy="82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6 w 21600"/>
                <a:gd name="T43" fmla="*/ 2557 h 21600"/>
                <a:gd name="T44" fmla="*/ 16755 w 21600"/>
                <a:gd name="T45" fmla="*/ 11139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latin typeface="Times New Roman" panose="02020603050405020304" pitchFamily="18" charset="0"/>
                </a:rPr>
                <a:t>B</a:t>
              </a:r>
            </a:p>
          </p:txBody>
        </p:sp>
        <p:sp>
          <p:nvSpPr>
            <p:cNvPr id="539658" name="Text Box 8">
              <a:extLst>
                <a:ext uri="{FF2B5EF4-FFF2-40B4-BE49-F238E27FC236}">
                  <a16:creationId xmlns:a16="http://schemas.microsoft.com/office/drawing/2014/main" id="{84B6E662-04A6-9FFF-7EAD-F83F2AC3D72F}"/>
                </a:ext>
              </a:extLst>
            </p:cNvPr>
            <p:cNvSpPr txBox="1">
              <a:spLocks noChangeArrowheads="1"/>
            </p:cNvSpPr>
            <p:nvPr/>
          </p:nvSpPr>
          <p:spPr bwMode="auto">
            <a:xfrm>
              <a:off x="3404" y="2168"/>
              <a:ext cx="454" cy="234"/>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R2</a:t>
              </a:r>
            </a:p>
          </p:txBody>
        </p:sp>
        <p:sp>
          <p:nvSpPr>
            <p:cNvPr id="539659" name="Line 9">
              <a:extLst>
                <a:ext uri="{FF2B5EF4-FFF2-40B4-BE49-F238E27FC236}">
                  <a16:creationId xmlns:a16="http://schemas.microsoft.com/office/drawing/2014/main" id="{39D1629B-9E5D-1D94-A2DE-1D62D8929745}"/>
                </a:ext>
              </a:extLst>
            </p:cNvPr>
            <p:cNvSpPr>
              <a:spLocks noChangeShapeType="1"/>
            </p:cNvSpPr>
            <p:nvPr/>
          </p:nvSpPr>
          <p:spPr bwMode="auto">
            <a:xfrm>
              <a:off x="3867" y="2295"/>
              <a:ext cx="529"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0" name="Line 10">
              <a:extLst>
                <a:ext uri="{FF2B5EF4-FFF2-40B4-BE49-F238E27FC236}">
                  <a16:creationId xmlns:a16="http://schemas.microsoft.com/office/drawing/2014/main" id="{88EA8CEC-77DB-67A5-5722-6127101C2A41}"/>
                </a:ext>
              </a:extLst>
            </p:cNvPr>
            <p:cNvSpPr>
              <a:spLocks noChangeShapeType="1"/>
            </p:cNvSpPr>
            <p:nvPr/>
          </p:nvSpPr>
          <p:spPr bwMode="auto">
            <a:xfrm>
              <a:off x="2681" y="2295"/>
              <a:ext cx="714"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1" name="Line 11">
              <a:extLst>
                <a:ext uri="{FF2B5EF4-FFF2-40B4-BE49-F238E27FC236}">
                  <a16:creationId xmlns:a16="http://schemas.microsoft.com/office/drawing/2014/main" id="{B635DBC7-4BF0-61D7-0A6E-60AB89E78ED2}"/>
                </a:ext>
              </a:extLst>
            </p:cNvPr>
            <p:cNvSpPr>
              <a:spLocks noChangeShapeType="1"/>
            </p:cNvSpPr>
            <p:nvPr/>
          </p:nvSpPr>
          <p:spPr bwMode="auto">
            <a:xfrm>
              <a:off x="1571" y="2276"/>
              <a:ext cx="655"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2" name="Text Box 12">
              <a:extLst>
                <a:ext uri="{FF2B5EF4-FFF2-40B4-BE49-F238E27FC236}">
                  <a16:creationId xmlns:a16="http://schemas.microsoft.com/office/drawing/2014/main" id="{BB60257E-2E45-3349-5EB2-434DD46584D2}"/>
                </a:ext>
              </a:extLst>
            </p:cNvPr>
            <p:cNvSpPr txBox="1">
              <a:spLocks noChangeArrowheads="1"/>
            </p:cNvSpPr>
            <p:nvPr/>
          </p:nvSpPr>
          <p:spPr bwMode="auto">
            <a:xfrm>
              <a:off x="2227" y="2796"/>
              <a:ext cx="453" cy="23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R3</a:t>
              </a:r>
            </a:p>
          </p:txBody>
        </p:sp>
        <p:sp>
          <p:nvSpPr>
            <p:cNvPr id="539663" name="Text Box 13">
              <a:extLst>
                <a:ext uri="{FF2B5EF4-FFF2-40B4-BE49-F238E27FC236}">
                  <a16:creationId xmlns:a16="http://schemas.microsoft.com/office/drawing/2014/main" id="{1E2AB9F3-35C8-8C8B-368F-A7BEDA50DF89}"/>
                </a:ext>
              </a:extLst>
            </p:cNvPr>
            <p:cNvSpPr txBox="1">
              <a:spLocks noChangeArrowheads="1"/>
            </p:cNvSpPr>
            <p:nvPr/>
          </p:nvSpPr>
          <p:spPr bwMode="auto">
            <a:xfrm>
              <a:off x="3404" y="2796"/>
              <a:ext cx="454" cy="235"/>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400" b="1">
                  <a:solidFill>
                    <a:srgbClr val="000000"/>
                  </a:solidFill>
                  <a:latin typeface="Times New Roman" panose="02020603050405020304" pitchFamily="18" charset="0"/>
                </a:rPr>
                <a:t>R4</a:t>
              </a:r>
            </a:p>
          </p:txBody>
        </p:sp>
        <p:sp>
          <p:nvSpPr>
            <p:cNvPr id="539664" name="Line 14">
              <a:extLst>
                <a:ext uri="{FF2B5EF4-FFF2-40B4-BE49-F238E27FC236}">
                  <a16:creationId xmlns:a16="http://schemas.microsoft.com/office/drawing/2014/main" id="{3675E66E-23D4-873A-5B28-9191FE3FB6F0}"/>
                </a:ext>
              </a:extLst>
            </p:cNvPr>
            <p:cNvSpPr>
              <a:spLocks noChangeShapeType="1"/>
            </p:cNvSpPr>
            <p:nvPr/>
          </p:nvSpPr>
          <p:spPr bwMode="auto">
            <a:xfrm flipV="1">
              <a:off x="3867" y="2913"/>
              <a:ext cx="462" cy="11"/>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5" name="Line 15">
              <a:extLst>
                <a:ext uri="{FF2B5EF4-FFF2-40B4-BE49-F238E27FC236}">
                  <a16:creationId xmlns:a16="http://schemas.microsoft.com/office/drawing/2014/main" id="{14276A1A-095E-89E1-CD52-195497A26D3A}"/>
                </a:ext>
              </a:extLst>
            </p:cNvPr>
            <p:cNvSpPr>
              <a:spLocks noChangeShapeType="1"/>
            </p:cNvSpPr>
            <p:nvPr/>
          </p:nvSpPr>
          <p:spPr bwMode="auto">
            <a:xfrm>
              <a:off x="2681" y="2924"/>
              <a:ext cx="714"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6" name="Line 16">
              <a:extLst>
                <a:ext uri="{FF2B5EF4-FFF2-40B4-BE49-F238E27FC236}">
                  <a16:creationId xmlns:a16="http://schemas.microsoft.com/office/drawing/2014/main" id="{E9F65AE2-9FB4-5308-968A-E9245469BDAF}"/>
                </a:ext>
              </a:extLst>
            </p:cNvPr>
            <p:cNvSpPr>
              <a:spLocks noChangeShapeType="1"/>
            </p:cNvSpPr>
            <p:nvPr/>
          </p:nvSpPr>
          <p:spPr bwMode="auto">
            <a:xfrm>
              <a:off x="1621" y="2904"/>
              <a:ext cx="605" cy="0"/>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67" name="Text Box 17">
              <a:extLst>
                <a:ext uri="{FF2B5EF4-FFF2-40B4-BE49-F238E27FC236}">
                  <a16:creationId xmlns:a16="http://schemas.microsoft.com/office/drawing/2014/main" id="{DC12DF90-ACE9-690E-0F7E-142CEF63919A}"/>
                </a:ext>
              </a:extLst>
            </p:cNvPr>
            <p:cNvSpPr txBox="1">
              <a:spLocks noChangeArrowheads="1"/>
            </p:cNvSpPr>
            <p:nvPr/>
          </p:nvSpPr>
          <p:spPr bwMode="auto">
            <a:xfrm>
              <a:off x="814" y="800"/>
              <a:ext cx="596" cy="274"/>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9668" name="Text Box 18">
              <a:extLst>
                <a:ext uri="{FF2B5EF4-FFF2-40B4-BE49-F238E27FC236}">
                  <a16:creationId xmlns:a16="http://schemas.microsoft.com/office/drawing/2014/main" id="{1230E4A7-A936-9669-4CDE-A10562AF89C5}"/>
                </a:ext>
              </a:extLst>
            </p:cNvPr>
            <p:cNvSpPr txBox="1">
              <a:spLocks noChangeArrowheads="1"/>
            </p:cNvSpPr>
            <p:nvPr/>
          </p:nvSpPr>
          <p:spPr bwMode="auto">
            <a:xfrm>
              <a:off x="814" y="1164"/>
              <a:ext cx="596" cy="27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39669" name="Text Box 19">
              <a:extLst>
                <a:ext uri="{FF2B5EF4-FFF2-40B4-BE49-F238E27FC236}">
                  <a16:creationId xmlns:a16="http://schemas.microsoft.com/office/drawing/2014/main" id="{9C66E445-B7F3-0666-6AED-176300792032}"/>
                </a:ext>
              </a:extLst>
            </p:cNvPr>
            <p:cNvSpPr txBox="1">
              <a:spLocks noChangeArrowheads="1"/>
            </p:cNvSpPr>
            <p:nvPr/>
          </p:nvSpPr>
          <p:spPr bwMode="auto">
            <a:xfrm>
              <a:off x="814" y="1546"/>
              <a:ext cx="596" cy="274"/>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9670" name="Line 20">
              <a:extLst>
                <a:ext uri="{FF2B5EF4-FFF2-40B4-BE49-F238E27FC236}">
                  <a16:creationId xmlns:a16="http://schemas.microsoft.com/office/drawing/2014/main" id="{87B4AB3E-64D3-CE25-D9CA-8DDFE5380384}"/>
                </a:ext>
              </a:extLst>
            </p:cNvPr>
            <p:cNvSpPr>
              <a:spLocks noChangeShapeType="1"/>
            </p:cNvSpPr>
            <p:nvPr/>
          </p:nvSpPr>
          <p:spPr bwMode="auto">
            <a:xfrm>
              <a:off x="1100" y="1075"/>
              <a:ext cx="0" cy="8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71" name="Line 21">
              <a:extLst>
                <a:ext uri="{FF2B5EF4-FFF2-40B4-BE49-F238E27FC236}">
                  <a16:creationId xmlns:a16="http://schemas.microsoft.com/office/drawing/2014/main" id="{38D800E2-EC17-CF34-040F-815C0CD119B3}"/>
                </a:ext>
              </a:extLst>
            </p:cNvPr>
            <p:cNvSpPr>
              <a:spLocks noChangeShapeType="1"/>
            </p:cNvSpPr>
            <p:nvPr/>
          </p:nvSpPr>
          <p:spPr bwMode="auto">
            <a:xfrm>
              <a:off x="1092" y="1448"/>
              <a:ext cx="0" cy="9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72" name="Line 22">
              <a:extLst>
                <a:ext uri="{FF2B5EF4-FFF2-40B4-BE49-F238E27FC236}">
                  <a16:creationId xmlns:a16="http://schemas.microsoft.com/office/drawing/2014/main" id="{31672D1E-AE5C-9DA0-3735-5513577930B3}"/>
                </a:ext>
              </a:extLst>
            </p:cNvPr>
            <p:cNvSpPr>
              <a:spLocks noChangeShapeType="1"/>
            </p:cNvSpPr>
            <p:nvPr/>
          </p:nvSpPr>
          <p:spPr bwMode="auto">
            <a:xfrm>
              <a:off x="1108" y="1821"/>
              <a:ext cx="176" cy="39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73" name="Text Box 23">
              <a:extLst>
                <a:ext uri="{FF2B5EF4-FFF2-40B4-BE49-F238E27FC236}">
                  <a16:creationId xmlns:a16="http://schemas.microsoft.com/office/drawing/2014/main" id="{E4BC97FF-D837-52F4-842D-E983A80FE3C0}"/>
                </a:ext>
              </a:extLst>
            </p:cNvPr>
            <p:cNvSpPr txBox="1">
              <a:spLocks noChangeArrowheads="1"/>
            </p:cNvSpPr>
            <p:nvPr/>
          </p:nvSpPr>
          <p:spPr bwMode="auto">
            <a:xfrm>
              <a:off x="2067" y="3382"/>
              <a:ext cx="596" cy="274"/>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9674" name="Text Box 24">
              <a:extLst>
                <a:ext uri="{FF2B5EF4-FFF2-40B4-BE49-F238E27FC236}">
                  <a16:creationId xmlns:a16="http://schemas.microsoft.com/office/drawing/2014/main" id="{89828453-597E-5E2A-FD0A-4AFCB46BAE38}"/>
                </a:ext>
              </a:extLst>
            </p:cNvPr>
            <p:cNvSpPr txBox="1">
              <a:spLocks noChangeArrowheads="1"/>
            </p:cNvSpPr>
            <p:nvPr/>
          </p:nvSpPr>
          <p:spPr bwMode="auto">
            <a:xfrm>
              <a:off x="2765" y="3382"/>
              <a:ext cx="596" cy="274"/>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9675" name="Text Box 25">
              <a:extLst>
                <a:ext uri="{FF2B5EF4-FFF2-40B4-BE49-F238E27FC236}">
                  <a16:creationId xmlns:a16="http://schemas.microsoft.com/office/drawing/2014/main" id="{3D71C3C4-69D9-7967-168B-2543B6882547}"/>
                </a:ext>
              </a:extLst>
            </p:cNvPr>
            <p:cNvSpPr txBox="1">
              <a:spLocks noChangeArrowheads="1"/>
            </p:cNvSpPr>
            <p:nvPr/>
          </p:nvSpPr>
          <p:spPr bwMode="auto">
            <a:xfrm>
              <a:off x="2614" y="1645"/>
              <a:ext cx="596" cy="27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39676" name="Freeform 26">
              <a:extLst>
                <a:ext uri="{FF2B5EF4-FFF2-40B4-BE49-F238E27FC236}">
                  <a16:creationId xmlns:a16="http://schemas.microsoft.com/office/drawing/2014/main" id="{42AD6103-4CD8-66F8-9B1C-C9AD87CC735A}"/>
                </a:ext>
              </a:extLst>
            </p:cNvPr>
            <p:cNvSpPr>
              <a:spLocks noChangeArrowheads="1"/>
            </p:cNvSpPr>
            <p:nvPr/>
          </p:nvSpPr>
          <p:spPr bwMode="auto">
            <a:xfrm>
              <a:off x="1006" y="3049"/>
              <a:ext cx="942" cy="560"/>
            </a:xfrm>
            <a:custGeom>
              <a:avLst/>
              <a:gdLst>
                <a:gd name="T0" fmla="*/ 1 w 1682"/>
                <a:gd name="T1" fmla="*/ 0 h 857"/>
                <a:gd name="T2" fmla="*/ 1 w 1682"/>
                <a:gd name="T3" fmla="*/ 1 h 857"/>
                <a:gd name="T4" fmla="*/ 1 w 1682"/>
                <a:gd name="T5" fmla="*/ 1 h 857"/>
                <a:gd name="T6" fmla="*/ 0 60000 65536"/>
                <a:gd name="T7" fmla="*/ 0 60000 65536"/>
                <a:gd name="T8" fmla="*/ 0 60000 65536"/>
                <a:gd name="T9" fmla="*/ 0 w 1682"/>
                <a:gd name="T10" fmla="*/ 0 h 857"/>
                <a:gd name="T11" fmla="*/ 1682 w 1682"/>
                <a:gd name="T12" fmla="*/ 857 h 857"/>
              </a:gdLst>
              <a:ahLst/>
              <a:cxnLst>
                <a:cxn ang="T6">
                  <a:pos x="T0" y="T1"/>
                </a:cxn>
                <a:cxn ang="T7">
                  <a:pos x="T2" y="T3"/>
                </a:cxn>
                <a:cxn ang="T8">
                  <a:pos x="T4" y="T5"/>
                </a:cxn>
              </a:cxnLst>
              <a:rect l="T9" t="T10" r="T11" b="T12"/>
              <a:pathLst>
                <a:path w="1682" h="857">
                  <a:moveTo>
                    <a:pt x="407" y="0"/>
                  </a:moveTo>
                  <a:cubicBezTo>
                    <a:pt x="203" y="291"/>
                    <a:pt x="0" y="583"/>
                    <a:pt x="212" y="720"/>
                  </a:cubicBezTo>
                  <a:cubicBezTo>
                    <a:pt x="424" y="857"/>
                    <a:pt x="1053" y="841"/>
                    <a:pt x="1682" y="82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9677" name="Line 27">
              <a:extLst>
                <a:ext uri="{FF2B5EF4-FFF2-40B4-BE49-F238E27FC236}">
                  <a16:creationId xmlns:a16="http://schemas.microsoft.com/office/drawing/2014/main" id="{629F0086-7944-BA81-BA49-B34E495C0AE0}"/>
                </a:ext>
              </a:extLst>
            </p:cNvPr>
            <p:cNvSpPr>
              <a:spLocks noChangeShapeType="1"/>
            </p:cNvSpPr>
            <p:nvPr/>
          </p:nvSpPr>
          <p:spPr bwMode="auto">
            <a:xfrm>
              <a:off x="1949" y="3589"/>
              <a:ext cx="117"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78" name="Freeform 28">
              <a:extLst>
                <a:ext uri="{FF2B5EF4-FFF2-40B4-BE49-F238E27FC236}">
                  <a16:creationId xmlns:a16="http://schemas.microsoft.com/office/drawing/2014/main" id="{2341BB20-FA75-A770-CAA0-618E579EC885}"/>
                </a:ext>
              </a:extLst>
            </p:cNvPr>
            <p:cNvSpPr>
              <a:spLocks noChangeArrowheads="1"/>
            </p:cNvSpPr>
            <p:nvPr/>
          </p:nvSpPr>
          <p:spPr bwMode="auto">
            <a:xfrm>
              <a:off x="3371" y="3108"/>
              <a:ext cx="1025" cy="440"/>
            </a:xfrm>
            <a:custGeom>
              <a:avLst/>
              <a:gdLst>
                <a:gd name="T0" fmla="*/ 0 w 2100"/>
                <a:gd name="T1" fmla="*/ 1 h 780"/>
                <a:gd name="T2" fmla="*/ 0 w 2100"/>
                <a:gd name="T3" fmla="*/ 0 h 780"/>
                <a:gd name="T4" fmla="*/ 0 60000 65536"/>
                <a:gd name="T5" fmla="*/ 0 60000 65536"/>
                <a:gd name="T6" fmla="*/ 0 w 2100"/>
                <a:gd name="T7" fmla="*/ 0 h 780"/>
                <a:gd name="T8" fmla="*/ 2100 w 2100"/>
                <a:gd name="T9" fmla="*/ 780 h 780"/>
              </a:gdLst>
              <a:ahLst/>
              <a:cxnLst>
                <a:cxn ang="T4">
                  <a:pos x="T0" y="T1"/>
                </a:cxn>
                <a:cxn ang="T5">
                  <a:pos x="T2" y="T3"/>
                </a:cxn>
              </a:cxnLst>
              <a:rect l="T6" t="T7" r="T8" b="T9"/>
              <a:pathLst>
                <a:path w="2100" h="780">
                  <a:moveTo>
                    <a:pt x="0" y="780"/>
                  </a:moveTo>
                  <a:cubicBezTo>
                    <a:pt x="0" y="780"/>
                    <a:pt x="1050" y="390"/>
                    <a:pt x="2100" y="0"/>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9679" name="Line 29">
              <a:extLst>
                <a:ext uri="{FF2B5EF4-FFF2-40B4-BE49-F238E27FC236}">
                  <a16:creationId xmlns:a16="http://schemas.microsoft.com/office/drawing/2014/main" id="{8DE7D3E9-949B-64F8-10BD-C8DDE05B0E41}"/>
                </a:ext>
              </a:extLst>
            </p:cNvPr>
            <p:cNvSpPr>
              <a:spLocks noChangeShapeType="1"/>
            </p:cNvSpPr>
            <p:nvPr/>
          </p:nvSpPr>
          <p:spPr bwMode="auto">
            <a:xfrm flipV="1">
              <a:off x="4372" y="3048"/>
              <a:ext cx="116" cy="79"/>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80" name="Freeform 30">
              <a:extLst>
                <a:ext uri="{FF2B5EF4-FFF2-40B4-BE49-F238E27FC236}">
                  <a16:creationId xmlns:a16="http://schemas.microsoft.com/office/drawing/2014/main" id="{E7BA1ECA-6AF0-FD55-0242-B90E22E8FCB9}"/>
                </a:ext>
              </a:extLst>
            </p:cNvPr>
            <p:cNvSpPr>
              <a:spLocks noChangeArrowheads="1"/>
            </p:cNvSpPr>
            <p:nvPr/>
          </p:nvSpPr>
          <p:spPr bwMode="auto">
            <a:xfrm>
              <a:off x="1383" y="1779"/>
              <a:ext cx="1121" cy="434"/>
            </a:xfrm>
            <a:custGeom>
              <a:avLst/>
              <a:gdLst>
                <a:gd name="T0" fmla="*/ 1 w 2000"/>
                <a:gd name="T1" fmla="*/ 1 h 665"/>
                <a:gd name="T2" fmla="*/ 1 w 2000"/>
                <a:gd name="T3" fmla="*/ 1 h 665"/>
                <a:gd name="T4" fmla="*/ 1 w 2000"/>
                <a:gd name="T5" fmla="*/ 1 h 665"/>
                <a:gd name="T6" fmla="*/ 0 60000 65536"/>
                <a:gd name="T7" fmla="*/ 0 60000 65536"/>
                <a:gd name="T8" fmla="*/ 0 60000 65536"/>
                <a:gd name="T9" fmla="*/ 0 w 2000"/>
                <a:gd name="T10" fmla="*/ 0 h 665"/>
                <a:gd name="T11" fmla="*/ 2000 w 2000"/>
                <a:gd name="T12" fmla="*/ 665 h 665"/>
              </a:gdLst>
              <a:ahLst/>
              <a:cxnLst>
                <a:cxn ang="T6">
                  <a:pos x="T0" y="T1"/>
                </a:cxn>
                <a:cxn ang="T7">
                  <a:pos x="T2" y="T3"/>
                </a:cxn>
                <a:cxn ang="T8">
                  <a:pos x="T4" y="T5"/>
                </a:cxn>
              </a:cxnLst>
              <a:rect l="T9" t="T10" r="T11" b="T12"/>
              <a:pathLst>
                <a:path w="2000" h="665">
                  <a:moveTo>
                    <a:pt x="80" y="665"/>
                  </a:moveTo>
                  <a:cubicBezTo>
                    <a:pt x="40" y="442"/>
                    <a:pt x="0" y="220"/>
                    <a:pt x="320" y="110"/>
                  </a:cubicBezTo>
                  <a:cubicBezTo>
                    <a:pt x="640" y="0"/>
                    <a:pt x="1320" y="2"/>
                    <a:pt x="2000" y="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9681" name="Line 31">
              <a:extLst>
                <a:ext uri="{FF2B5EF4-FFF2-40B4-BE49-F238E27FC236}">
                  <a16:creationId xmlns:a16="http://schemas.microsoft.com/office/drawing/2014/main" id="{F1A86B7B-296E-E61C-28EF-6F2E3D370348}"/>
                </a:ext>
              </a:extLst>
            </p:cNvPr>
            <p:cNvSpPr>
              <a:spLocks noChangeShapeType="1"/>
            </p:cNvSpPr>
            <p:nvPr/>
          </p:nvSpPr>
          <p:spPr bwMode="auto">
            <a:xfrm>
              <a:off x="2446" y="1782"/>
              <a:ext cx="167"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82" name="Text Box 32">
              <a:extLst>
                <a:ext uri="{FF2B5EF4-FFF2-40B4-BE49-F238E27FC236}">
                  <a16:creationId xmlns:a16="http://schemas.microsoft.com/office/drawing/2014/main" id="{858CFFD2-45EA-CE20-449F-F1CB72DBEEF1}"/>
                </a:ext>
              </a:extLst>
            </p:cNvPr>
            <p:cNvSpPr txBox="1">
              <a:spLocks noChangeArrowheads="1"/>
            </p:cNvSpPr>
            <p:nvPr/>
          </p:nvSpPr>
          <p:spPr bwMode="auto">
            <a:xfrm>
              <a:off x="4254" y="1173"/>
              <a:ext cx="596" cy="274"/>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39683" name="Text Box 33">
              <a:extLst>
                <a:ext uri="{FF2B5EF4-FFF2-40B4-BE49-F238E27FC236}">
                  <a16:creationId xmlns:a16="http://schemas.microsoft.com/office/drawing/2014/main" id="{DCFAF487-0A93-8440-7972-F7622EFB08EA}"/>
                </a:ext>
              </a:extLst>
            </p:cNvPr>
            <p:cNvSpPr txBox="1">
              <a:spLocks noChangeArrowheads="1"/>
            </p:cNvSpPr>
            <p:nvPr/>
          </p:nvSpPr>
          <p:spPr bwMode="auto">
            <a:xfrm>
              <a:off x="4262" y="1546"/>
              <a:ext cx="597" cy="274"/>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39684" name="Line 34">
              <a:extLst>
                <a:ext uri="{FF2B5EF4-FFF2-40B4-BE49-F238E27FC236}">
                  <a16:creationId xmlns:a16="http://schemas.microsoft.com/office/drawing/2014/main" id="{E9E24C9E-F096-A738-9914-D5C97C7B7462}"/>
                </a:ext>
              </a:extLst>
            </p:cNvPr>
            <p:cNvSpPr>
              <a:spLocks noChangeShapeType="1"/>
            </p:cNvSpPr>
            <p:nvPr/>
          </p:nvSpPr>
          <p:spPr bwMode="auto">
            <a:xfrm>
              <a:off x="4557" y="1085"/>
              <a:ext cx="0" cy="8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85" name="Line 35">
              <a:extLst>
                <a:ext uri="{FF2B5EF4-FFF2-40B4-BE49-F238E27FC236}">
                  <a16:creationId xmlns:a16="http://schemas.microsoft.com/office/drawing/2014/main" id="{E95FF19E-E31A-8619-6D6E-D6F0B712873A}"/>
                </a:ext>
              </a:extLst>
            </p:cNvPr>
            <p:cNvSpPr>
              <a:spLocks noChangeShapeType="1"/>
            </p:cNvSpPr>
            <p:nvPr/>
          </p:nvSpPr>
          <p:spPr bwMode="auto">
            <a:xfrm>
              <a:off x="4548" y="1448"/>
              <a:ext cx="0" cy="9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86" name="Line 36">
              <a:extLst>
                <a:ext uri="{FF2B5EF4-FFF2-40B4-BE49-F238E27FC236}">
                  <a16:creationId xmlns:a16="http://schemas.microsoft.com/office/drawing/2014/main" id="{F7A03B5D-887D-5824-F4CB-6D465B531388}"/>
                </a:ext>
              </a:extLst>
            </p:cNvPr>
            <p:cNvSpPr>
              <a:spLocks noChangeShapeType="1"/>
            </p:cNvSpPr>
            <p:nvPr/>
          </p:nvSpPr>
          <p:spPr bwMode="auto">
            <a:xfrm flipH="1" flipV="1">
              <a:off x="4589" y="1830"/>
              <a:ext cx="203" cy="364"/>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39687" name="Text Box 37">
              <a:extLst>
                <a:ext uri="{FF2B5EF4-FFF2-40B4-BE49-F238E27FC236}">
                  <a16:creationId xmlns:a16="http://schemas.microsoft.com/office/drawing/2014/main" id="{3BBF201F-D6AB-22CB-D153-43E613B34F3D}"/>
                </a:ext>
              </a:extLst>
            </p:cNvPr>
            <p:cNvSpPr txBox="1">
              <a:spLocks noChangeArrowheads="1"/>
            </p:cNvSpPr>
            <p:nvPr/>
          </p:nvSpPr>
          <p:spPr bwMode="auto">
            <a:xfrm>
              <a:off x="4254" y="800"/>
              <a:ext cx="596" cy="274"/>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39688" name="Freeform 38">
              <a:extLst>
                <a:ext uri="{FF2B5EF4-FFF2-40B4-BE49-F238E27FC236}">
                  <a16:creationId xmlns:a16="http://schemas.microsoft.com/office/drawing/2014/main" id="{8EC59542-FC41-EDC3-98BB-2108AC855ADE}"/>
                </a:ext>
              </a:extLst>
            </p:cNvPr>
            <p:cNvSpPr>
              <a:spLocks noChangeArrowheads="1"/>
            </p:cNvSpPr>
            <p:nvPr/>
          </p:nvSpPr>
          <p:spPr bwMode="auto">
            <a:xfrm>
              <a:off x="3211" y="1771"/>
              <a:ext cx="1210" cy="409"/>
            </a:xfrm>
            <a:custGeom>
              <a:avLst/>
              <a:gdLst>
                <a:gd name="T0" fmla="*/ 0 w 2160"/>
                <a:gd name="T1" fmla="*/ 1 h 627"/>
                <a:gd name="T2" fmla="*/ 1 w 2160"/>
                <a:gd name="T3" fmla="*/ 1 h 627"/>
                <a:gd name="T4" fmla="*/ 1 w 2160"/>
                <a:gd name="T5" fmla="*/ 1 h 627"/>
                <a:gd name="T6" fmla="*/ 0 60000 65536"/>
                <a:gd name="T7" fmla="*/ 0 60000 65536"/>
                <a:gd name="T8" fmla="*/ 0 60000 65536"/>
                <a:gd name="T9" fmla="*/ 0 w 2160"/>
                <a:gd name="T10" fmla="*/ 0 h 627"/>
                <a:gd name="T11" fmla="*/ 2160 w 2160"/>
                <a:gd name="T12" fmla="*/ 627 h 627"/>
              </a:gdLst>
              <a:ahLst/>
              <a:cxnLst>
                <a:cxn ang="T6">
                  <a:pos x="T0" y="T1"/>
                </a:cxn>
                <a:cxn ang="T7">
                  <a:pos x="T2" y="T3"/>
                </a:cxn>
                <a:cxn ang="T8">
                  <a:pos x="T4" y="T5"/>
                </a:cxn>
              </a:cxnLst>
              <a:rect l="T9" t="T10" r="T11" b="T12"/>
              <a:pathLst>
                <a:path w="2160" h="627">
                  <a:moveTo>
                    <a:pt x="0" y="12"/>
                  </a:moveTo>
                  <a:cubicBezTo>
                    <a:pt x="375" y="6"/>
                    <a:pt x="750" y="0"/>
                    <a:pt x="1110" y="102"/>
                  </a:cubicBezTo>
                  <a:cubicBezTo>
                    <a:pt x="1470" y="204"/>
                    <a:pt x="1815" y="415"/>
                    <a:pt x="2160" y="627"/>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39689" name="Line 39">
              <a:extLst>
                <a:ext uri="{FF2B5EF4-FFF2-40B4-BE49-F238E27FC236}">
                  <a16:creationId xmlns:a16="http://schemas.microsoft.com/office/drawing/2014/main" id="{766A2308-BAFD-CDAE-B0A6-C04C6F739BBB}"/>
                </a:ext>
              </a:extLst>
            </p:cNvPr>
            <p:cNvSpPr>
              <a:spLocks noChangeShapeType="1"/>
            </p:cNvSpPr>
            <p:nvPr/>
          </p:nvSpPr>
          <p:spPr bwMode="auto">
            <a:xfrm>
              <a:off x="4363" y="2152"/>
              <a:ext cx="75" cy="5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39653" name="Text Box 40">
            <a:extLst>
              <a:ext uri="{FF2B5EF4-FFF2-40B4-BE49-F238E27FC236}">
                <a16:creationId xmlns:a16="http://schemas.microsoft.com/office/drawing/2014/main" id="{4CA72A3E-4BCC-3397-82F5-19FB61CCD8E8}"/>
              </a:ext>
            </a:extLst>
          </p:cNvPr>
          <p:cNvSpPr txBox="1">
            <a:spLocks noChangeArrowheads="1"/>
          </p:cNvSpPr>
          <p:nvPr/>
        </p:nvSpPr>
        <p:spPr bwMode="auto">
          <a:xfrm>
            <a:off x="838200" y="304800"/>
            <a:ext cx="5791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Sequence Control</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Text Box 1">
            <a:extLst>
              <a:ext uri="{FF2B5EF4-FFF2-40B4-BE49-F238E27FC236}">
                <a16:creationId xmlns:a16="http://schemas.microsoft.com/office/drawing/2014/main" id="{C2E0037B-CC6D-E7A3-CC03-AC0F208F184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41699" name="Text Box 2">
            <a:extLst>
              <a:ext uri="{FF2B5EF4-FFF2-40B4-BE49-F238E27FC236}">
                <a16:creationId xmlns:a16="http://schemas.microsoft.com/office/drawing/2014/main" id="{9FAC444A-1DC7-BC32-3C68-8EB22CB7080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2B3320A-61F8-49ED-B493-4097924DFD20}" type="slidenum">
              <a:rPr lang="en-US" altLang="en-US" sz="1400">
                <a:solidFill>
                  <a:srgbClr val="000000"/>
                </a:solidFill>
              </a:rPr>
              <a:pPr algn="r" eaLnBrk="1" hangingPunct="1">
                <a:buClrTx/>
                <a:buSzPct val="60000"/>
                <a:buFontTx/>
                <a:buNone/>
              </a:pPr>
              <a:t>327</a:t>
            </a:fld>
            <a:endParaRPr lang="en-US" altLang="en-US" sz="1400">
              <a:solidFill>
                <a:srgbClr val="000000"/>
              </a:solidFill>
            </a:endParaRPr>
          </a:p>
        </p:txBody>
      </p:sp>
      <p:sp>
        <p:nvSpPr>
          <p:cNvPr id="541700" name="Rectangle 3">
            <a:extLst>
              <a:ext uri="{FF2B5EF4-FFF2-40B4-BE49-F238E27FC236}">
                <a16:creationId xmlns:a16="http://schemas.microsoft.com/office/drawing/2014/main" id="{53CF0303-CEF8-41E3-3710-A657D847751A}"/>
              </a:ext>
            </a:extLst>
          </p:cNvPr>
          <p:cNvSpPr>
            <a:spLocks noChangeArrowheads="1"/>
          </p:cNvSpPr>
          <p:nvPr/>
        </p:nvSpPr>
        <p:spPr bwMode="auto">
          <a:xfrm>
            <a:off x="762000" y="838200"/>
            <a:ext cx="8077200" cy="5410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41701" name="AutoShape 4">
            <a:extLst>
              <a:ext uri="{FF2B5EF4-FFF2-40B4-BE49-F238E27FC236}">
                <a16:creationId xmlns:a16="http://schemas.microsoft.com/office/drawing/2014/main" id="{0F2A4081-DC1C-8FB7-CA71-567F2DF9487B}"/>
              </a:ext>
            </a:extLst>
          </p:cNvPr>
          <p:cNvSpPr>
            <a:spLocks noChangeArrowheads="1"/>
          </p:cNvSpPr>
          <p:nvPr/>
        </p:nvSpPr>
        <p:spPr bwMode="auto">
          <a:xfrm>
            <a:off x="1519238" y="3805238"/>
            <a:ext cx="1082675" cy="1144587"/>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A</a:t>
            </a:r>
          </a:p>
        </p:txBody>
      </p:sp>
      <p:sp>
        <p:nvSpPr>
          <p:cNvPr id="541702" name="Text Box 5">
            <a:extLst>
              <a:ext uri="{FF2B5EF4-FFF2-40B4-BE49-F238E27FC236}">
                <a16:creationId xmlns:a16="http://schemas.microsoft.com/office/drawing/2014/main" id="{64721A60-4708-0DC3-70DD-0CEA0F488B96}"/>
              </a:ext>
            </a:extLst>
          </p:cNvPr>
          <p:cNvSpPr txBox="1">
            <a:spLocks noChangeArrowheads="1"/>
          </p:cNvSpPr>
          <p:nvPr/>
        </p:nvSpPr>
        <p:spPr bwMode="auto">
          <a:xfrm>
            <a:off x="3621088" y="3740150"/>
            <a:ext cx="763587" cy="32543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R1</a:t>
            </a:r>
          </a:p>
        </p:txBody>
      </p:sp>
      <p:sp>
        <p:nvSpPr>
          <p:cNvPr id="541703" name="AutoShape 6">
            <a:extLst>
              <a:ext uri="{FF2B5EF4-FFF2-40B4-BE49-F238E27FC236}">
                <a16:creationId xmlns:a16="http://schemas.microsoft.com/office/drawing/2014/main" id="{CFA64F5C-542D-5525-1C64-D7FC9A3023CE}"/>
              </a:ext>
            </a:extLst>
          </p:cNvPr>
          <p:cNvSpPr>
            <a:spLocks noChangeArrowheads="1"/>
          </p:cNvSpPr>
          <p:nvPr/>
        </p:nvSpPr>
        <p:spPr bwMode="auto">
          <a:xfrm>
            <a:off x="7164388" y="3790950"/>
            <a:ext cx="1084262" cy="1146175"/>
          </a:xfrm>
          <a:custGeom>
            <a:avLst/>
            <a:gdLst>
              <a:gd name="T0" fmla="*/ 2147483646 w 21600"/>
              <a:gd name="T1" fmla="*/ 0 h 21600"/>
              <a:gd name="T2" fmla="*/ 2147483646 w 21600"/>
              <a:gd name="T3" fmla="*/ 0 h 21600"/>
              <a:gd name="T4" fmla="*/ 2147483646 w 21600"/>
              <a:gd name="T5" fmla="*/ 0 h 21600"/>
              <a:gd name="T6" fmla="*/ 0 w 21600"/>
              <a:gd name="T7" fmla="*/ 2147483646 h 21600"/>
              <a:gd name="T8" fmla="*/ 0 w 21600"/>
              <a:gd name="T9" fmla="*/ 2147483646 h 21600"/>
              <a:gd name="T10" fmla="*/ 2147483646 w 21600"/>
              <a:gd name="T11" fmla="*/ 2147483646 h 21600"/>
              <a:gd name="T12" fmla="*/ 2147483646 w 21600"/>
              <a:gd name="T13" fmla="*/ 2147483646 h 21600"/>
              <a:gd name="T14" fmla="*/ 2147483646 w 21600"/>
              <a:gd name="T15" fmla="*/ 2147483646 h 21600"/>
              <a:gd name="T16" fmla="*/ 2147483646 w 21600"/>
              <a:gd name="T17" fmla="*/ 2147483646 h 21600"/>
              <a:gd name="T18" fmla="*/ 2147483646 w 21600"/>
              <a:gd name="T19" fmla="*/ 2147483646 h 21600"/>
              <a:gd name="T20" fmla="*/ 2147483646 w 21600"/>
              <a:gd name="T21" fmla="*/ 2147483646 h 21600"/>
              <a:gd name="T22" fmla="*/ 2147483646 w 21600"/>
              <a:gd name="T23" fmla="*/ 2147483646 h 21600"/>
              <a:gd name="T24" fmla="*/ 0 w 21600"/>
              <a:gd name="T25" fmla="*/ 2147483646 h 21600"/>
              <a:gd name="T26" fmla="*/ 2147483646 w 21600"/>
              <a:gd name="T27" fmla="*/ 2147483646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3 w 21600"/>
              <a:gd name="T43" fmla="*/ 2541 h 21600"/>
              <a:gd name="T44" fmla="*/ 16756 w 21600"/>
              <a:gd name="T45" fmla="*/ 1115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9999"/>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B</a:t>
            </a:r>
          </a:p>
        </p:txBody>
      </p:sp>
      <p:sp>
        <p:nvSpPr>
          <p:cNvPr id="541704" name="Text Box 7">
            <a:extLst>
              <a:ext uri="{FF2B5EF4-FFF2-40B4-BE49-F238E27FC236}">
                <a16:creationId xmlns:a16="http://schemas.microsoft.com/office/drawing/2014/main" id="{0E66EDC7-3B4B-7506-B28E-D00E369881A5}"/>
              </a:ext>
            </a:extLst>
          </p:cNvPr>
          <p:cNvSpPr txBox="1">
            <a:spLocks noChangeArrowheads="1"/>
          </p:cNvSpPr>
          <p:nvPr/>
        </p:nvSpPr>
        <p:spPr bwMode="auto">
          <a:xfrm>
            <a:off x="5602288" y="3740150"/>
            <a:ext cx="763587" cy="32543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R2</a:t>
            </a:r>
          </a:p>
        </p:txBody>
      </p:sp>
      <p:sp>
        <p:nvSpPr>
          <p:cNvPr id="541705" name="Line 8">
            <a:extLst>
              <a:ext uri="{FF2B5EF4-FFF2-40B4-BE49-F238E27FC236}">
                <a16:creationId xmlns:a16="http://schemas.microsoft.com/office/drawing/2014/main" id="{1F1EB8F8-E8D9-F6A2-C10C-56E900BE28CB}"/>
              </a:ext>
            </a:extLst>
          </p:cNvPr>
          <p:cNvSpPr>
            <a:spLocks noChangeShapeType="1"/>
          </p:cNvSpPr>
          <p:nvPr/>
        </p:nvSpPr>
        <p:spPr bwMode="auto">
          <a:xfrm>
            <a:off x="6380163" y="3916363"/>
            <a:ext cx="892175" cy="158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06" name="Line 9">
            <a:extLst>
              <a:ext uri="{FF2B5EF4-FFF2-40B4-BE49-F238E27FC236}">
                <a16:creationId xmlns:a16="http://schemas.microsoft.com/office/drawing/2014/main" id="{C3E408BC-8D8B-DBAC-636D-06F4D0DAA13E}"/>
              </a:ext>
            </a:extLst>
          </p:cNvPr>
          <p:cNvSpPr>
            <a:spLocks noChangeShapeType="1"/>
          </p:cNvSpPr>
          <p:nvPr/>
        </p:nvSpPr>
        <p:spPr bwMode="auto">
          <a:xfrm>
            <a:off x="4384675" y="3916363"/>
            <a:ext cx="1203325" cy="158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07" name="Line 10">
            <a:extLst>
              <a:ext uri="{FF2B5EF4-FFF2-40B4-BE49-F238E27FC236}">
                <a16:creationId xmlns:a16="http://schemas.microsoft.com/office/drawing/2014/main" id="{9383997C-0949-B175-DD23-8EC6003C90CB}"/>
              </a:ext>
            </a:extLst>
          </p:cNvPr>
          <p:cNvSpPr>
            <a:spLocks noChangeShapeType="1"/>
          </p:cNvSpPr>
          <p:nvPr/>
        </p:nvSpPr>
        <p:spPr bwMode="auto">
          <a:xfrm>
            <a:off x="2516188" y="3889375"/>
            <a:ext cx="1104900" cy="158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08" name="Text Box 11">
            <a:extLst>
              <a:ext uri="{FF2B5EF4-FFF2-40B4-BE49-F238E27FC236}">
                <a16:creationId xmlns:a16="http://schemas.microsoft.com/office/drawing/2014/main" id="{CFAC7A71-43F9-D9E1-20BB-8FFB293E70F2}"/>
              </a:ext>
            </a:extLst>
          </p:cNvPr>
          <p:cNvSpPr txBox="1">
            <a:spLocks noChangeArrowheads="1"/>
          </p:cNvSpPr>
          <p:nvPr/>
        </p:nvSpPr>
        <p:spPr bwMode="auto">
          <a:xfrm>
            <a:off x="3621088" y="4606925"/>
            <a:ext cx="763587" cy="32543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R3</a:t>
            </a:r>
          </a:p>
        </p:txBody>
      </p:sp>
      <p:sp>
        <p:nvSpPr>
          <p:cNvPr id="541709" name="Text Box 12">
            <a:extLst>
              <a:ext uri="{FF2B5EF4-FFF2-40B4-BE49-F238E27FC236}">
                <a16:creationId xmlns:a16="http://schemas.microsoft.com/office/drawing/2014/main" id="{6D0993CF-4E8C-6320-A235-7C2B60BE53C4}"/>
              </a:ext>
            </a:extLst>
          </p:cNvPr>
          <p:cNvSpPr txBox="1">
            <a:spLocks noChangeArrowheads="1"/>
          </p:cNvSpPr>
          <p:nvPr/>
        </p:nvSpPr>
        <p:spPr bwMode="auto">
          <a:xfrm>
            <a:off x="5602288" y="4606925"/>
            <a:ext cx="763587" cy="325438"/>
          </a:xfrm>
          <a:prstGeom prst="rect">
            <a:avLst/>
          </a:prstGeom>
          <a:solidFill>
            <a:srgbClr val="33CC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R4</a:t>
            </a:r>
          </a:p>
        </p:txBody>
      </p:sp>
      <p:sp>
        <p:nvSpPr>
          <p:cNvPr id="541710" name="Line 13">
            <a:extLst>
              <a:ext uri="{FF2B5EF4-FFF2-40B4-BE49-F238E27FC236}">
                <a16:creationId xmlns:a16="http://schemas.microsoft.com/office/drawing/2014/main" id="{34B15823-B478-9E1B-59BA-4259EB9101E0}"/>
              </a:ext>
            </a:extLst>
          </p:cNvPr>
          <p:cNvSpPr>
            <a:spLocks noChangeShapeType="1"/>
          </p:cNvSpPr>
          <p:nvPr/>
        </p:nvSpPr>
        <p:spPr bwMode="auto">
          <a:xfrm flipV="1">
            <a:off x="6380163" y="4768850"/>
            <a:ext cx="777875" cy="17463"/>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1" name="Line 14">
            <a:extLst>
              <a:ext uri="{FF2B5EF4-FFF2-40B4-BE49-F238E27FC236}">
                <a16:creationId xmlns:a16="http://schemas.microsoft.com/office/drawing/2014/main" id="{28BC71C0-A3B9-76A9-A93B-FA0B4DB4062B}"/>
              </a:ext>
            </a:extLst>
          </p:cNvPr>
          <p:cNvSpPr>
            <a:spLocks noChangeShapeType="1"/>
          </p:cNvSpPr>
          <p:nvPr/>
        </p:nvSpPr>
        <p:spPr bwMode="auto">
          <a:xfrm>
            <a:off x="4384675" y="4784725"/>
            <a:ext cx="1203325" cy="158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2" name="Line 15">
            <a:extLst>
              <a:ext uri="{FF2B5EF4-FFF2-40B4-BE49-F238E27FC236}">
                <a16:creationId xmlns:a16="http://schemas.microsoft.com/office/drawing/2014/main" id="{45CBE2B2-8883-0F08-1B3A-EDC97562630A}"/>
              </a:ext>
            </a:extLst>
          </p:cNvPr>
          <p:cNvSpPr>
            <a:spLocks noChangeShapeType="1"/>
          </p:cNvSpPr>
          <p:nvPr/>
        </p:nvSpPr>
        <p:spPr bwMode="auto">
          <a:xfrm>
            <a:off x="2601913" y="4756150"/>
            <a:ext cx="1019175" cy="158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3" name="Text Box 16">
            <a:extLst>
              <a:ext uri="{FF2B5EF4-FFF2-40B4-BE49-F238E27FC236}">
                <a16:creationId xmlns:a16="http://schemas.microsoft.com/office/drawing/2014/main" id="{74AE6CDA-AC77-E58F-7EC0-B1F85B6CC981}"/>
              </a:ext>
            </a:extLst>
          </p:cNvPr>
          <p:cNvSpPr txBox="1">
            <a:spLocks noChangeArrowheads="1"/>
          </p:cNvSpPr>
          <p:nvPr/>
        </p:nvSpPr>
        <p:spPr bwMode="auto">
          <a:xfrm>
            <a:off x="1243013" y="1851025"/>
            <a:ext cx="1004887" cy="379413"/>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41714" name="Text Box 17">
            <a:extLst>
              <a:ext uri="{FF2B5EF4-FFF2-40B4-BE49-F238E27FC236}">
                <a16:creationId xmlns:a16="http://schemas.microsoft.com/office/drawing/2014/main" id="{BFF2B744-FF5C-0483-35E8-12696EFC6F4A}"/>
              </a:ext>
            </a:extLst>
          </p:cNvPr>
          <p:cNvSpPr txBox="1">
            <a:spLocks noChangeArrowheads="1"/>
          </p:cNvSpPr>
          <p:nvPr/>
        </p:nvSpPr>
        <p:spPr bwMode="auto">
          <a:xfrm>
            <a:off x="1243013" y="2352675"/>
            <a:ext cx="1004887" cy="381000"/>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41715" name="Text Box 18">
            <a:extLst>
              <a:ext uri="{FF2B5EF4-FFF2-40B4-BE49-F238E27FC236}">
                <a16:creationId xmlns:a16="http://schemas.microsoft.com/office/drawing/2014/main" id="{11587384-7B1A-0891-3A27-22ED2D71C5AD}"/>
              </a:ext>
            </a:extLst>
          </p:cNvPr>
          <p:cNvSpPr txBox="1">
            <a:spLocks noChangeArrowheads="1"/>
          </p:cNvSpPr>
          <p:nvPr/>
        </p:nvSpPr>
        <p:spPr bwMode="auto">
          <a:xfrm>
            <a:off x="1243013" y="2881313"/>
            <a:ext cx="1004887" cy="381000"/>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41716" name="Line 19">
            <a:extLst>
              <a:ext uri="{FF2B5EF4-FFF2-40B4-BE49-F238E27FC236}">
                <a16:creationId xmlns:a16="http://schemas.microsoft.com/office/drawing/2014/main" id="{B8604AB5-6DBD-AA84-C400-6351D8EC5958}"/>
              </a:ext>
            </a:extLst>
          </p:cNvPr>
          <p:cNvSpPr>
            <a:spLocks noChangeShapeType="1"/>
          </p:cNvSpPr>
          <p:nvPr/>
        </p:nvSpPr>
        <p:spPr bwMode="auto">
          <a:xfrm>
            <a:off x="1724025" y="2230438"/>
            <a:ext cx="1588" cy="12223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7" name="Line 20">
            <a:extLst>
              <a:ext uri="{FF2B5EF4-FFF2-40B4-BE49-F238E27FC236}">
                <a16:creationId xmlns:a16="http://schemas.microsoft.com/office/drawing/2014/main" id="{A3EEB94C-BF91-8E10-DB6A-D14DD51A849E}"/>
              </a:ext>
            </a:extLst>
          </p:cNvPr>
          <p:cNvSpPr>
            <a:spLocks noChangeShapeType="1"/>
          </p:cNvSpPr>
          <p:nvPr/>
        </p:nvSpPr>
        <p:spPr bwMode="auto">
          <a:xfrm>
            <a:off x="1709738" y="2746375"/>
            <a:ext cx="1587" cy="13493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8" name="Line 21">
            <a:extLst>
              <a:ext uri="{FF2B5EF4-FFF2-40B4-BE49-F238E27FC236}">
                <a16:creationId xmlns:a16="http://schemas.microsoft.com/office/drawing/2014/main" id="{0EB5C285-3C20-2262-D09F-8A78D9135C78}"/>
              </a:ext>
            </a:extLst>
          </p:cNvPr>
          <p:cNvSpPr>
            <a:spLocks noChangeShapeType="1"/>
          </p:cNvSpPr>
          <p:nvPr/>
        </p:nvSpPr>
        <p:spPr bwMode="auto">
          <a:xfrm>
            <a:off x="1738313" y="3262313"/>
            <a:ext cx="296862" cy="541337"/>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19" name="Text Box 22">
            <a:extLst>
              <a:ext uri="{FF2B5EF4-FFF2-40B4-BE49-F238E27FC236}">
                <a16:creationId xmlns:a16="http://schemas.microsoft.com/office/drawing/2014/main" id="{183417E6-8068-AD55-CB8A-6BD5CDC78649}"/>
              </a:ext>
            </a:extLst>
          </p:cNvPr>
          <p:cNvSpPr txBox="1">
            <a:spLocks noChangeArrowheads="1"/>
          </p:cNvSpPr>
          <p:nvPr/>
        </p:nvSpPr>
        <p:spPr bwMode="auto">
          <a:xfrm>
            <a:off x="3351213" y="5418138"/>
            <a:ext cx="1004887" cy="379412"/>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41720" name="Text Box 23">
            <a:extLst>
              <a:ext uri="{FF2B5EF4-FFF2-40B4-BE49-F238E27FC236}">
                <a16:creationId xmlns:a16="http://schemas.microsoft.com/office/drawing/2014/main" id="{F5414FBD-9086-AAA6-7BEB-819B81F53EAF}"/>
              </a:ext>
            </a:extLst>
          </p:cNvPr>
          <p:cNvSpPr txBox="1">
            <a:spLocks noChangeArrowheads="1"/>
          </p:cNvSpPr>
          <p:nvPr/>
        </p:nvSpPr>
        <p:spPr bwMode="auto">
          <a:xfrm>
            <a:off x="4648200" y="5410200"/>
            <a:ext cx="1004888" cy="379413"/>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41721" name="Text Box 24">
            <a:extLst>
              <a:ext uri="{FF2B5EF4-FFF2-40B4-BE49-F238E27FC236}">
                <a16:creationId xmlns:a16="http://schemas.microsoft.com/office/drawing/2014/main" id="{249889A2-24BF-851B-F19C-6397D620FDEE}"/>
              </a:ext>
            </a:extLst>
          </p:cNvPr>
          <p:cNvSpPr txBox="1">
            <a:spLocks noChangeArrowheads="1"/>
          </p:cNvSpPr>
          <p:nvPr/>
        </p:nvSpPr>
        <p:spPr bwMode="auto">
          <a:xfrm>
            <a:off x="4724400" y="2971800"/>
            <a:ext cx="1004888" cy="379413"/>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41722" name="Freeform 25">
            <a:extLst>
              <a:ext uri="{FF2B5EF4-FFF2-40B4-BE49-F238E27FC236}">
                <a16:creationId xmlns:a16="http://schemas.microsoft.com/office/drawing/2014/main" id="{AF9A15FD-47AB-EC9B-28E4-B3B9270E09B7}"/>
              </a:ext>
            </a:extLst>
          </p:cNvPr>
          <p:cNvSpPr>
            <a:spLocks noChangeArrowheads="1"/>
          </p:cNvSpPr>
          <p:nvPr/>
        </p:nvSpPr>
        <p:spPr bwMode="auto">
          <a:xfrm>
            <a:off x="1566863" y="4956175"/>
            <a:ext cx="1587500" cy="774700"/>
          </a:xfrm>
          <a:custGeom>
            <a:avLst/>
            <a:gdLst>
              <a:gd name="T0" fmla="*/ 2147483646 w 1682"/>
              <a:gd name="T1" fmla="*/ 0 h 857"/>
              <a:gd name="T2" fmla="*/ 2147483646 w 1682"/>
              <a:gd name="T3" fmla="*/ 2147483646 h 857"/>
              <a:gd name="T4" fmla="*/ 2147483646 w 1682"/>
              <a:gd name="T5" fmla="*/ 2147483646 h 857"/>
              <a:gd name="T6" fmla="*/ 0 60000 65536"/>
              <a:gd name="T7" fmla="*/ 0 60000 65536"/>
              <a:gd name="T8" fmla="*/ 0 60000 65536"/>
              <a:gd name="T9" fmla="*/ 0 w 1682"/>
              <a:gd name="T10" fmla="*/ 0 h 857"/>
              <a:gd name="T11" fmla="*/ 1682 w 1682"/>
              <a:gd name="T12" fmla="*/ 857 h 857"/>
            </a:gdLst>
            <a:ahLst/>
            <a:cxnLst>
              <a:cxn ang="T6">
                <a:pos x="T0" y="T1"/>
              </a:cxn>
              <a:cxn ang="T7">
                <a:pos x="T2" y="T3"/>
              </a:cxn>
              <a:cxn ang="T8">
                <a:pos x="T4" y="T5"/>
              </a:cxn>
            </a:cxnLst>
            <a:rect l="T9" t="T10" r="T11" b="T12"/>
            <a:pathLst>
              <a:path w="1682" h="857">
                <a:moveTo>
                  <a:pt x="407" y="0"/>
                </a:moveTo>
                <a:cubicBezTo>
                  <a:pt x="203" y="291"/>
                  <a:pt x="0" y="583"/>
                  <a:pt x="212" y="720"/>
                </a:cubicBezTo>
                <a:cubicBezTo>
                  <a:pt x="424" y="857"/>
                  <a:pt x="1053" y="841"/>
                  <a:pt x="1682" y="82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41723" name="Line 26">
            <a:extLst>
              <a:ext uri="{FF2B5EF4-FFF2-40B4-BE49-F238E27FC236}">
                <a16:creationId xmlns:a16="http://schemas.microsoft.com/office/drawing/2014/main" id="{4C81C0E3-99FD-1408-8E19-267594709917}"/>
              </a:ext>
            </a:extLst>
          </p:cNvPr>
          <p:cNvSpPr>
            <a:spLocks noChangeShapeType="1"/>
          </p:cNvSpPr>
          <p:nvPr/>
        </p:nvSpPr>
        <p:spPr bwMode="auto">
          <a:xfrm>
            <a:off x="3154363" y="5702300"/>
            <a:ext cx="19685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24" name="Freeform 27">
            <a:extLst>
              <a:ext uri="{FF2B5EF4-FFF2-40B4-BE49-F238E27FC236}">
                <a16:creationId xmlns:a16="http://schemas.microsoft.com/office/drawing/2014/main" id="{8783AD9F-F981-BBAC-F99A-B0D8EEF9B05E}"/>
              </a:ext>
            </a:extLst>
          </p:cNvPr>
          <p:cNvSpPr>
            <a:spLocks noChangeArrowheads="1"/>
          </p:cNvSpPr>
          <p:nvPr/>
        </p:nvSpPr>
        <p:spPr bwMode="auto">
          <a:xfrm>
            <a:off x="5638800" y="5038725"/>
            <a:ext cx="1633538" cy="523875"/>
          </a:xfrm>
          <a:custGeom>
            <a:avLst/>
            <a:gdLst>
              <a:gd name="T0" fmla="*/ 0 w 2100"/>
              <a:gd name="T1" fmla="*/ 2147483646 h 780"/>
              <a:gd name="T2" fmla="*/ 2147483646 w 2100"/>
              <a:gd name="T3" fmla="*/ 0 h 780"/>
              <a:gd name="T4" fmla="*/ 0 60000 65536"/>
              <a:gd name="T5" fmla="*/ 0 60000 65536"/>
              <a:gd name="T6" fmla="*/ 0 w 2100"/>
              <a:gd name="T7" fmla="*/ 0 h 780"/>
              <a:gd name="T8" fmla="*/ 2100 w 2100"/>
              <a:gd name="T9" fmla="*/ 780 h 780"/>
            </a:gdLst>
            <a:ahLst/>
            <a:cxnLst>
              <a:cxn ang="T4">
                <a:pos x="T0" y="T1"/>
              </a:cxn>
              <a:cxn ang="T5">
                <a:pos x="T2" y="T3"/>
              </a:cxn>
            </a:cxnLst>
            <a:rect l="T6" t="T7" r="T8" b="T9"/>
            <a:pathLst>
              <a:path w="2100" h="780">
                <a:moveTo>
                  <a:pt x="0" y="780"/>
                </a:moveTo>
                <a:cubicBezTo>
                  <a:pt x="0" y="780"/>
                  <a:pt x="1050" y="390"/>
                  <a:pt x="2100" y="0"/>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41725" name="Line 28">
            <a:extLst>
              <a:ext uri="{FF2B5EF4-FFF2-40B4-BE49-F238E27FC236}">
                <a16:creationId xmlns:a16="http://schemas.microsoft.com/office/drawing/2014/main" id="{E8FC4A02-2B7F-9DE5-E865-2ED3D9D63293}"/>
              </a:ext>
            </a:extLst>
          </p:cNvPr>
          <p:cNvSpPr>
            <a:spLocks noChangeShapeType="1"/>
          </p:cNvSpPr>
          <p:nvPr/>
        </p:nvSpPr>
        <p:spPr bwMode="auto">
          <a:xfrm flipV="1">
            <a:off x="7229475" y="4954588"/>
            <a:ext cx="198438" cy="112712"/>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26" name="Freeform 29">
            <a:extLst>
              <a:ext uri="{FF2B5EF4-FFF2-40B4-BE49-F238E27FC236}">
                <a16:creationId xmlns:a16="http://schemas.microsoft.com/office/drawing/2014/main" id="{99C31FE7-4910-0067-F7DD-50FF199BD175}"/>
              </a:ext>
            </a:extLst>
          </p:cNvPr>
          <p:cNvSpPr>
            <a:spLocks noChangeArrowheads="1"/>
          </p:cNvSpPr>
          <p:nvPr/>
        </p:nvSpPr>
        <p:spPr bwMode="auto">
          <a:xfrm>
            <a:off x="2200275" y="3200400"/>
            <a:ext cx="1381125" cy="603250"/>
          </a:xfrm>
          <a:custGeom>
            <a:avLst/>
            <a:gdLst>
              <a:gd name="T0" fmla="*/ 2147483646 w 2000"/>
              <a:gd name="T1" fmla="*/ 2147483646 h 665"/>
              <a:gd name="T2" fmla="*/ 2147483646 w 2000"/>
              <a:gd name="T3" fmla="*/ 2147483646 h 665"/>
              <a:gd name="T4" fmla="*/ 2147483646 w 2000"/>
              <a:gd name="T5" fmla="*/ 2147483646 h 665"/>
              <a:gd name="T6" fmla="*/ 0 60000 65536"/>
              <a:gd name="T7" fmla="*/ 0 60000 65536"/>
              <a:gd name="T8" fmla="*/ 0 60000 65536"/>
              <a:gd name="T9" fmla="*/ 0 w 2000"/>
              <a:gd name="T10" fmla="*/ 0 h 665"/>
              <a:gd name="T11" fmla="*/ 2000 w 2000"/>
              <a:gd name="T12" fmla="*/ 665 h 665"/>
            </a:gdLst>
            <a:ahLst/>
            <a:cxnLst>
              <a:cxn ang="T6">
                <a:pos x="T0" y="T1"/>
              </a:cxn>
              <a:cxn ang="T7">
                <a:pos x="T2" y="T3"/>
              </a:cxn>
              <a:cxn ang="T8">
                <a:pos x="T4" y="T5"/>
              </a:cxn>
            </a:cxnLst>
            <a:rect l="T9" t="T10" r="T11" b="T12"/>
            <a:pathLst>
              <a:path w="2000" h="665">
                <a:moveTo>
                  <a:pt x="80" y="665"/>
                </a:moveTo>
                <a:cubicBezTo>
                  <a:pt x="40" y="442"/>
                  <a:pt x="0" y="220"/>
                  <a:pt x="320" y="110"/>
                </a:cubicBezTo>
                <a:cubicBezTo>
                  <a:pt x="640" y="0"/>
                  <a:pt x="1320" y="2"/>
                  <a:pt x="2000" y="5"/>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41727" name="Line 30">
            <a:extLst>
              <a:ext uri="{FF2B5EF4-FFF2-40B4-BE49-F238E27FC236}">
                <a16:creationId xmlns:a16="http://schemas.microsoft.com/office/drawing/2014/main" id="{E94C5F26-B5EC-BE31-351F-4E29DE67E417}"/>
              </a:ext>
            </a:extLst>
          </p:cNvPr>
          <p:cNvSpPr>
            <a:spLocks noChangeShapeType="1"/>
          </p:cNvSpPr>
          <p:nvPr/>
        </p:nvSpPr>
        <p:spPr bwMode="auto">
          <a:xfrm>
            <a:off x="4495800" y="3200400"/>
            <a:ext cx="2286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28" name="Text Box 31">
            <a:extLst>
              <a:ext uri="{FF2B5EF4-FFF2-40B4-BE49-F238E27FC236}">
                <a16:creationId xmlns:a16="http://schemas.microsoft.com/office/drawing/2014/main" id="{4A344231-2896-E626-850B-F99ABEEB8FA7}"/>
              </a:ext>
            </a:extLst>
          </p:cNvPr>
          <p:cNvSpPr txBox="1">
            <a:spLocks noChangeArrowheads="1"/>
          </p:cNvSpPr>
          <p:nvPr/>
        </p:nvSpPr>
        <p:spPr bwMode="auto">
          <a:xfrm>
            <a:off x="7031038" y="1851025"/>
            <a:ext cx="1004887" cy="379413"/>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41729" name="Text Box 32">
            <a:extLst>
              <a:ext uri="{FF2B5EF4-FFF2-40B4-BE49-F238E27FC236}">
                <a16:creationId xmlns:a16="http://schemas.microsoft.com/office/drawing/2014/main" id="{5A5A0725-B0FC-96DC-DE89-D052F64C3F12}"/>
              </a:ext>
            </a:extLst>
          </p:cNvPr>
          <p:cNvSpPr txBox="1">
            <a:spLocks noChangeArrowheads="1"/>
          </p:cNvSpPr>
          <p:nvPr/>
        </p:nvSpPr>
        <p:spPr bwMode="auto">
          <a:xfrm>
            <a:off x="7045325" y="2881313"/>
            <a:ext cx="1004888" cy="381000"/>
          </a:xfrm>
          <a:prstGeom prst="rect">
            <a:avLst/>
          </a:prstGeom>
          <a:noFill/>
          <a:ln w="9360" cap="sq">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1</a:t>
            </a:r>
          </a:p>
        </p:txBody>
      </p:sp>
      <p:sp>
        <p:nvSpPr>
          <p:cNvPr id="541730" name="Line 33">
            <a:extLst>
              <a:ext uri="{FF2B5EF4-FFF2-40B4-BE49-F238E27FC236}">
                <a16:creationId xmlns:a16="http://schemas.microsoft.com/office/drawing/2014/main" id="{DD11D2C6-D03E-24DD-67DB-19F579446F52}"/>
              </a:ext>
            </a:extLst>
          </p:cNvPr>
          <p:cNvSpPr>
            <a:spLocks noChangeShapeType="1"/>
          </p:cNvSpPr>
          <p:nvPr/>
        </p:nvSpPr>
        <p:spPr bwMode="auto">
          <a:xfrm>
            <a:off x="7540625" y="2217738"/>
            <a:ext cx="1588" cy="13493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31" name="Line 34">
            <a:extLst>
              <a:ext uri="{FF2B5EF4-FFF2-40B4-BE49-F238E27FC236}">
                <a16:creationId xmlns:a16="http://schemas.microsoft.com/office/drawing/2014/main" id="{E9F39AAD-3771-F296-C386-809BF06A5BA2}"/>
              </a:ext>
            </a:extLst>
          </p:cNvPr>
          <p:cNvSpPr>
            <a:spLocks noChangeShapeType="1"/>
          </p:cNvSpPr>
          <p:nvPr/>
        </p:nvSpPr>
        <p:spPr bwMode="auto">
          <a:xfrm>
            <a:off x="7526338" y="2746375"/>
            <a:ext cx="1587" cy="134938"/>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32" name="Line 35">
            <a:extLst>
              <a:ext uri="{FF2B5EF4-FFF2-40B4-BE49-F238E27FC236}">
                <a16:creationId xmlns:a16="http://schemas.microsoft.com/office/drawing/2014/main" id="{F1DC27F7-7A84-A072-B179-943A0E7F53FE}"/>
              </a:ext>
            </a:extLst>
          </p:cNvPr>
          <p:cNvSpPr>
            <a:spLocks noChangeShapeType="1"/>
          </p:cNvSpPr>
          <p:nvPr/>
        </p:nvSpPr>
        <p:spPr bwMode="auto">
          <a:xfrm flipH="1" flipV="1">
            <a:off x="7596188" y="3273425"/>
            <a:ext cx="342900" cy="504825"/>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33" name="Text Box 36">
            <a:extLst>
              <a:ext uri="{FF2B5EF4-FFF2-40B4-BE49-F238E27FC236}">
                <a16:creationId xmlns:a16="http://schemas.microsoft.com/office/drawing/2014/main" id="{4CA069DC-9643-B479-E7F2-9B876C5361AE}"/>
              </a:ext>
            </a:extLst>
          </p:cNvPr>
          <p:cNvSpPr txBox="1">
            <a:spLocks noChangeArrowheads="1"/>
          </p:cNvSpPr>
          <p:nvPr/>
        </p:nvSpPr>
        <p:spPr bwMode="auto">
          <a:xfrm>
            <a:off x="7031038" y="2352675"/>
            <a:ext cx="1004887" cy="381000"/>
          </a:xfrm>
          <a:prstGeom prst="rect">
            <a:avLst/>
          </a:prstGeom>
          <a:solidFill>
            <a:srgbClr val="C0C0C0">
              <a:alpha val="50195"/>
            </a:srgbClr>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2</a:t>
            </a:r>
          </a:p>
        </p:txBody>
      </p:sp>
      <p:sp>
        <p:nvSpPr>
          <p:cNvPr id="541734" name="Freeform 37">
            <a:extLst>
              <a:ext uri="{FF2B5EF4-FFF2-40B4-BE49-F238E27FC236}">
                <a16:creationId xmlns:a16="http://schemas.microsoft.com/office/drawing/2014/main" id="{50A17572-E542-198D-8845-6CDAF052E488}"/>
              </a:ext>
            </a:extLst>
          </p:cNvPr>
          <p:cNvSpPr>
            <a:spLocks noChangeArrowheads="1"/>
          </p:cNvSpPr>
          <p:nvPr/>
        </p:nvSpPr>
        <p:spPr bwMode="auto">
          <a:xfrm>
            <a:off x="5715000" y="3200400"/>
            <a:ext cx="1598613" cy="558800"/>
          </a:xfrm>
          <a:custGeom>
            <a:avLst/>
            <a:gdLst>
              <a:gd name="T0" fmla="*/ 0 w 2160"/>
              <a:gd name="T1" fmla="*/ 2147483646 h 627"/>
              <a:gd name="T2" fmla="*/ 2147483646 w 2160"/>
              <a:gd name="T3" fmla="*/ 2147483646 h 627"/>
              <a:gd name="T4" fmla="*/ 2147483646 w 2160"/>
              <a:gd name="T5" fmla="*/ 2147483646 h 627"/>
              <a:gd name="T6" fmla="*/ 0 60000 65536"/>
              <a:gd name="T7" fmla="*/ 0 60000 65536"/>
              <a:gd name="T8" fmla="*/ 0 60000 65536"/>
              <a:gd name="T9" fmla="*/ 0 w 2160"/>
              <a:gd name="T10" fmla="*/ 0 h 627"/>
              <a:gd name="T11" fmla="*/ 2160 w 2160"/>
              <a:gd name="T12" fmla="*/ 627 h 627"/>
            </a:gdLst>
            <a:ahLst/>
            <a:cxnLst>
              <a:cxn ang="T6">
                <a:pos x="T0" y="T1"/>
              </a:cxn>
              <a:cxn ang="T7">
                <a:pos x="T2" y="T3"/>
              </a:cxn>
              <a:cxn ang="T8">
                <a:pos x="T4" y="T5"/>
              </a:cxn>
            </a:cxnLst>
            <a:rect l="T9" t="T10" r="T11" b="T12"/>
            <a:pathLst>
              <a:path w="2160" h="627">
                <a:moveTo>
                  <a:pt x="0" y="12"/>
                </a:moveTo>
                <a:cubicBezTo>
                  <a:pt x="375" y="6"/>
                  <a:pt x="750" y="0"/>
                  <a:pt x="1110" y="102"/>
                </a:cubicBezTo>
                <a:cubicBezTo>
                  <a:pt x="1470" y="204"/>
                  <a:pt x="1815" y="415"/>
                  <a:pt x="2160" y="627"/>
                </a:cubicBezTo>
              </a:path>
            </a:pathLst>
          </a:custGeom>
          <a:noFill/>
          <a:ln w="9360" cap="sq">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IN"/>
          </a:p>
        </p:txBody>
      </p:sp>
      <p:sp>
        <p:nvSpPr>
          <p:cNvPr id="541735" name="Line 38">
            <a:extLst>
              <a:ext uri="{FF2B5EF4-FFF2-40B4-BE49-F238E27FC236}">
                <a16:creationId xmlns:a16="http://schemas.microsoft.com/office/drawing/2014/main" id="{C76F33DB-9914-312C-E526-71A733C90358}"/>
              </a:ext>
            </a:extLst>
          </p:cNvPr>
          <p:cNvSpPr>
            <a:spLocks noChangeShapeType="1"/>
          </p:cNvSpPr>
          <p:nvPr/>
        </p:nvSpPr>
        <p:spPr bwMode="auto">
          <a:xfrm>
            <a:off x="7215188" y="3717925"/>
            <a:ext cx="127000" cy="80963"/>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36" name="Text Box 39">
            <a:extLst>
              <a:ext uri="{FF2B5EF4-FFF2-40B4-BE49-F238E27FC236}">
                <a16:creationId xmlns:a16="http://schemas.microsoft.com/office/drawing/2014/main" id="{9DCA7A1B-5EDE-197C-2674-3001A669C8AC}"/>
              </a:ext>
            </a:extLst>
          </p:cNvPr>
          <p:cNvSpPr txBox="1">
            <a:spLocks noChangeArrowheads="1"/>
          </p:cNvSpPr>
          <p:nvPr/>
        </p:nvSpPr>
        <p:spPr bwMode="auto">
          <a:xfrm>
            <a:off x="7031038" y="1336675"/>
            <a:ext cx="1004887" cy="379413"/>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
        <p:nvSpPr>
          <p:cNvPr id="541737" name="Line 40">
            <a:extLst>
              <a:ext uri="{FF2B5EF4-FFF2-40B4-BE49-F238E27FC236}">
                <a16:creationId xmlns:a16="http://schemas.microsoft.com/office/drawing/2014/main" id="{81BA34C5-3157-CE73-BD1C-A7D5A1030543}"/>
              </a:ext>
            </a:extLst>
          </p:cNvPr>
          <p:cNvSpPr>
            <a:spLocks noChangeShapeType="1"/>
          </p:cNvSpPr>
          <p:nvPr/>
        </p:nvSpPr>
        <p:spPr bwMode="auto">
          <a:xfrm>
            <a:off x="7540625" y="1716088"/>
            <a:ext cx="1588" cy="134937"/>
          </a:xfrm>
          <a:prstGeom prst="line">
            <a:avLst/>
          </a:prstGeom>
          <a:noFill/>
          <a:ln w="1908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38" name="Text Box 41">
            <a:extLst>
              <a:ext uri="{FF2B5EF4-FFF2-40B4-BE49-F238E27FC236}">
                <a16:creationId xmlns:a16="http://schemas.microsoft.com/office/drawing/2014/main" id="{EDE88969-7426-81DD-5B99-D6FAAB8197E9}"/>
              </a:ext>
            </a:extLst>
          </p:cNvPr>
          <p:cNvSpPr txBox="1">
            <a:spLocks noChangeArrowheads="1"/>
          </p:cNvSpPr>
          <p:nvPr/>
        </p:nvSpPr>
        <p:spPr bwMode="auto">
          <a:xfrm>
            <a:off x="533400" y="304800"/>
            <a:ext cx="6934200"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eaLnBrk="1" hangingPunct="1">
              <a:spcBef>
                <a:spcPts val="1750"/>
              </a:spcBef>
              <a:buClrTx/>
              <a:buSzPct val="60000"/>
              <a:buFontTx/>
              <a:buNone/>
            </a:pPr>
            <a:r>
              <a:rPr lang="en-US" altLang="en-US" sz="2800" b="1" i="1">
                <a:solidFill>
                  <a:srgbClr val="000000"/>
                </a:solidFill>
                <a:latin typeface="Times New Roman" panose="02020603050405020304" pitchFamily="18" charset="0"/>
                <a:cs typeface="Times New Roman" panose="02020603050405020304" pitchFamily="18" charset="0"/>
              </a:rPr>
              <a:t>Duplication Control</a:t>
            </a:r>
          </a:p>
        </p:txBody>
      </p:sp>
      <p:sp>
        <p:nvSpPr>
          <p:cNvPr id="541739" name="Line 42">
            <a:extLst>
              <a:ext uri="{FF2B5EF4-FFF2-40B4-BE49-F238E27FC236}">
                <a16:creationId xmlns:a16="http://schemas.microsoft.com/office/drawing/2014/main" id="{398A496A-D777-32C1-13EB-806124881C85}"/>
              </a:ext>
            </a:extLst>
          </p:cNvPr>
          <p:cNvSpPr>
            <a:spLocks noChangeShapeType="1"/>
          </p:cNvSpPr>
          <p:nvPr/>
        </p:nvSpPr>
        <p:spPr bwMode="auto">
          <a:xfrm>
            <a:off x="4343400" y="5638800"/>
            <a:ext cx="304800"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40" name="Text Box 43">
            <a:extLst>
              <a:ext uri="{FF2B5EF4-FFF2-40B4-BE49-F238E27FC236}">
                <a16:creationId xmlns:a16="http://schemas.microsoft.com/office/drawing/2014/main" id="{F059A352-3E11-C2E7-F05C-99F81C51531A}"/>
              </a:ext>
            </a:extLst>
          </p:cNvPr>
          <p:cNvSpPr txBox="1">
            <a:spLocks noChangeArrowheads="1"/>
          </p:cNvSpPr>
          <p:nvPr/>
        </p:nvSpPr>
        <p:spPr bwMode="auto">
          <a:xfrm>
            <a:off x="8001000" y="990600"/>
            <a:ext cx="852488" cy="46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90000" tIns="46800" rIns="90000" bIns="46800">
            <a:spAutoFit/>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SzPct val="60000"/>
              <a:buFontTx/>
              <a:buNone/>
            </a:pPr>
            <a:r>
              <a:rPr lang="en-US" altLang="en-US" sz="1400" b="1">
                <a:solidFill>
                  <a:srgbClr val="000000"/>
                </a:solidFill>
                <a:latin typeface="Times New Roman" panose="02020603050405020304" pitchFamily="18" charset="0"/>
              </a:rPr>
              <a:t>Discard</a:t>
            </a:r>
            <a:r>
              <a:rPr lang="en-US" altLang="en-US" sz="2400">
                <a:solidFill>
                  <a:srgbClr val="000000"/>
                </a:solidFill>
                <a:latin typeface="Times New Roman" panose="02020603050405020304" pitchFamily="18" charset="0"/>
              </a:rPr>
              <a:t> </a:t>
            </a:r>
          </a:p>
        </p:txBody>
      </p:sp>
      <p:sp>
        <p:nvSpPr>
          <p:cNvPr id="541741" name="Line 44">
            <a:extLst>
              <a:ext uri="{FF2B5EF4-FFF2-40B4-BE49-F238E27FC236}">
                <a16:creationId xmlns:a16="http://schemas.microsoft.com/office/drawing/2014/main" id="{CCC482F7-98BC-0E80-00B9-E670DA9F2703}"/>
              </a:ext>
            </a:extLst>
          </p:cNvPr>
          <p:cNvSpPr>
            <a:spLocks noChangeShapeType="1"/>
          </p:cNvSpPr>
          <p:nvPr/>
        </p:nvSpPr>
        <p:spPr bwMode="auto">
          <a:xfrm flipH="1">
            <a:off x="7999413" y="1600200"/>
            <a:ext cx="307975" cy="158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42" name="Line 45">
            <a:extLst>
              <a:ext uri="{FF2B5EF4-FFF2-40B4-BE49-F238E27FC236}">
                <a16:creationId xmlns:a16="http://schemas.microsoft.com/office/drawing/2014/main" id="{16A974F9-E625-2950-01D8-579A8BF2774A}"/>
              </a:ext>
            </a:extLst>
          </p:cNvPr>
          <p:cNvSpPr>
            <a:spLocks noChangeShapeType="1"/>
          </p:cNvSpPr>
          <p:nvPr/>
        </p:nvSpPr>
        <p:spPr bwMode="auto">
          <a:xfrm>
            <a:off x="8305800" y="1447800"/>
            <a:ext cx="1588" cy="15240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41743" name="Text Box 46">
            <a:extLst>
              <a:ext uri="{FF2B5EF4-FFF2-40B4-BE49-F238E27FC236}">
                <a16:creationId xmlns:a16="http://schemas.microsoft.com/office/drawing/2014/main" id="{36C599B0-81BA-4292-9D68-FCF5C18E55E7}"/>
              </a:ext>
            </a:extLst>
          </p:cNvPr>
          <p:cNvSpPr txBox="1">
            <a:spLocks noChangeArrowheads="1"/>
          </p:cNvSpPr>
          <p:nvPr/>
        </p:nvSpPr>
        <p:spPr bwMode="auto">
          <a:xfrm>
            <a:off x="3505200" y="2971800"/>
            <a:ext cx="1004888" cy="379413"/>
          </a:xfrm>
          <a:prstGeom prst="rect">
            <a:avLst/>
          </a:prstGeom>
          <a:solidFill>
            <a:srgbClr val="969696"/>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600" b="1">
                <a:solidFill>
                  <a:srgbClr val="000000"/>
                </a:solidFill>
                <a:latin typeface="Times New Roman" panose="02020603050405020304" pitchFamily="18" charset="0"/>
              </a:rPr>
              <a:t>Packet 3</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Text Box 1">
            <a:extLst>
              <a:ext uri="{FF2B5EF4-FFF2-40B4-BE49-F238E27FC236}">
                <a16:creationId xmlns:a16="http://schemas.microsoft.com/office/drawing/2014/main" id="{EFA8D099-E6B7-7BB0-FF22-F6413B11C046}"/>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Flow Control in TCP</a:t>
            </a:r>
          </a:p>
        </p:txBody>
      </p:sp>
      <p:sp>
        <p:nvSpPr>
          <p:cNvPr id="543747" name="Text Box 2">
            <a:extLst>
              <a:ext uri="{FF2B5EF4-FFF2-40B4-BE49-F238E27FC236}">
                <a16:creationId xmlns:a16="http://schemas.microsoft.com/office/drawing/2014/main" id="{CEF51DE5-07A8-A20E-80BF-DEDDC2040FCA}"/>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57419D-AF98-FD44-B360-EAAB22FD91A6}"/>
              </a:ext>
            </a:extLst>
          </p:cNvPr>
          <p:cNvSpPr>
            <a:spLocks noGrp="1"/>
          </p:cNvSpPr>
          <p:nvPr>
            <p:ph type="title"/>
          </p:nvPr>
        </p:nvSpPr>
        <p:spPr/>
        <p:txBody>
          <a:bodyPr/>
          <a:lstStyle/>
          <a:p>
            <a:r>
              <a:rPr lang="en-IN" dirty="0"/>
              <a:t>Windows in TCP</a:t>
            </a:r>
          </a:p>
        </p:txBody>
      </p:sp>
      <p:sp>
        <p:nvSpPr>
          <p:cNvPr id="3" name="Content Placeholder 2">
            <a:extLst>
              <a:ext uri="{FF2B5EF4-FFF2-40B4-BE49-F238E27FC236}">
                <a16:creationId xmlns:a16="http://schemas.microsoft.com/office/drawing/2014/main" id="{18DA3CBE-985D-72D9-608B-21CA01FC3097}"/>
              </a:ext>
            </a:extLst>
          </p:cNvPr>
          <p:cNvSpPr>
            <a:spLocks noGrp="1"/>
          </p:cNvSpPr>
          <p:nvPr>
            <p:ph idx="1"/>
          </p:nvPr>
        </p:nvSpPr>
        <p:spPr/>
        <p:txBody>
          <a:bodyPr/>
          <a:lstStyle/>
          <a:p>
            <a:r>
              <a:rPr lang="en-US" dirty="0"/>
              <a:t>TCP uses two windows (send window and receive window) for each direction of data transfer, which means four windows for a bidirectional communication</a:t>
            </a:r>
          </a:p>
          <a:p>
            <a:r>
              <a:rPr lang="en-US" dirty="0"/>
              <a:t>However, to make the discussion simple, we make an unrealistic assumption that communication is only unidirectional (say from client to server)</a:t>
            </a:r>
          </a:p>
          <a:p>
            <a:endParaRPr lang="en-IN" dirty="0"/>
          </a:p>
        </p:txBody>
      </p:sp>
    </p:spTree>
    <p:extLst>
      <p:ext uri="{BB962C8B-B14F-4D97-AF65-F5344CB8AC3E}">
        <p14:creationId xmlns:p14="http://schemas.microsoft.com/office/powerpoint/2010/main" val="2683290714"/>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57419D-AF98-FD44-B360-EAAB22FD91A6}"/>
              </a:ext>
            </a:extLst>
          </p:cNvPr>
          <p:cNvSpPr>
            <a:spLocks noGrp="1"/>
          </p:cNvSpPr>
          <p:nvPr>
            <p:ph type="title"/>
          </p:nvPr>
        </p:nvSpPr>
        <p:spPr/>
        <p:txBody>
          <a:bodyPr/>
          <a:lstStyle/>
          <a:p>
            <a:r>
              <a:rPr lang="en-IN" dirty="0"/>
              <a:t>Windows in TCP</a:t>
            </a:r>
          </a:p>
        </p:txBody>
      </p:sp>
      <p:pic>
        <p:nvPicPr>
          <p:cNvPr id="5" name="Content Placeholder 4">
            <a:extLst>
              <a:ext uri="{FF2B5EF4-FFF2-40B4-BE49-F238E27FC236}">
                <a16:creationId xmlns:a16="http://schemas.microsoft.com/office/drawing/2014/main" id="{D0D11CA8-E41D-50B5-763E-F51276248EB1}"/>
              </a:ext>
            </a:extLst>
          </p:cNvPr>
          <p:cNvPicPr>
            <a:picLocks noGrp="1" noChangeAspect="1"/>
          </p:cNvPicPr>
          <p:nvPr>
            <p:ph idx="1"/>
          </p:nvPr>
        </p:nvPicPr>
        <p:blipFill>
          <a:blip r:embed="rId2"/>
          <a:stretch>
            <a:fillRect/>
          </a:stretch>
        </p:blipFill>
        <p:spPr>
          <a:xfrm>
            <a:off x="827584" y="1372189"/>
            <a:ext cx="6840760" cy="5120685"/>
          </a:xfrm>
        </p:spPr>
      </p:pic>
    </p:spTree>
    <p:extLst>
      <p:ext uri="{BB962C8B-B14F-4D97-AF65-F5344CB8AC3E}">
        <p14:creationId xmlns:p14="http://schemas.microsoft.com/office/powerpoint/2010/main" val="2717523992"/>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57419D-AF98-FD44-B360-EAAB22FD91A6}"/>
              </a:ext>
            </a:extLst>
          </p:cNvPr>
          <p:cNvSpPr>
            <a:spLocks noGrp="1"/>
          </p:cNvSpPr>
          <p:nvPr>
            <p:ph type="title"/>
          </p:nvPr>
        </p:nvSpPr>
        <p:spPr/>
        <p:txBody>
          <a:bodyPr/>
          <a:lstStyle/>
          <a:p>
            <a:r>
              <a:rPr lang="en-IN" dirty="0"/>
              <a:t>Explanation</a:t>
            </a:r>
          </a:p>
        </p:txBody>
      </p:sp>
      <p:sp>
        <p:nvSpPr>
          <p:cNvPr id="4" name="Content Placeholder 3">
            <a:extLst>
              <a:ext uri="{FF2B5EF4-FFF2-40B4-BE49-F238E27FC236}">
                <a16:creationId xmlns:a16="http://schemas.microsoft.com/office/drawing/2014/main" id="{23A23F4E-856C-D559-ADEE-A5FCDEA54BAC}"/>
              </a:ext>
            </a:extLst>
          </p:cNvPr>
          <p:cNvSpPr>
            <a:spLocks noGrp="1"/>
          </p:cNvSpPr>
          <p:nvPr>
            <p:ph idx="1"/>
          </p:nvPr>
        </p:nvSpPr>
        <p:spPr/>
        <p:txBody>
          <a:bodyPr/>
          <a:lstStyle/>
          <a:p>
            <a:endParaRPr lang="en-IN"/>
          </a:p>
        </p:txBody>
      </p:sp>
      <p:pic>
        <p:nvPicPr>
          <p:cNvPr id="7" name="Picture 6">
            <a:extLst>
              <a:ext uri="{FF2B5EF4-FFF2-40B4-BE49-F238E27FC236}">
                <a16:creationId xmlns:a16="http://schemas.microsoft.com/office/drawing/2014/main" id="{6B296CCA-6A6B-A180-D91A-91779FAF579D}"/>
              </a:ext>
            </a:extLst>
          </p:cNvPr>
          <p:cNvPicPr>
            <a:picLocks noChangeAspect="1"/>
          </p:cNvPicPr>
          <p:nvPr/>
        </p:nvPicPr>
        <p:blipFill>
          <a:blip r:embed="rId2"/>
          <a:stretch>
            <a:fillRect/>
          </a:stretch>
        </p:blipFill>
        <p:spPr>
          <a:xfrm>
            <a:off x="395536" y="1484784"/>
            <a:ext cx="8119814" cy="4832172"/>
          </a:xfrm>
          <a:prstGeom prst="rect">
            <a:avLst/>
          </a:prstGeom>
        </p:spPr>
      </p:pic>
    </p:spTree>
    <p:extLst>
      <p:ext uri="{BB962C8B-B14F-4D97-AF65-F5344CB8AC3E}">
        <p14:creationId xmlns:p14="http://schemas.microsoft.com/office/powerpoint/2010/main" val="1130904067"/>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Text Box 1">
            <a:extLst>
              <a:ext uri="{FF2B5EF4-FFF2-40B4-BE49-F238E27FC236}">
                <a16:creationId xmlns:a16="http://schemas.microsoft.com/office/drawing/2014/main" id="{CA64338F-4DDC-558E-12CB-18B506350B2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400">
                <a:solidFill>
                  <a:srgbClr val="333399"/>
                </a:solidFill>
              </a:rPr>
              <a:t>UDP and TCP Comparison</a:t>
            </a:r>
          </a:p>
        </p:txBody>
      </p:sp>
      <p:graphicFrame>
        <p:nvGraphicFramePr>
          <p:cNvPr id="274434" name="Group 2">
            <a:extLst>
              <a:ext uri="{FF2B5EF4-FFF2-40B4-BE49-F238E27FC236}">
                <a16:creationId xmlns:a16="http://schemas.microsoft.com/office/drawing/2014/main" id="{6DA03568-A8E1-42BB-AAE3-32F0C3462515}"/>
              </a:ext>
            </a:extLst>
          </p:cNvPr>
          <p:cNvGraphicFramePr>
            <a:graphicFrameLocks noGrp="1"/>
          </p:cNvGraphicFramePr>
          <p:nvPr/>
        </p:nvGraphicFramePr>
        <p:xfrm>
          <a:off x="1150938" y="2017713"/>
          <a:ext cx="7794625" cy="4414838"/>
        </p:xfrm>
        <a:graphic>
          <a:graphicData uri="http://schemas.openxmlformats.org/drawingml/2006/table">
            <a:tbl>
              <a:tblPr/>
              <a:tblGrid>
                <a:gridCol w="2597150">
                  <a:extLst>
                    <a:ext uri="{9D8B030D-6E8A-4147-A177-3AD203B41FA5}">
                      <a16:colId xmlns:a16="http://schemas.microsoft.com/office/drawing/2014/main" val="3485641547"/>
                    </a:ext>
                  </a:extLst>
                </a:gridCol>
                <a:gridCol w="2600325">
                  <a:extLst>
                    <a:ext uri="{9D8B030D-6E8A-4147-A177-3AD203B41FA5}">
                      <a16:colId xmlns:a16="http://schemas.microsoft.com/office/drawing/2014/main" val="130855495"/>
                    </a:ext>
                  </a:extLst>
                </a:gridCol>
                <a:gridCol w="2597150">
                  <a:extLst>
                    <a:ext uri="{9D8B030D-6E8A-4147-A177-3AD203B41FA5}">
                      <a16:colId xmlns:a16="http://schemas.microsoft.com/office/drawing/2014/main" val="1958235745"/>
                    </a:ext>
                  </a:extLst>
                </a:gridCol>
              </a:tblGrid>
              <a:tr h="18573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Characteristic / Description</a:t>
                      </a:r>
                    </a:p>
                  </a:txBody>
                  <a:tcPr marL="11520" marR="11520" marT="20410" marB="11520" anchor="ctr" horzOverflow="overflow">
                    <a:lnL>
                      <a:noFill/>
                    </a:lnL>
                    <a:lnR>
                      <a:noFill/>
                    </a:lnR>
                    <a:lnT>
                      <a:noFill/>
                    </a:lnT>
                    <a:lnB>
                      <a:noFill/>
                    </a:lnB>
                    <a:lnTlToBr>
                      <a:noFill/>
                    </a:lnTlToBr>
                    <a:lnBlToTr>
                      <a:noFill/>
                    </a:lnBlToTr>
                    <a:solidFill>
                      <a:srgbClr val="CCCC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UDP</a:t>
                      </a:r>
                    </a:p>
                  </a:txBody>
                  <a:tcPr marL="11520" marR="11520" marT="20410" marB="11520" anchor="ctr" horzOverflow="overflow">
                    <a:lnL>
                      <a:noFill/>
                    </a:lnL>
                    <a:lnR>
                      <a:noFill/>
                    </a:lnR>
                    <a:lnT>
                      <a:noFill/>
                    </a:lnT>
                    <a:lnB>
                      <a:noFill/>
                    </a:lnB>
                    <a:lnTlToBr>
                      <a:noFill/>
                    </a:lnTlToBr>
                    <a:lnBlToTr>
                      <a:noFill/>
                    </a:lnBlToTr>
                    <a:solidFill>
                      <a:srgbClr val="CCCC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TCP</a:t>
                      </a:r>
                    </a:p>
                  </a:txBody>
                  <a:tcPr marL="11520" marR="11520" marT="20410" marB="11520" anchor="ctr" horzOverflow="overflow">
                    <a:lnL>
                      <a:noFill/>
                    </a:lnL>
                    <a:lnR>
                      <a:noFill/>
                    </a:lnR>
                    <a:lnT>
                      <a:noFill/>
                    </a:lnT>
                    <a:lnB>
                      <a:noFill/>
                    </a:lnB>
                    <a:lnTlToBr>
                      <a:noFill/>
                    </a:lnTlToBr>
                    <a:lnBlToTr>
                      <a:noFill/>
                    </a:lnBlToTr>
                    <a:solidFill>
                      <a:srgbClr val="CCCCFF"/>
                    </a:solidFill>
                  </a:tcPr>
                </a:tc>
                <a:extLst>
                  <a:ext uri="{0D108BD9-81ED-4DB2-BD59-A6C34878D82A}">
                    <a16:rowId xmlns:a16="http://schemas.microsoft.com/office/drawing/2014/main" val="2992700868"/>
                  </a:ext>
                </a:extLst>
              </a:tr>
              <a:tr h="51276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General Description</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Simple, high-speed, low-functionality “wrapper” that interfaces applications to the network layer and does little else.</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Full-featured protocol that allows applications to send data reliably without worrying about network layer issues.</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2225181063"/>
                  </a:ext>
                </a:extLst>
              </a:tr>
              <a:tr h="349250">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Protocol Connection Setup</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Connectionless; data is sent without setup.</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Connection-oriented; connection must be established prior to transmission.</a:t>
                      </a:r>
                    </a:p>
                  </a:txBody>
                  <a:tcPr marL="11520" marR="11520" marT="20410" marB="11520" anchor="ctr" horzOverflow="overflow">
                    <a:lnL>
                      <a:noFill/>
                    </a:lnL>
                    <a:lnR>
                      <a:noFill/>
                    </a:lnR>
                    <a:lnT>
                      <a:noFill/>
                    </a:lnT>
                    <a:lnB>
                      <a:noFill/>
                    </a:lnB>
                    <a:lnTlToBr>
                      <a:noFill/>
                    </a:lnTlToBr>
                    <a:lnBlToTr>
                      <a:noFill/>
                    </a:lnBlToTr>
                    <a:solidFill>
                      <a:srgbClr val="E1E1FF"/>
                    </a:solidFill>
                  </a:tcPr>
                </a:tc>
                <a:extLst>
                  <a:ext uri="{0D108BD9-81ED-4DB2-BD59-A6C34878D82A}">
                    <a16:rowId xmlns:a16="http://schemas.microsoft.com/office/drawing/2014/main" val="2398719289"/>
                  </a:ext>
                </a:extLst>
              </a:tr>
              <a:tr h="349250">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Data Interface To Application</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Message-based; data is sent in discrete packages by the application.</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Stream-based; data is sent by the application with no particular structure.</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391064781"/>
                  </a:ext>
                </a:extLst>
              </a:tr>
              <a:tr h="3286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Reliability and Acknowledgments</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Unreliable, best-effort delivery without acknowledgments.</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Reliable delivery of messages; all data is acknowledged.</a:t>
                      </a:r>
                    </a:p>
                  </a:txBody>
                  <a:tcPr marL="11520" marR="11520" marT="20410" marB="11520" anchor="ctr" horzOverflow="overflow">
                    <a:lnL>
                      <a:noFill/>
                    </a:lnL>
                    <a:lnR>
                      <a:noFill/>
                    </a:lnR>
                    <a:lnT>
                      <a:noFill/>
                    </a:lnT>
                    <a:lnB>
                      <a:noFill/>
                    </a:lnB>
                    <a:lnTlToBr>
                      <a:noFill/>
                    </a:lnTlToBr>
                    <a:lnBlToTr>
                      <a:noFill/>
                    </a:lnBlToTr>
                    <a:solidFill>
                      <a:srgbClr val="E1E1FF"/>
                    </a:solidFill>
                  </a:tcPr>
                </a:tc>
                <a:extLst>
                  <a:ext uri="{0D108BD9-81ED-4DB2-BD59-A6C34878D82A}">
                    <a16:rowId xmlns:a16="http://schemas.microsoft.com/office/drawing/2014/main" val="1969178817"/>
                  </a:ext>
                </a:extLst>
              </a:tr>
              <a:tr h="35083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Retransmissions</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Not performed. Application must detect lost data and retransmit if needed.</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Delivery of all data is managed, and lost data is retransmitted automatically.</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265270332"/>
                  </a:ext>
                </a:extLst>
              </a:tr>
              <a:tr h="48101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Features Provided to Manage Flow of Data</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None</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Flow control using sliding windows; window size adjustment heuristics; congestion avoidance algorithms.</a:t>
                      </a:r>
                    </a:p>
                  </a:txBody>
                  <a:tcPr marL="11520" marR="11520" marT="20410" marB="11520" anchor="ctr" horzOverflow="overflow">
                    <a:lnL>
                      <a:noFill/>
                    </a:lnL>
                    <a:lnR>
                      <a:noFill/>
                    </a:lnR>
                    <a:lnT>
                      <a:noFill/>
                    </a:lnT>
                    <a:lnB>
                      <a:noFill/>
                    </a:lnB>
                    <a:lnTlToBr>
                      <a:noFill/>
                    </a:lnTlToBr>
                    <a:lnBlToTr>
                      <a:noFill/>
                    </a:lnBlToTr>
                    <a:solidFill>
                      <a:srgbClr val="E1E1FF"/>
                    </a:solidFill>
                  </a:tcPr>
                </a:tc>
                <a:extLst>
                  <a:ext uri="{0D108BD9-81ED-4DB2-BD59-A6C34878D82A}">
                    <a16:rowId xmlns:a16="http://schemas.microsoft.com/office/drawing/2014/main" val="428366096"/>
                  </a:ext>
                </a:extLst>
              </a:tr>
              <a:tr h="185738">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Overhead</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Very low</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Low, but higher than UDP</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42301504"/>
                  </a:ext>
                </a:extLst>
              </a:tr>
              <a:tr h="187325">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Transmission Speed</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Very high</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High, but not as high as UDP</a:t>
                      </a:r>
                    </a:p>
                  </a:txBody>
                  <a:tcPr marL="11520" marR="11520" marT="20410" marB="11520" anchor="ctr" horzOverflow="overflow">
                    <a:lnL>
                      <a:noFill/>
                    </a:lnL>
                    <a:lnR>
                      <a:noFill/>
                    </a:lnR>
                    <a:lnT>
                      <a:noFill/>
                    </a:lnT>
                    <a:lnB>
                      <a:noFill/>
                    </a:lnB>
                    <a:lnTlToBr>
                      <a:noFill/>
                    </a:lnTlToBr>
                    <a:lnBlToTr>
                      <a:noFill/>
                    </a:lnBlToTr>
                    <a:solidFill>
                      <a:srgbClr val="E1E1FF"/>
                    </a:solidFill>
                  </a:tcPr>
                </a:tc>
                <a:extLst>
                  <a:ext uri="{0D108BD9-81ED-4DB2-BD59-A6C34878D82A}">
                    <a16:rowId xmlns:a16="http://schemas.microsoft.com/office/drawing/2014/main" val="693583333"/>
                  </a:ext>
                </a:extLst>
              </a:tr>
              <a:tr h="328613">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Data Quantity Suitability</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Small to moderate amounts of data (up to a few hundred bytes)</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Small to very large amounts of data (up to gigabytes)</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665423090"/>
                  </a:ext>
                </a:extLst>
              </a:tr>
              <a:tr h="674687">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Types of Applications That Use The Protocol</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Applications where data delivery speed matters more than completeness, where small amounts of data are sent; or where multicast/broadcast are used.</a:t>
                      </a:r>
                    </a:p>
                  </a:txBody>
                  <a:tcPr marL="11520" marR="11520" marT="20410" marB="11520" anchor="ctr" horzOverflow="overflow">
                    <a:lnL>
                      <a:noFill/>
                    </a:lnL>
                    <a:lnR>
                      <a:noFill/>
                    </a:lnR>
                    <a:lnT>
                      <a:noFill/>
                    </a:lnT>
                    <a:lnB>
                      <a:noFill/>
                    </a:lnB>
                    <a:lnTlToBr>
                      <a:noFill/>
                    </a:lnTlToBr>
                    <a:lnBlToTr>
                      <a:noFill/>
                    </a:lnBlToTr>
                    <a:solidFill>
                      <a:srgbClr val="E1E1FF"/>
                    </a:solid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Most protocols and applications sending data that must be received reliably, including most file and message transfer protocols.</a:t>
                      </a:r>
                    </a:p>
                  </a:txBody>
                  <a:tcPr marL="11520" marR="11520" marT="20410" marB="11520" anchor="ctr" horzOverflow="overflow">
                    <a:lnL>
                      <a:noFill/>
                    </a:lnL>
                    <a:lnR>
                      <a:noFill/>
                    </a:lnR>
                    <a:lnT>
                      <a:noFill/>
                    </a:lnT>
                    <a:lnB>
                      <a:noFill/>
                    </a:lnB>
                    <a:lnTlToBr>
                      <a:noFill/>
                    </a:lnTlToBr>
                    <a:lnBlToTr>
                      <a:noFill/>
                    </a:lnBlToTr>
                    <a:solidFill>
                      <a:srgbClr val="E1E1FF"/>
                    </a:solidFill>
                  </a:tcPr>
                </a:tc>
                <a:extLst>
                  <a:ext uri="{0D108BD9-81ED-4DB2-BD59-A6C34878D82A}">
                    <a16:rowId xmlns:a16="http://schemas.microsoft.com/office/drawing/2014/main" val="3750148246"/>
                  </a:ext>
                </a:extLst>
              </a:tr>
              <a:tr h="481012">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Well-Known</a:t>
                      </a:r>
                      <a:b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br>
                      <a:r>
                        <a:rPr kumimoji="0" lang="en-US" altLang="en-US" sz="1000" b="1"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Applications and Protocols</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Multimedia applications, DNS, BOOTP, DHCP, TFTP, SNMP, RIP, NFS (early versions)</a:t>
                      </a:r>
                    </a:p>
                  </a:txBody>
                  <a:tcPr marL="11520" marR="11520" marT="20410" marB="11520" anchor="ctr" horzOverflow="overflow">
                    <a:lnL>
                      <a:noFill/>
                    </a:lnL>
                    <a:lnR>
                      <a:noFill/>
                    </a:lnR>
                    <a:lnT>
                      <a:noFill/>
                    </a:lnT>
                    <a:lnB>
                      <a:noFill/>
                    </a:lnB>
                    <a:lnTlToBr>
                      <a:noFill/>
                    </a:lnTlToBr>
                    <a:lnBlToTr>
                      <a:noFill/>
                    </a:lnBlToTr>
                    <a:noFill/>
                  </a:tcPr>
                </a:tc>
                <a:tc>
                  <a:txBody>
                    <a:bodyPr/>
                    <a:lstStyle>
                      <a:lvl1pPr>
                        <a:spcBef>
                          <a:spcPts val="8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rgbClr val="000000"/>
                          </a:solidFill>
                          <a:latin typeface="Tahoma" panose="020B0604030504040204" pitchFamily="34" charset="0"/>
                          <a:ea typeface="Microsoft YaHei" panose="020B0503020204020204" pitchFamily="34" charset="-122"/>
                        </a:defRPr>
                      </a:lvl9pPr>
                    </a:lstStyle>
                    <a:p>
                      <a:pPr marL="0" marR="0" lvl="0" indent="0" algn="ctr" defTabSz="449263" rtl="0" eaLnBrk="1" fontAlgn="base" latinLnBrk="0" hangingPunct="1">
                        <a:lnSpc>
                          <a:spcPct val="93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kumimoji="0" lang="en-US" altLang="en-US" sz="1000" b="0" i="0" u="none" strike="noStrike" cap="none" normalizeH="0" baseline="0">
                          <a:ln>
                            <a:noFill/>
                          </a:ln>
                          <a:solidFill>
                            <a:srgbClr val="000000"/>
                          </a:solidFill>
                          <a:effectLst/>
                          <a:latin typeface="Arial" panose="020B0604020202020204" pitchFamily="34" charset="0"/>
                          <a:ea typeface="Microsoft YaHei" panose="020B0503020204020204" pitchFamily="34" charset="-122"/>
                        </a:rPr>
                        <a:t>FTP, Telnet, SMTP, DNS, HTTP, POP, NNTP, IMAP, BGP, IRC, NFS (later versions)</a:t>
                      </a:r>
                    </a:p>
                  </a:txBody>
                  <a:tcPr marL="11520" marR="11520" marT="20410" marB="11520"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817737372"/>
                  </a:ext>
                </a:extLst>
              </a:tr>
            </a:tbl>
          </a:graphicData>
        </a:graphic>
      </p:graphicFrame>
      <p:sp>
        <p:nvSpPr>
          <p:cNvPr id="547880" name="Text Box 39">
            <a:extLst>
              <a:ext uri="{FF2B5EF4-FFF2-40B4-BE49-F238E27FC236}">
                <a16:creationId xmlns:a16="http://schemas.microsoft.com/office/drawing/2014/main" id="{524EEB69-84B6-64F6-8F47-178289A3640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547881" name="Text Box 40">
            <a:extLst>
              <a:ext uri="{FF2B5EF4-FFF2-40B4-BE49-F238E27FC236}">
                <a16:creationId xmlns:a16="http://schemas.microsoft.com/office/drawing/2014/main" id="{2A12B09E-A702-813C-DE40-54A19269AB6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9233925B-6442-4A15-8CFA-92FD6176F7E4}" type="slidenum">
              <a:rPr lang="en-US" altLang="en-US" sz="1400">
                <a:solidFill>
                  <a:srgbClr val="000000"/>
                </a:solidFill>
              </a:rPr>
              <a:pPr algn="r" eaLnBrk="1" hangingPunct="1">
                <a:buClrTx/>
                <a:buFontTx/>
                <a:buNone/>
              </a:pPr>
              <a:t>332</a:t>
            </a:fld>
            <a:endParaRPr lang="en-US" altLang="en-US" sz="14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Text Box 1">
            <a:extLst>
              <a:ext uri="{FF2B5EF4-FFF2-40B4-BE49-F238E27FC236}">
                <a16:creationId xmlns:a16="http://schemas.microsoft.com/office/drawing/2014/main" id="{80A7E5CB-ADA7-1106-833F-C0580598F0A1}"/>
              </a:ext>
            </a:extLst>
          </p:cNvPr>
          <p:cNvSpPr txBox="1">
            <a:spLocks noChangeArrowheads="1"/>
          </p:cNvSpPr>
          <p:nvPr/>
        </p:nvSpPr>
        <p:spPr bwMode="auto">
          <a:xfrm>
            <a:off x="722313" y="4406900"/>
            <a:ext cx="7772400" cy="1362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FontTx/>
              <a:buNone/>
            </a:pPr>
            <a:r>
              <a:rPr lang="en-US" altLang="en-US" sz="4000" b="1">
                <a:solidFill>
                  <a:srgbClr val="333399"/>
                </a:solidFill>
              </a:rPr>
              <a:t>INTERNETWORKING DEVICES</a:t>
            </a:r>
          </a:p>
        </p:txBody>
      </p:sp>
      <p:sp>
        <p:nvSpPr>
          <p:cNvPr id="549891" name="Text Box 2">
            <a:extLst>
              <a:ext uri="{FF2B5EF4-FFF2-40B4-BE49-F238E27FC236}">
                <a16:creationId xmlns:a16="http://schemas.microsoft.com/office/drawing/2014/main" id="{894E5E50-6758-12F1-8A2C-E139298FFDC2}"/>
              </a:ext>
            </a:extLst>
          </p:cNvPr>
          <p:cNvSpPr txBox="1">
            <a:spLocks noChangeArrowheads="1"/>
          </p:cNvSpPr>
          <p:nvPr/>
        </p:nvSpPr>
        <p:spPr bwMode="auto">
          <a:xfrm>
            <a:off x="722313" y="2906713"/>
            <a:ext cx="7772400" cy="1500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spcBef>
                <a:spcPts val="500"/>
              </a:spcBef>
              <a:buClrTx/>
              <a:buSzPct val="60000"/>
              <a:buFontTx/>
              <a:buNone/>
            </a:pPr>
            <a:r>
              <a:rPr lang="en-US" altLang="en-US" sz="2000">
                <a:solidFill>
                  <a:srgbClr val="000000"/>
                </a:solidFill>
              </a:rPr>
              <a:t>	</a:t>
            </a:r>
          </a:p>
        </p:txBody>
      </p:sp>
      <p:sp>
        <p:nvSpPr>
          <p:cNvPr id="549892" name="Text Box 3">
            <a:extLst>
              <a:ext uri="{FF2B5EF4-FFF2-40B4-BE49-F238E27FC236}">
                <a16:creationId xmlns:a16="http://schemas.microsoft.com/office/drawing/2014/main" id="{EE59E766-B70F-2076-866E-AC431F87F03A}"/>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FontTx/>
              <a:buNone/>
            </a:pPr>
            <a:r>
              <a:rPr lang="en-US" altLang="en-US" sz="1400">
                <a:solidFill>
                  <a:srgbClr val="000000"/>
                </a:solidFill>
              </a:rPr>
              <a:t>An introduction to the Internet | Atul Kahate</a:t>
            </a:r>
          </a:p>
        </p:txBody>
      </p:sp>
      <p:sp>
        <p:nvSpPr>
          <p:cNvPr id="549893" name="Text Box 4">
            <a:extLst>
              <a:ext uri="{FF2B5EF4-FFF2-40B4-BE49-F238E27FC236}">
                <a16:creationId xmlns:a16="http://schemas.microsoft.com/office/drawing/2014/main" id="{2BE3DA6B-6CFA-548D-91B8-08692679DBA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FontTx/>
              <a:buNone/>
            </a:pPr>
            <a:fld id="{C79D0241-81B5-4756-A271-8D0FE93A8A42}" type="slidenum">
              <a:rPr lang="en-US" altLang="en-US" sz="1400">
                <a:solidFill>
                  <a:srgbClr val="000000"/>
                </a:solidFill>
              </a:rPr>
              <a:pPr algn="r" eaLnBrk="1" hangingPunct="1">
                <a:buClrTx/>
                <a:buFontTx/>
                <a:buNone/>
              </a:pPr>
              <a:t>333</a:t>
            </a:fld>
            <a:endParaRPr lang="en-US" altLang="en-US" sz="14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Text Box 1">
            <a:extLst>
              <a:ext uri="{FF2B5EF4-FFF2-40B4-BE49-F238E27FC236}">
                <a16:creationId xmlns:a16="http://schemas.microsoft.com/office/drawing/2014/main" id="{2B29A27C-99D7-EA96-BEFC-D5C39269CA0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51939" name="Text Box 2">
            <a:extLst>
              <a:ext uri="{FF2B5EF4-FFF2-40B4-BE49-F238E27FC236}">
                <a16:creationId xmlns:a16="http://schemas.microsoft.com/office/drawing/2014/main" id="{0B4B10FD-EA63-94D4-03B2-FB488193356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946CCF91-16A8-46FD-A1AA-515FA26F786F}" type="slidenum">
              <a:rPr lang="en-US" altLang="en-US" sz="1400">
                <a:solidFill>
                  <a:srgbClr val="000000"/>
                </a:solidFill>
              </a:rPr>
              <a:pPr algn="r" eaLnBrk="1" hangingPunct="1">
                <a:buClrTx/>
                <a:buSzPct val="60000"/>
                <a:buFontTx/>
                <a:buNone/>
              </a:pPr>
              <a:t>334</a:t>
            </a:fld>
            <a:endParaRPr lang="en-US" altLang="en-US" sz="1400">
              <a:solidFill>
                <a:srgbClr val="000000"/>
              </a:solidFill>
            </a:endParaRPr>
          </a:p>
        </p:txBody>
      </p:sp>
      <p:sp>
        <p:nvSpPr>
          <p:cNvPr id="551940" name="Text Box 3">
            <a:extLst>
              <a:ext uri="{FF2B5EF4-FFF2-40B4-BE49-F238E27FC236}">
                <a16:creationId xmlns:a16="http://schemas.microsoft.com/office/drawing/2014/main" id="{F2EF24E9-1229-C71B-111D-295D21E2F35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Internetworking Devices</a:t>
            </a:r>
          </a:p>
        </p:txBody>
      </p:sp>
      <p:sp>
        <p:nvSpPr>
          <p:cNvPr id="551941" name="Text Box 4">
            <a:extLst>
              <a:ext uri="{FF2B5EF4-FFF2-40B4-BE49-F238E27FC236}">
                <a16:creationId xmlns:a16="http://schemas.microsoft.com/office/drawing/2014/main" id="{C62F6D93-96BD-DCBB-F336-A5EE9FC0C49A}"/>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51942" name="Group 5">
            <a:extLst>
              <a:ext uri="{FF2B5EF4-FFF2-40B4-BE49-F238E27FC236}">
                <a16:creationId xmlns:a16="http://schemas.microsoft.com/office/drawing/2014/main" id="{3574C9F1-59FC-7DF1-A0AB-8A0235BCAC29}"/>
              </a:ext>
            </a:extLst>
          </p:cNvPr>
          <p:cNvGrpSpPr>
            <a:grpSpLocks/>
          </p:cNvGrpSpPr>
          <p:nvPr/>
        </p:nvGrpSpPr>
        <p:grpSpPr bwMode="auto">
          <a:xfrm>
            <a:off x="1219200" y="2209800"/>
            <a:ext cx="7542213" cy="3808413"/>
            <a:chOff x="768" y="1392"/>
            <a:chExt cx="4751" cy="2399"/>
          </a:xfrm>
        </p:grpSpPr>
        <p:sp>
          <p:nvSpPr>
            <p:cNvPr id="551943" name="Rectangle 6">
              <a:extLst>
                <a:ext uri="{FF2B5EF4-FFF2-40B4-BE49-F238E27FC236}">
                  <a16:creationId xmlns:a16="http://schemas.microsoft.com/office/drawing/2014/main" id="{9D5073F3-16BB-9898-3E61-8FEA63EDA546}"/>
                </a:ext>
              </a:extLst>
            </p:cNvPr>
            <p:cNvSpPr>
              <a:spLocks noChangeArrowheads="1"/>
            </p:cNvSpPr>
            <p:nvPr/>
          </p:nvSpPr>
          <p:spPr bwMode="auto">
            <a:xfrm>
              <a:off x="768" y="1392"/>
              <a:ext cx="4751" cy="239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1944" name="Text Box 7">
              <a:extLst>
                <a:ext uri="{FF2B5EF4-FFF2-40B4-BE49-F238E27FC236}">
                  <a16:creationId xmlns:a16="http://schemas.microsoft.com/office/drawing/2014/main" id="{9D8C42DE-5E03-8B32-4018-E1EFBCAC0487}"/>
                </a:ext>
              </a:extLst>
            </p:cNvPr>
            <p:cNvSpPr txBox="1">
              <a:spLocks noChangeArrowheads="1"/>
            </p:cNvSpPr>
            <p:nvPr/>
          </p:nvSpPr>
          <p:spPr bwMode="auto">
            <a:xfrm>
              <a:off x="2528" y="1657"/>
              <a:ext cx="1080" cy="35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Connecting devices</a:t>
              </a:r>
            </a:p>
          </p:txBody>
        </p:sp>
        <p:sp>
          <p:nvSpPr>
            <p:cNvPr id="551945" name="Text Box 8">
              <a:extLst>
                <a:ext uri="{FF2B5EF4-FFF2-40B4-BE49-F238E27FC236}">
                  <a16:creationId xmlns:a16="http://schemas.microsoft.com/office/drawing/2014/main" id="{CCB072EA-3CB5-CE28-6B75-4B7BD935160F}"/>
                </a:ext>
              </a:extLst>
            </p:cNvPr>
            <p:cNvSpPr txBox="1">
              <a:spLocks noChangeArrowheads="1"/>
            </p:cNvSpPr>
            <p:nvPr/>
          </p:nvSpPr>
          <p:spPr bwMode="auto">
            <a:xfrm>
              <a:off x="1593" y="2372"/>
              <a:ext cx="1080" cy="35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Networking</a:t>
              </a:r>
            </a:p>
            <a:p>
              <a:pPr algn="ctr">
                <a:buClrTx/>
                <a:buSzPct val="60000"/>
                <a:buFontTx/>
                <a:buNone/>
              </a:pPr>
              <a:r>
                <a:rPr lang="en-US" altLang="en-US" sz="1200" b="1">
                  <a:solidFill>
                    <a:srgbClr val="000000"/>
                  </a:solidFill>
                </a:rPr>
                <a:t>devices</a:t>
              </a:r>
            </a:p>
          </p:txBody>
        </p:sp>
        <p:sp>
          <p:nvSpPr>
            <p:cNvPr id="551946" name="Text Box 9">
              <a:extLst>
                <a:ext uri="{FF2B5EF4-FFF2-40B4-BE49-F238E27FC236}">
                  <a16:creationId xmlns:a16="http://schemas.microsoft.com/office/drawing/2014/main" id="{4A8660F7-5972-8FBE-0AC8-EA63504E3F86}"/>
                </a:ext>
              </a:extLst>
            </p:cNvPr>
            <p:cNvSpPr txBox="1">
              <a:spLocks noChangeArrowheads="1"/>
            </p:cNvSpPr>
            <p:nvPr/>
          </p:nvSpPr>
          <p:spPr bwMode="auto">
            <a:xfrm>
              <a:off x="3489" y="2366"/>
              <a:ext cx="1080" cy="35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Internetworking devices</a:t>
              </a:r>
            </a:p>
          </p:txBody>
        </p:sp>
        <p:sp>
          <p:nvSpPr>
            <p:cNvPr id="551947" name="Line 10">
              <a:extLst>
                <a:ext uri="{FF2B5EF4-FFF2-40B4-BE49-F238E27FC236}">
                  <a16:creationId xmlns:a16="http://schemas.microsoft.com/office/drawing/2014/main" id="{468072F0-7DD7-68B4-5C46-3FFB8E1BDDD0}"/>
                </a:ext>
              </a:extLst>
            </p:cNvPr>
            <p:cNvSpPr>
              <a:spLocks noChangeShapeType="1"/>
            </p:cNvSpPr>
            <p:nvPr/>
          </p:nvSpPr>
          <p:spPr bwMode="auto">
            <a:xfrm>
              <a:off x="3010" y="2017"/>
              <a:ext cx="0" cy="23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48" name="Line 11">
              <a:extLst>
                <a:ext uri="{FF2B5EF4-FFF2-40B4-BE49-F238E27FC236}">
                  <a16:creationId xmlns:a16="http://schemas.microsoft.com/office/drawing/2014/main" id="{5D851594-4C8A-A15E-9E42-66CA799F4BDF}"/>
                </a:ext>
              </a:extLst>
            </p:cNvPr>
            <p:cNvSpPr>
              <a:spLocks noChangeShapeType="1"/>
            </p:cNvSpPr>
            <p:nvPr/>
          </p:nvSpPr>
          <p:spPr bwMode="auto">
            <a:xfrm>
              <a:off x="2072" y="2249"/>
              <a:ext cx="1999"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49" name="Line 12">
              <a:extLst>
                <a:ext uri="{FF2B5EF4-FFF2-40B4-BE49-F238E27FC236}">
                  <a16:creationId xmlns:a16="http://schemas.microsoft.com/office/drawing/2014/main" id="{63493CC5-3C23-1B9C-98EC-F329C313EA7D}"/>
                </a:ext>
              </a:extLst>
            </p:cNvPr>
            <p:cNvSpPr>
              <a:spLocks noChangeShapeType="1"/>
            </p:cNvSpPr>
            <p:nvPr/>
          </p:nvSpPr>
          <p:spPr bwMode="auto">
            <a:xfrm>
              <a:off x="2072" y="2249"/>
              <a:ext cx="0" cy="11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0" name="Line 13">
              <a:extLst>
                <a:ext uri="{FF2B5EF4-FFF2-40B4-BE49-F238E27FC236}">
                  <a16:creationId xmlns:a16="http://schemas.microsoft.com/office/drawing/2014/main" id="{529DE676-033B-B6CD-A5E1-93BC43C9D89A}"/>
                </a:ext>
              </a:extLst>
            </p:cNvPr>
            <p:cNvSpPr>
              <a:spLocks noChangeShapeType="1"/>
            </p:cNvSpPr>
            <p:nvPr/>
          </p:nvSpPr>
          <p:spPr bwMode="auto">
            <a:xfrm>
              <a:off x="4082" y="2249"/>
              <a:ext cx="0" cy="11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1" name="Text Box 14">
              <a:extLst>
                <a:ext uri="{FF2B5EF4-FFF2-40B4-BE49-F238E27FC236}">
                  <a16:creationId xmlns:a16="http://schemas.microsoft.com/office/drawing/2014/main" id="{16DE8526-FB4B-B036-D2FA-487906E92CA2}"/>
                </a:ext>
              </a:extLst>
            </p:cNvPr>
            <p:cNvSpPr txBox="1">
              <a:spLocks noChangeArrowheads="1"/>
            </p:cNvSpPr>
            <p:nvPr/>
          </p:nvSpPr>
          <p:spPr bwMode="auto">
            <a:xfrm>
              <a:off x="1212" y="3061"/>
              <a:ext cx="678" cy="28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Repeaters</a:t>
              </a:r>
            </a:p>
          </p:txBody>
        </p:sp>
        <p:sp>
          <p:nvSpPr>
            <p:cNvPr id="551952" name="Text Box 15">
              <a:extLst>
                <a:ext uri="{FF2B5EF4-FFF2-40B4-BE49-F238E27FC236}">
                  <a16:creationId xmlns:a16="http://schemas.microsoft.com/office/drawing/2014/main" id="{2E7BBA07-1E92-5EB7-783D-6575D61525A1}"/>
                </a:ext>
              </a:extLst>
            </p:cNvPr>
            <p:cNvSpPr txBox="1">
              <a:spLocks noChangeArrowheads="1"/>
            </p:cNvSpPr>
            <p:nvPr/>
          </p:nvSpPr>
          <p:spPr bwMode="auto">
            <a:xfrm>
              <a:off x="2216" y="3063"/>
              <a:ext cx="678" cy="27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Bridges</a:t>
              </a:r>
            </a:p>
          </p:txBody>
        </p:sp>
        <p:sp>
          <p:nvSpPr>
            <p:cNvPr id="551953" name="Line 16">
              <a:extLst>
                <a:ext uri="{FF2B5EF4-FFF2-40B4-BE49-F238E27FC236}">
                  <a16:creationId xmlns:a16="http://schemas.microsoft.com/office/drawing/2014/main" id="{E8CA598C-F50B-6CB3-B1FF-7BA01685BE57}"/>
                </a:ext>
              </a:extLst>
            </p:cNvPr>
            <p:cNvSpPr>
              <a:spLocks noChangeShapeType="1"/>
            </p:cNvSpPr>
            <p:nvPr/>
          </p:nvSpPr>
          <p:spPr bwMode="auto">
            <a:xfrm>
              <a:off x="2072" y="2721"/>
              <a:ext cx="0" cy="17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4" name="Line 17">
              <a:extLst>
                <a:ext uri="{FF2B5EF4-FFF2-40B4-BE49-F238E27FC236}">
                  <a16:creationId xmlns:a16="http://schemas.microsoft.com/office/drawing/2014/main" id="{4D95DAE1-92AA-EE22-BB0A-C91179BBDD4D}"/>
                </a:ext>
              </a:extLst>
            </p:cNvPr>
            <p:cNvSpPr>
              <a:spLocks noChangeShapeType="1"/>
            </p:cNvSpPr>
            <p:nvPr/>
          </p:nvSpPr>
          <p:spPr bwMode="auto">
            <a:xfrm>
              <a:off x="1589" y="2900"/>
              <a:ext cx="99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5" name="Line 18">
              <a:extLst>
                <a:ext uri="{FF2B5EF4-FFF2-40B4-BE49-F238E27FC236}">
                  <a16:creationId xmlns:a16="http://schemas.microsoft.com/office/drawing/2014/main" id="{EBD5262D-0C44-68C9-72B3-A17B9CC5C81D}"/>
                </a:ext>
              </a:extLst>
            </p:cNvPr>
            <p:cNvSpPr>
              <a:spLocks noChangeShapeType="1"/>
            </p:cNvSpPr>
            <p:nvPr/>
          </p:nvSpPr>
          <p:spPr bwMode="auto">
            <a:xfrm>
              <a:off x="1590" y="2901"/>
              <a:ext cx="0" cy="1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6" name="Line 19">
              <a:extLst>
                <a:ext uri="{FF2B5EF4-FFF2-40B4-BE49-F238E27FC236}">
                  <a16:creationId xmlns:a16="http://schemas.microsoft.com/office/drawing/2014/main" id="{93251D66-1F0E-D5D7-485D-30BBE0C64A4A}"/>
                </a:ext>
              </a:extLst>
            </p:cNvPr>
            <p:cNvSpPr>
              <a:spLocks noChangeShapeType="1"/>
            </p:cNvSpPr>
            <p:nvPr/>
          </p:nvSpPr>
          <p:spPr bwMode="auto">
            <a:xfrm>
              <a:off x="2584" y="2897"/>
              <a:ext cx="0" cy="16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57" name="Text Box 20">
              <a:extLst>
                <a:ext uri="{FF2B5EF4-FFF2-40B4-BE49-F238E27FC236}">
                  <a16:creationId xmlns:a16="http://schemas.microsoft.com/office/drawing/2014/main" id="{06559870-8A9F-9616-DF25-4193772D5FB6}"/>
                </a:ext>
              </a:extLst>
            </p:cNvPr>
            <p:cNvSpPr txBox="1">
              <a:spLocks noChangeArrowheads="1"/>
            </p:cNvSpPr>
            <p:nvPr/>
          </p:nvSpPr>
          <p:spPr bwMode="auto">
            <a:xfrm>
              <a:off x="3207" y="3055"/>
              <a:ext cx="678" cy="27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Routers</a:t>
              </a:r>
            </a:p>
          </p:txBody>
        </p:sp>
        <p:sp>
          <p:nvSpPr>
            <p:cNvPr id="551958" name="Text Box 21">
              <a:extLst>
                <a:ext uri="{FF2B5EF4-FFF2-40B4-BE49-F238E27FC236}">
                  <a16:creationId xmlns:a16="http://schemas.microsoft.com/office/drawing/2014/main" id="{D6A1C64C-82AB-E235-FCD7-55AEFAB8D060}"/>
                </a:ext>
              </a:extLst>
            </p:cNvPr>
            <p:cNvSpPr txBox="1">
              <a:spLocks noChangeArrowheads="1"/>
            </p:cNvSpPr>
            <p:nvPr/>
          </p:nvSpPr>
          <p:spPr bwMode="auto">
            <a:xfrm>
              <a:off x="4211" y="3057"/>
              <a:ext cx="678" cy="26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Gateways</a:t>
              </a:r>
            </a:p>
          </p:txBody>
        </p:sp>
        <p:sp>
          <p:nvSpPr>
            <p:cNvPr id="551959" name="Line 22">
              <a:extLst>
                <a:ext uri="{FF2B5EF4-FFF2-40B4-BE49-F238E27FC236}">
                  <a16:creationId xmlns:a16="http://schemas.microsoft.com/office/drawing/2014/main" id="{C8C7A671-EC86-BCA8-F984-A99D738DB0DA}"/>
                </a:ext>
              </a:extLst>
            </p:cNvPr>
            <p:cNvSpPr>
              <a:spLocks noChangeShapeType="1"/>
            </p:cNvSpPr>
            <p:nvPr/>
          </p:nvSpPr>
          <p:spPr bwMode="auto">
            <a:xfrm>
              <a:off x="4067" y="2715"/>
              <a:ext cx="6" cy="18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60" name="Line 23">
              <a:extLst>
                <a:ext uri="{FF2B5EF4-FFF2-40B4-BE49-F238E27FC236}">
                  <a16:creationId xmlns:a16="http://schemas.microsoft.com/office/drawing/2014/main" id="{0A7ECF13-ED79-4F95-1E11-903A224BB326}"/>
                </a:ext>
              </a:extLst>
            </p:cNvPr>
            <p:cNvSpPr>
              <a:spLocks noChangeShapeType="1"/>
            </p:cNvSpPr>
            <p:nvPr/>
          </p:nvSpPr>
          <p:spPr bwMode="auto">
            <a:xfrm flipV="1">
              <a:off x="3576" y="2886"/>
              <a:ext cx="999" cy="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61" name="Line 24">
              <a:extLst>
                <a:ext uri="{FF2B5EF4-FFF2-40B4-BE49-F238E27FC236}">
                  <a16:creationId xmlns:a16="http://schemas.microsoft.com/office/drawing/2014/main" id="{264BF596-8D30-02E5-F6EC-E5461765CBAC}"/>
                </a:ext>
              </a:extLst>
            </p:cNvPr>
            <p:cNvSpPr>
              <a:spLocks noChangeShapeType="1"/>
            </p:cNvSpPr>
            <p:nvPr/>
          </p:nvSpPr>
          <p:spPr bwMode="auto">
            <a:xfrm>
              <a:off x="3585" y="2895"/>
              <a:ext cx="0" cy="1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1962" name="Line 25">
              <a:extLst>
                <a:ext uri="{FF2B5EF4-FFF2-40B4-BE49-F238E27FC236}">
                  <a16:creationId xmlns:a16="http://schemas.microsoft.com/office/drawing/2014/main" id="{B320882D-DCE1-30C3-FC71-1797F0DCB363}"/>
                </a:ext>
              </a:extLst>
            </p:cNvPr>
            <p:cNvSpPr>
              <a:spLocks noChangeShapeType="1"/>
            </p:cNvSpPr>
            <p:nvPr/>
          </p:nvSpPr>
          <p:spPr bwMode="auto">
            <a:xfrm flipH="1">
              <a:off x="4562" y="2898"/>
              <a:ext cx="8" cy="1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986" name="Text Box 1">
            <a:extLst>
              <a:ext uri="{FF2B5EF4-FFF2-40B4-BE49-F238E27FC236}">
                <a16:creationId xmlns:a16="http://schemas.microsoft.com/office/drawing/2014/main" id="{B10E9790-B19A-3B31-1F07-EBA00B7E92F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53987" name="Text Box 2">
            <a:extLst>
              <a:ext uri="{FF2B5EF4-FFF2-40B4-BE49-F238E27FC236}">
                <a16:creationId xmlns:a16="http://schemas.microsoft.com/office/drawing/2014/main" id="{56FBC3CD-6812-C4F5-333A-CE065248AE6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A5A1492-DA12-4B41-B5F7-6B6B41A733AC}" type="slidenum">
              <a:rPr lang="en-US" altLang="en-US" sz="1400">
                <a:solidFill>
                  <a:srgbClr val="000000"/>
                </a:solidFill>
              </a:rPr>
              <a:pPr algn="r" eaLnBrk="1" hangingPunct="1">
                <a:buClrTx/>
                <a:buSzPct val="60000"/>
                <a:buFontTx/>
                <a:buNone/>
              </a:pPr>
              <a:t>335</a:t>
            </a:fld>
            <a:endParaRPr lang="en-US" altLang="en-US" sz="1400">
              <a:solidFill>
                <a:srgbClr val="000000"/>
              </a:solidFill>
            </a:endParaRPr>
          </a:p>
        </p:txBody>
      </p:sp>
      <p:sp>
        <p:nvSpPr>
          <p:cNvPr id="553988" name="Text Box 3">
            <a:extLst>
              <a:ext uri="{FF2B5EF4-FFF2-40B4-BE49-F238E27FC236}">
                <a16:creationId xmlns:a16="http://schemas.microsoft.com/office/drawing/2014/main" id="{670E8673-0927-C676-0E05-9CF8B83603F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Internetworking Devices - Details</a:t>
            </a:r>
          </a:p>
        </p:txBody>
      </p:sp>
      <p:graphicFrame>
        <p:nvGraphicFramePr>
          <p:cNvPr id="277508" name="Group 4">
            <a:extLst>
              <a:ext uri="{FF2B5EF4-FFF2-40B4-BE49-F238E27FC236}">
                <a16:creationId xmlns:a16="http://schemas.microsoft.com/office/drawing/2014/main" id="{08AFCE38-299B-4E7A-8A8B-810F081355B7}"/>
              </a:ext>
            </a:extLst>
          </p:cNvPr>
          <p:cNvGraphicFramePr>
            <a:graphicFrameLocks noGrp="1"/>
          </p:cNvGraphicFramePr>
          <p:nvPr/>
        </p:nvGraphicFramePr>
        <p:xfrm>
          <a:off x="1182688" y="2017713"/>
          <a:ext cx="7773987" cy="4114800"/>
        </p:xfrm>
        <a:graphic>
          <a:graphicData uri="http://schemas.openxmlformats.org/drawingml/2006/table">
            <a:tbl>
              <a:tblPr/>
              <a:tblGrid>
                <a:gridCol w="1452562">
                  <a:extLst>
                    <a:ext uri="{9D8B030D-6E8A-4147-A177-3AD203B41FA5}">
                      <a16:colId xmlns:a16="http://schemas.microsoft.com/office/drawing/2014/main" val="663928964"/>
                    </a:ext>
                  </a:extLst>
                </a:gridCol>
                <a:gridCol w="4011613">
                  <a:extLst>
                    <a:ext uri="{9D8B030D-6E8A-4147-A177-3AD203B41FA5}">
                      <a16:colId xmlns:a16="http://schemas.microsoft.com/office/drawing/2014/main" val="668513384"/>
                    </a:ext>
                  </a:extLst>
                </a:gridCol>
                <a:gridCol w="2309812">
                  <a:extLst>
                    <a:ext uri="{9D8B030D-6E8A-4147-A177-3AD203B41FA5}">
                      <a16:colId xmlns:a16="http://schemas.microsoft.com/office/drawing/2014/main" val="1384782640"/>
                    </a:ext>
                  </a:extLst>
                </a:gridCol>
              </a:tblGrid>
              <a:tr h="1008063">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Device</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Purpose</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1"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Present in which OSI Layer</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26513009"/>
                  </a:ext>
                </a:extLst>
              </a:tr>
              <a:tr h="777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Repeaters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Electrical specifications of a signal</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Physical</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12681603"/>
                  </a:ext>
                </a:extLst>
              </a:tr>
              <a:tr h="776288">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Bridges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Addressing protocols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Data link </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36484406"/>
                  </a:ext>
                </a:extLst>
              </a:tr>
              <a:tr h="777875">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Routers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Internetworking between compatible networks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Network</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52953141"/>
                  </a:ext>
                </a:extLst>
              </a:tr>
              <a:tr h="774700">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Gateways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Translation services between incompatible networks</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tc>
                  <a:txBody>
                    <a:bodyPr/>
                    <a:lstStyle>
                      <a:lvl1pPr marL="342900" indent="-341313">
                        <a:spcBef>
                          <a:spcPts val="8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800">
                          <a:solidFill>
                            <a:srgbClr val="000000"/>
                          </a:solidFill>
                          <a:latin typeface="Tahoma" panose="020B0604030504040204" pitchFamily="34" charset="0"/>
                          <a:ea typeface="Microsoft YaHei" panose="020B0503020204020204" pitchFamily="34" charset="-122"/>
                        </a:defRPr>
                      </a:lvl1pPr>
                      <a:lvl2pPr>
                        <a:spcBef>
                          <a:spcPts val="7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400">
                          <a:solidFill>
                            <a:srgbClr val="000000"/>
                          </a:solidFill>
                          <a:latin typeface="Tahoma" panose="020B0604030504040204" pitchFamily="34" charset="0"/>
                          <a:ea typeface="Microsoft YaHei" panose="020B0503020204020204" pitchFamily="34" charset="-122"/>
                        </a:defRPr>
                      </a:lvl2pPr>
                      <a:lvl3pPr>
                        <a:spcBef>
                          <a:spcPts val="6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sz="2000">
                          <a:solidFill>
                            <a:srgbClr val="000000"/>
                          </a:solidFill>
                          <a:latin typeface="Tahoma" panose="020B0604030504040204" pitchFamily="34" charset="0"/>
                          <a:ea typeface="Microsoft YaHei" panose="020B0503020204020204" pitchFamily="34" charset="-122"/>
                        </a:defRPr>
                      </a:lvl3pPr>
                      <a:lvl4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4pPr>
                      <a:lvl5pPr>
                        <a:spcBef>
                          <a:spcPts val="500"/>
                        </a:spcBef>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5pPr>
                      <a:lvl6pPr marL="25146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6pPr>
                      <a:lvl7pPr marL="29718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7pPr>
                      <a:lvl8pPr marL="34290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8pPr>
                      <a:lvl9pPr marL="3886200" indent="-228600" defTabSz="449263" eaLnBrk="0" fontAlgn="base" hangingPunct="0">
                        <a:spcBef>
                          <a:spcPts val="500"/>
                        </a:spcBef>
                        <a:spcAft>
                          <a:spcPct val="0"/>
                        </a:spcAft>
                        <a:buClr>
                          <a:srgbClr val="000000"/>
                        </a:buClr>
                        <a:buSzPct val="100000"/>
                        <a:buFont typeface="Times New Roman" panose="02020603050405020304" pitchFamily="18" charset="0"/>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defRPr>
                          <a:solidFill>
                            <a:srgbClr val="000000"/>
                          </a:solidFill>
                          <a:latin typeface="Tahoma" panose="020B0604030504040204" pitchFamily="34" charset="0"/>
                          <a:ea typeface="Microsoft YaHei" panose="020B0503020204020204" pitchFamily="34" charset="-122"/>
                        </a:defRPr>
                      </a:lvl9pPr>
                    </a:lstStyle>
                    <a:p>
                      <a:pPr marL="342900" marR="0" lvl="0" indent="-341313" algn="ctr" defTabSz="449263" rtl="0" eaLnBrk="1" fontAlgn="base" latinLnBrk="0" hangingPunct="1">
                        <a:lnSpc>
                          <a:spcPct val="101000"/>
                        </a:lnSpc>
                        <a:spcBef>
                          <a:spcPct val="0"/>
                        </a:spcBef>
                        <a:spcAft>
                          <a:spcPct val="0"/>
                        </a:spcAft>
                        <a:buClrTx/>
                        <a:buSzPct val="100000"/>
                        <a:buFontTx/>
                        <a:buNone/>
                        <a:tabLst>
                          <a:tab pos="342900" algn="l"/>
                          <a:tab pos="1257300" algn="l"/>
                          <a:tab pos="2171700" algn="l"/>
                          <a:tab pos="3086100" algn="l"/>
                          <a:tab pos="4000500" algn="l"/>
                          <a:tab pos="4914900" algn="l"/>
                          <a:tab pos="5829300" algn="l"/>
                          <a:tab pos="6743700" algn="l"/>
                          <a:tab pos="7658100" algn="l"/>
                          <a:tab pos="8572500" algn="l"/>
                          <a:tab pos="9486900" algn="l"/>
                          <a:tab pos="10401300" algn="l"/>
                        </a:tabLst>
                      </a:pPr>
                      <a:r>
                        <a:rPr kumimoji="0" lang="en-US" altLang="en-US" sz="2000" b="0" i="0" u="none" strike="noStrike" cap="none" normalizeH="0" baseline="0">
                          <a:ln>
                            <a:noFill/>
                          </a:ln>
                          <a:solidFill>
                            <a:srgbClr val="000000"/>
                          </a:solidFill>
                          <a:effectLst/>
                          <a:latin typeface="Tahoma" panose="020B0604030504040204" pitchFamily="34" charset="0"/>
                          <a:ea typeface="Microsoft YaHei" panose="020B0503020204020204" pitchFamily="34" charset="-122"/>
                          <a:cs typeface="Times New Roman" panose="02020603050405020304" pitchFamily="18" charset="0"/>
                        </a:rPr>
                        <a:t>All</a:t>
                      </a:r>
                    </a:p>
                  </a:txBody>
                  <a:tcPr marL="90000" marR="90000" marT="46800" marB="46800" horzOverflow="overflow">
                    <a:lnL w="5760" cap="flat" cmpd="sng" algn="ctr">
                      <a:solidFill>
                        <a:srgbClr val="000000"/>
                      </a:solidFill>
                      <a:prstDash val="solid"/>
                      <a:round/>
                      <a:headEnd type="none" w="med" len="med"/>
                      <a:tailEnd type="none" w="med" len="med"/>
                    </a:lnL>
                    <a:lnR w="5760" cap="flat" cmpd="sng" algn="ctr">
                      <a:solidFill>
                        <a:srgbClr val="000000"/>
                      </a:solidFill>
                      <a:prstDash val="solid"/>
                      <a:round/>
                      <a:headEnd type="none" w="med" len="med"/>
                      <a:tailEnd type="none" w="med" len="med"/>
                    </a:lnR>
                    <a:lnT w="5760" cap="flat" cmpd="sng" algn="ctr">
                      <a:solidFill>
                        <a:srgbClr val="000000"/>
                      </a:solidFill>
                      <a:prstDash val="solid"/>
                      <a:round/>
                      <a:headEnd type="none" w="med" len="med"/>
                      <a:tailEnd type="none" w="med" len="med"/>
                    </a:lnT>
                    <a:lnB w="576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69184463"/>
                  </a:ext>
                </a:extLst>
              </a:tr>
            </a:tbl>
          </a:graphicData>
        </a:graphic>
      </p:graphicFrame>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Text Box 1">
            <a:extLst>
              <a:ext uri="{FF2B5EF4-FFF2-40B4-BE49-F238E27FC236}">
                <a16:creationId xmlns:a16="http://schemas.microsoft.com/office/drawing/2014/main" id="{E33F2280-26CF-21FA-28A4-056AF3ECE01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56035" name="Text Box 2">
            <a:extLst>
              <a:ext uri="{FF2B5EF4-FFF2-40B4-BE49-F238E27FC236}">
                <a16:creationId xmlns:a16="http://schemas.microsoft.com/office/drawing/2014/main" id="{349F0CEF-9700-590D-9E33-12A0A60051C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678326C-E266-4188-90F3-70C39C9E09A2}" type="slidenum">
              <a:rPr lang="en-US" altLang="en-US" sz="1400">
                <a:solidFill>
                  <a:srgbClr val="000000"/>
                </a:solidFill>
              </a:rPr>
              <a:pPr algn="r" eaLnBrk="1" hangingPunct="1">
                <a:buClrTx/>
                <a:buSzPct val="60000"/>
                <a:buFontTx/>
                <a:buNone/>
              </a:pPr>
              <a:t>336</a:t>
            </a:fld>
            <a:endParaRPr lang="en-US" altLang="en-US" sz="1400">
              <a:solidFill>
                <a:srgbClr val="000000"/>
              </a:solidFill>
            </a:endParaRPr>
          </a:p>
        </p:txBody>
      </p:sp>
      <p:sp>
        <p:nvSpPr>
          <p:cNvPr id="556036" name="Text Box 3">
            <a:extLst>
              <a:ext uri="{FF2B5EF4-FFF2-40B4-BE49-F238E27FC236}">
                <a16:creationId xmlns:a16="http://schemas.microsoft.com/office/drawing/2014/main" id="{790561D1-C089-E95B-195C-759CD70CD00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Repeater</a:t>
            </a:r>
          </a:p>
        </p:txBody>
      </p:sp>
      <p:sp>
        <p:nvSpPr>
          <p:cNvPr id="556037" name="Text Box 4">
            <a:extLst>
              <a:ext uri="{FF2B5EF4-FFF2-40B4-BE49-F238E27FC236}">
                <a16:creationId xmlns:a16="http://schemas.microsoft.com/office/drawing/2014/main" id="{DA163B49-BF46-62BD-6502-87930481C81D}"/>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Also called regenerator</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Simply reproduces a signal</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Takes care of attenuation problems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Not intelligent</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Not same as amplifier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Text Box 1">
            <a:extLst>
              <a:ext uri="{FF2B5EF4-FFF2-40B4-BE49-F238E27FC236}">
                <a16:creationId xmlns:a16="http://schemas.microsoft.com/office/drawing/2014/main" id="{6FA268B2-01B6-812D-CED5-5BB3FD1575B9}"/>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58083" name="Text Box 2">
            <a:extLst>
              <a:ext uri="{FF2B5EF4-FFF2-40B4-BE49-F238E27FC236}">
                <a16:creationId xmlns:a16="http://schemas.microsoft.com/office/drawing/2014/main" id="{7B875F8D-A7F2-23FF-7A16-82B50487544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3F074A2-0915-412C-9CC6-A8F300499784}" type="slidenum">
              <a:rPr lang="en-US" altLang="en-US" sz="1400">
                <a:solidFill>
                  <a:srgbClr val="000000"/>
                </a:solidFill>
              </a:rPr>
              <a:pPr algn="r" eaLnBrk="1" hangingPunct="1">
                <a:buClrTx/>
                <a:buSzPct val="60000"/>
                <a:buFontTx/>
                <a:buNone/>
              </a:pPr>
              <a:t>337</a:t>
            </a:fld>
            <a:endParaRPr lang="en-US" altLang="en-US" sz="1400">
              <a:solidFill>
                <a:srgbClr val="000000"/>
              </a:solidFill>
            </a:endParaRPr>
          </a:p>
        </p:txBody>
      </p:sp>
      <p:sp>
        <p:nvSpPr>
          <p:cNvPr id="558084" name="Text Box 3">
            <a:extLst>
              <a:ext uri="{FF2B5EF4-FFF2-40B4-BE49-F238E27FC236}">
                <a16:creationId xmlns:a16="http://schemas.microsoft.com/office/drawing/2014/main" id="{E9DF53B8-462C-E0A1-A7C6-BA3CBD36947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Repeater Concept</a:t>
            </a:r>
          </a:p>
        </p:txBody>
      </p:sp>
      <p:sp>
        <p:nvSpPr>
          <p:cNvPr id="558085" name="Text Box 4">
            <a:extLst>
              <a:ext uri="{FF2B5EF4-FFF2-40B4-BE49-F238E27FC236}">
                <a16:creationId xmlns:a16="http://schemas.microsoft.com/office/drawing/2014/main" id="{3ABBCB80-CCD4-784E-EFAA-E5D633F5832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58086" name="Group 5">
            <a:extLst>
              <a:ext uri="{FF2B5EF4-FFF2-40B4-BE49-F238E27FC236}">
                <a16:creationId xmlns:a16="http://schemas.microsoft.com/office/drawing/2014/main" id="{91074E8C-6144-A660-2062-5F77E9685A9C}"/>
              </a:ext>
            </a:extLst>
          </p:cNvPr>
          <p:cNvGrpSpPr>
            <a:grpSpLocks/>
          </p:cNvGrpSpPr>
          <p:nvPr/>
        </p:nvGrpSpPr>
        <p:grpSpPr bwMode="auto">
          <a:xfrm>
            <a:off x="1371600" y="2057400"/>
            <a:ext cx="7389813" cy="3976688"/>
            <a:chOff x="864" y="1296"/>
            <a:chExt cx="4655" cy="2505"/>
          </a:xfrm>
        </p:grpSpPr>
        <p:sp>
          <p:nvSpPr>
            <p:cNvPr id="558087" name="Rectangle 6">
              <a:extLst>
                <a:ext uri="{FF2B5EF4-FFF2-40B4-BE49-F238E27FC236}">
                  <a16:creationId xmlns:a16="http://schemas.microsoft.com/office/drawing/2014/main" id="{DB843F43-4453-8D88-14A9-2A2C9C0B032E}"/>
                </a:ext>
              </a:extLst>
            </p:cNvPr>
            <p:cNvSpPr>
              <a:spLocks noChangeArrowheads="1"/>
            </p:cNvSpPr>
            <p:nvPr/>
          </p:nvSpPr>
          <p:spPr bwMode="auto">
            <a:xfrm>
              <a:off x="864" y="1296"/>
              <a:ext cx="4655" cy="250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8088" name="AutoShape 7">
              <a:extLst>
                <a:ext uri="{FF2B5EF4-FFF2-40B4-BE49-F238E27FC236}">
                  <a16:creationId xmlns:a16="http://schemas.microsoft.com/office/drawing/2014/main" id="{C2456391-C2AA-8747-87BC-131B993763D0}"/>
                </a:ext>
              </a:extLst>
            </p:cNvPr>
            <p:cNvSpPr>
              <a:spLocks noChangeArrowheads="1"/>
            </p:cNvSpPr>
            <p:nvPr/>
          </p:nvSpPr>
          <p:spPr bwMode="auto">
            <a:xfrm>
              <a:off x="1385" y="1521"/>
              <a:ext cx="625" cy="59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2 w 21600"/>
                <a:gd name="T43" fmla="*/ 2528 h 21600"/>
                <a:gd name="T44" fmla="*/ 16762 w 21600"/>
                <a:gd name="T45" fmla="*/ 11161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grpSp>
          <p:nvGrpSpPr>
            <p:cNvPr id="558089" name="Group 8">
              <a:extLst>
                <a:ext uri="{FF2B5EF4-FFF2-40B4-BE49-F238E27FC236}">
                  <a16:creationId xmlns:a16="http://schemas.microsoft.com/office/drawing/2014/main" id="{3610003C-EE90-2940-26D8-D2B102208E71}"/>
                </a:ext>
              </a:extLst>
            </p:cNvPr>
            <p:cNvGrpSpPr>
              <a:grpSpLocks/>
            </p:cNvGrpSpPr>
            <p:nvPr/>
          </p:nvGrpSpPr>
          <p:grpSpPr bwMode="auto">
            <a:xfrm>
              <a:off x="1378" y="2294"/>
              <a:ext cx="645" cy="1182"/>
              <a:chOff x="1378" y="2294"/>
              <a:chExt cx="645" cy="1182"/>
            </a:xfrm>
          </p:grpSpPr>
          <p:sp>
            <p:nvSpPr>
              <p:cNvPr id="558102" name="Text Box 9">
                <a:extLst>
                  <a:ext uri="{FF2B5EF4-FFF2-40B4-BE49-F238E27FC236}">
                    <a16:creationId xmlns:a16="http://schemas.microsoft.com/office/drawing/2014/main" id="{EFF22695-7BEA-5723-7C35-07995FED81B2}"/>
                  </a:ext>
                </a:extLst>
              </p:cNvPr>
              <p:cNvSpPr txBox="1">
                <a:spLocks noChangeArrowheads="1"/>
              </p:cNvSpPr>
              <p:nvPr/>
            </p:nvSpPr>
            <p:spPr bwMode="auto">
              <a:xfrm>
                <a:off x="1378" y="2294"/>
                <a:ext cx="642" cy="118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58103" name="Line 10">
                <a:extLst>
                  <a:ext uri="{FF2B5EF4-FFF2-40B4-BE49-F238E27FC236}">
                    <a16:creationId xmlns:a16="http://schemas.microsoft.com/office/drawing/2014/main" id="{81F519A1-F747-EBDF-7240-86F2D58DB73C}"/>
                  </a:ext>
                </a:extLst>
              </p:cNvPr>
              <p:cNvSpPr>
                <a:spLocks noChangeShapeType="1"/>
              </p:cNvSpPr>
              <p:nvPr/>
            </p:nvSpPr>
            <p:spPr bwMode="auto">
              <a:xfrm>
                <a:off x="1378" y="2472"/>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4" name="Line 11">
                <a:extLst>
                  <a:ext uri="{FF2B5EF4-FFF2-40B4-BE49-F238E27FC236}">
                    <a16:creationId xmlns:a16="http://schemas.microsoft.com/office/drawing/2014/main" id="{FB650055-6DC9-8EAF-5094-A64DC569E95D}"/>
                  </a:ext>
                </a:extLst>
              </p:cNvPr>
              <p:cNvSpPr>
                <a:spLocks noChangeShapeType="1"/>
              </p:cNvSpPr>
              <p:nvPr/>
            </p:nvSpPr>
            <p:spPr bwMode="auto">
              <a:xfrm>
                <a:off x="1381" y="2644"/>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5" name="Line 12">
                <a:extLst>
                  <a:ext uri="{FF2B5EF4-FFF2-40B4-BE49-F238E27FC236}">
                    <a16:creationId xmlns:a16="http://schemas.microsoft.com/office/drawing/2014/main" id="{BA9FD574-6E95-DD17-47C7-895695C14491}"/>
                  </a:ext>
                </a:extLst>
              </p:cNvPr>
              <p:cNvSpPr>
                <a:spLocks noChangeShapeType="1"/>
              </p:cNvSpPr>
              <p:nvPr/>
            </p:nvSpPr>
            <p:spPr bwMode="auto">
              <a:xfrm>
                <a:off x="1389" y="2814"/>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6" name="Line 13">
                <a:extLst>
                  <a:ext uri="{FF2B5EF4-FFF2-40B4-BE49-F238E27FC236}">
                    <a16:creationId xmlns:a16="http://schemas.microsoft.com/office/drawing/2014/main" id="{725D3EDE-4B20-640E-6CDF-874734EEEE42}"/>
                  </a:ext>
                </a:extLst>
              </p:cNvPr>
              <p:cNvSpPr>
                <a:spLocks noChangeShapeType="1"/>
              </p:cNvSpPr>
              <p:nvPr/>
            </p:nvSpPr>
            <p:spPr bwMode="auto">
              <a:xfrm>
                <a:off x="1381" y="2985"/>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7" name="Line 14">
                <a:extLst>
                  <a:ext uri="{FF2B5EF4-FFF2-40B4-BE49-F238E27FC236}">
                    <a16:creationId xmlns:a16="http://schemas.microsoft.com/office/drawing/2014/main" id="{9C3B9E31-AFCD-C304-0276-A864BB63D6DF}"/>
                  </a:ext>
                </a:extLst>
              </p:cNvPr>
              <p:cNvSpPr>
                <a:spLocks noChangeShapeType="1"/>
              </p:cNvSpPr>
              <p:nvPr/>
            </p:nvSpPr>
            <p:spPr bwMode="auto">
              <a:xfrm>
                <a:off x="1390" y="3147"/>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8" name="Line 15">
                <a:extLst>
                  <a:ext uri="{FF2B5EF4-FFF2-40B4-BE49-F238E27FC236}">
                    <a16:creationId xmlns:a16="http://schemas.microsoft.com/office/drawing/2014/main" id="{84484EF5-B5F8-DC0D-7562-9F07DEE8FF2A}"/>
                  </a:ext>
                </a:extLst>
              </p:cNvPr>
              <p:cNvSpPr>
                <a:spLocks noChangeShapeType="1"/>
              </p:cNvSpPr>
              <p:nvPr/>
            </p:nvSpPr>
            <p:spPr bwMode="auto">
              <a:xfrm>
                <a:off x="1389" y="3302"/>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58090" name="Text Box 16">
              <a:extLst>
                <a:ext uri="{FF2B5EF4-FFF2-40B4-BE49-F238E27FC236}">
                  <a16:creationId xmlns:a16="http://schemas.microsoft.com/office/drawing/2014/main" id="{09280078-3E22-6BA3-9FE9-69389E25B6CF}"/>
                </a:ext>
              </a:extLst>
            </p:cNvPr>
            <p:cNvSpPr txBox="1">
              <a:spLocks noChangeArrowheads="1"/>
            </p:cNvSpPr>
            <p:nvPr/>
          </p:nvSpPr>
          <p:spPr bwMode="auto">
            <a:xfrm>
              <a:off x="2716" y="3300"/>
              <a:ext cx="993" cy="21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Repeater</a:t>
              </a:r>
            </a:p>
          </p:txBody>
        </p:sp>
        <p:sp>
          <p:nvSpPr>
            <p:cNvPr id="558091" name="AutoShape 17">
              <a:extLst>
                <a:ext uri="{FF2B5EF4-FFF2-40B4-BE49-F238E27FC236}">
                  <a16:creationId xmlns:a16="http://schemas.microsoft.com/office/drawing/2014/main" id="{F89ABB21-5713-1542-45B4-265D6CDECF0D}"/>
                </a:ext>
              </a:extLst>
            </p:cNvPr>
            <p:cNvSpPr>
              <a:spLocks noChangeArrowheads="1"/>
            </p:cNvSpPr>
            <p:nvPr/>
          </p:nvSpPr>
          <p:spPr bwMode="auto">
            <a:xfrm>
              <a:off x="2030" y="3369"/>
              <a:ext cx="676" cy="80"/>
            </a:xfrm>
            <a:prstGeom prst="leftRightArrow">
              <a:avLst>
                <a:gd name="adj1" fmla="val 50000"/>
                <a:gd name="adj2" fmla="val 168218"/>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58092" name="AutoShape 18">
              <a:extLst>
                <a:ext uri="{FF2B5EF4-FFF2-40B4-BE49-F238E27FC236}">
                  <a16:creationId xmlns:a16="http://schemas.microsoft.com/office/drawing/2014/main" id="{D38B37DE-3F45-629A-F440-8F925061EBD0}"/>
                </a:ext>
              </a:extLst>
            </p:cNvPr>
            <p:cNvSpPr>
              <a:spLocks noChangeArrowheads="1"/>
            </p:cNvSpPr>
            <p:nvPr/>
          </p:nvSpPr>
          <p:spPr bwMode="auto">
            <a:xfrm>
              <a:off x="4355" y="1517"/>
              <a:ext cx="625" cy="59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42 w 21600"/>
                <a:gd name="T43" fmla="*/ 2528 h 21600"/>
                <a:gd name="T44" fmla="*/ 16762 w 21600"/>
                <a:gd name="T45" fmla="*/ 11161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grpSp>
          <p:nvGrpSpPr>
            <p:cNvPr id="558093" name="Group 19">
              <a:extLst>
                <a:ext uri="{FF2B5EF4-FFF2-40B4-BE49-F238E27FC236}">
                  <a16:creationId xmlns:a16="http://schemas.microsoft.com/office/drawing/2014/main" id="{26AF5CDA-BEA8-4874-3B73-1E891570F43F}"/>
                </a:ext>
              </a:extLst>
            </p:cNvPr>
            <p:cNvGrpSpPr>
              <a:grpSpLocks/>
            </p:cNvGrpSpPr>
            <p:nvPr/>
          </p:nvGrpSpPr>
          <p:grpSpPr bwMode="auto">
            <a:xfrm>
              <a:off x="4348" y="2320"/>
              <a:ext cx="645" cy="1182"/>
              <a:chOff x="4348" y="2320"/>
              <a:chExt cx="645" cy="1182"/>
            </a:xfrm>
          </p:grpSpPr>
          <p:sp>
            <p:nvSpPr>
              <p:cNvPr id="558095" name="Text Box 20">
                <a:extLst>
                  <a:ext uri="{FF2B5EF4-FFF2-40B4-BE49-F238E27FC236}">
                    <a16:creationId xmlns:a16="http://schemas.microsoft.com/office/drawing/2014/main" id="{E767BD63-9872-5851-73CE-10333F52F172}"/>
                  </a:ext>
                </a:extLst>
              </p:cNvPr>
              <p:cNvSpPr txBox="1">
                <a:spLocks noChangeArrowheads="1"/>
              </p:cNvSpPr>
              <p:nvPr/>
            </p:nvSpPr>
            <p:spPr bwMode="auto">
              <a:xfrm>
                <a:off x="4348" y="2320"/>
                <a:ext cx="642" cy="118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58096" name="Line 21">
                <a:extLst>
                  <a:ext uri="{FF2B5EF4-FFF2-40B4-BE49-F238E27FC236}">
                    <a16:creationId xmlns:a16="http://schemas.microsoft.com/office/drawing/2014/main" id="{D4A23D62-DE64-82B9-799E-590D49E94F12}"/>
                  </a:ext>
                </a:extLst>
              </p:cNvPr>
              <p:cNvSpPr>
                <a:spLocks noChangeShapeType="1"/>
              </p:cNvSpPr>
              <p:nvPr/>
            </p:nvSpPr>
            <p:spPr bwMode="auto">
              <a:xfrm>
                <a:off x="4348" y="2498"/>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097" name="Line 22">
                <a:extLst>
                  <a:ext uri="{FF2B5EF4-FFF2-40B4-BE49-F238E27FC236}">
                    <a16:creationId xmlns:a16="http://schemas.microsoft.com/office/drawing/2014/main" id="{6C6DE5B2-9267-C035-1E44-6D1D4C34492E}"/>
                  </a:ext>
                </a:extLst>
              </p:cNvPr>
              <p:cNvSpPr>
                <a:spLocks noChangeShapeType="1"/>
              </p:cNvSpPr>
              <p:nvPr/>
            </p:nvSpPr>
            <p:spPr bwMode="auto">
              <a:xfrm>
                <a:off x="4351" y="2671"/>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098" name="Line 23">
                <a:extLst>
                  <a:ext uri="{FF2B5EF4-FFF2-40B4-BE49-F238E27FC236}">
                    <a16:creationId xmlns:a16="http://schemas.microsoft.com/office/drawing/2014/main" id="{2A8A78BC-4969-7C55-E776-6550A23920CE}"/>
                  </a:ext>
                </a:extLst>
              </p:cNvPr>
              <p:cNvSpPr>
                <a:spLocks noChangeShapeType="1"/>
              </p:cNvSpPr>
              <p:nvPr/>
            </p:nvSpPr>
            <p:spPr bwMode="auto">
              <a:xfrm>
                <a:off x="4359" y="2840"/>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099" name="Line 24">
                <a:extLst>
                  <a:ext uri="{FF2B5EF4-FFF2-40B4-BE49-F238E27FC236}">
                    <a16:creationId xmlns:a16="http://schemas.microsoft.com/office/drawing/2014/main" id="{E13E5276-7917-2917-C66A-8FF8DBEDDA99}"/>
                  </a:ext>
                </a:extLst>
              </p:cNvPr>
              <p:cNvSpPr>
                <a:spLocks noChangeShapeType="1"/>
              </p:cNvSpPr>
              <p:nvPr/>
            </p:nvSpPr>
            <p:spPr bwMode="auto">
              <a:xfrm>
                <a:off x="4351" y="3011"/>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0" name="Line 25">
                <a:extLst>
                  <a:ext uri="{FF2B5EF4-FFF2-40B4-BE49-F238E27FC236}">
                    <a16:creationId xmlns:a16="http://schemas.microsoft.com/office/drawing/2014/main" id="{9D2D801E-E21C-B98F-0C4A-FD271E95655E}"/>
                  </a:ext>
                </a:extLst>
              </p:cNvPr>
              <p:cNvSpPr>
                <a:spLocks noChangeShapeType="1"/>
              </p:cNvSpPr>
              <p:nvPr/>
            </p:nvSpPr>
            <p:spPr bwMode="auto">
              <a:xfrm>
                <a:off x="4360" y="3173"/>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58101" name="Line 26">
                <a:extLst>
                  <a:ext uri="{FF2B5EF4-FFF2-40B4-BE49-F238E27FC236}">
                    <a16:creationId xmlns:a16="http://schemas.microsoft.com/office/drawing/2014/main" id="{5136A1C1-6D0B-AFD4-15CC-E7E187A65C9B}"/>
                  </a:ext>
                </a:extLst>
              </p:cNvPr>
              <p:cNvSpPr>
                <a:spLocks noChangeShapeType="1"/>
              </p:cNvSpPr>
              <p:nvPr/>
            </p:nvSpPr>
            <p:spPr bwMode="auto">
              <a:xfrm>
                <a:off x="4359" y="3328"/>
                <a:ext cx="633"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58094" name="AutoShape 27">
              <a:extLst>
                <a:ext uri="{FF2B5EF4-FFF2-40B4-BE49-F238E27FC236}">
                  <a16:creationId xmlns:a16="http://schemas.microsoft.com/office/drawing/2014/main" id="{91ED7684-949F-9840-1DBD-98835A5E75A6}"/>
                </a:ext>
              </a:extLst>
            </p:cNvPr>
            <p:cNvSpPr>
              <a:spLocks noChangeArrowheads="1"/>
            </p:cNvSpPr>
            <p:nvPr/>
          </p:nvSpPr>
          <p:spPr bwMode="auto">
            <a:xfrm>
              <a:off x="3722" y="3388"/>
              <a:ext cx="616" cy="88"/>
            </a:xfrm>
            <a:prstGeom prst="leftRightArrow">
              <a:avLst>
                <a:gd name="adj1" fmla="val 50000"/>
                <a:gd name="adj2" fmla="val 139352"/>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Text Box 1">
            <a:extLst>
              <a:ext uri="{FF2B5EF4-FFF2-40B4-BE49-F238E27FC236}">
                <a16:creationId xmlns:a16="http://schemas.microsoft.com/office/drawing/2014/main" id="{D2820315-0110-BDF2-D435-1AF406E45D6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60131" name="Text Box 2">
            <a:extLst>
              <a:ext uri="{FF2B5EF4-FFF2-40B4-BE49-F238E27FC236}">
                <a16:creationId xmlns:a16="http://schemas.microsoft.com/office/drawing/2014/main" id="{79A75FD4-73F4-968C-4A66-D6E42AEA7D4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CCE42B59-488A-46D1-8971-B33C5A5C7350}" type="slidenum">
              <a:rPr lang="en-US" altLang="en-US" sz="1400">
                <a:solidFill>
                  <a:srgbClr val="000000"/>
                </a:solidFill>
              </a:rPr>
              <a:pPr algn="r" eaLnBrk="1" hangingPunct="1">
                <a:buClrTx/>
                <a:buSzPct val="60000"/>
                <a:buFontTx/>
                <a:buNone/>
              </a:pPr>
              <a:t>338</a:t>
            </a:fld>
            <a:endParaRPr lang="en-US" altLang="en-US" sz="1400">
              <a:solidFill>
                <a:srgbClr val="000000"/>
              </a:solidFill>
            </a:endParaRPr>
          </a:p>
        </p:txBody>
      </p:sp>
      <p:sp>
        <p:nvSpPr>
          <p:cNvPr id="560132" name="Text Box 3">
            <a:extLst>
              <a:ext uri="{FF2B5EF4-FFF2-40B4-BE49-F238E27FC236}">
                <a16:creationId xmlns:a16="http://schemas.microsoft.com/office/drawing/2014/main" id="{38DEA0E4-2B3A-0486-E937-CD553BCFCBF3}"/>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Repeater Function</a:t>
            </a:r>
          </a:p>
        </p:txBody>
      </p:sp>
      <p:sp>
        <p:nvSpPr>
          <p:cNvPr id="560133" name="Text Box 4">
            <a:extLst>
              <a:ext uri="{FF2B5EF4-FFF2-40B4-BE49-F238E27FC236}">
                <a16:creationId xmlns:a16="http://schemas.microsoft.com/office/drawing/2014/main" id="{DC9A845F-CAC1-18E9-D443-02C8050F9B4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60134" name="Group 5">
            <a:extLst>
              <a:ext uri="{FF2B5EF4-FFF2-40B4-BE49-F238E27FC236}">
                <a16:creationId xmlns:a16="http://schemas.microsoft.com/office/drawing/2014/main" id="{A0191BCF-6F9B-80FC-EB93-386A7C0AF8F3}"/>
              </a:ext>
            </a:extLst>
          </p:cNvPr>
          <p:cNvGrpSpPr>
            <a:grpSpLocks/>
          </p:cNvGrpSpPr>
          <p:nvPr/>
        </p:nvGrpSpPr>
        <p:grpSpPr bwMode="auto">
          <a:xfrm>
            <a:off x="1295400" y="2133600"/>
            <a:ext cx="7466013" cy="3732213"/>
            <a:chOff x="816" y="1344"/>
            <a:chExt cx="4703" cy="2351"/>
          </a:xfrm>
        </p:grpSpPr>
        <p:sp>
          <p:nvSpPr>
            <p:cNvPr id="560135" name="Rectangle 6">
              <a:extLst>
                <a:ext uri="{FF2B5EF4-FFF2-40B4-BE49-F238E27FC236}">
                  <a16:creationId xmlns:a16="http://schemas.microsoft.com/office/drawing/2014/main" id="{605946CD-23DB-6C19-BE32-82C824123089}"/>
                </a:ext>
              </a:extLst>
            </p:cNvPr>
            <p:cNvSpPr>
              <a:spLocks noChangeArrowheads="1"/>
            </p:cNvSpPr>
            <p:nvPr/>
          </p:nvSpPr>
          <p:spPr bwMode="auto">
            <a:xfrm>
              <a:off x="816" y="1344"/>
              <a:ext cx="4703" cy="235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0136" name="AutoShape 7">
              <a:extLst>
                <a:ext uri="{FF2B5EF4-FFF2-40B4-BE49-F238E27FC236}">
                  <a16:creationId xmlns:a16="http://schemas.microsoft.com/office/drawing/2014/main" id="{50FCA9EF-9448-DD39-1B4B-F07F646C31AF}"/>
                </a:ext>
              </a:extLst>
            </p:cNvPr>
            <p:cNvSpPr>
              <a:spLocks noChangeArrowheads="1"/>
            </p:cNvSpPr>
            <p:nvPr/>
          </p:nvSpPr>
          <p:spPr bwMode="auto">
            <a:xfrm>
              <a:off x="1405" y="1583"/>
              <a:ext cx="433" cy="45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22 h 21600"/>
                <a:gd name="T44" fmla="*/ 16761 w 21600"/>
                <a:gd name="T45" fmla="*/ 1113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560137" name="Line 8">
              <a:extLst>
                <a:ext uri="{FF2B5EF4-FFF2-40B4-BE49-F238E27FC236}">
                  <a16:creationId xmlns:a16="http://schemas.microsoft.com/office/drawing/2014/main" id="{358AFE63-D3F6-48D9-A11E-F2BC1311B4A7}"/>
                </a:ext>
              </a:extLst>
            </p:cNvPr>
            <p:cNvSpPr>
              <a:spLocks noChangeShapeType="1"/>
            </p:cNvSpPr>
            <p:nvPr/>
          </p:nvSpPr>
          <p:spPr bwMode="auto">
            <a:xfrm>
              <a:off x="1350" y="2394"/>
              <a:ext cx="1572"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38" name="Line 9">
              <a:extLst>
                <a:ext uri="{FF2B5EF4-FFF2-40B4-BE49-F238E27FC236}">
                  <a16:creationId xmlns:a16="http://schemas.microsoft.com/office/drawing/2014/main" id="{7056BC5E-66BA-B635-EFEF-6F20C8B6E597}"/>
                </a:ext>
              </a:extLst>
            </p:cNvPr>
            <p:cNvSpPr>
              <a:spLocks noChangeShapeType="1"/>
            </p:cNvSpPr>
            <p:nvPr/>
          </p:nvSpPr>
          <p:spPr bwMode="auto">
            <a:xfrm>
              <a:off x="1621" y="2038"/>
              <a:ext cx="0" cy="354"/>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39" name="AutoShape 10">
              <a:extLst>
                <a:ext uri="{FF2B5EF4-FFF2-40B4-BE49-F238E27FC236}">
                  <a16:creationId xmlns:a16="http://schemas.microsoft.com/office/drawing/2014/main" id="{C3B48D78-A701-D5D8-1A8E-56B8649B74C0}"/>
                </a:ext>
              </a:extLst>
            </p:cNvPr>
            <p:cNvSpPr>
              <a:spLocks noChangeArrowheads="1"/>
            </p:cNvSpPr>
            <p:nvPr/>
          </p:nvSpPr>
          <p:spPr bwMode="auto">
            <a:xfrm>
              <a:off x="4456" y="1560"/>
              <a:ext cx="433" cy="45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22 h 21600"/>
                <a:gd name="T44" fmla="*/ 16761 w 21600"/>
                <a:gd name="T45" fmla="*/ 1113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560140" name="Line 11">
              <a:extLst>
                <a:ext uri="{FF2B5EF4-FFF2-40B4-BE49-F238E27FC236}">
                  <a16:creationId xmlns:a16="http://schemas.microsoft.com/office/drawing/2014/main" id="{7EE811F6-93B0-4FDD-D74C-B89A9D26A52A}"/>
                </a:ext>
              </a:extLst>
            </p:cNvPr>
            <p:cNvSpPr>
              <a:spLocks noChangeShapeType="1"/>
            </p:cNvSpPr>
            <p:nvPr/>
          </p:nvSpPr>
          <p:spPr bwMode="auto">
            <a:xfrm>
              <a:off x="4672" y="2015"/>
              <a:ext cx="0" cy="39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41" name="AutoShape 12">
              <a:extLst>
                <a:ext uri="{FF2B5EF4-FFF2-40B4-BE49-F238E27FC236}">
                  <a16:creationId xmlns:a16="http://schemas.microsoft.com/office/drawing/2014/main" id="{EF6264B1-DF2D-E48B-8BEF-46A876F32E63}"/>
                </a:ext>
              </a:extLst>
            </p:cNvPr>
            <p:cNvSpPr>
              <a:spLocks noChangeArrowheads="1"/>
            </p:cNvSpPr>
            <p:nvPr/>
          </p:nvSpPr>
          <p:spPr bwMode="auto">
            <a:xfrm>
              <a:off x="1977" y="2775"/>
              <a:ext cx="433" cy="45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22 h 21600"/>
                <a:gd name="T44" fmla="*/ 16761 w 21600"/>
                <a:gd name="T45" fmla="*/ 1113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560142" name="Line 13">
              <a:extLst>
                <a:ext uri="{FF2B5EF4-FFF2-40B4-BE49-F238E27FC236}">
                  <a16:creationId xmlns:a16="http://schemas.microsoft.com/office/drawing/2014/main" id="{31F8A14E-719A-0483-10FE-3EB12E1C0F08}"/>
                </a:ext>
              </a:extLst>
            </p:cNvPr>
            <p:cNvSpPr>
              <a:spLocks noChangeShapeType="1"/>
            </p:cNvSpPr>
            <p:nvPr/>
          </p:nvSpPr>
          <p:spPr bwMode="auto">
            <a:xfrm>
              <a:off x="2194" y="2406"/>
              <a:ext cx="0" cy="36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43" name="AutoShape 14">
              <a:extLst>
                <a:ext uri="{FF2B5EF4-FFF2-40B4-BE49-F238E27FC236}">
                  <a16:creationId xmlns:a16="http://schemas.microsoft.com/office/drawing/2014/main" id="{EE601471-D0E6-7AAF-C62B-0B255A2A66FB}"/>
                </a:ext>
              </a:extLst>
            </p:cNvPr>
            <p:cNvSpPr>
              <a:spLocks noChangeArrowheads="1"/>
            </p:cNvSpPr>
            <p:nvPr/>
          </p:nvSpPr>
          <p:spPr bwMode="auto">
            <a:xfrm>
              <a:off x="3971" y="2770"/>
              <a:ext cx="433" cy="45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9 w 21600"/>
                <a:gd name="T43" fmla="*/ 2522 h 21600"/>
                <a:gd name="T44" fmla="*/ 16761 w 21600"/>
                <a:gd name="T45" fmla="*/ 11133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560144" name="Line 15">
              <a:extLst>
                <a:ext uri="{FF2B5EF4-FFF2-40B4-BE49-F238E27FC236}">
                  <a16:creationId xmlns:a16="http://schemas.microsoft.com/office/drawing/2014/main" id="{4B5F8081-0659-9DC5-7DBF-1F7F2CD77BC4}"/>
                </a:ext>
              </a:extLst>
            </p:cNvPr>
            <p:cNvSpPr>
              <a:spLocks noChangeShapeType="1"/>
            </p:cNvSpPr>
            <p:nvPr/>
          </p:nvSpPr>
          <p:spPr bwMode="auto">
            <a:xfrm>
              <a:off x="4187" y="2400"/>
              <a:ext cx="0" cy="36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45" name="Line 16">
              <a:extLst>
                <a:ext uri="{FF2B5EF4-FFF2-40B4-BE49-F238E27FC236}">
                  <a16:creationId xmlns:a16="http://schemas.microsoft.com/office/drawing/2014/main" id="{DE7113D3-86B8-4FA2-E9F4-564CF9DF9545}"/>
                </a:ext>
              </a:extLst>
            </p:cNvPr>
            <p:cNvSpPr>
              <a:spLocks noChangeShapeType="1"/>
            </p:cNvSpPr>
            <p:nvPr/>
          </p:nvSpPr>
          <p:spPr bwMode="auto">
            <a:xfrm>
              <a:off x="3488" y="2406"/>
              <a:ext cx="1572"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0146" name="Text Box 17">
              <a:extLst>
                <a:ext uri="{FF2B5EF4-FFF2-40B4-BE49-F238E27FC236}">
                  <a16:creationId xmlns:a16="http://schemas.microsoft.com/office/drawing/2014/main" id="{3B4BAB85-8E04-2830-522E-991AB1527979}"/>
                </a:ext>
              </a:extLst>
            </p:cNvPr>
            <p:cNvSpPr txBox="1">
              <a:spLocks noChangeArrowheads="1"/>
            </p:cNvSpPr>
            <p:nvPr/>
          </p:nvSpPr>
          <p:spPr bwMode="auto">
            <a:xfrm>
              <a:off x="2924" y="2186"/>
              <a:ext cx="551" cy="37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Repeater</a:t>
              </a:r>
            </a:p>
          </p:txBody>
        </p:sp>
        <p:sp>
          <p:nvSpPr>
            <p:cNvPr id="560147" name="Text Box 18">
              <a:extLst>
                <a:ext uri="{FF2B5EF4-FFF2-40B4-BE49-F238E27FC236}">
                  <a16:creationId xmlns:a16="http://schemas.microsoft.com/office/drawing/2014/main" id="{9AE14A14-71DB-DA07-3712-94C031291C09}"/>
                </a:ext>
              </a:extLst>
            </p:cNvPr>
            <p:cNvSpPr txBox="1">
              <a:spLocks noChangeArrowheads="1"/>
            </p:cNvSpPr>
            <p:nvPr/>
          </p:nvSpPr>
          <p:spPr bwMode="auto">
            <a:xfrm>
              <a:off x="1340" y="2542"/>
              <a:ext cx="623"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r>
                <a:rPr lang="en-US" altLang="en-US" sz="1000" b="1">
                  <a:solidFill>
                    <a:srgbClr val="000000"/>
                  </a:solidFill>
                </a:rPr>
                <a:t>01100110</a:t>
              </a:r>
            </a:p>
          </p:txBody>
        </p:sp>
        <p:sp>
          <p:nvSpPr>
            <p:cNvPr id="560148" name="Text Box 19">
              <a:extLst>
                <a:ext uri="{FF2B5EF4-FFF2-40B4-BE49-F238E27FC236}">
                  <a16:creationId xmlns:a16="http://schemas.microsoft.com/office/drawing/2014/main" id="{9F87FA60-1DCB-4D5D-565F-0842454887EA}"/>
                </a:ext>
              </a:extLst>
            </p:cNvPr>
            <p:cNvSpPr txBox="1">
              <a:spLocks noChangeArrowheads="1"/>
            </p:cNvSpPr>
            <p:nvPr/>
          </p:nvSpPr>
          <p:spPr bwMode="auto">
            <a:xfrm>
              <a:off x="3515" y="2518"/>
              <a:ext cx="623" cy="216"/>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just">
                <a:buClrTx/>
                <a:buSzPct val="60000"/>
                <a:buFontTx/>
                <a:buNone/>
              </a:pPr>
              <a:r>
                <a:rPr lang="en-US" altLang="en-US" sz="1000" b="1">
                  <a:solidFill>
                    <a:srgbClr val="000000"/>
                  </a:solidFill>
                </a:rPr>
                <a:t>01100110</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Text Box 1">
            <a:extLst>
              <a:ext uri="{FF2B5EF4-FFF2-40B4-BE49-F238E27FC236}">
                <a16:creationId xmlns:a16="http://schemas.microsoft.com/office/drawing/2014/main" id="{F7D365CC-6C2A-7FE8-A441-C4907B74D49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62179" name="Text Box 2">
            <a:extLst>
              <a:ext uri="{FF2B5EF4-FFF2-40B4-BE49-F238E27FC236}">
                <a16:creationId xmlns:a16="http://schemas.microsoft.com/office/drawing/2014/main" id="{5BDA01B0-3D8D-0AF5-C0CA-F66BE638C2D1}"/>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03D4905-08BC-420E-AE97-287EE596B0C5}" type="slidenum">
              <a:rPr lang="en-US" altLang="en-US" sz="1400">
                <a:solidFill>
                  <a:srgbClr val="000000"/>
                </a:solidFill>
              </a:rPr>
              <a:pPr algn="r" eaLnBrk="1" hangingPunct="1">
                <a:buClrTx/>
                <a:buSzPct val="60000"/>
                <a:buFontTx/>
                <a:buNone/>
              </a:pPr>
              <a:t>339</a:t>
            </a:fld>
            <a:endParaRPr lang="en-US" altLang="en-US" sz="1400">
              <a:solidFill>
                <a:srgbClr val="000000"/>
              </a:solidFill>
            </a:endParaRPr>
          </a:p>
        </p:txBody>
      </p:sp>
      <p:sp>
        <p:nvSpPr>
          <p:cNvPr id="562180" name="Text Box 3">
            <a:extLst>
              <a:ext uri="{FF2B5EF4-FFF2-40B4-BE49-F238E27FC236}">
                <a16:creationId xmlns:a16="http://schemas.microsoft.com/office/drawing/2014/main" id="{473915B3-1DB7-1EA0-A36B-A910852796D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Bridge</a:t>
            </a:r>
          </a:p>
        </p:txBody>
      </p:sp>
      <p:sp>
        <p:nvSpPr>
          <p:cNvPr id="562181" name="Text Box 4">
            <a:extLst>
              <a:ext uri="{FF2B5EF4-FFF2-40B4-BE49-F238E27FC236}">
                <a16:creationId xmlns:a16="http://schemas.microsoft.com/office/drawing/2014/main" id="{97C96335-90AD-7043-F32C-ABD20B883C1E}"/>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Computer with its own processor, memory, and two NICs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Divides a network into segments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Less intelligent than a router</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Prevents unnecessary traffic flow across segments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Text Box 1">
            <a:extLst>
              <a:ext uri="{FF2B5EF4-FFF2-40B4-BE49-F238E27FC236}">
                <a16:creationId xmlns:a16="http://schemas.microsoft.com/office/drawing/2014/main" id="{45D203F4-AAAE-A2E8-FFE4-BC6AB6E96203}"/>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64227" name="Text Box 2">
            <a:extLst>
              <a:ext uri="{FF2B5EF4-FFF2-40B4-BE49-F238E27FC236}">
                <a16:creationId xmlns:a16="http://schemas.microsoft.com/office/drawing/2014/main" id="{C8D12198-DD8C-DF5E-9792-96723186059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CA9E369-5808-422B-AF7A-2DB12473C42D}" type="slidenum">
              <a:rPr lang="en-US" altLang="en-US" sz="1400">
                <a:solidFill>
                  <a:srgbClr val="000000"/>
                </a:solidFill>
              </a:rPr>
              <a:pPr algn="r" eaLnBrk="1" hangingPunct="1">
                <a:buClrTx/>
                <a:buSzPct val="60000"/>
                <a:buFontTx/>
                <a:buNone/>
              </a:pPr>
              <a:t>340</a:t>
            </a:fld>
            <a:endParaRPr lang="en-US" altLang="en-US" sz="1400">
              <a:solidFill>
                <a:srgbClr val="000000"/>
              </a:solidFill>
            </a:endParaRPr>
          </a:p>
        </p:txBody>
      </p:sp>
      <p:sp>
        <p:nvSpPr>
          <p:cNvPr id="564228" name="Text Box 3">
            <a:extLst>
              <a:ext uri="{FF2B5EF4-FFF2-40B4-BE49-F238E27FC236}">
                <a16:creationId xmlns:a16="http://schemas.microsoft.com/office/drawing/2014/main" id="{06585FB9-799F-9BC2-846D-304D5BC1AE0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Bridge Concept</a:t>
            </a:r>
          </a:p>
        </p:txBody>
      </p:sp>
      <p:sp>
        <p:nvSpPr>
          <p:cNvPr id="564229" name="Text Box 4">
            <a:extLst>
              <a:ext uri="{FF2B5EF4-FFF2-40B4-BE49-F238E27FC236}">
                <a16:creationId xmlns:a16="http://schemas.microsoft.com/office/drawing/2014/main" id="{E3C00EF6-DB6B-00DA-C214-E1895811C9F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64230" name="Group 5">
            <a:extLst>
              <a:ext uri="{FF2B5EF4-FFF2-40B4-BE49-F238E27FC236}">
                <a16:creationId xmlns:a16="http://schemas.microsoft.com/office/drawing/2014/main" id="{9CBBCCC6-12CC-9FFC-2DAF-CFC7EDD72875}"/>
              </a:ext>
            </a:extLst>
          </p:cNvPr>
          <p:cNvGrpSpPr>
            <a:grpSpLocks/>
          </p:cNvGrpSpPr>
          <p:nvPr/>
        </p:nvGrpSpPr>
        <p:grpSpPr bwMode="auto">
          <a:xfrm>
            <a:off x="1206500" y="1828800"/>
            <a:ext cx="7707313" cy="4395788"/>
            <a:chOff x="760" y="1152"/>
            <a:chExt cx="4855" cy="2769"/>
          </a:xfrm>
        </p:grpSpPr>
        <p:sp>
          <p:nvSpPr>
            <p:cNvPr id="564231" name="Rectangle 6">
              <a:extLst>
                <a:ext uri="{FF2B5EF4-FFF2-40B4-BE49-F238E27FC236}">
                  <a16:creationId xmlns:a16="http://schemas.microsoft.com/office/drawing/2014/main" id="{8F496F92-B88D-7E4E-84D6-A638E7B546CE}"/>
                </a:ext>
              </a:extLst>
            </p:cNvPr>
            <p:cNvSpPr>
              <a:spLocks noChangeArrowheads="1"/>
            </p:cNvSpPr>
            <p:nvPr/>
          </p:nvSpPr>
          <p:spPr bwMode="auto">
            <a:xfrm>
              <a:off x="760" y="1152"/>
              <a:ext cx="4855" cy="2769"/>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64232" name="Group 7">
              <a:extLst>
                <a:ext uri="{FF2B5EF4-FFF2-40B4-BE49-F238E27FC236}">
                  <a16:creationId xmlns:a16="http://schemas.microsoft.com/office/drawing/2014/main" id="{C56FB41C-7502-BE9B-C3CC-E74619B4F278}"/>
                </a:ext>
              </a:extLst>
            </p:cNvPr>
            <p:cNvGrpSpPr>
              <a:grpSpLocks/>
            </p:cNvGrpSpPr>
            <p:nvPr/>
          </p:nvGrpSpPr>
          <p:grpSpPr bwMode="auto">
            <a:xfrm>
              <a:off x="974" y="2559"/>
              <a:ext cx="4443" cy="1199"/>
              <a:chOff x="974" y="2559"/>
              <a:chExt cx="4443" cy="1199"/>
            </a:xfrm>
          </p:grpSpPr>
          <p:sp>
            <p:nvSpPr>
              <p:cNvPr id="564250" name="Rectangle 8">
                <a:extLst>
                  <a:ext uri="{FF2B5EF4-FFF2-40B4-BE49-F238E27FC236}">
                    <a16:creationId xmlns:a16="http://schemas.microsoft.com/office/drawing/2014/main" id="{A010CC0D-C946-9FD5-8089-A22F572372F7}"/>
                  </a:ext>
                </a:extLst>
              </p:cNvPr>
              <p:cNvSpPr>
                <a:spLocks noChangeArrowheads="1"/>
              </p:cNvSpPr>
              <p:nvPr/>
            </p:nvSpPr>
            <p:spPr bwMode="auto">
              <a:xfrm>
                <a:off x="974" y="2559"/>
                <a:ext cx="4443" cy="1199"/>
              </a:xfrm>
              <a:prstGeom prst="rect">
                <a:avLst/>
              </a:prstGeom>
              <a:solidFill>
                <a:srgbClr val="FFFFFF"/>
              </a:solidFill>
              <a:ln w="9360" cap="sq">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4251" name="Line 9">
                <a:extLst>
                  <a:ext uri="{FF2B5EF4-FFF2-40B4-BE49-F238E27FC236}">
                    <a16:creationId xmlns:a16="http://schemas.microsoft.com/office/drawing/2014/main" id="{68C0A592-0D67-A16B-3286-4EDE96B72310}"/>
                  </a:ext>
                </a:extLst>
              </p:cNvPr>
              <p:cNvSpPr>
                <a:spLocks noChangeShapeType="1"/>
              </p:cNvSpPr>
              <p:nvPr/>
            </p:nvSpPr>
            <p:spPr bwMode="auto">
              <a:xfrm>
                <a:off x="3081" y="2601"/>
                <a:ext cx="0" cy="482"/>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52" name="AutoShape 10">
                <a:extLst>
                  <a:ext uri="{FF2B5EF4-FFF2-40B4-BE49-F238E27FC236}">
                    <a16:creationId xmlns:a16="http://schemas.microsoft.com/office/drawing/2014/main" id="{9BE583F1-35B4-6091-51EE-78534AD83CC8}"/>
                  </a:ext>
                </a:extLst>
              </p:cNvPr>
              <p:cNvSpPr>
                <a:spLocks noChangeArrowheads="1"/>
              </p:cNvSpPr>
              <p:nvPr/>
            </p:nvSpPr>
            <p:spPr bwMode="auto">
              <a:xfrm>
                <a:off x="1464" y="2618"/>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564253" name="Line 11">
                <a:extLst>
                  <a:ext uri="{FF2B5EF4-FFF2-40B4-BE49-F238E27FC236}">
                    <a16:creationId xmlns:a16="http://schemas.microsoft.com/office/drawing/2014/main" id="{ED5ADE06-6D0D-892C-4F05-3C7EDD5CD565}"/>
                  </a:ext>
                </a:extLst>
              </p:cNvPr>
              <p:cNvSpPr>
                <a:spLocks noChangeShapeType="1"/>
              </p:cNvSpPr>
              <p:nvPr/>
            </p:nvSpPr>
            <p:spPr bwMode="auto">
              <a:xfrm>
                <a:off x="1682" y="2910"/>
                <a:ext cx="0" cy="23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54" name="AutoShape 12">
                <a:extLst>
                  <a:ext uri="{FF2B5EF4-FFF2-40B4-BE49-F238E27FC236}">
                    <a16:creationId xmlns:a16="http://schemas.microsoft.com/office/drawing/2014/main" id="{24D672E3-E869-13E0-52C6-94BDC0B792D7}"/>
                  </a:ext>
                </a:extLst>
              </p:cNvPr>
              <p:cNvSpPr>
                <a:spLocks noChangeArrowheads="1"/>
              </p:cNvSpPr>
              <p:nvPr/>
            </p:nvSpPr>
            <p:spPr bwMode="auto">
              <a:xfrm>
                <a:off x="4554" y="2574"/>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H</a:t>
                </a:r>
              </a:p>
            </p:txBody>
          </p:sp>
          <p:sp>
            <p:nvSpPr>
              <p:cNvPr id="564255" name="Line 13">
                <a:extLst>
                  <a:ext uri="{FF2B5EF4-FFF2-40B4-BE49-F238E27FC236}">
                    <a16:creationId xmlns:a16="http://schemas.microsoft.com/office/drawing/2014/main" id="{0CA7CFAB-90B5-9F69-2980-1FB31D3B6AED}"/>
                  </a:ext>
                </a:extLst>
              </p:cNvPr>
              <p:cNvSpPr>
                <a:spLocks noChangeShapeType="1"/>
              </p:cNvSpPr>
              <p:nvPr/>
            </p:nvSpPr>
            <p:spPr bwMode="auto">
              <a:xfrm>
                <a:off x="4773" y="2878"/>
                <a:ext cx="0" cy="2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56" name="AutoShape 14">
                <a:extLst>
                  <a:ext uri="{FF2B5EF4-FFF2-40B4-BE49-F238E27FC236}">
                    <a16:creationId xmlns:a16="http://schemas.microsoft.com/office/drawing/2014/main" id="{B986CA83-C2D5-ACFE-A7DE-C7778DA5073A}"/>
                  </a:ext>
                </a:extLst>
              </p:cNvPr>
              <p:cNvSpPr>
                <a:spLocks noChangeArrowheads="1"/>
              </p:cNvSpPr>
              <p:nvPr/>
            </p:nvSpPr>
            <p:spPr bwMode="auto">
              <a:xfrm>
                <a:off x="2043" y="3376"/>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564257" name="Line 15">
                <a:extLst>
                  <a:ext uri="{FF2B5EF4-FFF2-40B4-BE49-F238E27FC236}">
                    <a16:creationId xmlns:a16="http://schemas.microsoft.com/office/drawing/2014/main" id="{3106DA41-7A83-0E98-F27A-213CEC0C62F6}"/>
                  </a:ext>
                </a:extLst>
              </p:cNvPr>
              <p:cNvSpPr>
                <a:spLocks noChangeShapeType="1"/>
              </p:cNvSpPr>
              <p:nvPr/>
            </p:nvSpPr>
            <p:spPr bwMode="auto">
              <a:xfrm>
                <a:off x="2263" y="3134"/>
                <a:ext cx="0" cy="23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58" name="AutoShape 16">
                <a:extLst>
                  <a:ext uri="{FF2B5EF4-FFF2-40B4-BE49-F238E27FC236}">
                    <a16:creationId xmlns:a16="http://schemas.microsoft.com/office/drawing/2014/main" id="{3FF62AC7-C2F3-EBD3-C81E-A15FE5907F52}"/>
                  </a:ext>
                </a:extLst>
              </p:cNvPr>
              <p:cNvSpPr>
                <a:spLocks noChangeArrowheads="1"/>
              </p:cNvSpPr>
              <p:nvPr/>
            </p:nvSpPr>
            <p:spPr bwMode="auto">
              <a:xfrm>
                <a:off x="4062" y="3372"/>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G</a:t>
                </a:r>
              </a:p>
            </p:txBody>
          </p:sp>
          <p:sp>
            <p:nvSpPr>
              <p:cNvPr id="564259" name="Line 17">
                <a:extLst>
                  <a:ext uri="{FF2B5EF4-FFF2-40B4-BE49-F238E27FC236}">
                    <a16:creationId xmlns:a16="http://schemas.microsoft.com/office/drawing/2014/main" id="{191A6424-1F54-7328-DBB9-8733F74AFEB4}"/>
                  </a:ext>
                </a:extLst>
              </p:cNvPr>
              <p:cNvSpPr>
                <a:spLocks noChangeShapeType="1"/>
              </p:cNvSpPr>
              <p:nvPr/>
            </p:nvSpPr>
            <p:spPr bwMode="auto">
              <a:xfrm>
                <a:off x="4281" y="3130"/>
                <a:ext cx="0" cy="23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60" name="Line 18">
                <a:extLst>
                  <a:ext uri="{FF2B5EF4-FFF2-40B4-BE49-F238E27FC236}">
                    <a16:creationId xmlns:a16="http://schemas.microsoft.com/office/drawing/2014/main" id="{39A2AE4E-8B31-8C48-EC15-5FADC4CE7775}"/>
                  </a:ext>
                </a:extLst>
              </p:cNvPr>
              <p:cNvSpPr>
                <a:spLocks noChangeShapeType="1"/>
              </p:cNvSpPr>
              <p:nvPr/>
            </p:nvSpPr>
            <p:spPr bwMode="auto">
              <a:xfrm>
                <a:off x="1261" y="3137"/>
                <a:ext cx="1656"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61" name="Line 19">
                <a:extLst>
                  <a:ext uri="{FF2B5EF4-FFF2-40B4-BE49-F238E27FC236}">
                    <a16:creationId xmlns:a16="http://schemas.microsoft.com/office/drawing/2014/main" id="{F52CF70E-93AC-D216-AC60-DC09EE8F8891}"/>
                  </a:ext>
                </a:extLst>
              </p:cNvPr>
              <p:cNvSpPr>
                <a:spLocks noChangeShapeType="1"/>
              </p:cNvSpPr>
              <p:nvPr/>
            </p:nvSpPr>
            <p:spPr bwMode="auto">
              <a:xfrm>
                <a:off x="3417" y="3134"/>
                <a:ext cx="1583"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62" name="Text Box 20">
                <a:extLst>
                  <a:ext uri="{FF2B5EF4-FFF2-40B4-BE49-F238E27FC236}">
                    <a16:creationId xmlns:a16="http://schemas.microsoft.com/office/drawing/2014/main" id="{655AA6F7-F621-2A3E-8E3A-D8A166524AF8}"/>
                  </a:ext>
                </a:extLst>
              </p:cNvPr>
              <p:cNvSpPr txBox="1">
                <a:spLocks noChangeArrowheads="1"/>
              </p:cNvSpPr>
              <p:nvPr/>
            </p:nvSpPr>
            <p:spPr bwMode="auto">
              <a:xfrm>
                <a:off x="2880" y="3073"/>
                <a:ext cx="53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Repeater</a:t>
                </a:r>
              </a:p>
            </p:txBody>
          </p:sp>
        </p:grpSp>
        <p:grpSp>
          <p:nvGrpSpPr>
            <p:cNvPr id="564233" name="Group 21">
              <a:extLst>
                <a:ext uri="{FF2B5EF4-FFF2-40B4-BE49-F238E27FC236}">
                  <a16:creationId xmlns:a16="http://schemas.microsoft.com/office/drawing/2014/main" id="{73B422FF-A4C0-CDDC-78C7-D1605933C664}"/>
                </a:ext>
              </a:extLst>
            </p:cNvPr>
            <p:cNvGrpSpPr>
              <a:grpSpLocks/>
            </p:cNvGrpSpPr>
            <p:nvPr/>
          </p:nvGrpSpPr>
          <p:grpSpPr bwMode="auto">
            <a:xfrm>
              <a:off x="934" y="1249"/>
              <a:ext cx="4443" cy="1199"/>
              <a:chOff x="934" y="1249"/>
              <a:chExt cx="4443" cy="1199"/>
            </a:xfrm>
          </p:grpSpPr>
          <p:sp>
            <p:nvSpPr>
              <p:cNvPr id="564237" name="Rectangle 22">
                <a:extLst>
                  <a:ext uri="{FF2B5EF4-FFF2-40B4-BE49-F238E27FC236}">
                    <a16:creationId xmlns:a16="http://schemas.microsoft.com/office/drawing/2014/main" id="{FAC94436-9441-5E11-03CC-7F04E32D5CD2}"/>
                  </a:ext>
                </a:extLst>
              </p:cNvPr>
              <p:cNvSpPr>
                <a:spLocks noChangeArrowheads="1"/>
              </p:cNvSpPr>
              <p:nvPr/>
            </p:nvSpPr>
            <p:spPr bwMode="auto">
              <a:xfrm>
                <a:off x="934" y="1249"/>
                <a:ext cx="4443" cy="1199"/>
              </a:xfrm>
              <a:prstGeom prst="rect">
                <a:avLst/>
              </a:prstGeom>
              <a:solidFill>
                <a:srgbClr val="FFFFFF"/>
              </a:solidFill>
              <a:ln w="9360" cap="sq">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4238" name="AutoShape 23">
                <a:extLst>
                  <a:ext uri="{FF2B5EF4-FFF2-40B4-BE49-F238E27FC236}">
                    <a16:creationId xmlns:a16="http://schemas.microsoft.com/office/drawing/2014/main" id="{E574A11B-88A6-9371-3C25-2CE20788B3DA}"/>
                  </a:ext>
                </a:extLst>
              </p:cNvPr>
              <p:cNvSpPr>
                <a:spLocks noChangeArrowheads="1"/>
              </p:cNvSpPr>
              <p:nvPr/>
            </p:nvSpPr>
            <p:spPr bwMode="auto">
              <a:xfrm>
                <a:off x="1332" y="1325"/>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564239" name="Line 24">
                <a:extLst>
                  <a:ext uri="{FF2B5EF4-FFF2-40B4-BE49-F238E27FC236}">
                    <a16:creationId xmlns:a16="http://schemas.microsoft.com/office/drawing/2014/main" id="{4A7C4C22-AE3B-E8B5-CF04-2619E526F07D}"/>
                  </a:ext>
                </a:extLst>
              </p:cNvPr>
              <p:cNvSpPr>
                <a:spLocks noChangeShapeType="1"/>
              </p:cNvSpPr>
              <p:nvPr/>
            </p:nvSpPr>
            <p:spPr bwMode="auto">
              <a:xfrm>
                <a:off x="1193" y="1861"/>
                <a:ext cx="1666"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0" name="Line 25">
                <a:extLst>
                  <a:ext uri="{FF2B5EF4-FFF2-40B4-BE49-F238E27FC236}">
                    <a16:creationId xmlns:a16="http://schemas.microsoft.com/office/drawing/2014/main" id="{0105270F-1A84-A338-45B1-D4E4CC348123}"/>
                  </a:ext>
                </a:extLst>
              </p:cNvPr>
              <p:cNvSpPr>
                <a:spLocks noChangeShapeType="1"/>
              </p:cNvSpPr>
              <p:nvPr/>
            </p:nvSpPr>
            <p:spPr bwMode="auto">
              <a:xfrm>
                <a:off x="1551" y="1623"/>
                <a:ext cx="0" cy="23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1" name="AutoShape 26">
                <a:extLst>
                  <a:ext uri="{FF2B5EF4-FFF2-40B4-BE49-F238E27FC236}">
                    <a16:creationId xmlns:a16="http://schemas.microsoft.com/office/drawing/2014/main" id="{5BFB8DB3-3299-103A-088D-BB73B05D98C8}"/>
                  </a:ext>
                </a:extLst>
              </p:cNvPr>
              <p:cNvSpPr>
                <a:spLocks noChangeArrowheads="1"/>
              </p:cNvSpPr>
              <p:nvPr/>
            </p:nvSpPr>
            <p:spPr bwMode="auto">
              <a:xfrm>
                <a:off x="4423" y="1309"/>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564242" name="Line 27">
                <a:extLst>
                  <a:ext uri="{FF2B5EF4-FFF2-40B4-BE49-F238E27FC236}">
                    <a16:creationId xmlns:a16="http://schemas.microsoft.com/office/drawing/2014/main" id="{33797394-4D9A-4E6C-AAD1-EB949F6A3612}"/>
                  </a:ext>
                </a:extLst>
              </p:cNvPr>
              <p:cNvSpPr>
                <a:spLocks noChangeShapeType="1"/>
              </p:cNvSpPr>
              <p:nvPr/>
            </p:nvSpPr>
            <p:spPr bwMode="auto">
              <a:xfrm>
                <a:off x="4641" y="1608"/>
                <a:ext cx="0" cy="255"/>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3" name="AutoShape 28">
                <a:extLst>
                  <a:ext uri="{FF2B5EF4-FFF2-40B4-BE49-F238E27FC236}">
                    <a16:creationId xmlns:a16="http://schemas.microsoft.com/office/drawing/2014/main" id="{4038E2A6-5901-0CD6-A2EE-F23EB8CED2D3}"/>
                  </a:ext>
                </a:extLst>
              </p:cNvPr>
              <p:cNvSpPr>
                <a:spLocks noChangeArrowheads="1"/>
              </p:cNvSpPr>
              <p:nvPr/>
            </p:nvSpPr>
            <p:spPr bwMode="auto">
              <a:xfrm>
                <a:off x="2059" y="2123"/>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564244" name="Line 29">
                <a:extLst>
                  <a:ext uri="{FF2B5EF4-FFF2-40B4-BE49-F238E27FC236}">
                    <a16:creationId xmlns:a16="http://schemas.microsoft.com/office/drawing/2014/main" id="{CDFC9BA5-11BA-C1E0-080C-E84D80822EDA}"/>
                  </a:ext>
                </a:extLst>
              </p:cNvPr>
              <p:cNvSpPr>
                <a:spLocks noChangeShapeType="1"/>
              </p:cNvSpPr>
              <p:nvPr/>
            </p:nvSpPr>
            <p:spPr bwMode="auto">
              <a:xfrm>
                <a:off x="2287" y="1858"/>
                <a:ext cx="0" cy="272"/>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5" name="AutoShape 30">
                <a:extLst>
                  <a:ext uri="{FF2B5EF4-FFF2-40B4-BE49-F238E27FC236}">
                    <a16:creationId xmlns:a16="http://schemas.microsoft.com/office/drawing/2014/main" id="{F26AA099-E290-0BE2-1CAA-9BEB79E7D4AD}"/>
                  </a:ext>
                </a:extLst>
              </p:cNvPr>
              <p:cNvSpPr>
                <a:spLocks noChangeArrowheads="1"/>
              </p:cNvSpPr>
              <p:nvPr/>
            </p:nvSpPr>
            <p:spPr bwMode="auto">
              <a:xfrm>
                <a:off x="3931" y="2136"/>
                <a:ext cx="439" cy="29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20 w 21600"/>
                  <a:gd name="T43" fmla="*/ 2545 h 21600"/>
                  <a:gd name="T44" fmla="*/ 16778 w 21600"/>
                  <a:gd name="T45" fmla="*/ 11127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564246" name="Line 31">
                <a:extLst>
                  <a:ext uri="{FF2B5EF4-FFF2-40B4-BE49-F238E27FC236}">
                    <a16:creationId xmlns:a16="http://schemas.microsoft.com/office/drawing/2014/main" id="{C1D5FB89-F52F-9499-ECBE-DC9077ED4584}"/>
                  </a:ext>
                </a:extLst>
              </p:cNvPr>
              <p:cNvSpPr>
                <a:spLocks noChangeShapeType="1"/>
              </p:cNvSpPr>
              <p:nvPr/>
            </p:nvSpPr>
            <p:spPr bwMode="auto">
              <a:xfrm>
                <a:off x="4150" y="1860"/>
                <a:ext cx="0" cy="28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7" name="Line 32">
                <a:extLst>
                  <a:ext uri="{FF2B5EF4-FFF2-40B4-BE49-F238E27FC236}">
                    <a16:creationId xmlns:a16="http://schemas.microsoft.com/office/drawing/2014/main" id="{3FEA500A-2227-D755-15C7-00BBB99FCF96}"/>
                  </a:ext>
                </a:extLst>
              </p:cNvPr>
              <p:cNvSpPr>
                <a:spLocks noChangeShapeType="1"/>
              </p:cNvSpPr>
              <p:nvPr/>
            </p:nvSpPr>
            <p:spPr bwMode="auto">
              <a:xfrm>
                <a:off x="3078" y="1945"/>
                <a:ext cx="0" cy="397"/>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8" name="Line 33">
                <a:extLst>
                  <a:ext uri="{FF2B5EF4-FFF2-40B4-BE49-F238E27FC236}">
                    <a16:creationId xmlns:a16="http://schemas.microsoft.com/office/drawing/2014/main" id="{063BDAFF-88CF-7C89-8EFA-C0AA24FC6F25}"/>
                  </a:ext>
                </a:extLst>
              </p:cNvPr>
              <p:cNvSpPr>
                <a:spLocks noChangeShapeType="1"/>
              </p:cNvSpPr>
              <p:nvPr/>
            </p:nvSpPr>
            <p:spPr bwMode="auto">
              <a:xfrm>
                <a:off x="3377" y="1852"/>
                <a:ext cx="1583"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4249" name="Text Box 34">
                <a:extLst>
                  <a:ext uri="{FF2B5EF4-FFF2-40B4-BE49-F238E27FC236}">
                    <a16:creationId xmlns:a16="http://schemas.microsoft.com/office/drawing/2014/main" id="{E46D6793-737A-B208-05AF-27D6609A67EB}"/>
                  </a:ext>
                </a:extLst>
              </p:cNvPr>
              <p:cNvSpPr txBox="1">
                <a:spLocks noChangeArrowheads="1"/>
              </p:cNvSpPr>
              <p:nvPr/>
            </p:nvSpPr>
            <p:spPr bwMode="auto">
              <a:xfrm>
                <a:off x="2849" y="1781"/>
                <a:ext cx="531" cy="164"/>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Repeater</a:t>
                </a:r>
              </a:p>
            </p:txBody>
          </p:sp>
        </p:grpSp>
        <p:sp>
          <p:nvSpPr>
            <p:cNvPr id="564234" name="Text Box 35">
              <a:extLst>
                <a:ext uri="{FF2B5EF4-FFF2-40B4-BE49-F238E27FC236}">
                  <a16:creationId xmlns:a16="http://schemas.microsoft.com/office/drawing/2014/main" id="{EFDCED68-7193-9429-00C9-4FA32FBF5DD2}"/>
                </a:ext>
              </a:extLst>
            </p:cNvPr>
            <p:cNvSpPr txBox="1">
              <a:spLocks noChangeArrowheads="1"/>
            </p:cNvSpPr>
            <p:nvPr/>
          </p:nvSpPr>
          <p:spPr bwMode="auto">
            <a:xfrm>
              <a:off x="2766" y="2343"/>
              <a:ext cx="677" cy="255"/>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endParaRPr>
            </a:p>
            <a:p>
              <a:pPr algn="ctr">
                <a:buClrTx/>
                <a:buSzPct val="60000"/>
                <a:buFontTx/>
                <a:buNone/>
              </a:pPr>
              <a:r>
                <a:rPr lang="en-US" altLang="en-US" sz="1200" b="1">
                  <a:solidFill>
                    <a:srgbClr val="000000"/>
                  </a:solidFill>
                </a:rPr>
                <a:t>Bridge</a:t>
              </a:r>
            </a:p>
          </p:txBody>
        </p:sp>
        <p:sp>
          <p:nvSpPr>
            <p:cNvPr id="564235" name="Text Box 36">
              <a:extLst>
                <a:ext uri="{FF2B5EF4-FFF2-40B4-BE49-F238E27FC236}">
                  <a16:creationId xmlns:a16="http://schemas.microsoft.com/office/drawing/2014/main" id="{DB16B570-BE50-B419-98BB-ADAC319ABD30}"/>
                </a:ext>
              </a:extLst>
            </p:cNvPr>
            <p:cNvSpPr txBox="1">
              <a:spLocks noChangeArrowheads="1"/>
            </p:cNvSpPr>
            <p:nvPr/>
          </p:nvSpPr>
          <p:spPr bwMode="auto">
            <a:xfrm>
              <a:off x="2675" y="1390"/>
              <a:ext cx="958" cy="15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Segment 1</a:t>
              </a:r>
            </a:p>
          </p:txBody>
        </p:sp>
        <p:sp>
          <p:nvSpPr>
            <p:cNvPr id="564236" name="Text Box 37">
              <a:extLst>
                <a:ext uri="{FF2B5EF4-FFF2-40B4-BE49-F238E27FC236}">
                  <a16:creationId xmlns:a16="http://schemas.microsoft.com/office/drawing/2014/main" id="{06EED944-EDEF-ECAF-7CD2-7E83E0E2CB18}"/>
                </a:ext>
              </a:extLst>
            </p:cNvPr>
            <p:cNvSpPr txBox="1">
              <a:spLocks noChangeArrowheads="1"/>
            </p:cNvSpPr>
            <p:nvPr/>
          </p:nvSpPr>
          <p:spPr bwMode="auto">
            <a:xfrm>
              <a:off x="2675" y="3488"/>
              <a:ext cx="958" cy="153"/>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Segment 2</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Text Box 1">
            <a:extLst>
              <a:ext uri="{FF2B5EF4-FFF2-40B4-BE49-F238E27FC236}">
                <a16:creationId xmlns:a16="http://schemas.microsoft.com/office/drawing/2014/main" id="{1C45ADE2-099A-5598-713C-4D03319D878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66275" name="Text Box 2">
            <a:extLst>
              <a:ext uri="{FF2B5EF4-FFF2-40B4-BE49-F238E27FC236}">
                <a16:creationId xmlns:a16="http://schemas.microsoft.com/office/drawing/2014/main" id="{0EE73DB3-696C-43FC-A575-491B22C8E4E0}"/>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2B6DC16-AC16-4DF8-87E8-1261C57D0194}" type="slidenum">
              <a:rPr lang="en-US" altLang="en-US" sz="1400">
                <a:solidFill>
                  <a:srgbClr val="000000"/>
                </a:solidFill>
              </a:rPr>
              <a:pPr algn="r" eaLnBrk="1" hangingPunct="1">
                <a:buClrTx/>
                <a:buSzPct val="60000"/>
                <a:buFontTx/>
                <a:buNone/>
              </a:pPr>
              <a:t>341</a:t>
            </a:fld>
            <a:endParaRPr lang="en-US" altLang="en-US" sz="1400">
              <a:solidFill>
                <a:srgbClr val="000000"/>
              </a:solidFill>
            </a:endParaRPr>
          </a:p>
        </p:txBody>
      </p:sp>
      <p:sp>
        <p:nvSpPr>
          <p:cNvPr id="566276" name="Text Box 3">
            <a:extLst>
              <a:ext uri="{FF2B5EF4-FFF2-40B4-BE49-F238E27FC236}">
                <a16:creationId xmlns:a16="http://schemas.microsoft.com/office/drawing/2014/main" id="{1B8C588F-FF55-916C-4928-050082D1DC3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Bridge Function</a:t>
            </a:r>
          </a:p>
        </p:txBody>
      </p:sp>
      <p:sp>
        <p:nvSpPr>
          <p:cNvPr id="566277" name="Text Box 4">
            <a:extLst>
              <a:ext uri="{FF2B5EF4-FFF2-40B4-BE49-F238E27FC236}">
                <a16:creationId xmlns:a16="http://schemas.microsoft.com/office/drawing/2014/main" id="{AEA6147A-8819-32AF-C1BC-B9FAE845132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66278" name="Group 5">
            <a:extLst>
              <a:ext uri="{FF2B5EF4-FFF2-40B4-BE49-F238E27FC236}">
                <a16:creationId xmlns:a16="http://schemas.microsoft.com/office/drawing/2014/main" id="{C770E083-CEBA-CE46-38AA-33C139CECD51}"/>
              </a:ext>
            </a:extLst>
          </p:cNvPr>
          <p:cNvGrpSpPr>
            <a:grpSpLocks/>
          </p:cNvGrpSpPr>
          <p:nvPr/>
        </p:nvGrpSpPr>
        <p:grpSpPr bwMode="auto">
          <a:xfrm>
            <a:off x="1114425" y="1752600"/>
            <a:ext cx="7799388" cy="4494213"/>
            <a:chOff x="702" y="1104"/>
            <a:chExt cx="4913" cy="2831"/>
          </a:xfrm>
        </p:grpSpPr>
        <p:sp>
          <p:nvSpPr>
            <p:cNvPr id="566279" name="Rectangle 6">
              <a:extLst>
                <a:ext uri="{FF2B5EF4-FFF2-40B4-BE49-F238E27FC236}">
                  <a16:creationId xmlns:a16="http://schemas.microsoft.com/office/drawing/2014/main" id="{0E676625-1E08-B82D-6A2E-78639182A86C}"/>
                </a:ext>
              </a:extLst>
            </p:cNvPr>
            <p:cNvSpPr>
              <a:spLocks noChangeArrowheads="1"/>
            </p:cNvSpPr>
            <p:nvPr/>
          </p:nvSpPr>
          <p:spPr bwMode="auto">
            <a:xfrm>
              <a:off x="702" y="1104"/>
              <a:ext cx="4913" cy="283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66280" name="Group 7">
              <a:extLst>
                <a:ext uri="{FF2B5EF4-FFF2-40B4-BE49-F238E27FC236}">
                  <a16:creationId xmlns:a16="http://schemas.microsoft.com/office/drawing/2014/main" id="{6422ABB0-F5AD-CDCA-DB18-5D749E8A0D0D}"/>
                </a:ext>
              </a:extLst>
            </p:cNvPr>
            <p:cNvGrpSpPr>
              <a:grpSpLocks/>
            </p:cNvGrpSpPr>
            <p:nvPr/>
          </p:nvGrpSpPr>
          <p:grpSpPr bwMode="auto">
            <a:xfrm>
              <a:off x="919" y="2542"/>
              <a:ext cx="4495" cy="1226"/>
              <a:chOff x="919" y="2542"/>
              <a:chExt cx="4495" cy="1226"/>
            </a:xfrm>
          </p:grpSpPr>
          <p:sp>
            <p:nvSpPr>
              <p:cNvPr id="566304" name="Rectangle 8">
                <a:extLst>
                  <a:ext uri="{FF2B5EF4-FFF2-40B4-BE49-F238E27FC236}">
                    <a16:creationId xmlns:a16="http://schemas.microsoft.com/office/drawing/2014/main" id="{B2CA61C4-2B2E-CB09-3B7D-CB9529E76DB6}"/>
                  </a:ext>
                </a:extLst>
              </p:cNvPr>
              <p:cNvSpPr>
                <a:spLocks noChangeArrowheads="1"/>
              </p:cNvSpPr>
              <p:nvPr/>
            </p:nvSpPr>
            <p:spPr bwMode="auto">
              <a:xfrm>
                <a:off x="919" y="2542"/>
                <a:ext cx="4495" cy="1226"/>
              </a:xfrm>
              <a:prstGeom prst="rect">
                <a:avLst/>
              </a:prstGeom>
              <a:solidFill>
                <a:srgbClr val="FFFFFF"/>
              </a:solidFill>
              <a:ln w="9360" cap="sq">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6305" name="Line 9">
                <a:extLst>
                  <a:ext uri="{FF2B5EF4-FFF2-40B4-BE49-F238E27FC236}">
                    <a16:creationId xmlns:a16="http://schemas.microsoft.com/office/drawing/2014/main" id="{528C0FF6-EE11-0B1A-BFE0-61567F1FDDD1}"/>
                  </a:ext>
                </a:extLst>
              </p:cNvPr>
              <p:cNvSpPr>
                <a:spLocks noChangeShapeType="1"/>
              </p:cNvSpPr>
              <p:nvPr/>
            </p:nvSpPr>
            <p:spPr bwMode="auto">
              <a:xfrm>
                <a:off x="3051" y="2586"/>
                <a:ext cx="0" cy="493"/>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06" name="AutoShape 10">
                <a:extLst>
                  <a:ext uri="{FF2B5EF4-FFF2-40B4-BE49-F238E27FC236}">
                    <a16:creationId xmlns:a16="http://schemas.microsoft.com/office/drawing/2014/main" id="{1A033CAE-A2D7-49F5-B039-AFEC0690A58F}"/>
                  </a:ext>
                </a:extLst>
              </p:cNvPr>
              <p:cNvSpPr>
                <a:spLocks noChangeArrowheads="1"/>
              </p:cNvSpPr>
              <p:nvPr/>
            </p:nvSpPr>
            <p:spPr bwMode="auto">
              <a:xfrm>
                <a:off x="1414" y="2603"/>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E</a:t>
                </a:r>
              </a:p>
            </p:txBody>
          </p:sp>
          <p:sp>
            <p:nvSpPr>
              <p:cNvPr id="566307" name="Line 11">
                <a:extLst>
                  <a:ext uri="{FF2B5EF4-FFF2-40B4-BE49-F238E27FC236}">
                    <a16:creationId xmlns:a16="http://schemas.microsoft.com/office/drawing/2014/main" id="{B372CA41-0E39-822E-F820-E13582871FCF}"/>
                  </a:ext>
                </a:extLst>
              </p:cNvPr>
              <p:cNvSpPr>
                <a:spLocks noChangeShapeType="1"/>
              </p:cNvSpPr>
              <p:nvPr/>
            </p:nvSpPr>
            <p:spPr bwMode="auto">
              <a:xfrm>
                <a:off x="1635" y="2901"/>
                <a:ext cx="0" cy="23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08" name="AutoShape 12">
                <a:extLst>
                  <a:ext uri="{FF2B5EF4-FFF2-40B4-BE49-F238E27FC236}">
                    <a16:creationId xmlns:a16="http://schemas.microsoft.com/office/drawing/2014/main" id="{0692FE3A-B4FE-5EB7-513F-4E61DC4305C0}"/>
                  </a:ext>
                </a:extLst>
              </p:cNvPr>
              <p:cNvSpPr>
                <a:spLocks noChangeArrowheads="1"/>
              </p:cNvSpPr>
              <p:nvPr/>
            </p:nvSpPr>
            <p:spPr bwMode="auto">
              <a:xfrm>
                <a:off x="4541" y="2558"/>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H</a:t>
                </a:r>
              </a:p>
            </p:txBody>
          </p:sp>
          <p:sp>
            <p:nvSpPr>
              <p:cNvPr id="566309" name="Line 13">
                <a:extLst>
                  <a:ext uri="{FF2B5EF4-FFF2-40B4-BE49-F238E27FC236}">
                    <a16:creationId xmlns:a16="http://schemas.microsoft.com/office/drawing/2014/main" id="{E8AFC212-2404-B633-F11D-41DDC0F8EA05}"/>
                  </a:ext>
                </a:extLst>
              </p:cNvPr>
              <p:cNvSpPr>
                <a:spLocks noChangeShapeType="1"/>
              </p:cNvSpPr>
              <p:nvPr/>
            </p:nvSpPr>
            <p:spPr bwMode="auto">
              <a:xfrm>
                <a:off x="4763" y="2868"/>
                <a:ext cx="0" cy="2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10" name="AutoShape 14">
                <a:extLst>
                  <a:ext uri="{FF2B5EF4-FFF2-40B4-BE49-F238E27FC236}">
                    <a16:creationId xmlns:a16="http://schemas.microsoft.com/office/drawing/2014/main" id="{A82605F4-4CA6-B36F-6BAF-8B63B7EE7FE2}"/>
                  </a:ext>
                </a:extLst>
              </p:cNvPr>
              <p:cNvSpPr>
                <a:spLocks noChangeArrowheads="1"/>
              </p:cNvSpPr>
              <p:nvPr/>
            </p:nvSpPr>
            <p:spPr bwMode="auto">
              <a:xfrm>
                <a:off x="2001" y="3378"/>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F</a:t>
                </a:r>
              </a:p>
            </p:txBody>
          </p:sp>
          <p:sp>
            <p:nvSpPr>
              <p:cNvPr id="566311" name="Line 15">
                <a:extLst>
                  <a:ext uri="{FF2B5EF4-FFF2-40B4-BE49-F238E27FC236}">
                    <a16:creationId xmlns:a16="http://schemas.microsoft.com/office/drawing/2014/main" id="{00E1D1D3-7006-ECD2-3598-F98DDC6D67E3}"/>
                  </a:ext>
                </a:extLst>
              </p:cNvPr>
              <p:cNvSpPr>
                <a:spLocks noChangeShapeType="1"/>
              </p:cNvSpPr>
              <p:nvPr/>
            </p:nvSpPr>
            <p:spPr bwMode="auto">
              <a:xfrm>
                <a:off x="2223" y="3130"/>
                <a:ext cx="0" cy="24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12" name="AutoShape 16">
                <a:extLst>
                  <a:ext uri="{FF2B5EF4-FFF2-40B4-BE49-F238E27FC236}">
                    <a16:creationId xmlns:a16="http://schemas.microsoft.com/office/drawing/2014/main" id="{2C250CC6-860E-3F04-B244-229402BBDA98}"/>
                  </a:ext>
                </a:extLst>
              </p:cNvPr>
              <p:cNvSpPr>
                <a:spLocks noChangeArrowheads="1"/>
              </p:cNvSpPr>
              <p:nvPr/>
            </p:nvSpPr>
            <p:spPr bwMode="auto">
              <a:xfrm>
                <a:off x="4044" y="3374"/>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G</a:t>
                </a:r>
              </a:p>
            </p:txBody>
          </p:sp>
          <p:sp>
            <p:nvSpPr>
              <p:cNvPr id="566313" name="Line 17">
                <a:extLst>
                  <a:ext uri="{FF2B5EF4-FFF2-40B4-BE49-F238E27FC236}">
                    <a16:creationId xmlns:a16="http://schemas.microsoft.com/office/drawing/2014/main" id="{52B88028-40C6-60D9-FA30-D887381C71DB}"/>
                  </a:ext>
                </a:extLst>
              </p:cNvPr>
              <p:cNvSpPr>
                <a:spLocks noChangeShapeType="1"/>
              </p:cNvSpPr>
              <p:nvPr/>
            </p:nvSpPr>
            <p:spPr bwMode="auto">
              <a:xfrm>
                <a:off x="4266" y="3137"/>
                <a:ext cx="0" cy="233"/>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14" name="Line 18">
                <a:extLst>
                  <a:ext uri="{FF2B5EF4-FFF2-40B4-BE49-F238E27FC236}">
                    <a16:creationId xmlns:a16="http://schemas.microsoft.com/office/drawing/2014/main" id="{8B1851A4-A55F-9AF7-602B-BCA7222EE243}"/>
                  </a:ext>
                </a:extLst>
              </p:cNvPr>
              <p:cNvSpPr>
                <a:spLocks noChangeShapeType="1"/>
              </p:cNvSpPr>
              <p:nvPr/>
            </p:nvSpPr>
            <p:spPr bwMode="auto">
              <a:xfrm>
                <a:off x="1209" y="3134"/>
                <a:ext cx="1676"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15" name="Line 19">
                <a:extLst>
                  <a:ext uri="{FF2B5EF4-FFF2-40B4-BE49-F238E27FC236}">
                    <a16:creationId xmlns:a16="http://schemas.microsoft.com/office/drawing/2014/main" id="{D3314E0E-18DA-A6A0-0749-8B8D9B357230}"/>
                  </a:ext>
                </a:extLst>
              </p:cNvPr>
              <p:cNvSpPr>
                <a:spLocks noChangeShapeType="1"/>
              </p:cNvSpPr>
              <p:nvPr/>
            </p:nvSpPr>
            <p:spPr bwMode="auto">
              <a:xfrm flipV="1">
                <a:off x="3391" y="3134"/>
                <a:ext cx="1602" cy="6"/>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16" name="Text Box 20">
                <a:extLst>
                  <a:ext uri="{FF2B5EF4-FFF2-40B4-BE49-F238E27FC236}">
                    <a16:creationId xmlns:a16="http://schemas.microsoft.com/office/drawing/2014/main" id="{DC6EA2CA-68C4-D33A-B931-8F60007C19A2}"/>
                  </a:ext>
                </a:extLst>
              </p:cNvPr>
              <p:cNvSpPr txBox="1">
                <a:spLocks noChangeArrowheads="1"/>
              </p:cNvSpPr>
              <p:nvPr/>
            </p:nvSpPr>
            <p:spPr bwMode="auto">
              <a:xfrm>
                <a:off x="2847" y="3068"/>
                <a:ext cx="537" cy="1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Repeater</a:t>
                </a:r>
              </a:p>
            </p:txBody>
          </p:sp>
        </p:grpSp>
        <p:grpSp>
          <p:nvGrpSpPr>
            <p:cNvPr id="566281" name="Group 21">
              <a:extLst>
                <a:ext uri="{FF2B5EF4-FFF2-40B4-BE49-F238E27FC236}">
                  <a16:creationId xmlns:a16="http://schemas.microsoft.com/office/drawing/2014/main" id="{6BB39905-9756-61BF-387F-6F102FF50D0C}"/>
                </a:ext>
              </a:extLst>
            </p:cNvPr>
            <p:cNvGrpSpPr>
              <a:grpSpLocks/>
            </p:cNvGrpSpPr>
            <p:nvPr/>
          </p:nvGrpSpPr>
          <p:grpSpPr bwMode="auto">
            <a:xfrm>
              <a:off x="879" y="1203"/>
              <a:ext cx="4495" cy="1226"/>
              <a:chOff x="879" y="1203"/>
              <a:chExt cx="4495" cy="1226"/>
            </a:xfrm>
          </p:grpSpPr>
          <p:sp>
            <p:nvSpPr>
              <p:cNvPr id="566291" name="Rectangle 22">
                <a:extLst>
                  <a:ext uri="{FF2B5EF4-FFF2-40B4-BE49-F238E27FC236}">
                    <a16:creationId xmlns:a16="http://schemas.microsoft.com/office/drawing/2014/main" id="{9A5B085B-38CD-EB90-41BA-954233EA7CF5}"/>
                  </a:ext>
                </a:extLst>
              </p:cNvPr>
              <p:cNvSpPr>
                <a:spLocks noChangeArrowheads="1"/>
              </p:cNvSpPr>
              <p:nvPr/>
            </p:nvSpPr>
            <p:spPr bwMode="auto">
              <a:xfrm>
                <a:off x="879" y="1203"/>
                <a:ext cx="4495" cy="1226"/>
              </a:xfrm>
              <a:prstGeom prst="rect">
                <a:avLst/>
              </a:prstGeom>
              <a:solidFill>
                <a:srgbClr val="FFFFFF"/>
              </a:solidFill>
              <a:ln w="9360" cap="sq">
                <a:solidFill>
                  <a:srgbClr val="000000"/>
                </a:solidFill>
                <a:prstDash val="sysDot"/>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66292" name="AutoShape 23">
                <a:extLst>
                  <a:ext uri="{FF2B5EF4-FFF2-40B4-BE49-F238E27FC236}">
                    <a16:creationId xmlns:a16="http://schemas.microsoft.com/office/drawing/2014/main" id="{506C78F9-EA10-D0CD-2893-122AC9563858}"/>
                  </a:ext>
                </a:extLst>
              </p:cNvPr>
              <p:cNvSpPr>
                <a:spLocks noChangeArrowheads="1"/>
              </p:cNvSpPr>
              <p:nvPr/>
            </p:nvSpPr>
            <p:spPr bwMode="auto">
              <a:xfrm>
                <a:off x="1281" y="1281"/>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sp>
            <p:nvSpPr>
              <p:cNvPr id="566293" name="Line 24">
                <a:extLst>
                  <a:ext uri="{FF2B5EF4-FFF2-40B4-BE49-F238E27FC236}">
                    <a16:creationId xmlns:a16="http://schemas.microsoft.com/office/drawing/2014/main" id="{61A926DD-A5E6-529C-58E4-1D0177BEE575}"/>
                  </a:ext>
                </a:extLst>
              </p:cNvPr>
              <p:cNvSpPr>
                <a:spLocks noChangeShapeType="1"/>
              </p:cNvSpPr>
              <p:nvPr/>
            </p:nvSpPr>
            <p:spPr bwMode="auto">
              <a:xfrm>
                <a:off x="1141" y="1829"/>
                <a:ext cx="1686"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94" name="Line 25">
                <a:extLst>
                  <a:ext uri="{FF2B5EF4-FFF2-40B4-BE49-F238E27FC236}">
                    <a16:creationId xmlns:a16="http://schemas.microsoft.com/office/drawing/2014/main" id="{48592123-EE52-2DF2-A990-E518E338E90E}"/>
                  </a:ext>
                </a:extLst>
              </p:cNvPr>
              <p:cNvSpPr>
                <a:spLocks noChangeShapeType="1"/>
              </p:cNvSpPr>
              <p:nvPr/>
            </p:nvSpPr>
            <p:spPr bwMode="auto">
              <a:xfrm>
                <a:off x="1503" y="1585"/>
                <a:ext cx="0" cy="237"/>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95" name="AutoShape 26">
                <a:extLst>
                  <a:ext uri="{FF2B5EF4-FFF2-40B4-BE49-F238E27FC236}">
                    <a16:creationId xmlns:a16="http://schemas.microsoft.com/office/drawing/2014/main" id="{E8A50D1E-DE50-70D8-5E9E-B52AEDE56ADC}"/>
                  </a:ext>
                </a:extLst>
              </p:cNvPr>
              <p:cNvSpPr>
                <a:spLocks noChangeArrowheads="1"/>
              </p:cNvSpPr>
              <p:nvPr/>
            </p:nvSpPr>
            <p:spPr bwMode="auto">
              <a:xfrm>
                <a:off x="4408" y="1265"/>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D</a:t>
                </a:r>
              </a:p>
            </p:txBody>
          </p:sp>
          <p:sp>
            <p:nvSpPr>
              <p:cNvPr id="566296" name="Line 27">
                <a:extLst>
                  <a:ext uri="{FF2B5EF4-FFF2-40B4-BE49-F238E27FC236}">
                    <a16:creationId xmlns:a16="http://schemas.microsoft.com/office/drawing/2014/main" id="{64EA6779-5A48-4C70-F1C0-22FB193EF17A}"/>
                  </a:ext>
                </a:extLst>
              </p:cNvPr>
              <p:cNvSpPr>
                <a:spLocks noChangeShapeType="1"/>
              </p:cNvSpPr>
              <p:nvPr/>
            </p:nvSpPr>
            <p:spPr bwMode="auto">
              <a:xfrm>
                <a:off x="4630" y="1570"/>
                <a:ext cx="0" cy="261"/>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97" name="AutoShape 28">
                <a:extLst>
                  <a:ext uri="{FF2B5EF4-FFF2-40B4-BE49-F238E27FC236}">
                    <a16:creationId xmlns:a16="http://schemas.microsoft.com/office/drawing/2014/main" id="{EB5249F9-734B-345A-B21C-1E913CDF1668}"/>
                  </a:ext>
                </a:extLst>
              </p:cNvPr>
              <p:cNvSpPr>
                <a:spLocks noChangeArrowheads="1"/>
              </p:cNvSpPr>
              <p:nvPr/>
            </p:nvSpPr>
            <p:spPr bwMode="auto">
              <a:xfrm>
                <a:off x="2016" y="2097"/>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sp>
            <p:nvSpPr>
              <p:cNvPr id="566298" name="Line 29">
                <a:extLst>
                  <a:ext uri="{FF2B5EF4-FFF2-40B4-BE49-F238E27FC236}">
                    <a16:creationId xmlns:a16="http://schemas.microsoft.com/office/drawing/2014/main" id="{B32C353C-610D-BE4C-020B-BC0D527FA3E6}"/>
                  </a:ext>
                </a:extLst>
              </p:cNvPr>
              <p:cNvSpPr>
                <a:spLocks noChangeShapeType="1"/>
              </p:cNvSpPr>
              <p:nvPr/>
            </p:nvSpPr>
            <p:spPr bwMode="auto">
              <a:xfrm>
                <a:off x="2248" y="1825"/>
                <a:ext cx="0" cy="278"/>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99" name="AutoShape 30">
                <a:extLst>
                  <a:ext uri="{FF2B5EF4-FFF2-40B4-BE49-F238E27FC236}">
                    <a16:creationId xmlns:a16="http://schemas.microsoft.com/office/drawing/2014/main" id="{624F8899-215C-FC68-B63E-94D9CEF1A280}"/>
                  </a:ext>
                </a:extLst>
              </p:cNvPr>
              <p:cNvSpPr>
                <a:spLocks noChangeArrowheads="1"/>
              </p:cNvSpPr>
              <p:nvPr/>
            </p:nvSpPr>
            <p:spPr bwMode="auto">
              <a:xfrm>
                <a:off x="3911" y="2110"/>
                <a:ext cx="444" cy="3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14 w 21600"/>
                  <a:gd name="T43" fmla="*/ 2558 h 21600"/>
                  <a:gd name="T44" fmla="*/ 16784 w 21600"/>
                  <a:gd name="T45" fmla="*/ 11155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C</a:t>
                </a:r>
              </a:p>
            </p:txBody>
          </p:sp>
          <p:sp>
            <p:nvSpPr>
              <p:cNvPr id="566300" name="Line 31">
                <a:extLst>
                  <a:ext uri="{FF2B5EF4-FFF2-40B4-BE49-F238E27FC236}">
                    <a16:creationId xmlns:a16="http://schemas.microsoft.com/office/drawing/2014/main" id="{7358115B-1F15-544C-B0BC-AA27AECA3FB1}"/>
                  </a:ext>
                </a:extLst>
              </p:cNvPr>
              <p:cNvSpPr>
                <a:spLocks noChangeShapeType="1"/>
              </p:cNvSpPr>
              <p:nvPr/>
            </p:nvSpPr>
            <p:spPr bwMode="auto">
              <a:xfrm>
                <a:off x="4133" y="1827"/>
                <a:ext cx="0" cy="289"/>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01" name="Line 32">
                <a:extLst>
                  <a:ext uri="{FF2B5EF4-FFF2-40B4-BE49-F238E27FC236}">
                    <a16:creationId xmlns:a16="http://schemas.microsoft.com/office/drawing/2014/main" id="{B16E12DE-936C-F636-785F-6672AEDD49DE}"/>
                  </a:ext>
                </a:extLst>
              </p:cNvPr>
              <p:cNvSpPr>
                <a:spLocks noChangeShapeType="1"/>
              </p:cNvSpPr>
              <p:nvPr/>
            </p:nvSpPr>
            <p:spPr bwMode="auto">
              <a:xfrm>
                <a:off x="3048" y="1915"/>
                <a:ext cx="0" cy="406"/>
              </a:xfrm>
              <a:prstGeom prst="line">
                <a:avLst/>
              </a:prstGeom>
              <a:noFill/>
              <a:ln w="381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02" name="Line 33">
                <a:extLst>
                  <a:ext uri="{FF2B5EF4-FFF2-40B4-BE49-F238E27FC236}">
                    <a16:creationId xmlns:a16="http://schemas.microsoft.com/office/drawing/2014/main" id="{AA98ABAD-81D9-FAF4-CE25-2CA86FDDC8FC}"/>
                  </a:ext>
                </a:extLst>
              </p:cNvPr>
              <p:cNvSpPr>
                <a:spLocks noChangeShapeType="1"/>
              </p:cNvSpPr>
              <p:nvPr/>
            </p:nvSpPr>
            <p:spPr bwMode="auto">
              <a:xfrm>
                <a:off x="3351" y="1820"/>
                <a:ext cx="1593" cy="0"/>
              </a:xfrm>
              <a:prstGeom prst="line">
                <a:avLst/>
              </a:prstGeom>
              <a:noFill/>
              <a:ln w="2844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303" name="Text Box 34">
                <a:extLst>
                  <a:ext uri="{FF2B5EF4-FFF2-40B4-BE49-F238E27FC236}">
                    <a16:creationId xmlns:a16="http://schemas.microsoft.com/office/drawing/2014/main" id="{7C06842D-6BE6-CDCC-E148-EDC4DE2AD569}"/>
                  </a:ext>
                </a:extLst>
              </p:cNvPr>
              <p:cNvSpPr txBox="1">
                <a:spLocks noChangeArrowheads="1"/>
              </p:cNvSpPr>
              <p:nvPr/>
            </p:nvSpPr>
            <p:spPr bwMode="auto">
              <a:xfrm>
                <a:off x="2816" y="1747"/>
                <a:ext cx="537" cy="167"/>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Repeater</a:t>
                </a:r>
              </a:p>
            </p:txBody>
          </p:sp>
        </p:grpSp>
        <p:sp>
          <p:nvSpPr>
            <p:cNvPr id="566282" name="Text Box 35">
              <a:extLst>
                <a:ext uri="{FF2B5EF4-FFF2-40B4-BE49-F238E27FC236}">
                  <a16:creationId xmlns:a16="http://schemas.microsoft.com/office/drawing/2014/main" id="{8A548CDF-8740-925D-0D50-30FAD6EE1212}"/>
                </a:ext>
              </a:extLst>
            </p:cNvPr>
            <p:cNvSpPr txBox="1">
              <a:spLocks noChangeArrowheads="1"/>
            </p:cNvSpPr>
            <p:nvPr/>
          </p:nvSpPr>
          <p:spPr bwMode="auto">
            <a:xfrm>
              <a:off x="2732" y="2322"/>
              <a:ext cx="685" cy="26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endParaRPr lang="en-US" altLang="en-US" sz="1200">
                <a:solidFill>
                  <a:srgbClr val="000000"/>
                </a:solidFill>
              </a:endParaRPr>
            </a:p>
            <a:p>
              <a:pPr algn="ctr">
                <a:buClrTx/>
                <a:buSzPct val="60000"/>
                <a:buFontTx/>
                <a:buNone/>
              </a:pPr>
              <a:r>
                <a:rPr lang="en-US" altLang="en-US" sz="1200" b="1">
                  <a:solidFill>
                    <a:srgbClr val="000000"/>
                  </a:solidFill>
                </a:rPr>
                <a:t>Bridge</a:t>
              </a:r>
            </a:p>
          </p:txBody>
        </p:sp>
        <p:sp>
          <p:nvSpPr>
            <p:cNvPr id="566283" name="Text Box 36">
              <a:extLst>
                <a:ext uri="{FF2B5EF4-FFF2-40B4-BE49-F238E27FC236}">
                  <a16:creationId xmlns:a16="http://schemas.microsoft.com/office/drawing/2014/main" id="{9C4564C6-3EF3-0E6A-C6F2-4C722A6726EC}"/>
                </a:ext>
              </a:extLst>
            </p:cNvPr>
            <p:cNvSpPr txBox="1">
              <a:spLocks noChangeArrowheads="1"/>
            </p:cNvSpPr>
            <p:nvPr/>
          </p:nvSpPr>
          <p:spPr bwMode="auto">
            <a:xfrm>
              <a:off x="2016" y="1491"/>
              <a:ext cx="546"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800" b="1">
                  <a:solidFill>
                    <a:srgbClr val="000000"/>
                  </a:solidFill>
                </a:rPr>
                <a:t>10100010</a:t>
              </a:r>
            </a:p>
          </p:txBody>
        </p:sp>
        <p:sp>
          <p:nvSpPr>
            <p:cNvPr id="566284" name="Text Box 37">
              <a:extLst>
                <a:ext uri="{FF2B5EF4-FFF2-40B4-BE49-F238E27FC236}">
                  <a16:creationId xmlns:a16="http://schemas.microsoft.com/office/drawing/2014/main" id="{E64DD0BC-760F-014F-5D42-91D3D63D5DE1}"/>
                </a:ext>
              </a:extLst>
            </p:cNvPr>
            <p:cNvSpPr txBox="1">
              <a:spLocks noChangeArrowheads="1"/>
            </p:cNvSpPr>
            <p:nvPr/>
          </p:nvSpPr>
          <p:spPr bwMode="auto">
            <a:xfrm>
              <a:off x="3447" y="1493"/>
              <a:ext cx="546" cy="13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buClrTx/>
                <a:buSzPct val="60000"/>
                <a:buFontTx/>
                <a:buNone/>
              </a:pPr>
              <a:r>
                <a:rPr lang="en-US" altLang="en-US" sz="800" b="1">
                  <a:solidFill>
                    <a:srgbClr val="000000"/>
                  </a:solidFill>
                </a:rPr>
                <a:t>10100010</a:t>
              </a:r>
            </a:p>
          </p:txBody>
        </p:sp>
        <p:sp>
          <p:nvSpPr>
            <p:cNvPr id="566285" name="Line 38">
              <a:extLst>
                <a:ext uri="{FF2B5EF4-FFF2-40B4-BE49-F238E27FC236}">
                  <a16:creationId xmlns:a16="http://schemas.microsoft.com/office/drawing/2014/main" id="{2C2C5333-F003-AE1B-874B-DB30C5818314}"/>
                </a:ext>
              </a:extLst>
            </p:cNvPr>
            <p:cNvSpPr>
              <a:spLocks noChangeShapeType="1"/>
            </p:cNvSpPr>
            <p:nvPr/>
          </p:nvSpPr>
          <p:spPr bwMode="auto">
            <a:xfrm>
              <a:off x="1737" y="1561"/>
              <a:ext cx="268"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86" name="Line 39">
              <a:extLst>
                <a:ext uri="{FF2B5EF4-FFF2-40B4-BE49-F238E27FC236}">
                  <a16:creationId xmlns:a16="http://schemas.microsoft.com/office/drawing/2014/main" id="{FE4E77A5-F1AD-4377-4863-D7A93CD6FE81}"/>
                </a:ext>
              </a:extLst>
            </p:cNvPr>
            <p:cNvSpPr>
              <a:spLocks noChangeShapeType="1"/>
            </p:cNvSpPr>
            <p:nvPr/>
          </p:nvSpPr>
          <p:spPr bwMode="auto">
            <a:xfrm>
              <a:off x="2479" y="1631"/>
              <a:ext cx="323" cy="144"/>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87" name="Line 40">
              <a:extLst>
                <a:ext uri="{FF2B5EF4-FFF2-40B4-BE49-F238E27FC236}">
                  <a16:creationId xmlns:a16="http://schemas.microsoft.com/office/drawing/2014/main" id="{4AA2836A-BF20-8021-5017-3BE9E527F224}"/>
                </a:ext>
              </a:extLst>
            </p:cNvPr>
            <p:cNvSpPr>
              <a:spLocks noChangeShapeType="1"/>
            </p:cNvSpPr>
            <p:nvPr/>
          </p:nvSpPr>
          <p:spPr bwMode="auto">
            <a:xfrm flipV="1">
              <a:off x="3351" y="1630"/>
              <a:ext cx="342" cy="158"/>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88" name="Line 41">
              <a:extLst>
                <a:ext uri="{FF2B5EF4-FFF2-40B4-BE49-F238E27FC236}">
                  <a16:creationId xmlns:a16="http://schemas.microsoft.com/office/drawing/2014/main" id="{DFFF1C03-F03A-39A3-989A-4A8462170AC8}"/>
                </a:ext>
              </a:extLst>
            </p:cNvPr>
            <p:cNvSpPr>
              <a:spLocks noChangeShapeType="1"/>
            </p:cNvSpPr>
            <p:nvPr/>
          </p:nvSpPr>
          <p:spPr bwMode="auto">
            <a:xfrm>
              <a:off x="3990" y="1573"/>
              <a:ext cx="435" cy="0"/>
            </a:xfrm>
            <a:prstGeom prst="line">
              <a:avLst/>
            </a:prstGeom>
            <a:noFill/>
            <a:ln w="9360" cap="sq">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66289" name="Text Box 42">
              <a:extLst>
                <a:ext uri="{FF2B5EF4-FFF2-40B4-BE49-F238E27FC236}">
                  <a16:creationId xmlns:a16="http://schemas.microsoft.com/office/drawing/2014/main" id="{93ECC171-2F1A-E5DC-26FB-E1F12C3204BE}"/>
                </a:ext>
              </a:extLst>
            </p:cNvPr>
            <p:cNvSpPr txBox="1">
              <a:spLocks noChangeArrowheads="1"/>
            </p:cNvSpPr>
            <p:nvPr/>
          </p:nvSpPr>
          <p:spPr bwMode="auto">
            <a:xfrm>
              <a:off x="2667" y="1281"/>
              <a:ext cx="778" cy="172"/>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Segment 1</a:t>
              </a:r>
            </a:p>
          </p:txBody>
        </p:sp>
        <p:sp>
          <p:nvSpPr>
            <p:cNvPr id="566290" name="Text Box 43">
              <a:extLst>
                <a:ext uri="{FF2B5EF4-FFF2-40B4-BE49-F238E27FC236}">
                  <a16:creationId xmlns:a16="http://schemas.microsoft.com/office/drawing/2014/main" id="{EAFF50B3-1BF9-0ACE-507D-B0A5D55C6674}"/>
                </a:ext>
              </a:extLst>
            </p:cNvPr>
            <p:cNvSpPr txBox="1">
              <a:spLocks noChangeArrowheads="1"/>
            </p:cNvSpPr>
            <p:nvPr/>
          </p:nvSpPr>
          <p:spPr bwMode="auto">
            <a:xfrm>
              <a:off x="2667" y="3463"/>
              <a:ext cx="969" cy="157"/>
            </a:xfrm>
            <a:prstGeom prst="rect">
              <a:avLst/>
            </a:prstGeom>
            <a:solidFill>
              <a:srgbClr val="FFFFFF"/>
            </a:solidFill>
            <a:ln>
              <a:noFill/>
            </a:ln>
            <a:effectLst/>
            <a:extLs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Segment 2</a:t>
              </a:r>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Text Box 1">
            <a:extLst>
              <a:ext uri="{FF2B5EF4-FFF2-40B4-BE49-F238E27FC236}">
                <a16:creationId xmlns:a16="http://schemas.microsoft.com/office/drawing/2014/main" id="{888D8C5A-3015-4E86-9DF4-F6CB55BC6A0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68323" name="Text Box 2">
            <a:extLst>
              <a:ext uri="{FF2B5EF4-FFF2-40B4-BE49-F238E27FC236}">
                <a16:creationId xmlns:a16="http://schemas.microsoft.com/office/drawing/2014/main" id="{046443B1-0F03-F3ED-2A52-A088B7DE71E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77F08BD8-6257-4446-93B7-1A67C46B87CF}" type="slidenum">
              <a:rPr lang="en-US" altLang="en-US" sz="1400">
                <a:solidFill>
                  <a:srgbClr val="000000"/>
                </a:solidFill>
              </a:rPr>
              <a:pPr algn="r" eaLnBrk="1" hangingPunct="1">
                <a:buClrTx/>
                <a:buSzPct val="60000"/>
                <a:buFontTx/>
                <a:buNone/>
              </a:pPr>
              <a:t>342</a:t>
            </a:fld>
            <a:endParaRPr lang="en-US" altLang="en-US" sz="1400">
              <a:solidFill>
                <a:srgbClr val="000000"/>
              </a:solidFill>
            </a:endParaRPr>
          </a:p>
        </p:txBody>
      </p:sp>
      <p:sp>
        <p:nvSpPr>
          <p:cNvPr id="568324" name="Text Box 3">
            <a:extLst>
              <a:ext uri="{FF2B5EF4-FFF2-40B4-BE49-F238E27FC236}">
                <a16:creationId xmlns:a16="http://schemas.microsoft.com/office/drawing/2014/main" id="{2EE152DB-D734-C8A9-E996-1107E826CF0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Bridge Types</a:t>
            </a:r>
          </a:p>
        </p:txBody>
      </p:sp>
      <p:sp>
        <p:nvSpPr>
          <p:cNvPr id="568325" name="Text Box 4">
            <a:extLst>
              <a:ext uri="{FF2B5EF4-FFF2-40B4-BE49-F238E27FC236}">
                <a16:creationId xmlns:a16="http://schemas.microsoft.com/office/drawing/2014/main" id="{DCBDD5CE-4CA8-9796-C590-A71CF8E1D85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Simple</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Manual</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Keeps information about hosts and segment numbers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Learning</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Intelligent</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Builds its routing table during traffic of frames</a:t>
            </a:r>
          </a:p>
          <a:p>
            <a:pPr eaLnBrk="1" hangingPunct="1">
              <a:lnSpc>
                <a:spcPct val="80000"/>
              </a:lnSpc>
              <a:spcBef>
                <a:spcPts val="700"/>
              </a:spcBef>
              <a:buClr>
                <a:srgbClr val="3333CC"/>
              </a:buClr>
              <a:buSzPct val="60000"/>
              <a:buFont typeface="Wingdings" panose="05000000000000000000" pitchFamily="2" charset="2"/>
              <a:buChar char=""/>
            </a:pPr>
            <a:r>
              <a:rPr lang="en-US" altLang="en-US" sz="2800">
                <a:solidFill>
                  <a:srgbClr val="000000"/>
                </a:solidFill>
              </a:rPr>
              <a:t>Multiport</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Specialized simple/learning bridge</a:t>
            </a:r>
          </a:p>
          <a:p>
            <a:pPr lvl="1" eaLnBrk="1" hangingPunct="1">
              <a:lnSpc>
                <a:spcPct val="80000"/>
              </a:lnSpc>
              <a:spcBef>
                <a:spcPts val="600"/>
              </a:spcBef>
              <a:buClr>
                <a:srgbClr val="FF0000"/>
              </a:buClr>
              <a:buSzPct val="55000"/>
              <a:buFont typeface="Wingdings" panose="05000000000000000000" pitchFamily="2" charset="2"/>
              <a:buChar char=""/>
            </a:pPr>
            <a:r>
              <a:rPr lang="en-US" altLang="en-US" sz="2400">
                <a:solidFill>
                  <a:srgbClr val="000000"/>
                </a:solidFill>
              </a:rPr>
              <a:t>Connects more than two network segments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70" name="Text Box 1">
            <a:extLst>
              <a:ext uri="{FF2B5EF4-FFF2-40B4-BE49-F238E27FC236}">
                <a16:creationId xmlns:a16="http://schemas.microsoft.com/office/drawing/2014/main" id="{0AFD46E1-DFFF-7C27-23D0-0A19A9F28B0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70371" name="Text Box 2">
            <a:extLst>
              <a:ext uri="{FF2B5EF4-FFF2-40B4-BE49-F238E27FC236}">
                <a16:creationId xmlns:a16="http://schemas.microsoft.com/office/drawing/2014/main" id="{97E2218E-AB73-BCBD-9FF5-3ADB56D576EE}"/>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6FE04DE8-D26C-4444-B7F9-D04D7C1514AA}" type="slidenum">
              <a:rPr lang="en-US" altLang="en-US" sz="1400">
                <a:solidFill>
                  <a:srgbClr val="000000"/>
                </a:solidFill>
              </a:rPr>
              <a:pPr algn="r" eaLnBrk="1" hangingPunct="1">
                <a:buClrTx/>
                <a:buSzPct val="60000"/>
                <a:buFontTx/>
                <a:buNone/>
              </a:pPr>
              <a:t>343</a:t>
            </a:fld>
            <a:endParaRPr lang="en-US" altLang="en-US" sz="1400">
              <a:solidFill>
                <a:srgbClr val="000000"/>
              </a:solidFill>
            </a:endParaRPr>
          </a:p>
        </p:txBody>
      </p:sp>
      <p:sp>
        <p:nvSpPr>
          <p:cNvPr id="570372" name="Text Box 3">
            <a:extLst>
              <a:ext uri="{FF2B5EF4-FFF2-40B4-BE49-F238E27FC236}">
                <a16:creationId xmlns:a16="http://schemas.microsoft.com/office/drawing/2014/main" id="{2528BAA1-1D17-55BF-09FB-5B07135D554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Router</a:t>
            </a:r>
          </a:p>
        </p:txBody>
      </p:sp>
      <p:sp>
        <p:nvSpPr>
          <p:cNvPr id="570373" name="Text Box 4">
            <a:extLst>
              <a:ext uri="{FF2B5EF4-FFF2-40B4-BE49-F238E27FC236}">
                <a16:creationId xmlns:a16="http://schemas.microsoft.com/office/drawing/2014/main" id="{BCE1FD32-3830-CA5C-429D-B681C23B6154}"/>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More intelligent than a repeater or a bridge</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Operates at the network layer</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Responsible for logical addressing and delivery of packets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Text Box 1">
            <a:extLst>
              <a:ext uri="{FF2B5EF4-FFF2-40B4-BE49-F238E27FC236}">
                <a16:creationId xmlns:a16="http://schemas.microsoft.com/office/drawing/2014/main" id="{34EFD04D-2FCA-BE11-AFDE-2A7E10F2CE2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72419" name="Text Box 2">
            <a:extLst>
              <a:ext uri="{FF2B5EF4-FFF2-40B4-BE49-F238E27FC236}">
                <a16:creationId xmlns:a16="http://schemas.microsoft.com/office/drawing/2014/main" id="{27DB4545-4EE7-08D2-4FAE-A1E88BF0A2A3}"/>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4245BD2-EC69-4AB4-BAB5-CC1CA9B679F9}" type="slidenum">
              <a:rPr lang="en-US" altLang="en-US" sz="1400">
                <a:solidFill>
                  <a:srgbClr val="000000"/>
                </a:solidFill>
              </a:rPr>
              <a:pPr algn="r" eaLnBrk="1" hangingPunct="1">
                <a:buClrTx/>
                <a:buSzPct val="60000"/>
                <a:buFontTx/>
                <a:buNone/>
              </a:pPr>
              <a:t>344</a:t>
            </a:fld>
            <a:endParaRPr lang="en-US" altLang="en-US" sz="1400">
              <a:solidFill>
                <a:srgbClr val="000000"/>
              </a:solidFill>
            </a:endParaRPr>
          </a:p>
        </p:txBody>
      </p:sp>
      <p:sp>
        <p:nvSpPr>
          <p:cNvPr id="572420" name="Text Box 3">
            <a:extLst>
              <a:ext uri="{FF2B5EF4-FFF2-40B4-BE49-F238E27FC236}">
                <a16:creationId xmlns:a16="http://schemas.microsoft.com/office/drawing/2014/main" id="{A6466EA5-AEDE-A92C-0EEB-1315578A9E1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Router Concept</a:t>
            </a:r>
          </a:p>
        </p:txBody>
      </p:sp>
      <p:sp>
        <p:nvSpPr>
          <p:cNvPr id="572421" name="Text Box 4">
            <a:extLst>
              <a:ext uri="{FF2B5EF4-FFF2-40B4-BE49-F238E27FC236}">
                <a16:creationId xmlns:a16="http://schemas.microsoft.com/office/drawing/2014/main" id="{DEE785BA-18A9-DF54-5F83-84C32554EDE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72422" name="Group 5">
            <a:extLst>
              <a:ext uri="{FF2B5EF4-FFF2-40B4-BE49-F238E27FC236}">
                <a16:creationId xmlns:a16="http://schemas.microsoft.com/office/drawing/2014/main" id="{4684F298-53F2-1DBD-82B6-B5A5956D1006}"/>
              </a:ext>
            </a:extLst>
          </p:cNvPr>
          <p:cNvGrpSpPr>
            <a:grpSpLocks/>
          </p:cNvGrpSpPr>
          <p:nvPr/>
        </p:nvGrpSpPr>
        <p:grpSpPr bwMode="auto">
          <a:xfrm>
            <a:off x="1096963" y="2057400"/>
            <a:ext cx="7816850" cy="4037013"/>
            <a:chOff x="691" y="1296"/>
            <a:chExt cx="4924" cy="2543"/>
          </a:xfrm>
        </p:grpSpPr>
        <p:sp>
          <p:nvSpPr>
            <p:cNvPr id="572423" name="Rectangle 6">
              <a:extLst>
                <a:ext uri="{FF2B5EF4-FFF2-40B4-BE49-F238E27FC236}">
                  <a16:creationId xmlns:a16="http://schemas.microsoft.com/office/drawing/2014/main" id="{87A2487C-F2C6-AF76-2E05-96D25805D5C5}"/>
                </a:ext>
              </a:extLst>
            </p:cNvPr>
            <p:cNvSpPr>
              <a:spLocks noChangeArrowheads="1"/>
            </p:cNvSpPr>
            <p:nvPr/>
          </p:nvSpPr>
          <p:spPr bwMode="auto">
            <a:xfrm>
              <a:off x="691" y="1296"/>
              <a:ext cx="4924" cy="254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2424" name="AutoShape 7">
              <a:extLst>
                <a:ext uri="{FF2B5EF4-FFF2-40B4-BE49-F238E27FC236}">
                  <a16:creationId xmlns:a16="http://schemas.microsoft.com/office/drawing/2014/main" id="{3C8199D4-849A-F7E5-9DD7-400579B8B080}"/>
                </a:ext>
              </a:extLst>
            </p:cNvPr>
            <p:cNvSpPr>
              <a:spLocks noChangeArrowheads="1"/>
            </p:cNvSpPr>
            <p:nvPr/>
          </p:nvSpPr>
          <p:spPr bwMode="auto">
            <a:xfrm>
              <a:off x="1242" y="1525"/>
              <a:ext cx="661" cy="60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4 w 21600"/>
                <a:gd name="T43" fmla="*/ 2527 h 21600"/>
                <a:gd name="T44" fmla="*/ 16764 w 21600"/>
                <a:gd name="T45" fmla="*/ 1113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grpSp>
          <p:nvGrpSpPr>
            <p:cNvPr id="572425" name="Group 8">
              <a:extLst>
                <a:ext uri="{FF2B5EF4-FFF2-40B4-BE49-F238E27FC236}">
                  <a16:creationId xmlns:a16="http://schemas.microsoft.com/office/drawing/2014/main" id="{81AA7EA8-31D8-1931-BD3B-FCDEA7C5947E}"/>
                </a:ext>
              </a:extLst>
            </p:cNvPr>
            <p:cNvGrpSpPr>
              <a:grpSpLocks/>
            </p:cNvGrpSpPr>
            <p:nvPr/>
          </p:nvGrpSpPr>
          <p:grpSpPr bwMode="auto">
            <a:xfrm>
              <a:off x="1235" y="2309"/>
              <a:ext cx="682" cy="1200"/>
              <a:chOff x="1235" y="2309"/>
              <a:chExt cx="682" cy="1200"/>
            </a:xfrm>
          </p:grpSpPr>
          <p:sp>
            <p:nvSpPr>
              <p:cNvPr id="572438" name="Text Box 9">
                <a:extLst>
                  <a:ext uri="{FF2B5EF4-FFF2-40B4-BE49-F238E27FC236}">
                    <a16:creationId xmlns:a16="http://schemas.microsoft.com/office/drawing/2014/main" id="{A024E1E9-722C-4398-8AC8-530EDB5C108A}"/>
                  </a:ext>
                </a:extLst>
              </p:cNvPr>
              <p:cNvSpPr txBox="1">
                <a:spLocks noChangeArrowheads="1"/>
              </p:cNvSpPr>
              <p:nvPr/>
            </p:nvSpPr>
            <p:spPr bwMode="auto">
              <a:xfrm>
                <a:off x="1235" y="2309"/>
                <a:ext cx="679" cy="1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72439" name="Line 10">
                <a:extLst>
                  <a:ext uri="{FF2B5EF4-FFF2-40B4-BE49-F238E27FC236}">
                    <a16:creationId xmlns:a16="http://schemas.microsoft.com/office/drawing/2014/main" id="{C3708642-A39A-E0CD-93B5-9AA41EBC9E15}"/>
                  </a:ext>
                </a:extLst>
              </p:cNvPr>
              <p:cNvSpPr>
                <a:spLocks noChangeShapeType="1"/>
              </p:cNvSpPr>
              <p:nvPr/>
            </p:nvSpPr>
            <p:spPr bwMode="auto">
              <a:xfrm>
                <a:off x="1235" y="2489"/>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40" name="Line 11">
                <a:extLst>
                  <a:ext uri="{FF2B5EF4-FFF2-40B4-BE49-F238E27FC236}">
                    <a16:creationId xmlns:a16="http://schemas.microsoft.com/office/drawing/2014/main" id="{BC69CDA5-0DD4-8E79-953A-82B546F43FE6}"/>
                  </a:ext>
                </a:extLst>
              </p:cNvPr>
              <p:cNvSpPr>
                <a:spLocks noChangeShapeType="1"/>
              </p:cNvSpPr>
              <p:nvPr/>
            </p:nvSpPr>
            <p:spPr bwMode="auto">
              <a:xfrm>
                <a:off x="1237" y="2665"/>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41" name="Line 12">
                <a:extLst>
                  <a:ext uri="{FF2B5EF4-FFF2-40B4-BE49-F238E27FC236}">
                    <a16:creationId xmlns:a16="http://schemas.microsoft.com/office/drawing/2014/main" id="{5E73B9DC-FD08-9C8C-EA17-041E0080283C}"/>
                  </a:ext>
                </a:extLst>
              </p:cNvPr>
              <p:cNvSpPr>
                <a:spLocks noChangeShapeType="1"/>
              </p:cNvSpPr>
              <p:nvPr/>
            </p:nvSpPr>
            <p:spPr bwMode="auto">
              <a:xfrm>
                <a:off x="1246" y="2837"/>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42" name="Line 13">
                <a:extLst>
                  <a:ext uri="{FF2B5EF4-FFF2-40B4-BE49-F238E27FC236}">
                    <a16:creationId xmlns:a16="http://schemas.microsoft.com/office/drawing/2014/main" id="{87DE029D-A3C5-F33C-625F-1A09C752336E}"/>
                  </a:ext>
                </a:extLst>
              </p:cNvPr>
              <p:cNvSpPr>
                <a:spLocks noChangeShapeType="1"/>
              </p:cNvSpPr>
              <p:nvPr/>
            </p:nvSpPr>
            <p:spPr bwMode="auto">
              <a:xfrm>
                <a:off x="1238" y="3010"/>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43" name="Line 14">
                <a:extLst>
                  <a:ext uri="{FF2B5EF4-FFF2-40B4-BE49-F238E27FC236}">
                    <a16:creationId xmlns:a16="http://schemas.microsoft.com/office/drawing/2014/main" id="{AB1156B2-C0C0-E917-6CF8-43D2E6EC4D37}"/>
                  </a:ext>
                </a:extLst>
              </p:cNvPr>
              <p:cNvSpPr>
                <a:spLocks noChangeShapeType="1"/>
              </p:cNvSpPr>
              <p:nvPr/>
            </p:nvSpPr>
            <p:spPr bwMode="auto">
              <a:xfrm>
                <a:off x="1247" y="3175"/>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44" name="Line 15">
                <a:extLst>
                  <a:ext uri="{FF2B5EF4-FFF2-40B4-BE49-F238E27FC236}">
                    <a16:creationId xmlns:a16="http://schemas.microsoft.com/office/drawing/2014/main" id="{0DEF539A-8742-5881-CBFD-D38F9E1B40FD}"/>
                  </a:ext>
                </a:extLst>
              </p:cNvPr>
              <p:cNvSpPr>
                <a:spLocks noChangeShapeType="1"/>
              </p:cNvSpPr>
              <p:nvPr/>
            </p:nvSpPr>
            <p:spPr bwMode="auto">
              <a:xfrm>
                <a:off x="1247" y="3332"/>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72426" name="Text Box 16">
              <a:extLst>
                <a:ext uri="{FF2B5EF4-FFF2-40B4-BE49-F238E27FC236}">
                  <a16:creationId xmlns:a16="http://schemas.microsoft.com/office/drawing/2014/main" id="{49BE59C8-9980-644F-DE97-66F32DC50D3A}"/>
                </a:ext>
              </a:extLst>
            </p:cNvPr>
            <p:cNvSpPr txBox="1">
              <a:spLocks noChangeArrowheads="1"/>
            </p:cNvSpPr>
            <p:nvPr/>
          </p:nvSpPr>
          <p:spPr bwMode="auto">
            <a:xfrm>
              <a:off x="2650" y="3008"/>
              <a:ext cx="1051" cy="54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Router</a:t>
              </a:r>
            </a:p>
          </p:txBody>
        </p:sp>
        <p:sp>
          <p:nvSpPr>
            <p:cNvPr id="572427" name="AutoShape 17">
              <a:extLst>
                <a:ext uri="{FF2B5EF4-FFF2-40B4-BE49-F238E27FC236}">
                  <a16:creationId xmlns:a16="http://schemas.microsoft.com/office/drawing/2014/main" id="{F8BC0D29-EF61-8E07-4ACF-75F9FE2FC940}"/>
                </a:ext>
              </a:extLst>
            </p:cNvPr>
            <p:cNvSpPr>
              <a:spLocks noChangeArrowheads="1"/>
            </p:cNvSpPr>
            <p:nvPr/>
          </p:nvSpPr>
          <p:spPr bwMode="auto">
            <a:xfrm>
              <a:off x="1924" y="2984"/>
              <a:ext cx="716" cy="497"/>
            </a:xfrm>
            <a:prstGeom prst="leftRightArrow">
              <a:avLst>
                <a:gd name="adj1" fmla="val 50000"/>
                <a:gd name="adj2" fmla="val 28679"/>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2428" name="AutoShape 18">
              <a:extLst>
                <a:ext uri="{FF2B5EF4-FFF2-40B4-BE49-F238E27FC236}">
                  <a16:creationId xmlns:a16="http://schemas.microsoft.com/office/drawing/2014/main" id="{14222BD1-B861-DF70-1D16-CE56F89182A9}"/>
                </a:ext>
              </a:extLst>
            </p:cNvPr>
            <p:cNvSpPr>
              <a:spLocks noChangeArrowheads="1"/>
            </p:cNvSpPr>
            <p:nvPr/>
          </p:nvSpPr>
          <p:spPr bwMode="auto">
            <a:xfrm>
              <a:off x="4384" y="1520"/>
              <a:ext cx="661" cy="60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4 w 21600"/>
                <a:gd name="T43" fmla="*/ 2527 h 21600"/>
                <a:gd name="T44" fmla="*/ 16764 w 21600"/>
                <a:gd name="T45" fmla="*/ 11138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grpSp>
          <p:nvGrpSpPr>
            <p:cNvPr id="572429" name="Group 19">
              <a:extLst>
                <a:ext uri="{FF2B5EF4-FFF2-40B4-BE49-F238E27FC236}">
                  <a16:creationId xmlns:a16="http://schemas.microsoft.com/office/drawing/2014/main" id="{92FDEA1C-46BD-707C-ABBC-A3A537AF9105}"/>
                </a:ext>
              </a:extLst>
            </p:cNvPr>
            <p:cNvGrpSpPr>
              <a:grpSpLocks/>
            </p:cNvGrpSpPr>
            <p:nvPr/>
          </p:nvGrpSpPr>
          <p:grpSpPr bwMode="auto">
            <a:xfrm>
              <a:off x="4376" y="2336"/>
              <a:ext cx="682" cy="1200"/>
              <a:chOff x="4376" y="2336"/>
              <a:chExt cx="682" cy="1200"/>
            </a:xfrm>
          </p:grpSpPr>
          <p:sp>
            <p:nvSpPr>
              <p:cNvPr id="572431" name="Text Box 20">
                <a:extLst>
                  <a:ext uri="{FF2B5EF4-FFF2-40B4-BE49-F238E27FC236}">
                    <a16:creationId xmlns:a16="http://schemas.microsoft.com/office/drawing/2014/main" id="{4179B1F8-E026-7867-3477-2C9C8061DFF5}"/>
                  </a:ext>
                </a:extLst>
              </p:cNvPr>
              <p:cNvSpPr txBox="1">
                <a:spLocks noChangeArrowheads="1"/>
              </p:cNvSpPr>
              <p:nvPr/>
            </p:nvSpPr>
            <p:spPr bwMode="auto">
              <a:xfrm>
                <a:off x="4376" y="2336"/>
                <a:ext cx="679" cy="120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72432" name="Line 21">
                <a:extLst>
                  <a:ext uri="{FF2B5EF4-FFF2-40B4-BE49-F238E27FC236}">
                    <a16:creationId xmlns:a16="http://schemas.microsoft.com/office/drawing/2014/main" id="{E75B8074-3758-90D9-C892-9495AF700F4D}"/>
                  </a:ext>
                </a:extLst>
              </p:cNvPr>
              <p:cNvSpPr>
                <a:spLocks noChangeShapeType="1"/>
              </p:cNvSpPr>
              <p:nvPr/>
            </p:nvSpPr>
            <p:spPr bwMode="auto">
              <a:xfrm>
                <a:off x="4376" y="2516"/>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33" name="Line 22">
                <a:extLst>
                  <a:ext uri="{FF2B5EF4-FFF2-40B4-BE49-F238E27FC236}">
                    <a16:creationId xmlns:a16="http://schemas.microsoft.com/office/drawing/2014/main" id="{8E797A1D-A5CB-9ABF-D326-941C84E8FFEB}"/>
                  </a:ext>
                </a:extLst>
              </p:cNvPr>
              <p:cNvSpPr>
                <a:spLocks noChangeShapeType="1"/>
              </p:cNvSpPr>
              <p:nvPr/>
            </p:nvSpPr>
            <p:spPr bwMode="auto">
              <a:xfrm>
                <a:off x="4379" y="2691"/>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34" name="Line 23">
                <a:extLst>
                  <a:ext uri="{FF2B5EF4-FFF2-40B4-BE49-F238E27FC236}">
                    <a16:creationId xmlns:a16="http://schemas.microsoft.com/office/drawing/2014/main" id="{442D732A-123C-5278-06AA-F62AEF9B04B7}"/>
                  </a:ext>
                </a:extLst>
              </p:cNvPr>
              <p:cNvSpPr>
                <a:spLocks noChangeShapeType="1"/>
              </p:cNvSpPr>
              <p:nvPr/>
            </p:nvSpPr>
            <p:spPr bwMode="auto">
              <a:xfrm>
                <a:off x="4388" y="2863"/>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35" name="Line 24">
                <a:extLst>
                  <a:ext uri="{FF2B5EF4-FFF2-40B4-BE49-F238E27FC236}">
                    <a16:creationId xmlns:a16="http://schemas.microsoft.com/office/drawing/2014/main" id="{EAAF1024-1EAF-5882-0274-83351D9A39F2}"/>
                  </a:ext>
                </a:extLst>
              </p:cNvPr>
              <p:cNvSpPr>
                <a:spLocks noChangeShapeType="1"/>
              </p:cNvSpPr>
              <p:nvPr/>
            </p:nvSpPr>
            <p:spPr bwMode="auto">
              <a:xfrm>
                <a:off x="4380" y="3037"/>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36" name="Line 25">
                <a:extLst>
                  <a:ext uri="{FF2B5EF4-FFF2-40B4-BE49-F238E27FC236}">
                    <a16:creationId xmlns:a16="http://schemas.microsoft.com/office/drawing/2014/main" id="{5205ACAF-B223-5054-C2A0-A222C7D242D7}"/>
                  </a:ext>
                </a:extLst>
              </p:cNvPr>
              <p:cNvSpPr>
                <a:spLocks noChangeShapeType="1"/>
              </p:cNvSpPr>
              <p:nvPr/>
            </p:nvSpPr>
            <p:spPr bwMode="auto">
              <a:xfrm>
                <a:off x="4389" y="3201"/>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2437" name="Line 26">
                <a:extLst>
                  <a:ext uri="{FF2B5EF4-FFF2-40B4-BE49-F238E27FC236}">
                    <a16:creationId xmlns:a16="http://schemas.microsoft.com/office/drawing/2014/main" id="{266B8097-4122-EB73-AD07-0A62EBC0E8AB}"/>
                  </a:ext>
                </a:extLst>
              </p:cNvPr>
              <p:cNvSpPr>
                <a:spLocks noChangeShapeType="1"/>
              </p:cNvSpPr>
              <p:nvPr/>
            </p:nvSpPr>
            <p:spPr bwMode="auto">
              <a:xfrm>
                <a:off x="4388" y="3358"/>
                <a:ext cx="670"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72430" name="AutoShape 27">
              <a:extLst>
                <a:ext uri="{FF2B5EF4-FFF2-40B4-BE49-F238E27FC236}">
                  <a16:creationId xmlns:a16="http://schemas.microsoft.com/office/drawing/2014/main" id="{E7BBCD8A-CE1F-E27A-424B-786DC58110FE}"/>
                </a:ext>
              </a:extLst>
            </p:cNvPr>
            <p:cNvSpPr>
              <a:spLocks noChangeArrowheads="1"/>
            </p:cNvSpPr>
            <p:nvPr/>
          </p:nvSpPr>
          <p:spPr bwMode="auto">
            <a:xfrm>
              <a:off x="3715" y="3042"/>
              <a:ext cx="652" cy="466"/>
            </a:xfrm>
            <a:prstGeom prst="leftRightArrow">
              <a:avLst>
                <a:gd name="adj1" fmla="val 50000"/>
                <a:gd name="adj2" fmla="val 27853"/>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Text Box 1">
            <a:extLst>
              <a:ext uri="{FF2B5EF4-FFF2-40B4-BE49-F238E27FC236}">
                <a16:creationId xmlns:a16="http://schemas.microsoft.com/office/drawing/2014/main" id="{BCEE0464-2FB9-13A8-575C-EABCAFAA4BF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74467" name="Text Box 2">
            <a:extLst>
              <a:ext uri="{FF2B5EF4-FFF2-40B4-BE49-F238E27FC236}">
                <a16:creationId xmlns:a16="http://schemas.microsoft.com/office/drawing/2014/main" id="{D1C02B9A-A89B-8033-B214-9E778837301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6596A14-5B78-48A6-B847-1BE518ED118D}" type="slidenum">
              <a:rPr lang="en-US" altLang="en-US" sz="1400">
                <a:solidFill>
                  <a:srgbClr val="000000"/>
                </a:solidFill>
              </a:rPr>
              <a:pPr algn="r" eaLnBrk="1" hangingPunct="1">
                <a:buClrTx/>
                <a:buSzPct val="60000"/>
                <a:buFontTx/>
                <a:buNone/>
              </a:pPr>
              <a:t>345</a:t>
            </a:fld>
            <a:endParaRPr lang="en-US" altLang="en-US" sz="1400">
              <a:solidFill>
                <a:srgbClr val="000000"/>
              </a:solidFill>
            </a:endParaRPr>
          </a:p>
        </p:txBody>
      </p:sp>
      <p:sp>
        <p:nvSpPr>
          <p:cNvPr id="574468" name="Text Box 3">
            <a:extLst>
              <a:ext uri="{FF2B5EF4-FFF2-40B4-BE49-F238E27FC236}">
                <a16:creationId xmlns:a16="http://schemas.microsoft.com/office/drawing/2014/main" id="{33868141-915B-C2E7-74C4-5612303DD00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Gateway</a:t>
            </a:r>
          </a:p>
        </p:txBody>
      </p:sp>
      <p:sp>
        <p:nvSpPr>
          <p:cNvPr id="574469" name="Text Box 4">
            <a:extLst>
              <a:ext uri="{FF2B5EF4-FFF2-40B4-BE49-F238E27FC236}">
                <a16:creationId xmlns:a16="http://schemas.microsoft.com/office/drawing/2014/main" id="{EB0C31FB-ACA6-518E-4068-2FAF3E92EE9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Most powerful internetworking device</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Operates at all layers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Can also do protocol conversion</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Text Box 1">
            <a:extLst>
              <a:ext uri="{FF2B5EF4-FFF2-40B4-BE49-F238E27FC236}">
                <a16:creationId xmlns:a16="http://schemas.microsoft.com/office/drawing/2014/main" id="{3C239B82-38EA-E76F-B432-582C4890CB5B}"/>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76515" name="Text Box 2">
            <a:extLst>
              <a:ext uri="{FF2B5EF4-FFF2-40B4-BE49-F238E27FC236}">
                <a16:creationId xmlns:a16="http://schemas.microsoft.com/office/drawing/2014/main" id="{F4334AC7-BF87-C900-DCC9-4D19B2AE184B}"/>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72E0599-DE34-42B4-A23F-C7AED1B2B604}" type="slidenum">
              <a:rPr lang="en-US" altLang="en-US" sz="1400">
                <a:solidFill>
                  <a:srgbClr val="000000"/>
                </a:solidFill>
              </a:rPr>
              <a:pPr algn="r" eaLnBrk="1" hangingPunct="1">
                <a:buClrTx/>
                <a:buSzPct val="60000"/>
                <a:buFontTx/>
                <a:buNone/>
              </a:pPr>
              <a:t>346</a:t>
            </a:fld>
            <a:endParaRPr lang="en-US" altLang="en-US" sz="1400">
              <a:solidFill>
                <a:srgbClr val="000000"/>
              </a:solidFill>
            </a:endParaRPr>
          </a:p>
        </p:txBody>
      </p:sp>
      <p:sp>
        <p:nvSpPr>
          <p:cNvPr id="576516" name="Text Box 3">
            <a:extLst>
              <a:ext uri="{FF2B5EF4-FFF2-40B4-BE49-F238E27FC236}">
                <a16:creationId xmlns:a16="http://schemas.microsoft.com/office/drawing/2014/main" id="{00C4ECF0-4BAE-8DFC-80E3-DB3785C8391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Gateway Concept</a:t>
            </a:r>
          </a:p>
        </p:txBody>
      </p:sp>
      <p:sp>
        <p:nvSpPr>
          <p:cNvPr id="576517" name="Text Box 4">
            <a:extLst>
              <a:ext uri="{FF2B5EF4-FFF2-40B4-BE49-F238E27FC236}">
                <a16:creationId xmlns:a16="http://schemas.microsoft.com/office/drawing/2014/main" id="{9226C4E0-0F7F-7E8F-0159-FFCEE315ED70}"/>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nvGrpSpPr>
          <p:cNvPr id="576518" name="Group 5">
            <a:extLst>
              <a:ext uri="{FF2B5EF4-FFF2-40B4-BE49-F238E27FC236}">
                <a16:creationId xmlns:a16="http://schemas.microsoft.com/office/drawing/2014/main" id="{498DCF68-2C64-C919-AE97-3E0074CEF5E9}"/>
              </a:ext>
            </a:extLst>
          </p:cNvPr>
          <p:cNvGrpSpPr>
            <a:grpSpLocks/>
          </p:cNvGrpSpPr>
          <p:nvPr/>
        </p:nvGrpSpPr>
        <p:grpSpPr bwMode="auto">
          <a:xfrm>
            <a:off x="1143000" y="2057400"/>
            <a:ext cx="7770813" cy="4113213"/>
            <a:chOff x="720" y="1296"/>
            <a:chExt cx="4895" cy="2591"/>
          </a:xfrm>
        </p:grpSpPr>
        <p:sp>
          <p:nvSpPr>
            <p:cNvPr id="576519" name="Rectangle 6">
              <a:extLst>
                <a:ext uri="{FF2B5EF4-FFF2-40B4-BE49-F238E27FC236}">
                  <a16:creationId xmlns:a16="http://schemas.microsoft.com/office/drawing/2014/main" id="{DCD2EB90-DC22-B9E3-0E70-8CE650744480}"/>
                </a:ext>
              </a:extLst>
            </p:cNvPr>
            <p:cNvSpPr>
              <a:spLocks noChangeArrowheads="1"/>
            </p:cNvSpPr>
            <p:nvPr/>
          </p:nvSpPr>
          <p:spPr bwMode="auto">
            <a:xfrm>
              <a:off x="720" y="1296"/>
              <a:ext cx="4895" cy="2591"/>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6520" name="AutoShape 7">
              <a:extLst>
                <a:ext uri="{FF2B5EF4-FFF2-40B4-BE49-F238E27FC236}">
                  <a16:creationId xmlns:a16="http://schemas.microsoft.com/office/drawing/2014/main" id="{E5C6286B-1066-C317-CBBE-009571973D84}"/>
                </a:ext>
              </a:extLst>
            </p:cNvPr>
            <p:cNvSpPr>
              <a:spLocks noChangeArrowheads="1"/>
            </p:cNvSpPr>
            <p:nvPr/>
          </p:nvSpPr>
          <p:spPr bwMode="auto">
            <a:xfrm>
              <a:off x="1268" y="1529"/>
              <a:ext cx="657" cy="61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2 w 21600"/>
                <a:gd name="T43" fmla="*/ 2517 h 21600"/>
                <a:gd name="T44" fmla="*/ 16767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A</a:t>
              </a:r>
            </a:p>
          </p:txBody>
        </p:sp>
        <p:grpSp>
          <p:nvGrpSpPr>
            <p:cNvPr id="576521" name="Group 8">
              <a:extLst>
                <a:ext uri="{FF2B5EF4-FFF2-40B4-BE49-F238E27FC236}">
                  <a16:creationId xmlns:a16="http://schemas.microsoft.com/office/drawing/2014/main" id="{45C4FFE9-04E5-4031-75E8-BA149F3CEE0A}"/>
                </a:ext>
              </a:extLst>
            </p:cNvPr>
            <p:cNvGrpSpPr>
              <a:grpSpLocks/>
            </p:cNvGrpSpPr>
            <p:nvPr/>
          </p:nvGrpSpPr>
          <p:grpSpPr bwMode="auto">
            <a:xfrm>
              <a:off x="1260" y="2328"/>
              <a:ext cx="678" cy="1223"/>
              <a:chOff x="1260" y="2328"/>
              <a:chExt cx="678" cy="1223"/>
            </a:xfrm>
          </p:grpSpPr>
          <p:sp>
            <p:nvSpPr>
              <p:cNvPr id="576534" name="Text Box 9">
                <a:extLst>
                  <a:ext uri="{FF2B5EF4-FFF2-40B4-BE49-F238E27FC236}">
                    <a16:creationId xmlns:a16="http://schemas.microsoft.com/office/drawing/2014/main" id="{EC7F42A7-D043-DB9A-DA10-43E5E4B81D25}"/>
                  </a:ext>
                </a:extLst>
              </p:cNvPr>
              <p:cNvSpPr txBox="1">
                <a:spLocks noChangeArrowheads="1"/>
              </p:cNvSpPr>
              <p:nvPr/>
            </p:nvSpPr>
            <p:spPr bwMode="auto">
              <a:xfrm>
                <a:off x="1260" y="2328"/>
                <a:ext cx="675" cy="1223"/>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76535" name="Line 10">
                <a:extLst>
                  <a:ext uri="{FF2B5EF4-FFF2-40B4-BE49-F238E27FC236}">
                    <a16:creationId xmlns:a16="http://schemas.microsoft.com/office/drawing/2014/main" id="{B2CC61E3-50EE-0BFD-C0CA-17D8A31175F2}"/>
                  </a:ext>
                </a:extLst>
              </p:cNvPr>
              <p:cNvSpPr>
                <a:spLocks noChangeShapeType="1"/>
              </p:cNvSpPr>
              <p:nvPr/>
            </p:nvSpPr>
            <p:spPr bwMode="auto">
              <a:xfrm>
                <a:off x="1260" y="2512"/>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6" name="Line 11">
                <a:extLst>
                  <a:ext uri="{FF2B5EF4-FFF2-40B4-BE49-F238E27FC236}">
                    <a16:creationId xmlns:a16="http://schemas.microsoft.com/office/drawing/2014/main" id="{FB14D03C-9DF0-83F7-BFCF-A4CCC1C063CF}"/>
                  </a:ext>
                </a:extLst>
              </p:cNvPr>
              <p:cNvSpPr>
                <a:spLocks noChangeShapeType="1"/>
              </p:cNvSpPr>
              <p:nvPr/>
            </p:nvSpPr>
            <p:spPr bwMode="auto">
              <a:xfrm>
                <a:off x="1263" y="2691"/>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7" name="Line 12">
                <a:extLst>
                  <a:ext uri="{FF2B5EF4-FFF2-40B4-BE49-F238E27FC236}">
                    <a16:creationId xmlns:a16="http://schemas.microsoft.com/office/drawing/2014/main" id="{8BD57B04-8854-5099-A922-034140894311}"/>
                  </a:ext>
                </a:extLst>
              </p:cNvPr>
              <p:cNvSpPr>
                <a:spLocks noChangeShapeType="1"/>
              </p:cNvSpPr>
              <p:nvPr/>
            </p:nvSpPr>
            <p:spPr bwMode="auto">
              <a:xfrm>
                <a:off x="1272" y="2866"/>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8" name="Line 13">
                <a:extLst>
                  <a:ext uri="{FF2B5EF4-FFF2-40B4-BE49-F238E27FC236}">
                    <a16:creationId xmlns:a16="http://schemas.microsoft.com/office/drawing/2014/main" id="{C67F5E97-F564-38A6-E097-9525B315EE7A}"/>
                  </a:ext>
                </a:extLst>
              </p:cNvPr>
              <p:cNvSpPr>
                <a:spLocks noChangeShapeType="1"/>
              </p:cNvSpPr>
              <p:nvPr/>
            </p:nvSpPr>
            <p:spPr bwMode="auto">
              <a:xfrm>
                <a:off x="1264" y="3043"/>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9" name="Line 14">
                <a:extLst>
                  <a:ext uri="{FF2B5EF4-FFF2-40B4-BE49-F238E27FC236}">
                    <a16:creationId xmlns:a16="http://schemas.microsoft.com/office/drawing/2014/main" id="{13777D62-0900-F09D-E0CC-B0EEB952966F}"/>
                  </a:ext>
                </a:extLst>
              </p:cNvPr>
              <p:cNvSpPr>
                <a:spLocks noChangeShapeType="1"/>
              </p:cNvSpPr>
              <p:nvPr/>
            </p:nvSpPr>
            <p:spPr bwMode="auto">
              <a:xfrm>
                <a:off x="1273" y="3210"/>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40" name="Line 15">
                <a:extLst>
                  <a:ext uri="{FF2B5EF4-FFF2-40B4-BE49-F238E27FC236}">
                    <a16:creationId xmlns:a16="http://schemas.microsoft.com/office/drawing/2014/main" id="{40AD27DE-EFD4-85B0-8F2A-C3A9CF6AEF8C}"/>
                  </a:ext>
                </a:extLst>
              </p:cNvPr>
              <p:cNvSpPr>
                <a:spLocks noChangeShapeType="1"/>
              </p:cNvSpPr>
              <p:nvPr/>
            </p:nvSpPr>
            <p:spPr bwMode="auto">
              <a:xfrm>
                <a:off x="1272" y="3371"/>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76522" name="Text Box 16">
              <a:extLst>
                <a:ext uri="{FF2B5EF4-FFF2-40B4-BE49-F238E27FC236}">
                  <a16:creationId xmlns:a16="http://schemas.microsoft.com/office/drawing/2014/main" id="{E5F68A67-1CE8-277E-7766-F3A3529684B3}"/>
                </a:ext>
              </a:extLst>
            </p:cNvPr>
            <p:cNvSpPr txBox="1">
              <a:spLocks noChangeArrowheads="1"/>
            </p:cNvSpPr>
            <p:nvPr/>
          </p:nvSpPr>
          <p:spPr bwMode="auto">
            <a:xfrm>
              <a:off x="2668" y="2320"/>
              <a:ext cx="1045" cy="1270"/>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endParaRPr lang="en-US" altLang="en-US" sz="1200" b="1">
                <a:solidFill>
                  <a:srgbClr val="000000"/>
                </a:solidFill>
              </a:endParaRPr>
            </a:p>
            <a:p>
              <a:pPr algn="ctr">
                <a:buClrTx/>
                <a:buSzPct val="60000"/>
                <a:buFontTx/>
                <a:buNone/>
              </a:pPr>
              <a:r>
                <a:rPr lang="en-US" altLang="en-US" sz="1200" b="1">
                  <a:solidFill>
                    <a:srgbClr val="000000"/>
                  </a:solidFill>
                </a:rPr>
                <a:t>Gateway</a:t>
              </a:r>
            </a:p>
          </p:txBody>
        </p:sp>
        <p:sp>
          <p:nvSpPr>
            <p:cNvPr id="576523" name="AutoShape 17">
              <a:extLst>
                <a:ext uri="{FF2B5EF4-FFF2-40B4-BE49-F238E27FC236}">
                  <a16:creationId xmlns:a16="http://schemas.microsoft.com/office/drawing/2014/main" id="{A14924B1-0F1F-F7CD-87C1-477731AC4C80}"/>
                </a:ext>
              </a:extLst>
            </p:cNvPr>
            <p:cNvSpPr>
              <a:spLocks noChangeArrowheads="1"/>
            </p:cNvSpPr>
            <p:nvPr/>
          </p:nvSpPr>
          <p:spPr bwMode="auto">
            <a:xfrm>
              <a:off x="1946" y="2304"/>
              <a:ext cx="711" cy="1219"/>
            </a:xfrm>
            <a:prstGeom prst="leftRightArrow">
              <a:avLst>
                <a:gd name="adj1" fmla="val 50000"/>
                <a:gd name="adj2" fmla="val 19907"/>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
          <p:nvSpPr>
            <p:cNvPr id="576524" name="AutoShape 18">
              <a:extLst>
                <a:ext uri="{FF2B5EF4-FFF2-40B4-BE49-F238E27FC236}">
                  <a16:creationId xmlns:a16="http://schemas.microsoft.com/office/drawing/2014/main" id="{20AC20C3-9CD0-9D2B-CAA7-081E2421A868}"/>
                </a:ext>
              </a:extLst>
            </p:cNvPr>
            <p:cNvSpPr>
              <a:spLocks noChangeArrowheads="1"/>
            </p:cNvSpPr>
            <p:nvPr/>
          </p:nvSpPr>
          <p:spPr bwMode="auto">
            <a:xfrm>
              <a:off x="4391" y="1524"/>
              <a:ext cx="657" cy="61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4932 w 21600"/>
                <a:gd name="T43" fmla="*/ 2517 h 21600"/>
                <a:gd name="T44" fmla="*/ 16767 w 21600"/>
                <a:gd name="T45" fmla="*/ 11150 h 2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00" h="21600" extrusionOk="0">
                  <a:moveTo>
                    <a:pt x="16994" y="15388"/>
                  </a:moveTo>
                  <a:lnTo>
                    <a:pt x="16994" y="13553"/>
                  </a:lnTo>
                  <a:lnTo>
                    <a:pt x="19535" y="13553"/>
                  </a:lnTo>
                  <a:lnTo>
                    <a:pt x="19535" y="10729"/>
                  </a:lnTo>
                  <a:lnTo>
                    <a:pt x="19535" y="6776"/>
                  </a:lnTo>
                  <a:lnTo>
                    <a:pt x="19535" y="0"/>
                  </a:lnTo>
                  <a:lnTo>
                    <a:pt x="10800" y="0"/>
                  </a:lnTo>
                  <a:lnTo>
                    <a:pt x="2065" y="0"/>
                  </a:lnTo>
                  <a:lnTo>
                    <a:pt x="2065" y="6776"/>
                  </a:lnTo>
                  <a:lnTo>
                    <a:pt x="2065" y="10729"/>
                  </a:lnTo>
                  <a:lnTo>
                    <a:pt x="2065" y="13553"/>
                  </a:lnTo>
                  <a:lnTo>
                    <a:pt x="4606" y="13553"/>
                  </a:lnTo>
                  <a:lnTo>
                    <a:pt x="4606" y="15388"/>
                  </a:lnTo>
                  <a:lnTo>
                    <a:pt x="0" y="15388"/>
                  </a:lnTo>
                  <a:lnTo>
                    <a:pt x="0" y="21600"/>
                  </a:lnTo>
                  <a:lnTo>
                    <a:pt x="10800" y="21600"/>
                  </a:lnTo>
                  <a:lnTo>
                    <a:pt x="21600" y="21600"/>
                  </a:lnTo>
                  <a:lnTo>
                    <a:pt x="21600" y="15388"/>
                  </a:lnTo>
                  <a:lnTo>
                    <a:pt x="16994" y="15388"/>
                  </a:lnTo>
                  <a:close/>
                </a:path>
                <a:path w="21600" h="21600" extrusionOk="0">
                  <a:moveTo>
                    <a:pt x="4606" y="15388"/>
                  </a:moveTo>
                  <a:lnTo>
                    <a:pt x="4606" y="13553"/>
                  </a:lnTo>
                  <a:lnTo>
                    <a:pt x="16994" y="13553"/>
                  </a:lnTo>
                  <a:lnTo>
                    <a:pt x="16994" y="15388"/>
                  </a:lnTo>
                  <a:lnTo>
                    <a:pt x="4606" y="15388"/>
                  </a:lnTo>
                </a:path>
                <a:path w="21600" h="21600" extrusionOk="0">
                  <a:moveTo>
                    <a:pt x="4606" y="11294"/>
                  </a:moveTo>
                  <a:lnTo>
                    <a:pt x="4606" y="2259"/>
                  </a:lnTo>
                  <a:lnTo>
                    <a:pt x="16994" y="2259"/>
                  </a:lnTo>
                  <a:lnTo>
                    <a:pt x="16994" y="11294"/>
                  </a:lnTo>
                  <a:lnTo>
                    <a:pt x="4606" y="11294"/>
                  </a:lnTo>
                  <a:moveTo>
                    <a:pt x="13976" y="17082"/>
                  </a:moveTo>
                  <a:lnTo>
                    <a:pt x="13976" y="16376"/>
                  </a:lnTo>
                  <a:lnTo>
                    <a:pt x="20171" y="16376"/>
                  </a:lnTo>
                  <a:lnTo>
                    <a:pt x="20171" y="17082"/>
                  </a:lnTo>
                  <a:lnTo>
                    <a:pt x="13976" y="17082"/>
                  </a:lnTo>
                </a:path>
              </a:pathLst>
            </a:custGeom>
            <a:solidFill>
              <a:srgbClr val="FFFFCC"/>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1200" b="1">
                  <a:solidFill>
                    <a:srgbClr val="000000"/>
                  </a:solidFill>
                </a:rPr>
                <a:t>B</a:t>
              </a:r>
            </a:p>
          </p:txBody>
        </p:sp>
        <p:grpSp>
          <p:nvGrpSpPr>
            <p:cNvPr id="576525" name="Group 19">
              <a:extLst>
                <a:ext uri="{FF2B5EF4-FFF2-40B4-BE49-F238E27FC236}">
                  <a16:creationId xmlns:a16="http://schemas.microsoft.com/office/drawing/2014/main" id="{26CBB200-3E00-6A29-E9AD-A30A3CA70C99}"/>
                </a:ext>
              </a:extLst>
            </p:cNvPr>
            <p:cNvGrpSpPr>
              <a:grpSpLocks/>
            </p:cNvGrpSpPr>
            <p:nvPr/>
          </p:nvGrpSpPr>
          <p:grpSpPr bwMode="auto">
            <a:xfrm>
              <a:off x="4384" y="2355"/>
              <a:ext cx="678" cy="1222"/>
              <a:chOff x="4384" y="2355"/>
              <a:chExt cx="678" cy="1222"/>
            </a:xfrm>
          </p:grpSpPr>
          <p:sp>
            <p:nvSpPr>
              <p:cNvPr id="576527" name="Text Box 20">
                <a:extLst>
                  <a:ext uri="{FF2B5EF4-FFF2-40B4-BE49-F238E27FC236}">
                    <a16:creationId xmlns:a16="http://schemas.microsoft.com/office/drawing/2014/main" id="{46B9BC18-E702-AA80-7739-AD90740D29CE}"/>
                  </a:ext>
                </a:extLst>
              </p:cNvPr>
              <p:cNvSpPr txBox="1">
                <a:spLocks noChangeArrowheads="1"/>
              </p:cNvSpPr>
              <p:nvPr/>
            </p:nvSpPr>
            <p:spPr bwMode="auto">
              <a:xfrm>
                <a:off x="4384" y="2355"/>
                <a:ext cx="675" cy="1222"/>
              </a:xfrm>
              <a:prstGeom prst="rect">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a:buClrTx/>
                  <a:buSzPct val="60000"/>
                  <a:buFontTx/>
                  <a:buNone/>
                </a:pPr>
                <a:r>
                  <a:rPr lang="en-US" altLang="en-US" sz="800" b="1">
                    <a:solidFill>
                      <a:srgbClr val="000000"/>
                    </a:solidFill>
                  </a:rPr>
                  <a:t>Application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Presentation</a:t>
                </a:r>
              </a:p>
              <a:p>
                <a:pPr algn="ctr">
                  <a:buClrTx/>
                  <a:buSzPct val="60000"/>
                  <a:buFontTx/>
                  <a:buNone/>
                </a:pPr>
                <a:endParaRPr lang="en-US" altLang="en-US" sz="800" b="1">
                  <a:solidFill>
                    <a:srgbClr val="000000"/>
                  </a:solidFill>
                </a:endParaRP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Session</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Transport</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Network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Data Link</a:t>
                </a:r>
              </a:p>
              <a:p>
                <a:pPr algn="ctr">
                  <a:buClrTx/>
                  <a:buSzPct val="60000"/>
                  <a:buFontTx/>
                  <a:buNone/>
                </a:pPr>
                <a:endParaRPr lang="en-US" altLang="en-US" sz="800" b="1">
                  <a:solidFill>
                    <a:srgbClr val="000000"/>
                  </a:solidFill>
                </a:endParaRPr>
              </a:p>
              <a:p>
                <a:pPr algn="ctr">
                  <a:buClrTx/>
                  <a:buSzPct val="60000"/>
                  <a:buFontTx/>
                  <a:buNone/>
                </a:pPr>
                <a:r>
                  <a:rPr lang="en-US" altLang="en-US" sz="800" b="1">
                    <a:solidFill>
                      <a:srgbClr val="000000"/>
                    </a:solidFill>
                  </a:rPr>
                  <a:t>Physical</a:t>
                </a:r>
              </a:p>
            </p:txBody>
          </p:sp>
          <p:sp>
            <p:nvSpPr>
              <p:cNvPr id="576528" name="Line 21">
                <a:extLst>
                  <a:ext uri="{FF2B5EF4-FFF2-40B4-BE49-F238E27FC236}">
                    <a16:creationId xmlns:a16="http://schemas.microsoft.com/office/drawing/2014/main" id="{15CDB358-EC5C-683D-D600-D745F12B610F}"/>
                  </a:ext>
                </a:extLst>
              </p:cNvPr>
              <p:cNvSpPr>
                <a:spLocks noChangeShapeType="1"/>
              </p:cNvSpPr>
              <p:nvPr/>
            </p:nvSpPr>
            <p:spPr bwMode="auto">
              <a:xfrm>
                <a:off x="4384" y="2539"/>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29" name="Line 22">
                <a:extLst>
                  <a:ext uri="{FF2B5EF4-FFF2-40B4-BE49-F238E27FC236}">
                    <a16:creationId xmlns:a16="http://schemas.microsoft.com/office/drawing/2014/main" id="{CD05DFF0-608B-7F32-8689-193ADCAEAF0E}"/>
                  </a:ext>
                </a:extLst>
              </p:cNvPr>
              <p:cNvSpPr>
                <a:spLocks noChangeShapeType="1"/>
              </p:cNvSpPr>
              <p:nvPr/>
            </p:nvSpPr>
            <p:spPr bwMode="auto">
              <a:xfrm>
                <a:off x="4386" y="2718"/>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0" name="Line 23">
                <a:extLst>
                  <a:ext uri="{FF2B5EF4-FFF2-40B4-BE49-F238E27FC236}">
                    <a16:creationId xmlns:a16="http://schemas.microsoft.com/office/drawing/2014/main" id="{82E0A835-7A43-E828-700E-4567F3212ED5}"/>
                  </a:ext>
                </a:extLst>
              </p:cNvPr>
              <p:cNvSpPr>
                <a:spLocks noChangeShapeType="1"/>
              </p:cNvSpPr>
              <p:nvPr/>
            </p:nvSpPr>
            <p:spPr bwMode="auto">
              <a:xfrm>
                <a:off x="4395" y="2893"/>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1" name="Line 24">
                <a:extLst>
                  <a:ext uri="{FF2B5EF4-FFF2-40B4-BE49-F238E27FC236}">
                    <a16:creationId xmlns:a16="http://schemas.microsoft.com/office/drawing/2014/main" id="{7AD6276C-F095-93A5-AB84-D1C35FB1A304}"/>
                  </a:ext>
                </a:extLst>
              </p:cNvPr>
              <p:cNvSpPr>
                <a:spLocks noChangeShapeType="1"/>
              </p:cNvSpPr>
              <p:nvPr/>
            </p:nvSpPr>
            <p:spPr bwMode="auto">
              <a:xfrm>
                <a:off x="4387" y="3070"/>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2" name="Line 25">
                <a:extLst>
                  <a:ext uri="{FF2B5EF4-FFF2-40B4-BE49-F238E27FC236}">
                    <a16:creationId xmlns:a16="http://schemas.microsoft.com/office/drawing/2014/main" id="{63DCF965-6A9C-DF1F-95FF-27E518EDD8F9}"/>
                  </a:ext>
                </a:extLst>
              </p:cNvPr>
              <p:cNvSpPr>
                <a:spLocks noChangeShapeType="1"/>
              </p:cNvSpPr>
              <p:nvPr/>
            </p:nvSpPr>
            <p:spPr bwMode="auto">
              <a:xfrm>
                <a:off x="4396" y="3238"/>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sp>
            <p:nvSpPr>
              <p:cNvPr id="576533" name="Line 26">
                <a:extLst>
                  <a:ext uri="{FF2B5EF4-FFF2-40B4-BE49-F238E27FC236}">
                    <a16:creationId xmlns:a16="http://schemas.microsoft.com/office/drawing/2014/main" id="{65248293-5E80-2A74-26D4-E353583D9A86}"/>
                  </a:ext>
                </a:extLst>
              </p:cNvPr>
              <p:cNvSpPr>
                <a:spLocks noChangeShapeType="1"/>
              </p:cNvSpPr>
              <p:nvPr/>
            </p:nvSpPr>
            <p:spPr bwMode="auto">
              <a:xfrm>
                <a:off x="4396" y="3398"/>
                <a:ext cx="666" cy="0"/>
              </a:xfrm>
              <a:prstGeom prst="line">
                <a:avLst/>
              </a:prstGeom>
              <a:noFill/>
              <a:ln w="9360" cap="sq">
                <a:solidFill>
                  <a:srgbClr val="00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IN"/>
              </a:p>
            </p:txBody>
          </p:sp>
        </p:grpSp>
        <p:sp>
          <p:nvSpPr>
            <p:cNvPr id="576526" name="AutoShape 27">
              <a:extLst>
                <a:ext uri="{FF2B5EF4-FFF2-40B4-BE49-F238E27FC236}">
                  <a16:creationId xmlns:a16="http://schemas.microsoft.com/office/drawing/2014/main" id="{CB8698CC-712F-35E4-0C17-AAC09CF823D3}"/>
                </a:ext>
              </a:extLst>
            </p:cNvPr>
            <p:cNvSpPr>
              <a:spLocks noChangeArrowheads="1"/>
            </p:cNvSpPr>
            <p:nvPr/>
          </p:nvSpPr>
          <p:spPr bwMode="auto">
            <a:xfrm>
              <a:off x="3726" y="2339"/>
              <a:ext cx="648" cy="1211"/>
            </a:xfrm>
            <a:prstGeom prst="leftRightArrow">
              <a:avLst>
                <a:gd name="adj1" fmla="val 50000"/>
                <a:gd name="adj2" fmla="val 19907"/>
              </a:avLst>
            </a:prstGeom>
            <a:solidFill>
              <a:srgbClr val="FFFFFF"/>
            </a:solidFill>
            <a:ln w="9360" cap="sq">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gr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Text Box 1">
            <a:extLst>
              <a:ext uri="{FF2B5EF4-FFF2-40B4-BE49-F238E27FC236}">
                <a16:creationId xmlns:a16="http://schemas.microsoft.com/office/drawing/2014/main" id="{E75F63D9-B0F4-529A-2342-75D59345EF4F}"/>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Using a Serial Line to Connect to the Internet: SLIP and PPP</a:t>
            </a:r>
          </a:p>
        </p:txBody>
      </p:sp>
      <p:sp>
        <p:nvSpPr>
          <p:cNvPr id="578563" name="Text Box 2">
            <a:extLst>
              <a:ext uri="{FF2B5EF4-FFF2-40B4-BE49-F238E27FC236}">
                <a16:creationId xmlns:a16="http://schemas.microsoft.com/office/drawing/2014/main" id="{5B046E75-3E33-B350-33A6-745B7B2C1773}"/>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Text Box 1">
            <a:extLst>
              <a:ext uri="{FF2B5EF4-FFF2-40B4-BE49-F238E27FC236}">
                <a16:creationId xmlns:a16="http://schemas.microsoft.com/office/drawing/2014/main" id="{2FC97117-681E-C1A7-6280-F324EE977E6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80611" name="Text Box 2">
            <a:extLst>
              <a:ext uri="{FF2B5EF4-FFF2-40B4-BE49-F238E27FC236}">
                <a16:creationId xmlns:a16="http://schemas.microsoft.com/office/drawing/2014/main" id="{D2D7E781-76F5-CE16-112F-5147F890A20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703162C-9455-4CD8-9D91-CA924459ECBD}" type="slidenum">
              <a:rPr lang="en-US" altLang="en-US" sz="1400">
                <a:solidFill>
                  <a:srgbClr val="000000"/>
                </a:solidFill>
              </a:rPr>
              <a:pPr algn="r" eaLnBrk="1" hangingPunct="1">
                <a:buClrTx/>
                <a:buSzPct val="60000"/>
                <a:buFontTx/>
                <a:buNone/>
              </a:pPr>
              <a:t>348</a:t>
            </a:fld>
            <a:endParaRPr lang="en-US" altLang="en-US" sz="1400">
              <a:solidFill>
                <a:srgbClr val="000000"/>
              </a:solidFill>
            </a:endParaRPr>
          </a:p>
        </p:txBody>
      </p:sp>
      <p:sp>
        <p:nvSpPr>
          <p:cNvPr id="580612" name="Text Box 3">
            <a:extLst>
              <a:ext uri="{FF2B5EF4-FFF2-40B4-BE49-F238E27FC236}">
                <a16:creationId xmlns:a16="http://schemas.microsoft.com/office/drawing/2014/main" id="{A41BE812-9414-A3D4-ACD6-20D08F4D5DD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SLIP and PPP</a:t>
            </a:r>
          </a:p>
        </p:txBody>
      </p:sp>
      <p:sp>
        <p:nvSpPr>
          <p:cNvPr id="580613" name="Text Box 4">
            <a:extLst>
              <a:ext uri="{FF2B5EF4-FFF2-40B4-BE49-F238E27FC236}">
                <a16:creationId xmlns:a16="http://schemas.microsoft.com/office/drawing/2014/main" id="{EE9CA5D8-7025-5FF3-7911-27CD81B13CF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TCP/IP’s core protocols work from layer 3 (Internet layer) upwards</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Layer 2 technologies are usually LAN or WAN</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But what about users who want to use the Internet from home, cyber café, etc?</a:t>
            </a:r>
          </a:p>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Need to have a serial line protocol mechanism</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SLIP and PPP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Text Box 1">
            <a:extLst>
              <a:ext uri="{FF2B5EF4-FFF2-40B4-BE49-F238E27FC236}">
                <a16:creationId xmlns:a16="http://schemas.microsoft.com/office/drawing/2014/main" id="{074A559B-0B80-C705-9610-D0A0C322A2B3}"/>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Serial Line Internet Protocol (SLIP)</a:t>
            </a:r>
          </a:p>
        </p:txBody>
      </p:sp>
      <p:sp>
        <p:nvSpPr>
          <p:cNvPr id="582659" name="Text Box 2">
            <a:extLst>
              <a:ext uri="{FF2B5EF4-FFF2-40B4-BE49-F238E27FC236}">
                <a16:creationId xmlns:a16="http://schemas.microsoft.com/office/drawing/2014/main" id="{DAFB1A96-C6F7-0E89-C1DE-805D2CCE02E8}"/>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Text Box 1">
            <a:extLst>
              <a:ext uri="{FF2B5EF4-FFF2-40B4-BE49-F238E27FC236}">
                <a16:creationId xmlns:a16="http://schemas.microsoft.com/office/drawing/2014/main" id="{09BB527E-869D-1F26-BDB2-933B1D6271D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84707" name="Text Box 2">
            <a:extLst>
              <a:ext uri="{FF2B5EF4-FFF2-40B4-BE49-F238E27FC236}">
                <a16:creationId xmlns:a16="http://schemas.microsoft.com/office/drawing/2014/main" id="{BA58594F-2E06-69A2-AE76-B654918EA9D2}"/>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9A2433A-51D3-45F2-BCDD-CB88CE1FBF26}" type="slidenum">
              <a:rPr lang="en-US" altLang="en-US" sz="1400">
                <a:solidFill>
                  <a:srgbClr val="000000"/>
                </a:solidFill>
              </a:rPr>
              <a:pPr algn="r" eaLnBrk="1" hangingPunct="1">
                <a:buClrTx/>
                <a:buSzPct val="60000"/>
                <a:buFontTx/>
                <a:buNone/>
              </a:pPr>
              <a:t>350</a:t>
            </a:fld>
            <a:endParaRPr lang="en-US" altLang="en-US" sz="1400">
              <a:solidFill>
                <a:srgbClr val="000000"/>
              </a:solidFill>
            </a:endParaRPr>
          </a:p>
        </p:txBody>
      </p:sp>
      <p:sp>
        <p:nvSpPr>
          <p:cNvPr id="584708" name="Text Box 3">
            <a:extLst>
              <a:ext uri="{FF2B5EF4-FFF2-40B4-BE49-F238E27FC236}">
                <a16:creationId xmlns:a16="http://schemas.microsoft.com/office/drawing/2014/main" id="{66D6CC97-2D42-BFE5-D43A-6A64FD1496F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SLIP Basics</a:t>
            </a:r>
          </a:p>
        </p:txBody>
      </p:sp>
      <p:sp>
        <p:nvSpPr>
          <p:cNvPr id="584709" name="Text Box 4">
            <a:extLst>
              <a:ext uri="{FF2B5EF4-FFF2-40B4-BE49-F238E27FC236}">
                <a16:creationId xmlns:a16="http://schemas.microsoft.com/office/drawing/2014/main" id="{D90711DB-8AF0-3120-F0EA-1343CCA2CA52}"/>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Simple data link layer protocol to allow IP to operate over serial lines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SLIP has never been a formalized standard</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Rudimentary, stop-gap protocol</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Provides very basic, minimal features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Has many drawbacks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4" name="Text Box 1">
            <a:extLst>
              <a:ext uri="{FF2B5EF4-FFF2-40B4-BE49-F238E27FC236}">
                <a16:creationId xmlns:a16="http://schemas.microsoft.com/office/drawing/2014/main" id="{3048C3F3-BE54-9279-4059-E779423A13B7}"/>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86755" name="Text Box 2">
            <a:extLst>
              <a:ext uri="{FF2B5EF4-FFF2-40B4-BE49-F238E27FC236}">
                <a16:creationId xmlns:a16="http://schemas.microsoft.com/office/drawing/2014/main" id="{BDF552DC-8289-3C0A-DDFC-DF7BA75F5CA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48A463BF-017F-4326-9B10-5BCB8ADD13BE}" type="slidenum">
              <a:rPr lang="en-US" altLang="en-US" sz="1400">
                <a:solidFill>
                  <a:srgbClr val="000000"/>
                </a:solidFill>
              </a:rPr>
              <a:pPr algn="r" eaLnBrk="1" hangingPunct="1">
                <a:buClrTx/>
                <a:buSzPct val="60000"/>
                <a:buFontTx/>
                <a:buNone/>
              </a:pPr>
              <a:t>351</a:t>
            </a:fld>
            <a:endParaRPr lang="en-US" altLang="en-US" sz="1400">
              <a:solidFill>
                <a:srgbClr val="000000"/>
              </a:solidFill>
            </a:endParaRPr>
          </a:p>
        </p:txBody>
      </p:sp>
      <p:sp>
        <p:nvSpPr>
          <p:cNvPr id="586756" name="Text Box 3">
            <a:extLst>
              <a:ext uri="{FF2B5EF4-FFF2-40B4-BE49-F238E27FC236}">
                <a16:creationId xmlns:a16="http://schemas.microsoft.com/office/drawing/2014/main" id="{6885AD68-FFDF-19C4-61F2-C380C50E846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SLIP Operation</a:t>
            </a:r>
          </a:p>
        </p:txBody>
      </p:sp>
      <p:sp>
        <p:nvSpPr>
          <p:cNvPr id="586757" name="Text Box 4">
            <a:extLst>
              <a:ext uri="{FF2B5EF4-FFF2-40B4-BE49-F238E27FC236}">
                <a16:creationId xmlns:a16="http://schemas.microsoft.com/office/drawing/2014/main" id="{B244B097-5A4A-9D97-AD3C-610A238CE54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An IP datagram is passed to SLIP</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SLIP breaks it into bytes and sends those bytes one at a time to the other side</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After the last byte is sent, SLIP sends a special byte value, called as SLIP </a:t>
            </a:r>
            <a:r>
              <a:rPr lang="en-US" altLang="en-US" sz="2400" i="1">
                <a:solidFill>
                  <a:srgbClr val="000000"/>
                </a:solidFill>
              </a:rPr>
              <a:t>END</a:t>
            </a:r>
            <a:r>
              <a:rPr lang="en-US" altLang="en-US" sz="2400">
                <a:solidFill>
                  <a:srgbClr val="000000"/>
                </a:solidFill>
              </a:rPr>
              <a:t> character (ASCII 192)</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Optionally, the bytes in a datagram may also precede with an </a:t>
            </a:r>
            <a:r>
              <a:rPr lang="en-US" altLang="en-US" sz="2400" i="1">
                <a:solidFill>
                  <a:srgbClr val="000000"/>
                </a:solidFill>
              </a:rPr>
              <a:t>END</a:t>
            </a:r>
            <a:r>
              <a:rPr lang="en-US" altLang="en-US" sz="2400">
                <a:solidFill>
                  <a:srgbClr val="000000"/>
                </a:solidFill>
              </a:rPr>
              <a:t> character</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If data contains the </a:t>
            </a:r>
            <a:r>
              <a:rPr lang="en-US" altLang="en-US" sz="2400" i="1">
                <a:solidFill>
                  <a:srgbClr val="000000"/>
                </a:solidFill>
              </a:rPr>
              <a:t>END </a:t>
            </a:r>
            <a:r>
              <a:rPr lang="en-US" altLang="en-US" sz="2400">
                <a:solidFill>
                  <a:srgbClr val="000000"/>
                </a:solidFill>
              </a:rPr>
              <a:t>character itself (i.e. ASCII 192), SLIP sends 219 220 instead of sending 192 (219 is an </a:t>
            </a:r>
            <a:r>
              <a:rPr lang="en-US" altLang="en-US" sz="2400" i="1">
                <a:solidFill>
                  <a:srgbClr val="000000"/>
                </a:solidFill>
              </a:rPr>
              <a:t>ESCAPE SEQUENCE</a:t>
            </a:r>
            <a:r>
              <a:rPr lang="en-US" altLang="en-US" sz="2400">
                <a:solidFill>
                  <a:srgbClr val="000000"/>
                </a:solidFill>
              </a:rPr>
              <a:t>)</a:t>
            </a:r>
          </a:p>
          <a:p>
            <a:pPr eaLnBrk="1" hangingPunct="1">
              <a:lnSpc>
                <a:spcPct val="80000"/>
              </a:lnSpc>
              <a:spcBef>
                <a:spcPts val="600"/>
              </a:spcBef>
              <a:buClr>
                <a:srgbClr val="3333CC"/>
              </a:buClr>
              <a:buSzPct val="60000"/>
              <a:buFont typeface="Wingdings" panose="05000000000000000000" pitchFamily="2" charset="2"/>
              <a:buChar char=""/>
            </a:pPr>
            <a:r>
              <a:rPr lang="en-US" altLang="en-US" sz="2400">
                <a:solidFill>
                  <a:srgbClr val="000000"/>
                </a:solidFill>
              </a:rPr>
              <a:t>If 219 itself needs to be sent in data, SLIP sends 219 221</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Text Box 1">
            <a:extLst>
              <a:ext uri="{FF2B5EF4-FFF2-40B4-BE49-F238E27FC236}">
                <a16:creationId xmlns:a16="http://schemas.microsoft.com/office/drawing/2014/main" id="{016B028C-6A24-4CA8-4D02-8EA5FF2C4515}"/>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88803" name="Text Box 2">
            <a:extLst>
              <a:ext uri="{FF2B5EF4-FFF2-40B4-BE49-F238E27FC236}">
                <a16:creationId xmlns:a16="http://schemas.microsoft.com/office/drawing/2014/main" id="{AA16A0C2-1E5F-57EE-906C-0ACBE9A2F877}"/>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3C6D4AD6-2792-4FC0-9EB0-20665421A3A7}" type="slidenum">
              <a:rPr lang="en-US" altLang="en-US" sz="1400">
                <a:solidFill>
                  <a:srgbClr val="000000"/>
                </a:solidFill>
              </a:rPr>
              <a:pPr algn="r" eaLnBrk="1" hangingPunct="1">
                <a:buClrTx/>
                <a:buSzPct val="60000"/>
                <a:buFontTx/>
                <a:buNone/>
              </a:pPr>
              <a:t>352</a:t>
            </a:fld>
            <a:endParaRPr lang="en-US" altLang="en-US" sz="1400">
              <a:solidFill>
                <a:srgbClr val="000000"/>
              </a:solidFill>
            </a:endParaRPr>
          </a:p>
        </p:txBody>
      </p:sp>
      <p:sp>
        <p:nvSpPr>
          <p:cNvPr id="588804" name="Text Box 3">
            <a:extLst>
              <a:ext uri="{FF2B5EF4-FFF2-40B4-BE49-F238E27FC236}">
                <a16:creationId xmlns:a16="http://schemas.microsoft.com/office/drawing/2014/main" id="{ADBBA526-7F21-9935-7FAB-A64EE52E5A94}"/>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SLIP Limitations</a:t>
            </a:r>
          </a:p>
        </p:txBody>
      </p:sp>
      <p:sp>
        <p:nvSpPr>
          <p:cNvPr id="588805" name="Text Box 4">
            <a:extLst>
              <a:ext uri="{FF2B5EF4-FFF2-40B4-BE49-F238E27FC236}">
                <a16:creationId xmlns:a16="http://schemas.microsoft.com/office/drawing/2014/main" id="{698FD36F-9509-8523-F8FA-3D1E302E222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Does not define a Maximum Transmission Unit (MTU), meaning that the Internet layer has to deal with it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No error detection or correction mechanism</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Errors in individual bytes cannot be detected, only when the entire IP datagram is received by the receiver, it can validate checksum at Internet layer</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No control messaging for link management</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No support for compression</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No addressing mechanisms</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No security features</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Text Box 1">
            <a:extLst>
              <a:ext uri="{FF2B5EF4-FFF2-40B4-BE49-F238E27FC236}">
                <a16:creationId xmlns:a16="http://schemas.microsoft.com/office/drawing/2014/main" id="{2762F337-6816-AA07-359B-3220B1E7D7F8}"/>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Point-to-Point Protocol (PPP)</a:t>
            </a:r>
          </a:p>
        </p:txBody>
      </p:sp>
      <p:sp>
        <p:nvSpPr>
          <p:cNvPr id="590851" name="Text Box 2">
            <a:extLst>
              <a:ext uri="{FF2B5EF4-FFF2-40B4-BE49-F238E27FC236}">
                <a16:creationId xmlns:a16="http://schemas.microsoft.com/office/drawing/2014/main" id="{740C9C15-8538-8AD5-AB86-F3F77403F528}"/>
              </a:ext>
            </a:extLst>
          </p:cNvPr>
          <p:cNvSpPr txBox="1">
            <a:spLocks noChangeArrowheads="1"/>
          </p:cNvSpPr>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buClr>
                <a:srgbClr val="000000"/>
              </a:buClr>
              <a:buSzPct val="100000"/>
              <a:buFont typeface="Times New Roman" panose="02020603050405020304" pitchFamily="18" charset="0"/>
              <a:buNone/>
            </a:pPr>
            <a:endParaRPr lang="en-IN" altLang="en-US"/>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Text Box 1">
            <a:extLst>
              <a:ext uri="{FF2B5EF4-FFF2-40B4-BE49-F238E27FC236}">
                <a16:creationId xmlns:a16="http://schemas.microsoft.com/office/drawing/2014/main" id="{501F5A3B-70D5-37D4-9E41-3C8C870EC5EE}"/>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92899" name="Text Box 2">
            <a:extLst>
              <a:ext uri="{FF2B5EF4-FFF2-40B4-BE49-F238E27FC236}">
                <a16:creationId xmlns:a16="http://schemas.microsoft.com/office/drawing/2014/main" id="{198EE712-40DE-2471-E8E8-726DE164483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DC45C61-D896-41F5-8BCF-7926154F5B11}" type="slidenum">
              <a:rPr lang="en-US" altLang="en-US" sz="1400">
                <a:solidFill>
                  <a:srgbClr val="000000"/>
                </a:solidFill>
              </a:rPr>
              <a:pPr algn="r" eaLnBrk="1" hangingPunct="1">
                <a:buClrTx/>
                <a:buSzPct val="60000"/>
                <a:buFontTx/>
                <a:buNone/>
              </a:pPr>
              <a:t>354</a:t>
            </a:fld>
            <a:endParaRPr lang="en-US" altLang="en-US" sz="1400">
              <a:solidFill>
                <a:srgbClr val="000000"/>
              </a:solidFill>
            </a:endParaRPr>
          </a:p>
        </p:txBody>
      </p:sp>
      <p:sp>
        <p:nvSpPr>
          <p:cNvPr id="592900" name="Text Box 3">
            <a:extLst>
              <a:ext uri="{FF2B5EF4-FFF2-40B4-BE49-F238E27FC236}">
                <a16:creationId xmlns:a16="http://schemas.microsoft.com/office/drawing/2014/main" id="{3D41E944-64ED-C7C0-549C-13CE00846A9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Basics</a:t>
            </a:r>
          </a:p>
        </p:txBody>
      </p:sp>
      <p:sp>
        <p:nvSpPr>
          <p:cNvPr id="592901" name="Text Box 4">
            <a:extLst>
              <a:ext uri="{FF2B5EF4-FFF2-40B4-BE49-F238E27FC236}">
                <a16:creationId xmlns:a16="http://schemas.microsoft.com/office/drawing/2014/main" id="{D2A28A77-2731-7860-368B-4827CD88A309}"/>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Vast improvement over SLIP</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SLIP’s drawbacks are PPP’s advantages</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Recommended protocol for IP over serial lines</a:t>
            </a:r>
          </a:p>
          <a:p>
            <a:pPr eaLnBrk="1" hangingPunct="1">
              <a:spcBef>
                <a:spcPts val="800"/>
              </a:spcBef>
              <a:buClr>
                <a:srgbClr val="3333CC"/>
              </a:buClr>
              <a:buSzPct val="60000"/>
              <a:buFont typeface="Wingdings" panose="05000000000000000000" pitchFamily="2" charset="2"/>
              <a:buNone/>
            </a:pPr>
            <a:endParaRPr lang="en-US" altLang="en-US" sz="32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Text Box 1">
            <a:extLst>
              <a:ext uri="{FF2B5EF4-FFF2-40B4-BE49-F238E27FC236}">
                <a16:creationId xmlns:a16="http://schemas.microsoft.com/office/drawing/2014/main" id="{2B121DB5-DD9F-1D2C-90DC-E270BEE3C6D1}"/>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94947" name="Text Box 2">
            <a:extLst>
              <a:ext uri="{FF2B5EF4-FFF2-40B4-BE49-F238E27FC236}">
                <a16:creationId xmlns:a16="http://schemas.microsoft.com/office/drawing/2014/main" id="{620CCA46-4D76-EFB7-496D-E196E7ABC3B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4D09C34-30A8-453C-AE21-DD4F198F838E}" type="slidenum">
              <a:rPr lang="en-US" altLang="en-US" sz="1400">
                <a:solidFill>
                  <a:srgbClr val="000000"/>
                </a:solidFill>
              </a:rPr>
              <a:pPr algn="r" eaLnBrk="1" hangingPunct="1">
                <a:buClrTx/>
                <a:buSzPct val="60000"/>
                <a:buFontTx/>
                <a:buNone/>
              </a:pPr>
              <a:t>355</a:t>
            </a:fld>
            <a:endParaRPr lang="en-US" altLang="en-US" sz="1400">
              <a:solidFill>
                <a:srgbClr val="000000"/>
              </a:solidFill>
            </a:endParaRPr>
          </a:p>
        </p:txBody>
      </p:sp>
      <p:sp>
        <p:nvSpPr>
          <p:cNvPr id="594948" name="Text Box 3">
            <a:extLst>
              <a:ext uri="{FF2B5EF4-FFF2-40B4-BE49-F238E27FC236}">
                <a16:creationId xmlns:a16="http://schemas.microsoft.com/office/drawing/2014/main" id="{B0D82C4B-57CC-80C7-4B3C-642D96F316D8}"/>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Advantages</a:t>
            </a:r>
          </a:p>
        </p:txBody>
      </p:sp>
      <p:sp>
        <p:nvSpPr>
          <p:cNvPr id="594949" name="Text Box 4">
            <a:extLst>
              <a:ext uri="{FF2B5EF4-FFF2-40B4-BE49-F238E27FC236}">
                <a16:creationId xmlns:a16="http://schemas.microsoft.com/office/drawing/2014/main" id="{8F684628-73F3-A09D-03C8-203C1B06A14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More comprehensive framing mechanism than just adding an </a:t>
            </a:r>
            <a:r>
              <a:rPr lang="en-US" altLang="en-US" sz="2400" i="1">
                <a:solidFill>
                  <a:srgbClr val="000000"/>
                </a:solidFill>
              </a:rPr>
              <a:t>END</a:t>
            </a:r>
            <a:r>
              <a:rPr lang="en-US" altLang="en-US" sz="2400">
                <a:solidFill>
                  <a:srgbClr val="000000"/>
                </a:solidFill>
              </a:rPr>
              <a:t> character at the end of a frame</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CRC is added to individual frames to implement error detection and correction</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Link parameter negotiation is possible, including specification of MTU</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Link testing and monitoring is possible</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User authentication is supported</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Optionally supports compression, encryption, link sharing</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4" name="Text Box 1">
            <a:extLst>
              <a:ext uri="{FF2B5EF4-FFF2-40B4-BE49-F238E27FC236}">
                <a16:creationId xmlns:a16="http://schemas.microsoft.com/office/drawing/2014/main" id="{638C02DD-EFCB-BC91-0CAE-239DA50A118D}"/>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96995" name="Text Box 2">
            <a:extLst>
              <a:ext uri="{FF2B5EF4-FFF2-40B4-BE49-F238E27FC236}">
                <a16:creationId xmlns:a16="http://schemas.microsoft.com/office/drawing/2014/main" id="{E5E249B4-8D11-B25B-CD3F-88DCA83FA9C4}"/>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8EEEB13C-A98F-449D-BC2E-170C6F88AC8D}" type="slidenum">
              <a:rPr lang="en-US" altLang="en-US" sz="1400">
                <a:solidFill>
                  <a:srgbClr val="000000"/>
                </a:solidFill>
              </a:rPr>
              <a:pPr algn="r" eaLnBrk="1" hangingPunct="1">
                <a:buClrTx/>
                <a:buSzPct val="60000"/>
                <a:buFontTx/>
                <a:buNone/>
              </a:pPr>
              <a:t>356</a:t>
            </a:fld>
            <a:endParaRPr lang="en-US" altLang="en-US" sz="1400">
              <a:solidFill>
                <a:srgbClr val="000000"/>
              </a:solidFill>
            </a:endParaRPr>
          </a:p>
        </p:txBody>
      </p:sp>
      <p:sp>
        <p:nvSpPr>
          <p:cNvPr id="596996" name="Text Box 3">
            <a:extLst>
              <a:ext uri="{FF2B5EF4-FFF2-40B4-BE49-F238E27FC236}">
                <a16:creationId xmlns:a16="http://schemas.microsoft.com/office/drawing/2014/main" id="{CA0256DD-12B2-44CC-0A0E-25B9E40C327E}"/>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Main Components</a:t>
            </a:r>
          </a:p>
        </p:txBody>
      </p:sp>
      <p:sp>
        <p:nvSpPr>
          <p:cNvPr id="596997" name="Text Box 4">
            <a:extLst>
              <a:ext uri="{FF2B5EF4-FFF2-40B4-BE49-F238E27FC236}">
                <a16:creationId xmlns:a16="http://schemas.microsoft.com/office/drawing/2014/main" id="{D7470645-864E-5B6B-6FAD-5E085A969A7C}"/>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PPP Encapsulation Method</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PPP defines a special frame format to encapsulate IP datagrams into data link layer frames before sending them – the frame format is based on High Level Data Link Control (HDLC) protocol, initially developed by IBM and later standardized by ISO</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Link Control Protocol (LCP)</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Responsible for setting up, maintaining, and terminating the link</a:t>
            </a:r>
          </a:p>
          <a:p>
            <a:pPr eaLnBrk="1" hangingPunct="1">
              <a:lnSpc>
                <a:spcPct val="90000"/>
              </a:lnSpc>
              <a:spcBef>
                <a:spcPts val="600"/>
              </a:spcBef>
              <a:buClr>
                <a:srgbClr val="3333CC"/>
              </a:buClr>
              <a:buSzPct val="60000"/>
              <a:buFont typeface="Wingdings" panose="05000000000000000000" pitchFamily="2" charset="2"/>
              <a:buChar char=""/>
            </a:pPr>
            <a:r>
              <a:rPr lang="en-US" altLang="en-US" sz="2400">
                <a:solidFill>
                  <a:srgbClr val="000000"/>
                </a:solidFill>
              </a:rPr>
              <a:t>Network Control Protocol (NCPs)</a:t>
            </a:r>
          </a:p>
          <a:p>
            <a:pPr lvl="1" eaLnBrk="1" hangingPunct="1">
              <a:lnSpc>
                <a:spcPct val="90000"/>
              </a:lnSpc>
              <a:spcBef>
                <a:spcPts val="500"/>
              </a:spcBef>
              <a:buClr>
                <a:srgbClr val="FF0000"/>
              </a:buClr>
              <a:buSzPct val="55000"/>
              <a:buFont typeface="Wingdings" panose="05000000000000000000" pitchFamily="2" charset="2"/>
              <a:buChar char=""/>
            </a:pPr>
            <a:r>
              <a:rPr lang="en-US" altLang="en-US" sz="2000">
                <a:solidFill>
                  <a:srgbClr val="000000"/>
                </a:solidFill>
              </a:rPr>
              <a:t>Supports many network layer protocols, e.g. for IP, it is PPP Internet Protocol Control Protocol (IPCP)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Text Box 1">
            <a:extLst>
              <a:ext uri="{FF2B5EF4-FFF2-40B4-BE49-F238E27FC236}">
                <a16:creationId xmlns:a16="http://schemas.microsoft.com/office/drawing/2014/main" id="{DFB9CD25-E440-D421-7835-77B2EA811C86}"/>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599043" name="Text Box 2">
            <a:extLst>
              <a:ext uri="{FF2B5EF4-FFF2-40B4-BE49-F238E27FC236}">
                <a16:creationId xmlns:a16="http://schemas.microsoft.com/office/drawing/2014/main" id="{651EADCF-6997-9D5E-5519-5587EFCEADC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DC77AA3-20B5-4EE8-AF6F-415EED9BEF55}" type="slidenum">
              <a:rPr lang="en-US" altLang="en-US" sz="1400">
                <a:solidFill>
                  <a:srgbClr val="000000"/>
                </a:solidFill>
              </a:rPr>
              <a:pPr algn="r" eaLnBrk="1" hangingPunct="1">
                <a:buClrTx/>
                <a:buSzPct val="60000"/>
                <a:buFontTx/>
                <a:buNone/>
              </a:pPr>
              <a:t>357</a:t>
            </a:fld>
            <a:endParaRPr lang="en-US" altLang="en-US" sz="1400">
              <a:solidFill>
                <a:srgbClr val="000000"/>
              </a:solidFill>
            </a:endParaRPr>
          </a:p>
        </p:txBody>
      </p:sp>
      <p:sp>
        <p:nvSpPr>
          <p:cNvPr id="599044" name="Text Box 3">
            <a:extLst>
              <a:ext uri="{FF2B5EF4-FFF2-40B4-BE49-F238E27FC236}">
                <a16:creationId xmlns:a16="http://schemas.microsoft.com/office/drawing/2014/main" id="{A8B93CDB-85AE-B01C-9ACA-04DE020335D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Functional Groups</a:t>
            </a:r>
          </a:p>
        </p:txBody>
      </p:sp>
      <p:sp>
        <p:nvSpPr>
          <p:cNvPr id="599045" name="Text Box 4">
            <a:extLst>
              <a:ext uri="{FF2B5EF4-FFF2-40B4-BE49-F238E27FC236}">
                <a16:creationId xmlns:a16="http://schemas.microsoft.com/office/drawing/2014/main" id="{FE0A391E-AC34-1F84-762F-9607B8C745B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LCP Support Protocols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Password Authentication Protocol (PAP) and Challenge Handshake Authentication Protocol (CHAP)</a:t>
            </a:r>
          </a:p>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LCP Optional Feature Protocols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Compression Control Protocol (CCC), Encryption Control Protocol (ECP), etc</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Text Box 1">
            <a:extLst>
              <a:ext uri="{FF2B5EF4-FFF2-40B4-BE49-F238E27FC236}">
                <a16:creationId xmlns:a16="http://schemas.microsoft.com/office/drawing/2014/main" id="{E5373BC2-2150-8B13-923C-0F491D92FA64}"/>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01091" name="Text Box 2">
            <a:extLst>
              <a:ext uri="{FF2B5EF4-FFF2-40B4-BE49-F238E27FC236}">
                <a16:creationId xmlns:a16="http://schemas.microsoft.com/office/drawing/2014/main" id="{FCC63175-4013-66FC-FC75-1CD570ADA9A6}"/>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22927C3-618F-4744-8A0D-B423F24EBE3B}" type="slidenum">
              <a:rPr lang="en-US" altLang="en-US" sz="1400">
                <a:solidFill>
                  <a:srgbClr val="000000"/>
                </a:solidFill>
              </a:rPr>
              <a:pPr algn="r" eaLnBrk="1" hangingPunct="1">
                <a:buClrTx/>
                <a:buSzPct val="60000"/>
                <a:buFontTx/>
                <a:buNone/>
              </a:pPr>
              <a:t>358</a:t>
            </a:fld>
            <a:endParaRPr lang="en-US" altLang="en-US" sz="1400">
              <a:solidFill>
                <a:srgbClr val="000000"/>
              </a:solidFill>
            </a:endParaRPr>
          </a:p>
        </p:txBody>
      </p:sp>
      <p:sp>
        <p:nvSpPr>
          <p:cNvPr id="601092" name="Text Box 3">
            <a:extLst>
              <a:ext uri="{FF2B5EF4-FFF2-40B4-BE49-F238E27FC236}">
                <a16:creationId xmlns:a16="http://schemas.microsoft.com/office/drawing/2014/main" id="{2A2CA92B-D774-0234-871A-92D07CDB9A42}"/>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General Operation</a:t>
            </a:r>
          </a:p>
        </p:txBody>
      </p:sp>
      <p:sp>
        <p:nvSpPr>
          <p:cNvPr id="601093" name="Text Box 4">
            <a:extLst>
              <a:ext uri="{FF2B5EF4-FFF2-40B4-BE49-F238E27FC236}">
                <a16:creationId xmlns:a16="http://schemas.microsoft.com/office/drawing/2014/main" id="{6B3B48BE-9433-578D-F4C7-0B9113DA09B1}"/>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Link setup and configuration</a:t>
            </a:r>
          </a:p>
          <a:p>
            <a:pPr lvl="1" eaLnBrk="1" hangingPunct="1">
              <a:lnSpc>
                <a:spcPct val="90000"/>
              </a:lnSpc>
              <a:spcBef>
                <a:spcPts val="500"/>
              </a:spcBef>
              <a:buClr>
                <a:srgbClr val="FF0000"/>
              </a:buClr>
              <a:buSzPct val="55000"/>
              <a:buFont typeface="Times New Roman" panose="02020603050405020304" pitchFamily="18" charset="0"/>
              <a:buAutoNum type="arabicPeriod"/>
            </a:pPr>
            <a:r>
              <a:rPr lang="en-US" altLang="en-US" sz="2000">
                <a:solidFill>
                  <a:srgbClr val="000000"/>
                </a:solidFill>
              </a:rPr>
              <a:t>Before the two devices can exchange information, they must make contact and set up a link between them</a:t>
            </a:r>
          </a:p>
          <a:p>
            <a:pPr lvl="1" eaLnBrk="1" hangingPunct="1">
              <a:lnSpc>
                <a:spcPct val="90000"/>
              </a:lnSpc>
              <a:spcBef>
                <a:spcPts val="500"/>
              </a:spcBef>
              <a:buClr>
                <a:srgbClr val="FF0000"/>
              </a:buClr>
              <a:buSzPct val="55000"/>
              <a:buFont typeface="Times New Roman" panose="02020603050405020304" pitchFamily="18" charset="0"/>
              <a:buAutoNum type="arabicPeriod"/>
            </a:pPr>
            <a:r>
              <a:rPr lang="en-US" altLang="en-US" sz="2000">
                <a:solidFill>
                  <a:srgbClr val="000000"/>
                </a:solidFill>
              </a:rPr>
              <a:t>Devices agree on all the parameters needed for link operation</a:t>
            </a:r>
          </a:p>
          <a:p>
            <a:pPr lvl="1" eaLnBrk="1" hangingPunct="1">
              <a:lnSpc>
                <a:spcPct val="90000"/>
              </a:lnSpc>
              <a:spcBef>
                <a:spcPts val="500"/>
              </a:spcBef>
              <a:buClr>
                <a:srgbClr val="FF0000"/>
              </a:buClr>
              <a:buSzPct val="55000"/>
              <a:buFont typeface="Times New Roman" panose="02020603050405020304" pitchFamily="18" charset="0"/>
              <a:buAutoNum type="arabicPeriod"/>
            </a:pPr>
            <a:r>
              <a:rPr lang="en-US" altLang="en-US" sz="2000">
                <a:solidFill>
                  <a:srgbClr val="000000"/>
                </a:solidFill>
              </a:rPr>
              <a:t>Appropriate NCP is called</a:t>
            </a:r>
          </a:p>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Link operation</a:t>
            </a:r>
          </a:p>
          <a:p>
            <a:pPr lvl="1" eaLnBrk="1" hangingPunct="1">
              <a:lnSpc>
                <a:spcPct val="90000"/>
              </a:lnSpc>
              <a:spcBef>
                <a:spcPts val="500"/>
              </a:spcBef>
              <a:buClr>
                <a:srgbClr val="FF0000"/>
              </a:buClr>
              <a:buSzPct val="55000"/>
              <a:buFont typeface="Times New Roman" panose="02020603050405020304" pitchFamily="18" charset="0"/>
              <a:buAutoNum type="arabicPeriod"/>
            </a:pPr>
            <a:r>
              <a:rPr lang="en-US" altLang="en-US" sz="2000">
                <a:solidFill>
                  <a:srgbClr val="000000"/>
                </a:solidFill>
              </a:rPr>
              <a:t>Devices use the link to send/receive datagrams by encapsulating them into PPP frames</a:t>
            </a:r>
          </a:p>
          <a:p>
            <a:pPr eaLnBrk="1" hangingPunct="1">
              <a:lnSpc>
                <a:spcPct val="90000"/>
              </a:lnSpc>
              <a:spcBef>
                <a:spcPts val="600"/>
              </a:spcBef>
              <a:buClr>
                <a:srgbClr val="3333CC"/>
              </a:buClr>
              <a:buSzPct val="60000"/>
              <a:buFont typeface="Times New Roman" panose="02020603050405020304" pitchFamily="18" charset="0"/>
              <a:buAutoNum type="arabicPeriod"/>
            </a:pPr>
            <a:r>
              <a:rPr lang="en-US" altLang="en-US" sz="2400">
                <a:solidFill>
                  <a:srgbClr val="000000"/>
                </a:solidFill>
              </a:rPr>
              <a:t>Link termination</a:t>
            </a:r>
          </a:p>
          <a:p>
            <a:pPr lvl="1" eaLnBrk="1" hangingPunct="1">
              <a:lnSpc>
                <a:spcPct val="90000"/>
              </a:lnSpc>
              <a:spcBef>
                <a:spcPts val="500"/>
              </a:spcBef>
              <a:buClr>
                <a:srgbClr val="FF0000"/>
              </a:buClr>
              <a:buSzPct val="55000"/>
              <a:buFont typeface="Times New Roman" panose="02020603050405020304" pitchFamily="18" charset="0"/>
              <a:buAutoNum type="arabicPeriod"/>
            </a:pPr>
            <a:r>
              <a:rPr lang="en-US" altLang="en-US" sz="2000">
                <a:solidFill>
                  <a:srgbClr val="000000"/>
                </a:solidFill>
              </a:rPr>
              <a:t>Either device can initiate this step to break the connection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Text Box 1">
            <a:extLst>
              <a:ext uri="{FF2B5EF4-FFF2-40B4-BE49-F238E27FC236}">
                <a16:creationId xmlns:a16="http://schemas.microsoft.com/office/drawing/2014/main" id="{4B003289-50F7-150B-76C6-FBF965E30EA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03139" name="Text Box 2">
            <a:extLst>
              <a:ext uri="{FF2B5EF4-FFF2-40B4-BE49-F238E27FC236}">
                <a16:creationId xmlns:a16="http://schemas.microsoft.com/office/drawing/2014/main" id="{94CC6DDE-8905-86C4-CC0C-03FE73B6E5B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2A70673A-D662-4AE7-AA72-310D3D5069E4}" type="slidenum">
              <a:rPr lang="en-US" altLang="en-US" sz="1400">
                <a:solidFill>
                  <a:srgbClr val="000000"/>
                </a:solidFill>
              </a:rPr>
              <a:pPr algn="r" eaLnBrk="1" hangingPunct="1">
                <a:buClrTx/>
                <a:buSzPct val="60000"/>
                <a:buFontTx/>
                <a:buNone/>
              </a:pPr>
              <a:t>359</a:t>
            </a:fld>
            <a:endParaRPr lang="en-US" altLang="en-US" sz="1400">
              <a:solidFill>
                <a:srgbClr val="000000"/>
              </a:solidFill>
            </a:endParaRPr>
          </a:p>
        </p:txBody>
      </p:sp>
      <p:sp>
        <p:nvSpPr>
          <p:cNvPr id="603140" name="Text Box 3">
            <a:extLst>
              <a:ext uri="{FF2B5EF4-FFF2-40B4-BE49-F238E27FC236}">
                <a16:creationId xmlns:a16="http://schemas.microsoft.com/office/drawing/2014/main" id="{515A0924-D343-EEF9-FAD7-6F6D7FD5EBA1}"/>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Link Set up and Phases</a:t>
            </a:r>
          </a:p>
        </p:txBody>
      </p:sp>
      <p:sp>
        <p:nvSpPr>
          <p:cNvPr id="603141" name="Text Box 4">
            <a:extLst>
              <a:ext uri="{FF2B5EF4-FFF2-40B4-BE49-F238E27FC236}">
                <a16:creationId xmlns:a16="http://schemas.microsoft.com/office/drawing/2014/main" id="{DD677D42-23DD-40EA-4EED-7D378A2B6A7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a:solidFill>
                  <a:srgbClr val="000000"/>
                </a:solidFill>
              </a:rPr>
              <a:t>LCP has to get into action for link set up</a:t>
            </a:r>
          </a:p>
          <a:p>
            <a:pPr eaLnBrk="1" hangingPunct="1">
              <a:lnSpc>
                <a:spcPct val="80000"/>
              </a:lnSpc>
              <a:spcBef>
                <a:spcPts val="500"/>
              </a:spcBef>
              <a:buClr>
                <a:srgbClr val="3333CC"/>
              </a:buClr>
              <a:buSzPct val="60000"/>
              <a:buFont typeface="Times New Roman" panose="02020603050405020304" pitchFamily="18" charset="0"/>
              <a:buAutoNum type="arabicPeriod"/>
            </a:pPr>
            <a:r>
              <a:rPr lang="en-US" altLang="en-US" sz="2000">
                <a:solidFill>
                  <a:srgbClr val="000000"/>
                </a:solidFill>
              </a:rPr>
              <a:t>Optionally authentication may happen</a:t>
            </a:r>
          </a:p>
          <a:p>
            <a:pPr lvl="1" eaLnBrk="1" hangingPunct="1">
              <a:lnSpc>
                <a:spcPct val="80000"/>
              </a:lnSpc>
              <a:spcBef>
                <a:spcPts val="450"/>
              </a:spcBef>
              <a:buClr>
                <a:srgbClr val="FF0000"/>
              </a:buClr>
              <a:buSzPct val="55000"/>
              <a:buFont typeface="Wingdings" panose="05000000000000000000" pitchFamily="2" charset="2"/>
              <a:buChar char=""/>
            </a:pPr>
            <a:r>
              <a:rPr lang="en-US" altLang="en-US">
                <a:solidFill>
                  <a:srgbClr val="000000"/>
                </a:solidFill>
              </a:rPr>
              <a:t>PAP or CHAP</a:t>
            </a:r>
          </a:p>
          <a:p>
            <a:pPr eaLnBrk="1" hangingPunct="1">
              <a:lnSpc>
                <a:spcPct val="80000"/>
              </a:lnSpc>
              <a:spcBef>
                <a:spcPts val="500"/>
              </a:spcBef>
              <a:buClr>
                <a:srgbClr val="3333CC"/>
              </a:buClr>
              <a:buSzPct val="60000"/>
              <a:buFont typeface="Tahoma" panose="020B0604030504040204" pitchFamily="34" charset="0"/>
              <a:buAutoNum type="arabicPeriod"/>
            </a:pPr>
            <a:r>
              <a:rPr lang="en-US" altLang="en-US" sz="2000">
                <a:solidFill>
                  <a:srgbClr val="000000"/>
                </a:solidFill>
              </a:rPr>
              <a:t>One an LCP link is open, PPP invokes one or more NCPs for the layer 3 protocol to do its configurations, if any (e.g. compression method used in IP, 32-bit logical addresses to be used in IP, etc)</a:t>
            </a:r>
          </a:p>
          <a:p>
            <a:pPr eaLnBrk="1" hangingPunct="1">
              <a:lnSpc>
                <a:spcPct val="80000"/>
              </a:lnSpc>
              <a:spcBef>
                <a:spcPts val="500"/>
              </a:spcBef>
              <a:buClr>
                <a:srgbClr val="3333CC"/>
              </a:buClr>
              <a:buSzPct val="60000"/>
              <a:buFont typeface="Tahoma" panose="020B0604030504040204" pitchFamily="34" charset="0"/>
              <a:buAutoNum type="arabicPeriod"/>
            </a:pPr>
            <a:r>
              <a:rPr lang="en-US" altLang="en-US" sz="2000">
                <a:solidFill>
                  <a:srgbClr val="000000"/>
                </a:solidFill>
              </a:rPr>
              <a:t>Now frames can be transmitted until end of transmission occurs</a:t>
            </a:r>
          </a:p>
          <a:p>
            <a:pPr eaLnBrk="1" hangingPunct="1">
              <a:lnSpc>
                <a:spcPct val="80000"/>
              </a:lnSpc>
              <a:spcBef>
                <a:spcPts val="500"/>
              </a:spcBef>
              <a:buClr>
                <a:srgbClr val="3333CC"/>
              </a:buClr>
              <a:buSzPct val="60000"/>
              <a:buFont typeface="Tahoma" panose="020B0604030504040204" pitchFamily="34" charset="0"/>
              <a:buAutoNum type="arabicPeriod"/>
            </a:pPr>
            <a:r>
              <a:rPr lang="en-US" altLang="en-US" sz="2000">
                <a:solidFill>
                  <a:srgbClr val="000000"/>
                </a:solidFill>
              </a:rPr>
              <a:t>Phases: Link dead, Link establishment, Authentication, Network layer protocol, Link open, Link termination</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Text Box 1">
            <a:extLst>
              <a:ext uri="{FF2B5EF4-FFF2-40B4-BE49-F238E27FC236}">
                <a16:creationId xmlns:a16="http://schemas.microsoft.com/office/drawing/2014/main" id="{B8E80E09-0C1F-0CE4-2CA2-99B49CC1B320}"/>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05187" name="Text Box 2">
            <a:extLst>
              <a:ext uri="{FF2B5EF4-FFF2-40B4-BE49-F238E27FC236}">
                <a16:creationId xmlns:a16="http://schemas.microsoft.com/office/drawing/2014/main" id="{07E2D822-49F5-C146-7895-ADF46B8058F9}"/>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DA4801D9-3CA0-4127-BC92-9615B1E8112D}" type="slidenum">
              <a:rPr lang="en-US" altLang="en-US" sz="1400">
                <a:solidFill>
                  <a:srgbClr val="000000"/>
                </a:solidFill>
              </a:rPr>
              <a:pPr algn="r" eaLnBrk="1" hangingPunct="1">
                <a:buClrTx/>
                <a:buSzPct val="60000"/>
                <a:buFontTx/>
                <a:buNone/>
              </a:pPr>
              <a:t>360</a:t>
            </a:fld>
            <a:endParaRPr lang="en-US" altLang="en-US" sz="1400">
              <a:solidFill>
                <a:srgbClr val="000000"/>
              </a:solidFill>
            </a:endParaRPr>
          </a:p>
        </p:txBody>
      </p:sp>
      <p:sp>
        <p:nvSpPr>
          <p:cNvPr id="605188" name="Text Box 3">
            <a:extLst>
              <a:ext uri="{FF2B5EF4-FFF2-40B4-BE49-F238E27FC236}">
                <a16:creationId xmlns:a16="http://schemas.microsoft.com/office/drawing/2014/main" id="{FD7C50CD-D618-D427-C7E1-85D36F89DAB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1</a:t>
            </a:r>
          </a:p>
        </p:txBody>
      </p:sp>
      <p:sp>
        <p:nvSpPr>
          <p:cNvPr id="605189" name="Text Box 4">
            <a:extLst>
              <a:ext uri="{FF2B5EF4-FFF2-40B4-BE49-F238E27FC236}">
                <a16:creationId xmlns:a16="http://schemas.microsoft.com/office/drawing/2014/main" id="{71EBAF14-7C80-763D-4322-B872E5A66793}"/>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608013" indent="-6080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1pPr>
            <a:lvl2pPr marL="989013" indent="-531813">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1177925" algn="l"/>
                <a:tab pos="2092325" algn="l"/>
                <a:tab pos="3006725" algn="l"/>
                <a:tab pos="3921125" algn="l"/>
                <a:tab pos="4835525" algn="l"/>
                <a:tab pos="5749925" algn="l"/>
                <a:tab pos="6664325" algn="l"/>
                <a:tab pos="7578725" algn="l"/>
                <a:tab pos="8493125" algn="l"/>
                <a:tab pos="9407525" algn="l"/>
                <a:tab pos="103219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Link Dead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PPP link always begins and ends with this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No physical layer connection is present between the two devices</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When the devices (e.g. a modem) are switched on, they move to the next phase (</a:t>
            </a:r>
            <a:r>
              <a:rPr lang="en-US" altLang="en-US" sz="2800" i="1">
                <a:solidFill>
                  <a:srgbClr val="000000"/>
                </a:solidFill>
              </a:rPr>
              <a:t>Link establishment</a:t>
            </a:r>
            <a:r>
              <a:rPr lang="en-US" altLang="en-US" sz="2800">
                <a:solidFill>
                  <a:srgbClr val="000000"/>
                </a:solidFill>
              </a:rPr>
              <a:t>)</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Text Box 1">
            <a:extLst>
              <a:ext uri="{FF2B5EF4-FFF2-40B4-BE49-F238E27FC236}">
                <a16:creationId xmlns:a16="http://schemas.microsoft.com/office/drawing/2014/main" id="{621D9265-E173-A717-2530-DECFF41E2E7F}"/>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07235" name="Text Box 2">
            <a:extLst>
              <a:ext uri="{FF2B5EF4-FFF2-40B4-BE49-F238E27FC236}">
                <a16:creationId xmlns:a16="http://schemas.microsoft.com/office/drawing/2014/main" id="{E00F0076-D334-9F84-636C-450EF7702A88}"/>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BC7E2F95-FEE3-41C9-ACF6-8930BB9BA4DA}" type="slidenum">
              <a:rPr lang="en-US" altLang="en-US" sz="1400">
                <a:solidFill>
                  <a:srgbClr val="000000"/>
                </a:solidFill>
              </a:rPr>
              <a:pPr algn="r" eaLnBrk="1" hangingPunct="1">
                <a:buClrTx/>
                <a:buSzPct val="60000"/>
                <a:buFontTx/>
                <a:buNone/>
              </a:pPr>
              <a:t>361</a:t>
            </a:fld>
            <a:endParaRPr lang="en-US" altLang="en-US" sz="1400">
              <a:solidFill>
                <a:srgbClr val="000000"/>
              </a:solidFill>
            </a:endParaRPr>
          </a:p>
        </p:txBody>
      </p:sp>
      <p:sp>
        <p:nvSpPr>
          <p:cNvPr id="607236" name="Text Box 3">
            <a:extLst>
              <a:ext uri="{FF2B5EF4-FFF2-40B4-BE49-F238E27FC236}">
                <a16:creationId xmlns:a16="http://schemas.microsoft.com/office/drawing/2014/main" id="{50E79A74-6F4C-ACA5-1503-7BC234976405}"/>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2</a:t>
            </a:r>
          </a:p>
        </p:txBody>
      </p:sp>
      <p:sp>
        <p:nvSpPr>
          <p:cNvPr id="607237" name="Text Box 4">
            <a:extLst>
              <a:ext uri="{FF2B5EF4-FFF2-40B4-BE49-F238E27FC236}">
                <a16:creationId xmlns:a16="http://schemas.microsoft.com/office/drawing/2014/main" id="{FEBBDA61-BD09-F805-4482-7F701753F7E8}"/>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700"/>
              </a:spcBef>
              <a:buClr>
                <a:srgbClr val="3333CC"/>
              </a:buClr>
              <a:buSzPct val="60000"/>
              <a:buFont typeface="Wingdings" panose="05000000000000000000" pitchFamily="2" charset="2"/>
              <a:buChar char=""/>
            </a:pPr>
            <a:r>
              <a:rPr lang="en-US" altLang="en-US" sz="2800">
                <a:solidFill>
                  <a:srgbClr val="000000"/>
                </a:solidFill>
              </a:rPr>
              <a:t>Link Establishment Phase</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Physical layer is connected and LCP performs the basic set up of the link</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Device A sends a </a:t>
            </a:r>
            <a:r>
              <a:rPr lang="en-US" altLang="en-US" sz="2400" i="1">
                <a:solidFill>
                  <a:srgbClr val="000000"/>
                </a:solidFill>
              </a:rPr>
              <a:t>Configuration request</a:t>
            </a:r>
            <a:r>
              <a:rPr lang="en-US" altLang="en-US" sz="2400">
                <a:solidFill>
                  <a:srgbClr val="000000"/>
                </a:solidFill>
              </a:rPr>
              <a:t> message to device B over the physical link, specifying the parameters it wants to use</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If device B agrees, it replies with an ACK, else with a NAK</a:t>
            </a:r>
          </a:p>
          <a:p>
            <a:pPr lvl="1" eaLnBrk="1" hangingPunct="1">
              <a:spcBef>
                <a:spcPts val="600"/>
              </a:spcBef>
              <a:buClr>
                <a:srgbClr val="FF0000"/>
              </a:buClr>
              <a:buSzPct val="55000"/>
              <a:buFont typeface="Wingdings" panose="05000000000000000000" pitchFamily="2" charset="2"/>
              <a:buChar char=""/>
            </a:pPr>
            <a:r>
              <a:rPr lang="en-US" altLang="en-US" sz="2400">
                <a:solidFill>
                  <a:srgbClr val="000000"/>
                </a:solidFill>
              </a:rPr>
              <a:t>Once ACK, the link status is considered as </a:t>
            </a:r>
            <a:r>
              <a:rPr lang="en-US" altLang="en-US" sz="2400" i="1">
                <a:solidFill>
                  <a:srgbClr val="000000"/>
                </a:solidFill>
              </a:rPr>
              <a:t>LCP open</a:t>
            </a:r>
            <a:r>
              <a:rPr lang="en-US" altLang="en-US" sz="2400">
                <a:solidFill>
                  <a:srgbClr val="000000"/>
                </a:solidFill>
              </a:rPr>
              <a:t> and we move to the </a:t>
            </a:r>
            <a:r>
              <a:rPr lang="en-US" altLang="en-US" sz="2400" i="1">
                <a:solidFill>
                  <a:srgbClr val="000000"/>
                </a:solidFill>
              </a:rPr>
              <a:t>Authentication</a:t>
            </a:r>
            <a:r>
              <a:rPr lang="en-US" altLang="en-US" sz="2400">
                <a:solidFill>
                  <a:srgbClr val="000000"/>
                </a:solidFill>
              </a:rPr>
              <a:t> phase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Text Box 1">
            <a:extLst>
              <a:ext uri="{FF2B5EF4-FFF2-40B4-BE49-F238E27FC236}">
                <a16:creationId xmlns:a16="http://schemas.microsoft.com/office/drawing/2014/main" id="{3FBA52CC-78D1-DE12-20F6-87A0FAF1FBD2}"/>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09283" name="Text Box 2">
            <a:extLst>
              <a:ext uri="{FF2B5EF4-FFF2-40B4-BE49-F238E27FC236}">
                <a16:creationId xmlns:a16="http://schemas.microsoft.com/office/drawing/2014/main" id="{7CBBA0F4-3ADD-5C99-25A4-F5869F7B365C}"/>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F739BD80-2060-4A2C-B2CD-6A4518EAAFE2}" type="slidenum">
              <a:rPr lang="en-US" altLang="en-US" sz="1400">
                <a:solidFill>
                  <a:srgbClr val="000000"/>
                </a:solidFill>
              </a:rPr>
              <a:pPr algn="r" eaLnBrk="1" hangingPunct="1">
                <a:buClrTx/>
                <a:buSzPct val="60000"/>
                <a:buFontTx/>
                <a:buNone/>
              </a:pPr>
              <a:t>362</a:t>
            </a:fld>
            <a:endParaRPr lang="en-US" altLang="en-US" sz="1400">
              <a:solidFill>
                <a:srgbClr val="000000"/>
              </a:solidFill>
            </a:endParaRPr>
          </a:p>
        </p:txBody>
      </p:sp>
      <p:sp>
        <p:nvSpPr>
          <p:cNvPr id="609284" name="Text Box 3">
            <a:extLst>
              <a:ext uri="{FF2B5EF4-FFF2-40B4-BE49-F238E27FC236}">
                <a16:creationId xmlns:a16="http://schemas.microsoft.com/office/drawing/2014/main" id="{6F61820F-1C6F-1A67-2323-8DE41987E009}"/>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3</a:t>
            </a:r>
          </a:p>
        </p:txBody>
      </p:sp>
      <p:sp>
        <p:nvSpPr>
          <p:cNvPr id="609285" name="Text Box 4">
            <a:extLst>
              <a:ext uri="{FF2B5EF4-FFF2-40B4-BE49-F238E27FC236}">
                <a16:creationId xmlns:a16="http://schemas.microsoft.com/office/drawing/2014/main" id="{B1E9A32E-344E-A3BD-8422-61A6239744F6}"/>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Authentication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Optional phase, uses PAP or CHAP</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PAP</a:t>
            </a:r>
          </a:p>
          <a:p>
            <a:pPr lvl="2" eaLnBrk="1" hangingPunct="1">
              <a:spcBef>
                <a:spcPts val="600"/>
              </a:spcBef>
              <a:buClr>
                <a:srgbClr val="3333CC"/>
              </a:buClr>
              <a:buSzPct val="50000"/>
              <a:buFont typeface="Wingdings" panose="05000000000000000000" pitchFamily="2" charset="2"/>
              <a:buChar char=""/>
            </a:pPr>
            <a:r>
              <a:rPr lang="en-US" altLang="en-US" sz="2400">
                <a:solidFill>
                  <a:srgbClr val="000000"/>
                </a:solidFill>
              </a:rPr>
              <a:t>Simple, uses user id and password</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CHAP</a:t>
            </a:r>
          </a:p>
          <a:p>
            <a:pPr lvl="2" eaLnBrk="1" hangingPunct="1">
              <a:spcBef>
                <a:spcPts val="600"/>
              </a:spcBef>
              <a:buClr>
                <a:srgbClr val="3333CC"/>
              </a:buClr>
              <a:buSzPct val="50000"/>
              <a:buFont typeface="Wingdings" panose="05000000000000000000" pitchFamily="2" charset="2"/>
              <a:buChar char=""/>
            </a:pPr>
            <a:r>
              <a:rPr lang="en-US" altLang="en-US" sz="2400">
                <a:solidFill>
                  <a:srgbClr val="000000"/>
                </a:solidFill>
              </a:rPr>
              <a:t>Use of a random challenge, which needs to be encrypted by the challenged user</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Text Box 1">
            <a:extLst>
              <a:ext uri="{FF2B5EF4-FFF2-40B4-BE49-F238E27FC236}">
                <a16:creationId xmlns:a16="http://schemas.microsoft.com/office/drawing/2014/main" id="{87963733-3E35-608A-CBFE-3A09BC4EEEBC}"/>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11331" name="Text Box 2">
            <a:extLst>
              <a:ext uri="{FF2B5EF4-FFF2-40B4-BE49-F238E27FC236}">
                <a16:creationId xmlns:a16="http://schemas.microsoft.com/office/drawing/2014/main" id="{65B515C8-E3E0-4034-01D0-D426310C068A}"/>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E809651D-1904-491F-9921-12B48114E34B}" type="slidenum">
              <a:rPr lang="en-US" altLang="en-US" sz="1400">
                <a:solidFill>
                  <a:srgbClr val="000000"/>
                </a:solidFill>
              </a:rPr>
              <a:pPr algn="r" eaLnBrk="1" hangingPunct="1">
                <a:buClrTx/>
                <a:buSzPct val="60000"/>
                <a:buFontTx/>
                <a:buNone/>
              </a:pPr>
              <a:t>363</a:t>
            </a:fld>
            <a:endParaRPr lang="en-US" altLang="en-US" sz="1400">
              <a:solidFill>
                <a:srgbClr val="000000"/>
              </a:solidFill>
            </a:endParaRPr>
          </a:p>
        </p:txBody>
      </p:sp>
      <p:sp>
        <p:nvSpPr>
          <p:cNvPr id="611332" name="Text Box 3">
            <a:extLst>
              <a:ext uri="{FF2B5EF4-FFF2-40B4-BE49-F238E27FC236}">
                <a16:creationId xmlns:a16="http://schemas.microsoft.com/office/drawing/2014/main" id="{8C987CA6-74E3-37B8-DDD4-826FF7D5A90B}"/>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4</a:t>
            </a:r>
          </a:p>
        </p:txBody>
      </p:sp>
      <p:sp>
        <p:nvSpPr>
          <p:cNvPr id="611333" name="Text Box 4">
            <a:extLst>
              <a:ext uri="{FF2B5EF4-FFF2-40B4-BE49-F238E27FC236}">
                <a16:creationId xmlns:a16="http://schemas.microsoft.com/office/drawing/2014/main" id="{68427CC7-7CAB-BB6B-950C-3A222991A175}"/>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Network Layer Protocol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Appropriate network layer protocol is invoked</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9" name="Text Box 2">
            <a:extLst>
              <a:ext uri="{FF2B5EF4-FFF2-40B4-BE49-F238E27FC236}">
                <a16:creationId xmlns:a16="http://schemas.microsoft.com/office/drawing/2014/main" id="{7CFDA9FC-8C62-8CAA-5DA6-8F4C89A43DCD}"/>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19C62445-EE05-4172-9779-8CC63B1FAEFB}" type="slidenum">
              <a:rPr lang="en-US" altLang="en-US" sz="1400">
                <a:solidFill>
                  <a:srgbClr val="000000"/>
                </a:solidFill>
              </a:rPr>
              <a:pPr algn="r" eaLnBrk="1" hangingPunct="1">
                <a:buClrTx/>
                <a:buSzPct val="60000"/>
                <a:buFontTx/>
                <a:buNone/>
              </a:pPr>
              <a:t>364</a:t>
            </a:fld>
            <a:endParaRPr lang="en-US" altLang="en-US" sz="1400">
              <a:solidFill>
                <a:srgbClr val="000000"/>
              </a:solidFill>
            </a:endParaRPr>
          </a:p>
        </p:txBody>
      </p:sp>
      <p:sp>
        <p:nvSpPr>
          <p:cNvPr id="613380" name="Text Box 3">
            <a:extLst>
              <a:ext uri="{FF2B5EF4-FFF2-40B4-BE49-F238E27FC236}">
                <a16:creationId xmlns:a16="http://schemas.microsoft.com/office/drawing/2014/main" id="{45BFA6BE-EC13-12EA-F21E-F04D0053142D}"/>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5</a:t>
            </a:r>
          </a:p>
        </p:txBody>
      </p:sp>
      <p:sp>
        <p:nvSpPr>
          <p:cNvPr id="613381" name="Text Box 4">
            <a:extLst>
              <a:ext uri="{FF2B5EF4-FFF2-40B4-BE49-F238E27FC236}">
                <a16:creationId xmlns:a16="http://schemas.microsoft.com/office/drawing/2014/main" id="{58973C98-4773-4E9E-1D40-F2CFFB098A5F}"/>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Link Open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One LCP and one or more NCP are open now</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Data can be exchanged over each NCP</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Text Box 1">
            <a:extLst>
              <a:ext uri="{FF2B5EF4-FFF2-40B4-BE49-F238E27FC236}">
                <a16:creationId xmlns:a16="http://schemas.microsoft.com/office/drawing/2014/main" id="{F9FCC163-45B9-26A5-46D9-68074C113238}"/>
              </a:ext>
            </a:extLst>
          </p:cNvPr>
          <p:cNvSpPr txBox="1">
            <a:spLocks noChangeArrowheads="1"/>
          </p:cNvSpPr>
          <p:nvPr/>
        </p:nvSpPr>
        <p:spPr bwMode="auto">
          <a:xfrm>
            <a:off x="3657600" y="6243638"/>
            <a:ext cx="28956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buClrTx/>
              <a:buSzPct val="60000"/>
              <a:buFontTx/>
              <a:buNone/>
            </a:pPr>
            <a:r>
              <a:rPr lang="en-US" altLang="en-US" sz="1400">
                <a:solidFill>
                  <a:srgbClr val="000000"/>
                </a:solidFill>
              </a:rPr>
              <a:t>An introduction to the Internet | Atul Kahate</a:t>
            </a:r>
          </a:p>
        </p:txBody>
      </p:sp>
      <p:sp>
        <p:nvSpPr>
          <p:cNvPr id="615427" name="Text Box 2">
            <a:extLst>
              <a:ext uri="{FF2B5EF4-FFF2-40B4-BE49-F238E27FC236}">
                <a16:creationId xmlns:a16="http://schemas.microsoft.com/office/drawing/2014/main" id="{2476DA39-6D29-016A-1BFF-C5F9B6A6693F}"/>
              </a:ext>
            </a:extLst>
          </p:cNvPr>
          <p:cNvSpPr txBox="1">
            <a:spLocks noChangeArrowheads="1"/>
          </p:cNvSpPr>
          <p:nvPr/>
        </p:nvSpPr>
        <p:spPr bwMode="auto">
          <a:xfrm>
            <a:off x="7042150" y="6243638"/>
            <a:ext cx="1905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0000" tIns="46800" rIns="90000" bIns="46800"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r" eaLnBrk="1" hangingPunct="1">
              <a:buClrTx/>
              <a:buSzPct val="60000"/>
              <a:buFontTx/>
              <a:buNone/>
            </a:pPr>
            <a:fld id="{0B4C433A-AD0B-428A-AF68-41B33FA20642}" type="slidenum">
              <a:rPr lang="en-US" altLang="en-US" sz="1400">
                <a:solidFill>
                  <a:srgbClr val="000000"/>
                </a:solidFill>
              </a:rPr>
              <a:pPr algn="r" eaLnBrk="1" hangingPunct="1">
                <a:buClrTx/>
                <a:buSzPct val="60000"/>
                <a:buFontTx/>
                <a:buNone/>
              </a:pPr>
              <a:t>365</a:t>
            </a:fld>
            <a:endParaRPr lang="en-US" altLang="en-US" sz="1400">
              <a:solidFill>
                <a:srgbClr val="000000"/>
              </a:solidFill>
            </a:endParaRPr>
          </a:p>
        </p:txBody>
      </p:sp>
      <p:sp>
        <p:nvSpPr>
          <p:cNvPr id="615428" name="Text Box 3">
            <a:extLst>
              <a:ext uri="{FF2B5EF4-FFF2-40B4-BE49-F238E27FC236}">
                <a16:creationId xmlns:a16="http://schemas.microsoft.com/office/drawing/2014/main" id="{F1E02667-6DEC-CF96-0410-2C9FF2FC82C0}"/>
              </a:ext>
            </a:extLst>
          </p:cNvPr>
          <p:cNvSpPr txBox="1">
            <a:spLocks noChangeArrowheads="1"/>
          </p:cNvSpPr>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PPP Phases – 6</a:t>
            </a:r>
          </a:p>
        </p:txBody>
      </p:sp>
      <p:sp>
        <p:nvSpPr>
          <p:cNvPr id="615429" name="Text Box 4">
            <a:extLst>
              <a:ext uri="{FF2B5EF4-FFF2-40B4-BE49-F238E27FC236}">
                <a16:creationId xmlns:a16="http://schemas.microsoft.com/office/drawing/2014/main" id="{9F5C5961-03A6-027F-079C-3D5C741CA90B}"/>
              </a:ext>
            </a:extLst>
          </p:cNvPr>
          <p:cNvSpPr txBox="1">
            <a:spLocks noChangeArrowheads="1"/>
          </p:cNvSpPr>
          <p:nvPr/>
        </p:nvSpPr>
        <p:spPr bwMode="auto">
          <a:xfrm>
            <a:off x="1182688" y="2017713"/>
            <a:ext cx="77724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341313" indent="-34131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1pPr>
            <a:lvl2pPr marL="741363" indent="-284163">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911225" algn="l"/>
                <a:tab pos="1825625" algn="l"/>
                <a:tab pos="2740025" algn="l"/>
                <a:tab pos="3654425" algn="l"/>
                <a:tab pos="4568825" algn="l"/>
                <a:tab pos="5483225" algn="l"/>
                <a:tab pos="6397625" algn="l"/>
                <a:tab pos="7312025" algn="l"/>
                <a:tab pos="8226425" algn="l"/>
                <a:tab pos="9140825" algn="l"/>
                <a:tab pos="10055225" algn="l"/>
              </a:tabLst>
              <a:defRPr>
                <a:solidFill>
                  <a:schemeClr val="bg1"/>
                </a:solidFill>
                <a:latin typeface="Tahoma" panose="020B0604030504040204" pitchFamily="34" charset="0"/>
                <a:ea typeface="Microsoft YaHei" panose="020B0503020204020204" pitchFamily="34" charset="-122"/>
              </a:defRPr>
            </a:lvl9pPr>
          </a:lstStyle>
          <a:p>
            <a:pPr eaLnBrk="1" hangingPunct="1">
              <a:spcBef>
                <a:spcPts val="800"/>
              </a:spcBef>
              <a:buClr>
                <a:srgbClr val="3333CC"/>
              </a:buClr>
              <a:buSzPct val="60000"/>
              <a:buFont typeface="Wingdings" panose="05000000000000000000" pitchFamily="2" charset="2"/>
              <a:buChar char=""/>
            </a:pPr>
            <a:r>
              <a:rPr lang="en-US" altLang="en-US" sz="3200">
                <a:solidFill>
                  <a:srgbClr val="000000"/>
                </a:solidFill>
              </a:rPr>
              <a:t>Link Termination Phase</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The terminating device sends a special LCP termination frame, the other device sends an ACK</a:t>
            </a:r>
          </a:p>
          <a:p>
            <a:pPr lvl="1" eaLnBrk="1" hangingPunct="1">
              <a:spcBef>
                <a:spcPts val="700"/>
              </a:spcBef>
              <a:buClr>
                <a:srgbClr val="FF0000"/>
              </a:buClr>
              <a:buSzPct val="55000"/>
              <a:buFont typeface="Wingdings" panose="05000000000000000000" pitchFamily="2" charset="2"/>
              <a:buChar char=""/>
            </a:pPr>
            <a:r>
              <a:rPr lang="en-US" altLang="en-US" sz="2800">
                <a:solidFill>
                  <a:srgbClr val="000000"/>
                </a:solidFill>
              </a:rPr>
              <a:t>Link returns to </a:t>
            </a:r>
            <a:r>
              <a:rPr lang="en-US" altLang="en-US" sz="2800" i="1">
                <a:solidFill>
                  <a:srgbClr val="000000"/>
                </a:solidFill>
              </a:rPr>
              <a:t>Link Dead</a:t>
            </a:r>
            <a:r>
              <a:rPr lang="en-US" altLang="en-US" sz="2800">
                <a:solidFill>
                  <a:srgbClr val="000000"/>
                </a:solidFill>
              </a:rPr>
              <a:t> phase</a:t>
            </a:r>
          </a:p>
          <a:p>
            <a:pPr lvl="1" eaLnBrk="1" hangingPunct="1">
              <a:spcBef>
                <a:spcPts val="700"/>
              </a:spcBef>
              <a:buClr>
                <a:srgbClr val="FF0000"/>
              </a:buClr>
              <a:buSzPct val="55000"/>
              <a:buFont typeface="Wingdings" panose="05000000000000000000" pitchFamily="2" charset="2"/>
              <a:buNone/>
            </a:pPr>
            <a:endParaRPr lang="en-US" altLang="en-US" sz="2800">
              <a:solidFill>
                <a:srgbClr val="000000"/>
              </a:solidFill>
            </a:endParaRP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Text Box 1">
            <a:extLst>
              <a:ext uri="{FF2B5EF4-FFF2-40B4-BE49-F238E27FC236}">
                <a16:creationId xmlns:a16="http://schemas.microsoft.com/office/drawing/2014/main" id="{742ED278-04B9-584B-D786-0FCBB616CC70}"/>
              </a:ext>
            </a:extLst>
          </p:cNvPr>
          <p:cNvSpPr txBox="1">
            <a:spLocks noChangeArrowheads="1"/>
          </p:cNvSpPr>
          <p:nvPr/>
        </p:nvSpPr>
        <p:spPr bwMode="auto">
          <a:xfrm>
            <a:off x="990600" y="1676400"/>
            <a:ext cx="7772400" cy="1462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eaLnBrk="1" hangingPunct="1">
              <a:buClrTx/>
              <a:buFontTx/>
              <a:buNone/>
            </a:pPr>
            <a:r>
              <a:rPr lang="en-US" altLang="en-US" sz="4400">
                <a:solidFill>
                  <a:srgbClr val="333399"/>
                </a:solidFill>
              </a:rPr>
              <a:t>Thank you!</a:t>
            </a:r>
          </a:p>
        </p:txBody>
      </p:sp>
      <p:sp>
        <p:nvSpPr>
          <p:cNvPr id="617475" name="Text Box 2">
            <a:extLst>
              <a:ext uri="{FF2B5EF4-FFF2-40B4-BE49-F238E27FC236}">
                <a16:creationId xmlns:a16="http://schemas.microsoft.com/office/drawing/2014/main" id="{43E65BA7-EA84-B5FF-04AD-788FDB314334}"/>
              </a:ext>
            </a:extLst>
          </p:cNvPr>
          <p:cNvSpPr txBox="1">
            <a:spLocks noChangeArrowheads="1"/>
          </p:cNvSpPr>
          <p:nvPr/>
        </p:nvSpPr>
        <p:spPr bwMode="auto">
          <a:xfrm>
            <a:off x="1143000" y="3886200"/>
            <a:ext cx="6781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465A4"/>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1pPr>
            <a:lvl2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2pPr>
            <a:lvl3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3pPr>
            <a:lvl4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4pPr>
            <a:lvl5pPr>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5pPr>
            <a:lvl6pPr marL="25146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6pPr>
            <a:lvl7pPr marL="29718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7pPr>
            <a:lvl8pPr marL="34290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8pPr>
            <a:lvl9pPr marL="3886200" indent="-228600" defTabSz="449263"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solidFill>
                  <a:schemeClr val="bg1"/>
                </a:solidFill>
                <a:latin typeface="Tahoma" panose="020B0604030504040204" pitchFamily="34" charset="0"/>
                <a:ea typeface="Microsoft YaHei" panose="020B0503020204020204" pitchFamily="34" charset="-122"/>
              </a:defRPr>
            </a:lvl9pPr>
          </a:lstStyle>
          <a:p>
            <a:pPr algn="ctr" eaLnBrk="1" hangingPunct="1">
              <a:spcBef>
                <a:spcPts val="800"/>
              </a:spcBef>
              <a:buClrTx/>
              <a:buSzPct val="60000"/>
              <a:buFontTx/>
              <a:buNone/>
            </a:pPr>
            <a:r>
              <a:rPr lang="en-US" altLang="en-US" sz="3200">
                <a:solidFill>
                  <a:srgbClr val="000000"/>
                </a:solidFill>
              </a:rPr>
              <a:t>Questions and Comments Welcome!</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ahoma"/>
        <a:ea typeface="Microsoft YaHei"/>
        <a:cs typeface=""/>
      </a:majorFont>
      <a:minorFont>
        <a:latin typeface="Tahoma"/>
        <a:ea typeface="Microsoft YaHei"/>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defRPr kumimoji="0" lang="en-GB" altLang="en-US" sz="1800" b="0" i="0" u="none" strike="noStrike" cap="none" normalizeH="0" baseline="0" smtClean="0">
            <a:ln>
              <a:noFill/>
            </a:ln>
            <a:solidFill>
              <a:schemeClr val="bg1"/>
            </a:solidFill>
            <a:effectLst/>
            <a:latin typeface="Tahoma" panose="020B0604030504040204" pitchFamily="34" charset="0"/>
            <a:ea typeface="Microsoft YaHei" panose="020B0503020204020204" pitchFamily="34" charset="-122"/>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449263"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tabLst/>
          <a:defRPr kumimoji="0" lang="en-GB" altLang="en-US" sz="1800" b="0" i="0" u="none" strike="noStrike" cap="none" normalizeH="0" baseline="0" smtClean="0">
            <a:ln>
              <a:noFill/>
            </a:ln>
            <a:solidFill>
              <a:schemeClr val="bg1"/>
            </a:solidFill>
            <a:effectLst/>
            <a:latin typeface="Tahoma" panose="020B0604030504040204" pitchFamily="34" charset="0"/>
            <a:ea typeface="Microsoft YaHei" panose="020B0503020204020204" pitchFamily="34" charset="-122"/>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39827</TotalTime>
  <Words>21901</Words>
  <Application>Microsoft Office PowerPoint</Application>
  <PresentationFormat>On-screen Show (4:3)</PresentationFormat>
  <Paragraphs>3737</Paragraphs>
  <Slides>366</Slides>
  <Notes>271</Notes>
  <HiddenSlides>0</HiddenSlides>
  <MMClips>0</MMClips>
  <ScaleCrop>false</ScaleCrop>
  <HeadingPairs>
    <vt:vector size="8" baseType="variant">
      <vt:variant>
        <vt:lpstr>Fonts Used</vt:lpstr>
      </vt:variant>
      <vt:variant>
        <vt:i4>8</vt:i4>
      </vt:variant>
      <vt:variant>
        <vt:lpstr>Theme</vt:lpstr>
      </vt:variant>
      <vt:variant>
        <vt:i4>2</vt:i4>
      </vt:variant>
      <vt:variant>
        <vt:lpstr>Embedded OLE Servers</vt:lpstr>
      </vt:variant>
      <vt:variant>
        <vt:i4>0</vt:i4>
      </vt:variant>
      <vt:variant>
        <vt:lpstr>Slide Titles</vt:lpstr>
      </vt:variant>
      <vt:variant>
        <vt:i4>366</vt:i4>
      </vt:variant>
    </vt:vector>
  </HeadingPairs>
  <TitlesOfParts>
    <vt:vector size="376" baseType="lpstr">
      <vt:lpstr>Arial</vt:lpstr>
      <vt:lpstr>Calibri</vt:lpstr>
      <vt:lpstr>Calibri Light</vt:lpstr>
      <vt:lpstr>Courier New</vt:lpstr>
      <vt:lpstr>Symbol</vt:lpstr>
      <vt:lpstr>Tahoma</vt:lpstr>
      <vt:lpstr>Times New Roman</vt:lpstr>
      <vt:lpstr>Wingdings</vt: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Calculation</vt:lpstr>
      <vt:lpstr>Default Mask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Subnetting: Practical Guide</vt:lpstr>
      <vt:lpstr>Step 1: Requirements Analysis – Find answers to these questions</vt:lpstr>
      <vt:lpstr>Step 2: Requirements Analysis – Find answers to these questions</vt:lpstr>
      <vt:lpstr>Choices for a class C network</vt:lpstr>
      <vt:lpstr>Important points</vt:lpstr>
      <vt:lpstr>Step 3: Determining the custom subnet mask (Diagram follows)</vt:lpstr>
      <vt:lpstr>Step 3: Determining the custom subnet mask</vt:lpstr>
      <vt:lpstr>Step 4: Determining subnet identifiers and addresses</vt:lpstr>
      <vt:lpstr>Step 5: Determining host addresses for each subnet</vt:lpstr>
      <vt:lpstr>Step 5: Determining host addresses for each subnet</vt:lpstr>
      <vt:lpstr>Step 5: Determining host addresses for each subnet</vt:lpstr>
      <vt:lpstr>Step 5: Determining host addresses for each subnet</vt:lpstr>
      <vt:lpstr>Step 5: Determining host addresses for each subnet</vt:lpstr>
      <vt:lpstr>Determining host addresses for a class C address</vt:lpstr>
      <vt:lpstr>Interesting technique: The host’s formula</vt:lpstr>
      <vt:lpstr>Step 1: Find the host range</vt:lpstr>
      <vt:lpstr>Step 2: Convert to binary</vt:lpstr>
      <vt:lpstr>Step 3: Calculate the total number of hosts per subnet</vt:lpstr>
      <vt:lpstr>Step 4: Calculate the number of subnets</vt:lpstr>
      <vt:lpstr>Step 5: Verify the total number of subnets</vt:lpstr>
      <vt:lpstr>Useful table</vt:lpstr>
      <vt:lpstr>Subnetting Exercise – 1</vt:lpstr>
      <vt:lpstr>Subnetting Exercise – 2</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Classless Addressing</vt:lpstr>
      <vt:lpstr>The need</vt:lpstr>
      <vt:lpstr>Variable-length blocks</vt:lpstr>
      <vt:lpstr>Two-level addressing</vt:lpstr>
      <vt:lpstr>Prefix and suffix</vt:lpstr>
      <vt:lpstr>Slash notation</vt:lpstr>
      <vt:lpstr>Slash notation</vt:lpstr>
      <vt:lpstr>Network mask</vt:lpstr>
      <vt:lpstr>Exercise</vt:lpstr>
      <vt:lpstr>Exercise</vt:lpstr>
      <vt:lpstr>Exercise</vt:lpstr>
      <vt:lpstr>Exercise</vt:lpstr>
      <vt:lpstr>Exercise</vt:lpstr>
      <vt:lpstr>Exercise</vt:lpstr>
      <vt:lpstr>Exercise</vt:lpstr>
      <vt:lpstr>Exercise</vt:lpstr>
      <vt:lpstr>Exercise</vt:lpstr>
      <vt:lpstr>Exercise</vt:lpstr>
      <vt:lpstr>Exercise</vt:lpstr>
      <vt:lpstr>Exercise</vt:lpstr>
      <vt:lpstr>Variable Length Subnet Mask (VLSM)</vt:lpstr>
      <vt:lpstr>VLSM Example</vt:lpstr>
      <vt:lpstr>PowerPoint Presentation</vt:lpstr>
      <vt:lpstr>Variable Length Subnet Mask (VLSM)</vt:lpstr>
      <vt:lpstr>Variable Length Subnet Mask (VLSM)</vt:lpstr>
      <vt:lpstr>Variable Length Subnet Mask (VLSM)</vt:lpstr>
      <vt:lpstr>Variable Length Subnet Mask (VLSM)</vt:lpstr>
      <vt:lpstr>VLSM advantages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Checksum Example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Flags Field</vt:lpstr>
      <vt:lpstr>Fragmentation – More</vt:lpstr>
      <vt:lpstr>Fragmentation Example</vt:lpstr>
      <vt:lpstr>PowerPoint Presentation</vt:lpstr>
      <vt:lpstr>Fragmentation of Fragmentation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Interior and Exterior Gateway Protocols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Link State Routing Concept</vt:lpstr>
      <vt:lpstr>Link State Knowledge</vt:lpstr>
      <vt:lpstr>Link State Knowledge</vt:lpstr>
      <vt:lpstr>Interpretation</vt:lpstr>
      <vt:lpstr>Building Routing Tables</vt:lpstr>
      <vt:lpstr>Link State Packet (LSP)</vt:lpstr>
      <vt:lpstr>Link State Packet (LSP)</vt:lpstr>
      <vt:lpstr>PowerPoint Presentation</vt:lpstr>
      <vt:lpstr>PowerPoint Presentation</vt:lpstr>
      <vt:lpstr>PowerPoint Presentation</vt:lpstr>
      <vt:lpstr>PowerPoint Presentation</vt:lpstr>
      <vt:lpstr>PowerPoint Presentation</vt:lpstr>
      <vt:lpstr>PowerPoint Presentation</vt:lpstr>
      <vt:lpstr>ICMP Message Types</vt:lpstr>
      <vt:lpstr>PowerPoint Presentation</vt:lpstr>
      <vt:lpstr>ICMP Message Format</vt:lpstr>
      <vt:lpstr>PowerPoint Presentation</vt:lpstr>
      <vt:lpstr>PowerPoint Presentation</vt:lpstr>
      <vt:lpstr>Error-reporting Messages</vt:lpstr>
      <vt:lpstr>PowerPoint Presentation</vt:lpstr>
      <vt:lpstr>PowerPoint Presentation</vt:lpstr>
      <vt:lpstr>PowerPoint Presentation</vt:lpstr>
      <vt:lpstr>PowerPoint Presentation</vt:lpstr>
      <vt:lpstr>PowerPoint Presentation</vt:lpstr>
      <vt:lpstr>PowerPoint Presentation</vt:lpstr>
      <vt:lpstr>Redirection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Port Number Ranges</vt:lpstr>
      <vt:lpstr>PowerPoint Presentation</vt:lpstr>
      <vt:lpstr>Socket Address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Stop-and-Go versus Sliding Window</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Three-way Handshake Example</vt:lpstr>
      <vt:lpstr>Client sends a SYN</vt:lpstr>
      <vt:lpstr>Server sends a SYN + ACK</vt:lpstr>
      <vt:lpstr>Client sends a ACK</vt:lpstr>
      <vt:lpstr>Data Transfer</vt:lpstr>
      <vt:lpstr>Data Transfer</vt:lpstr>
      <vt:lpstr>Connection Termination</vt:lpstr>
      <vt:lpstr>Three-way Handshaking</vt:lpstr>
      <vt:lpstr>FIN from the Client</vt:lpstr>
      <vt:lpstr>FIN + ACK from the Server</vt:lpstr>
      <vt:lpstr>ACK from the Client</vt:lpstr>
      <vt:lpstr>Half-Close</vt:lpstr>
      <vt:lpstr>Half-Close</vt:lpstr>
      <vt:lpstr>PowerPoint Presentation</vt:lpstr>
      <vt:lpstr>PowerPoint Presentation</vt:lpstr>
      <vt:lpstr>PowerPoint Presentation</vt:lpstr>
      <vt:lpstr>Normal Operation</vt:lpstr>
      <vt:lpstr>PowerPoint Presentation</vt:lpstr>
      <vt:lpstr>Lost Segment</vt:lpstr>
      <vt:lpstr>Lost Segment</vt:lpstr>
      <vt:lpstr>PowerPoint Presentation</vt:lpstr>
      <vt:lpstr>PowerPoint Presentation</vt:lpstr>
      <vt:lpstr>PowerPoint Presentation</vt:lpstr>
      <vt:lpstr>Windows in TCP</vt:lpstr>
      <vt:lpstr>Windows in TCP</vt:lpstr>
      <vt:lpstr>Explanation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An introduction to the Internet</dc:title>
  <dc:subject>Web Technologies</dc:subject>
  <dc:creator>Atul Kahate</dc:creator>
  <cp:lastModifiedBy>Atul Kahate</cp:lastModifiedBy>
  <cp:revision>278</cp:revision>
  <cp:lastPrinted>1601-01-01T00:00:00Z</cp:lastPrinted>
  <dcterms:created xsi:type="dcterms:W3CDTF">2004-10-14T05:29:30Z</dcterms:created>
  <dcterms:modified xsi:type="dcterms:W3CDTF">2022-09-28T22:40:36Z</dcterms:modified>
</cp:coreProperties>
</file>