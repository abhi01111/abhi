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slideMaster6.xml" ContentType="application/vnd.openxmlformats-officedocument.presentationml.slideMaster+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5.xml" ContentType="application/vnd.openxmlformats-officedocument.presentationml.notesSlide+xml"/>
  <Override PartName="/ppt/notesSlides/notesSlide26.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6.xml" ContentType="application/vnd.openxmlformats-officedocument.presentationml.notesSlide+xml"/>
  <Override PartName="/ppt/notesSlides/notesSlide56.xml" ContentType="application/vnd.openxmlformats-officedocument.presentationml.notesSlide+xml"/>
  <Override PartName="/ppt/notesSlides/_rels/notesSlide1.xml.rels" ContentType="application/vnd.openxmlformats-package.relationships+xml"/>
  <Override PartName="/ppt/notesSlides/_rels/notesSlide2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46.xml.rels" ContentType="application/vnd.openxmlformats-package.relationships+xml"/>
  <Override PartName="/ppt/notesSlides/_rels/notesSlide3.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56.xml.rels" ContentType="application/vnd.openxmlformats-package.relationships+xml"/>
  <Override PartName="/ppt/media/image50.wmf" ContentType="image/x-wmf"/>
  <Override PartName="/ppt/media/image1.jpeg" ContentType="image/jpeg"/>
  <Override PartName="/ppt/media/image17.jpeg" ContentType="image/jpeg"/>
  <Override PartName="/ppt/media/image3.png" ContentType="image/png"/>
  <Override PartName="/ppt/media/image60.wmf" ContentType="image/x-wmf"/>
  <Override PartName="/ppt/media/image2.jpeg" ContentType="image/jpeg"/>
  <Override PartName="/ppt/media/image4.jpeg" ContentType="image/jpeg"/>
  <Override PartName="/ppt/media/image5.jpeg" ContentType="image/jpeg"/>
  <Override PartName="/ppt/media/image6.jpeg" ContentType="image/jpeg"/>
  <Override PartName="/ppt/media/image33.wmf" ContentType="image/x-wmf"/>
  <Override PartName="/ppt/media/image7.jpeg" ContentType="image/jpeg"/>
  <Override PartName="/ppt/media/image8.jpeg" ContentType="image/jpeg"/>
  <Override PartName="/ppt/media/image41.png" ContentType="image/png"/>
  <Override PartName="/ppt/media/image53.wmf" ContentType="image/x-wmf"/>
  <Override PartName="/ppt/media/image9.jpeg" ContentType="image/jpeg"/>
  <Override PartName="/ppt/media/image63.wmf" ContentType="image/x-wmf"/>
  <Override PartName="/ppt/media/image68.wmf" ContentType="image/x-wmf"/>
  <Override PartName="/ppt/media/image10.jpeg" ContentType="image/jpeg"/>
  <Override PartName="/ppt/media/image11.jpeg" ContentType="image/jpeg"/>
  <Override PartName="/ppt/media/image12.jpeg" ContentType="image/jpeg"/>
  <Override PartName="/ppt/media/image31.wmf" ContentType="image/x-wmf"/>
  <Override PartName="/ppt/media/image13.jpeg" ContentType="image/jpeg"/>
  <Override PartName="/ppt/media/image14.jpeg" ContentType="image/jpeg"/>
  <Override PartName="/ppt/media/image51.wmf" ContentType="image/x-wmf"/>
  <Override PartName="/ppt/media/image15.jpeg" ContentType="image/jpeg"/>
  <Override PartName="/ppt/media/image61.wmf" ContentType="image/x-wmf"/>
  <Override PartName="/ppt/media/image16.jpeg" ContentType="image/jpeg"/>
  <Override PartName="/ppt/media/image18.jpeg" ContentType="image/jpeg"/>
  <Override PartName="/ppt/media/image19.jpeg" ContentType="image/jpeg"/>
  <Override PartName="/ppt/media/image34.wmf" ContentType="image/x-wmf"/>
  <Override PartName="/ppt/media/image20.jpeg" ContentType="image/jpeg"/>
  <Override PartName="/ppt/media/image56.wmf" ContentType="image/x-wmf"/>
  <Override PartName="/ppt/media/image21.jpeg" ContentType="image/jpeg"/>
  <Override PartName="/ppt/media/image66.wmf" ContentType="image/x-wmf"/>
  <Override PartName="/ppt/media/image54.png" ContentType="image/png"/>
  <Override PartName="/ppt/media/image22.jpeg" ContentType="image/jpeg"/>
  <Override PartName="/ppt/media/image23.jpeg" ContentType="image/jpeg"/>
  <Override PartName="/ppt/media/image24.jpeg" ContentType="image/jpeg"/>
  <Override PartName="/ppt/media/image29.wmf" ContentType="image/x-wmf"/>
  <Override PartName="/ppt/media/image25.wmf" ContentType="image/x-wmf"/>
  <Override PartName="/ppt/media/image26.wmf" ContentType="image/x-wmf"/>
  <Override PartName="/ppt/media/image27.wmf" ContentType="image/x-wmf"/>
  <Override PartName="/ppt/media/image28.wmf" ContentType="image/x-wmf"/>
  <Override PartName="/ppt/media/image30.wmf" ContentType="image/x-wmf"/>
  <Override PartName="/ppt/media/image32.wmf" ContentType="image/x-wmf"/>
  <Override PartName="/ppt/media/image35.wmf" ContentType="image/x-wmf"/>
  <Override PartName="/ppt/media/image36.wmf" ContentType="image/x-wmf"/>
  <Override PartName="/ppt/media/image37.wmf" ContentType="image/x-wmf"/>
  <Override PartName="/ppt/media/image38.wmf" ContentType="image/x-wmf"/>
  <Override PartName="/ppt/media/image39.wmf" ContentType="image/x-wmf"/>
  <Override PartName="/ppt/media/image40.wmf" ContentType="image/x-wmf"/>
  <Override PartName="/ppt/media/image42.png" ContentType="image/png"/>
  <Override PartName="/ppt/media/image43.png" ContentType="image/png"/>
  <Override PartName="/ppt/media/image44.wmf" ContentType="image/x-wmf"/>
  <Override PartName="/ppt/media/image45.wmf" ContentType="image/x-wmf"/>
  <Override PartName="/ppt/media/image46.wmf" ContentType="image/x-wmf"/>
  <Override PartName="/ppt/media/image47.wmf" ContentType="image/x-wmf"/>
  <Override PartName="/ppt/media/image48.wmf" ContentType="image/x-wmf"/>
  <Override PartName="/ppt/media/image49.wmf" ContentType="image/x-wmf"/>
  <Override PartName="/ppt/media/image52.wmf" ContentType="image/x-wmf"/>
  <Override PartName="/ppt/media/image67.wmf" ContentType="image/x-wmf"/>
  <Override PartName="/ppt/media/image55.png" ContentType="image/png"/>
  <Override PartName="/ppt/media/image57.wmf" ContentType="image/x-wmf"/>
  <Override PartName="/ppt/media/image58.wmf" ContentType="image/x-wmf"/>
  <Override PartName="/ppt/media/image59.wmf" ContentType="image/x-wmf"/>
  <Override PartName="/ppt/media/image62.wmf" ContentType="image/x-wmf"/>
  <Override PartName="/ppt/media/image64.wmf" ContentType="image/x-wmf"/>
  <Override PartName="/ppt/media/image65.wmf" ContentType="image/x-wmf"/>
  <Override PartName="/ppt/media/image69.wmf" ContentType="image/x-wmf"/>
  <Override PartName="/ppt/media/image70.wmf" ContentType="image/x-wmf"/>
  <Override PartName="/ppt/media/image71.wmf" ContentType="image/x-wmf"/>
  <Override PartName="/ppt/media/image72.wmf" ContentType="image/x-wmf"/>
  <Override PartName="/ppt/media/image73.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37.xml" ContentType="application/vnd.openxmlformats-officedocument.presentationml.slideLayout+xml"/>
  <Override PartName="/ppt/slideLayouts/slideLayout8.xml" ContentType="application/vnd.openxmlformats-officedocument.presentationml.slideLayout+xml"/>
  <Override PartName="/ppt/slideLayouts/slideLayout38.xml" ContentType="application/vnd.openxmlformats-officedocument.presentationml.slideLayout+xml"/>
  <Override PartName="/ppt/slideLayouts/slideLayout9.xml" ContentType="application/vnd.openxmlformats-officedocument.presentationml.slideLayout+xml"/>
  <Override PartName="/ppt/slideLayouts/slideLayout3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_rels/slideLayout31.xml.rels" ContentType="application/vnd.openxmlformats-package.relationships+xml"/>
  <Override PartName="/ppt/slideLayouts/_rels/slideLayout53.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55.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56.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57.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58.xml.rels" ContentType="application/vnd.openxmlformats-package.relationships+xml"/>
  <Override PartName="/ppt/slideLayouts/_rels/slideLayout37.xml.rels" ContentType="application/vnd.openxmlformats-package.relationships+xml"/>
  <Override PartName="/ppt/slideLayouts/_rels/slideLayout7.xml.rels" ContentType="application/vnd.openxmlformats-package.relationships+xml"/>
  <Override PartName="/ppt/slideLayouts/_rels/slideLayout59.xml.rels" ContentType="application/vnd.openxmlformats-package.relationships+xml"/>
  <Override PartName="/ppt/slideLayouts/_rels/slideLayout38.xml.rels" ContentType="application/vnd.openxmlformats-package.relationships+xml"/>
  <Override PartName="/ppt/slideLayouts/_rels/slideLayout8.xml.rels" ContentType="application/vnd.openxmlformats-package.relationships+xml"/>
  <Override PartName="/ppt/slideLayouts/_rels/slideLayout39.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42.xml.rels" ContentType="application/vnd.openxmlformats-package.relationships+xml"/>
  <Override PartName="/ppt/slideLayouts/_rels/slideLayout43.xml.rels" ContentType="application/vnd.openxmlformats-package.relationships+xml"/>
  <Override PartName="/ppt/slideLayouts/_rels/slideLayout44.xml.rels" ContentType="application/vnd.openxmlformats-package.relationships+xml"/>
  <Override PartName="/ppt/slideLayouts/_rels/slideLayout45.xml.rels" ContentType="application/vnd.openxmlformats-package.relationships+xml"/>
  <Override PartName="/ppt/slideLayouts/_rels/slideLayout46.xml.rels" ContentType="application/vnd.openxmlformats-package.relationships+xml"/>
  <Override PartName="/ppt/slideLayouts/_rels/slideLayout47.xml.rels" ContentType="application/vnd.openxmlformats-package.relationships+xml"/>
  <Override PartName="/ppt/slideLayouts/_rels/slideLayout48.xml.rels" ContentType="application/vnd.openxmlformats-package.relationships+xml"/>
  <Override PartName="/ppt/slideLayouts/_rels/slideLayout49.xml.rels" ContentType="application/vnd.openxmlformats-package.relationships+xml"/>
  <Override PartName="/ppt/slideLayouts/_rels/slideLayout50.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60.xml.rels" ContentType="application/vnd.openxmlformats-package.relationships+xml"/>
  <Override PartName="/ppt/slideLayouts/_rels/slideLayout61.xml.rels" ContentType="application/vnd.openxmlformats-package.relationships+xml"/>
  <Override PartName="/ppt/slideLayouts/_rels/slideLayout62.xml.rels" ContentType="application/vnd.openxmlformats-package.relationships+xml"/>
  <Override PartName="/ppt/slideLayouts/_rels/slideLayout63.xml.rels" ContentType="application/vnd.openxmlformats-package.relationships+xml"/>
  <Override PartName="/ppt/slideLayouts/_rels/slideLayout64.xml.rels" ContentType="application/vnd.openxmlformats-package.relationships+xml"/>
  <Override PartName="/ppt/slideLayouts/_rels/slideLayout65.xml.rels" ContentType="application/vnd.openxmlformats-package.relationships+xml"/>
  <Override PartName="/ppt/slideLayouts/_rels/slideLayout66.xml.rels" ContentType="application/vnd.openxmlformats-package.relationships+xml"/>
  <Override PartName="/ppt/slideLayouts/_rels/slideLayout67.xml.rels" ContentType="application/vnd.openxmlformats-package.relationships+xml"/>
  <Override PartName="/ppt/slideLayouts/_rels/slideLayout68.xml.rels" ContentType="application/vnd.openxmlformats-package.relationships+xml"/>
  <Override PartName="/ppt/slideLayouts/_rels/slideLayout69.xml.rels" ContentType="application/vnd.openxmlformats-package.relationships+xml"/>
  <Override PartName="/ppt/slideLayouts/_rels/slideLayout70.xml.rels" ContentType="application/vnd.openxmlformats-package.relationships+xml"/>
  <Override PartName="/ppt/slideLayouts/_rels/slideLayout71.xml.rels" ContentType="application/vnd.openxmlformats-package.relationships+xml"/>
  <Override PartName="/ppt/slideLayouts/_rels/slideLayout72.xml.rels" ContentType="application/vnd.openxmlformats-package.relationships+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3.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26.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slides/_rels/slide59.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_rels/slide62.xml.rels" ContentType="application/vnd.openxmlformats-package.relationships+xml"/>
  <Override PartName="/ppt/slides/_rels/slide63.xml.rels" ContentType="application/vnd.openxmlformats-package.relationships+xml"/>
  <Override PartName="/ppt/slides/_rels/slide64.xml.rels" ContentType="application/vnd.openxmlformats-package.relationships+xml"/>
  <Override PartName="/ppt/slides/_rels/slide65.xml.rels" ContentType="application/vnd.openxmlformats-package.relationships+xml"/>
  <Override PartName="/ppt/slides/_rels/slide66.xml.rels" ContentType="application/vnd.openxmlformats-package.relationships+xml"/>
  <Override PartName="/ppt/slides/_rels/slide67.xml.rels" ContentType="application/vnd.openxmlformats-package.relationships+xml"/>
  <Override PartName="/ppt/slides/_rels/slide68.xml.rels" ContentType="application/vnd.openxmlformats-package.relationships+xml"/>
  <Override PartName="/ppt/slides/_rels/slide69.xml.rels" ContentType="application/vnd.openxmlformats-package.relationships+xml"/>
  <Override PartName="/ppt/slides/_rels/slide70.xml.rels" ContentType="application/vnd.openxmlformats-package.relationships+xml"/>
  <Override PartName="/ppt/slides/_rels/slide71.xml.rels" ContentType="application/vnd.openxmlformats-package.relationships+xml"/>
  <Override PartName="/ppt/slides/_rels/slide72.xml.rels" ContentType="application/vnd.openxmlformats-package.relationships+xml"/>
  <Override PartName="/ppt/slides/_rels/slide73.xml.rels" ContentType="application/vnd.openxmlformats-package.relationships+xml"/>
  <Override PartName="/ppt/slides/_rels/slide74.xml.rels" ContentType="application/vnd.openxmlformats-package.relationships+xml"/>
  <Override PartName="/ppt/slides/_rels/slide75.xml.rels" ContentType="application/vnd.openxmlformats-package.relationships+xml"/>
  <Override PartName="/ppt/slides/_rels/slide76.xml.rels" ContentType="application/vnd.openxmlformats-package.relationships+xml"/>
  <Override PartName="/ppt/slides/_rels/slide77.xml.rels" ContentType="application/vnd.openxmlformats-package.relationships+xml"/>
  <Override PartName="/ppt/slides/_rels/slide78.xml.rels" ContentType="application/vnd.openxmlformats-package.relationships+xml"/>
  <Override PartName="/ppt/slides/_rels/slide79.xml.rels" ContentType="application/vnd.openxmlformats-package.relationships+xml"/>
  <Override PartName="/ppt/slides/_rels/slide80.xml.rels" ContentType="application/vnd.openxmlformats-package.relationships+xml"/>
  <Override PartName="/ppt/slides/_rels/slide81.xml.rels" ContentType="application/vnd.openxmlformats-package.relationships+xml"/>
  <Override PartName="/ppt/slides/_rels/slide82.xml.rels" ContentType="application/vnd.openxmlformats-package.relationships+xml"/>
  <Override PartName="/ppt/slides/_rels/slide83.xml.rels" ContentType="application/vnd.openxmlformats-package.relationships+xml"/>
  <Override PartName="/ppt/slides/_rels/slide84.xml.rels" ContentType="application/vnd.openxmlformats-package.relationships+xml"/>
  <Override PartName="/ppt/slides/_rels/slide85.xml.rels" ContentType="application/vnd.openxmlformats-package.relationships+xml"/>
  <Override PartName="/ppt/slides/_rels/slide86.xml.rels" ContentType="application/vnd.openxmlformats-package.relationshi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Lst>
  <p:sldSz cx="9144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en-IN" sz="3200" spc="-1" strike="noStrike">
                <a:solidFill>
                  <a:srgbClr val="47494b"/>
                </a:solidFill>
                <a:latin typeface="Calibri"/>
              </a:rPr>
              <a:t>Click to move the slide</a:t>
            </a:r>
            <a:endParaRPr b="0" lang="en-IN" sz="3200" spc="-1" strike="noStrike">
              <a:solidFill>
                <a:srgbClr val="47494b"/>
              </a:solidFill>
              <a:latin typeface="Calibri"/>
            </a:endParaRPr>
          </a:p>
        </p:txBody>
      </p:sp>
      <p:sp>
        <p:nvSpPr>
          <p:cNvPr id="280" name="PlaceHolder 2"/>
          <p:cNvSpPr>
            <a:spLocks noGrp="1"/>
          </p:cNvSpPr>
          <p:nvPr>
            <p:ph type="body"/>
          </p:nvPr>
        </p:nvSpPr>
        <p:spPr>
          <a:xfrm>
            <a:off x="756000" y="5078520"/>
            <a:ext cx="6047640" cy="4811040"/>
          </a:xfrm>
          <a:prstGeom prst="rect">
            <a:avLst/>
          </a:prstGeom>
        </p:spPr>
        <p:txBody>
          <a:bodyPr lIns="0" rIns="0" tIns="0" bIns="0">
            <a:noAutofit/>
          </a:bodyPr>
          <a:p>
            <a:r>
              <a:rPr b="0" lang="en-IN" sz="2000" spc="-1" strike="noStrike">
                <a:latin typeface="Arial"/>
              </a:rPr>
              <a:t>Click to edit the notes format</a:t>
            </a:r>
            <a:endParaRPr b="0" lang="en-IN" sz="2000" spc="-1" strike="noStrike">
              <a:latin typeface="Arial"/>
            </a:endParaRPr>
          </a:p>
        </p:txBody>
      </p:sp>
      <p:sp>
        <p:nvSpPr>
          <p:cNvPr id="281" name="PlaceHolder 3"/>
          <p:cNvSpPr>
            <a:spLocks noGrp="1"/>
          </p:cNvSpPr>
          <p:nvPr>
            <p:ph type="hdr"/>
          </p:nvPr>
        </p:nvSpPr>
        <p:spPr>
          <a:xfrm>
            <a:off x="0" y="0"/>
            <a:ext cx="3280680" cy="534240"/>
          </a:xfrm>
          <a:prstGeom prst="rect">
            <a:avLst/>
          </a:prstGeom>
        </p:spPr>
        <p:txBody>
          <a:bodyPr lIns="0" rIns="0" tIns="0" bIns="0">
            <a:noAutofit/>
          </a:bodyPr>
          <a:p>
            <a:r>
              <a:rPr b="0" lang="en-IN" sz="1400" spc="-1" strike="noStrike">
                <a:latin typeface="Times New Roman"/>
              </a:rPr>
              <a:t>&lt;header&gt;</a:t>
            </a:r>
            <a:endParaRPr b="0" lang="en-IN" sz="1400" spc="-1" strike="noStrike">
              <a:latin typeface="Times New Roman"/>
            </a:endParaRPr>
          </a:p>
        </p:txBody>
      </p:sp>
      <p:sp>
        <p:nvSpPr>
          <p:cNvPr id="282" name="PlaceHolder 4"/>
          <p:cNvSpPr>
            <a:spLocks noGrp="1"/>
          </p:cNvSpPr>
          <p:nvPr>
            <p:ph type="dt"/>
          </p:nvPr>
        </p:nvSpPr>
        <p:spPr>
          <a:xfrm>
            <a:off x="4278960" y="0"/>
            <a:ext cx="3280680" cy="534240"/>
          </a:xfrm>
          <a:prstGeom prst="rect">
            <a:avLst/>
          </a:prstGeom>
        </p:spPr>
        <p:txBody>
          <a:bodyPr lIns="0" rIns="0" tIns="0" bIns="0">
            <a:noAutofit/>
          </a:bodyPr>
          <a:p>
            <a:pPr algn="r"/>
            <a:r>
              <a:rPr b="0" lang="en-IN" sz="1400" spc="-1" strike="noStrike">
                <a:latin typeface="Times New Roman"/>
              </a:rPr>
              <a:t>&lt;date/time&gt;</a:t>
            </a:r>
            <a:endParaRPr b="0" lang="en-IN" sz="1400" spc="-1" strike="noStrike">
              <a:latin typeface="Times New Roman"/>
            </a:endParaRPr>
          </a:p>
        </p:txBody>
      </p:sp>
      <p:sp>
        <p:nvSpPr>
          <p:cNvPr id="283" name="PlaceHolder 5"/>
          <p:cNvSpPr>
            <a:spLocks noGrp="1"/>
          </p:cNvSpPr>
          <p:nvPr>
            <p:ph type="ftr"/>
          </p:nvPr>
        </p:nvSpPr>
        <p:spPr>
          <a:xfrm>
            <a:off x="0" y="10157400"/>
            <a:ext cx="3280680" cy="534240"/>
          </a:xfrm>
          <a:prstGeom prst="rect">
            <a:avLst/>
          </a:prstGeom>
        </p:spPr>
        <p:txBody>
          <a:bodyPr lIns="0" rIns="0" tIns="0" bIns="0" anchor="b">
            <a:noAutofit/>
          </a:bodyPr>
          <a:p>
            <a:r>
              <a:rPr b="0" lang="en-IN" sz="1400" spc="-1" strike="noStrike">
                <a:latin typeface="Times New Roman"/>
              </a:rPr>
              <a:t>&lt;footer&gt;</a:t>
            </a:r>
            <a:endParaRPr b="0" lang="en-IN" sz="1400" spc="-1" strike="noStrike">
              <a:latin typeface="Times New Roman"/>
            </a:endParaRPr>
          </a:p>
        </p:txBody>
      </p:sp>
      <p:sp>
        <p:nvSpPr>
          <p:cNvPr id="284"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7B550660-69AF-461D-BEA1-2B7AA26FD838}"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sldImg"/>
          </p:nvPr>
        </p:nvSpPr>
        <p:spPr>
          <a:xfrm>
            <a:off x="1371600" y="1143000"/>
            <a:ext cx="4114440" cy="3085920"/>
          </a:xfrm>
          <a:prstGeom prst="rect">
            <a:avLst/>
          </a:prstGeom>
        </p:spPr>
      </p:sp>
      <p:sp>
        <p:nvSpPr>
          <p:cNvPr id="590"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591"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PlaceHolder 1"/>
          <p:cNvSpPr>
            <a:spLocks noGrp="1"/>
          </p:cNvSpPr>
          <p:nvPr>
            <p:ph type="sldImg"/>
          </p:nvPr>
        </p:nvSpPr>
        <p:spPr>
          <a:xfrm>
            <a:off x="1371600" y="1143000"/>
            <a:ext cx="4114440" cy="3085920"/>
          </a:xfrm>
          <a:prstGeom prst="rect">
            <a:avLst/>
          </a:prstGeom>
        </p:spPr>
      </p:sp>
      <p:sp>
        <p:nvSpPr>
          <p:cNvPr id="593"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594"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sldImg"/>
          </p:nvPr>
        </p:nvSpPr>
        <p:spPr>
          <a:xfrm>
            <a:off x="1371600" y="1143000"/>
            <a:ext cx="4114440" cy="3085920"/>
          </a:xfrm>
          <a:prstGeom prst="rect">
            <a:avLst/>
          </a:prstGeom>
        </p:spPr>
      </p:sp>
      <p:sp>
        <p:nvSpPr>
          <p:cNvPr id="596"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597"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8" name="PlaceHolder 1"/>
          <p:cNvSpPr>
            <a:spLocks noGrp="1"/>
          </p:cNvSpPr>
          <p:nvPr>
            <p:ph type="sldImg"/>
          </p:nvPr>
        </p:nvSpPr>
        <p:spPr>
          <a:xfrm>
            <a:off x="1371600" y="1143000"/>
            <a:ext cx="4114440" cy="3085920"/>
          </a:xfrm>
          <a:prstGeom prst="rect">
            <a:avLst/>
          </a:prstGeom>
        </p:spPr>
      </p:sp>
      <p:sp>
        <p:nvSpPr>
          <p:cNvPr id="599"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00"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1" name="PlaceHolder 1"/>
          <p:cNvSpPr>
            <a:spLocks noGrp="1"/>
          </p:cNvSpPr>
          <p:nvPr>
            <p:ph type="sldImg"/>
          </p:nvPr>
        </p:nvSpPr>
        <p:spPr>
          <a:xfrm>
            <a:off x="1371600" y="1143000"/>
            <a:ext cx="4114440" cy="3085920"/>
          </a:xfrm>
          <a:prstGeom prst="rect">
            <a:avLst/>
          </a:prstGeom>
        </p:spPr>
      </p:sp>
      <p:sp>
        <p:nvSpPr>
          <p:cNvPr id="602"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03"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4" name="PlaceHolder 1"/>
          <p:cNvSpPr>
            <a:spLocks noGrp="1"/>
          </p:cNvSpPr>
          <p:nvPr>
            <p:ph type="sldImg"/>
          </p:nvPr>
        </p:nvSpPr>
        <p:spPr>
          <a:xfrm>
            <a:off x="1371600" y="1143000"/>
            <a:ext cx="4114440" cy="3085920"/>
          </a:xfrm>
          <a:prstGeom prst="rect">
            <a:avLst/>
          </a:prstGeom>
        </p:spPr>
      </p:sp>
      <p:sp>
        <p:nvSpPr>
          <p:cNvPr id="605"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06"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sldImg"/>
          </p:nvPr>
        </p:nvSpPr>
        <p:spPr>
          <a:xfrm>
            <a:off x="1371600" y="1143000"/>
            <a:ext cx="4114440" cy="3085920"/>
          </a:xfrm>
          <a:prstGeom prst="rect">
            <a:avLst/>
          </a:prstGeom>
        </p:spPr>
      </p:sp>
      <p:sp>
        <p:nvSpPr>
          <p:cNvPr id="608"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09"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0" name="PlaceHolder 1"/>
          <p:cNvSpPr>
            <a:spLocks noGrp="1"/>
          </p:cNvSpPr>
          <p:nvPr>
            <p:ph type="sldImg"/>
          </p:nvPr>
        </p:nvSpPr>
        <p:spPr>
          <a:xfrm>
            <a:off x="1371600" y="1143000"/>
            <a:ext cx="4114440" cy="3085920"/>
          </a:xfrm>
          <a:prstGeom prst="rect">
            <a:avLst/>
          </a:prstGeom>
        </p:spPr>
      </p:sp>
      <p:sp>
        <p:nvSpPr>
          <p:cNvPr id="611"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12"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PlaceHolder 1"/>
          <p:cNvSpPr>
            <a:spLocks noGrp="1"/>
          </p:cNvSpPr>
          <p:nvPr>
            <p:ph type="sldImg"/>
          </p:nvPr>
        </p:nvSpPr>
        <p:spPr>
          <a:xfrm>
            <a:off x="1371600" y="1143000"/>
            <a:ext cx="4114440" cy="3085920"/>
          </a:xfrm>
          <a:prstGeom prst="rect">
            <a:avLst/>
          </a:prstGeom>
        </p:spPr>
      </p:sp>
      <p:sp>
        <p:nvSpPr>
          <p:cNvPr id="614"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15"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sldImg"/>
          </p:nvPr>
        </p:nvSpPr>
        <p:spPr>
          <a:xfrm>
            <a:off x="1371600" y="1143000"/>
            <a:ext cx="4114440" cy="3085920"/>
          </a:xfrm>
          <a:prstGeom prst="rect">
            <a:avLst/>
          </a:prstGeom>
        </p:spPr>
      </p:sp>
      <p:sp>
        <p:nvSpPr>
          <p:cNvPr id="617"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18"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1371600" y="1143000"/>
            <a:ext cx="4114440" cy="3085920"/>
          </a:xfrm>
          <a:prstGeom prst="rect">
            <a:avLst/>
          </a:prstGeom>
        </p:spPr>
      </p:sp>
      <p:sp>
        <p:nvSpPr>
          <p:cNvPr id="620"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21"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sldImg"/>
          </p:nvPr>
        </p:nvSpPr>
        <p:spPr>
          <a:xfrm>
            <a:off x="1371600" y="1143000"/>
            <a:ext cx="4114440" cy="3085920"/>
          </a:xfrm>
          <a:prstGeom prst="rect">
            <a:avLst/>
          </a:prstGeom>
        </p:spPr>
      </p:sp>
      <p:sp>
        <p:nvSpPr>
          <p:cNvPr id="623"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24"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1371600" y="1143000"/>
            <a:ext cx="4114440" cy="3085920"/>
          </a:xfrm>
          <a:prstGeom prst="rect">
            <a:avLst/>
          </a:prstGeom>
        </p:spPr>
      </p:sp>
      <p:sp>
        <p:nvSpPr>
          <p:cNvPr id="626"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27"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8" name="PlaceHolder 1"/>
          <p:cNvSpPr>
            <a:spLocks noGrp="1"/>
          </p:cNvSpPr>
          <p:nvPr>
            <p:ph type="sldImg"/>
          </p:nvPr>
        </p:nvSpPr>
        <p:spPr>
          <a:xfrm>
            <a:off x="1371600" y="1143000"/>
            <a:ext cx="4114440" cy="3085920"/>
          </a:xfrm>
          <a:prstGeom prst="rect">
            <a:avLst/>
          </a:prstGeom>
        </p:spPr>
      </p:sp>
      <p:sp>
        <p:nvSpPr>
          <p:cNvPr id="629"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30"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1371600" y="1143000"/>
            <a:ext cx="4114440" cy="3085920"/>
          </a:xfrm>
          <a:prstGeom prst="rect">
            <a:avLst/>
          </a:prstGeom>
        </p:spPr>
      </p:sp>
      <p:sp>
        <p:nvSpPr>
          <p:cNvPr id="632"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33"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1371600" y="1143000"/>
            <a:ext cx="4114440" cy="3085920"/>
          </a:xfrm>
          <a:prstGeom prst="rect">
            <a:avLst/>
          </a:prstGeom>
        </p:spPr>
      </p:sp>
      <p:sp>
        <p:nvSpPr>
          <p:cNvPr id="635" name="PlaceHolder 2"/>
          <p:cNvSpPr>
            <a:spLocks noGrp="1"/>
          </p:cNvSpPr>
          <p:nvPr>
            <p:ph type="body"/>
          </p:nvPr>
        </p:nvSpPr>
        <p:spPr>
          <a:xfrm>
            <a:off x="685800" y="4400640"/>
            <a:ext cx="5486040" cy="3600000"/>
          </a:xfrm>
          <a:prstGeom prst="rect">
            <a:avLst/>
          </a:prstGeom>
        </p:spPr>
        <p:txBody>
          <a:bodyPr>
            <a:noAutofit/>
          </a:bodyPr>
          <a:p>
            <a:endParaRPr b="0" lang="en-IN" sz="2000" spc="-1" strike="noStrike">
              <a:latin typeface="Arial"/>
            </a:endParaRPr>
          </a:p>
        </p:txBody>
      </p:sp>
      <p:sp>
        <p:nvSpPr>
          <p:cNvPr id="636" name="TextShape 3"/>
          <p:cNvSpPr txBox="1"/>
          <p:nvPr/>
        </p:nvSpPr>
        <p:spPr>
          <a:xfrm>
            <a:off x="3884760" y="8685360"/>
            <a:ext cx="2971440" cy="458280"/>
          </a:xfrm>
          <a:prstGeom prst="rect">
            <a:avLst/>
          </a:prstGeom>
          <a:noFill/>
          <a:ln w="9360">
            <a:noFill/>
          </a:ln>
        </p:spPr>
        <p:txBody>
          <a:bodyPr anchor="b">
            <a:noAutofit/>
          </a:bodyPr>
          <a:p>
            <a:endParaRPr b="0" lang="en-IN" sz="24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2" name="PlaceHolder 2"/>
          <p:cNvSpPr>
            <a:spLocks noGrp="1"/>
          </p:cNvSpPr>
          <p:nvPr>
            <p:ph type="subTitle"/>
          </p:nvPr>
        </p:nvSpPr>
        <p:spPr>
          <a:xfrm>
            <a:off x="1049760" y="1244520"/>
            <a:ext cx="3809520" cy="49320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4" name="PlaceHolder 2"/>
          <p:cNvSpPr>
            <a:spLocks noGrp="1"/>
          </p:cNvSpPr>
          <p:nvPr>
            <p:ph type="body"/>
          </p:nvPr>
        </p:nvSpPr>
        <p:spPr>
          <a:xfrm>
            <a:off x="1049760" y="1244520"/>
            <a:ext cx="380952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6"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7"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339840" y="262080"/>
            <a:ext cx="8370360" cy="298656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1"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2"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3"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5"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6"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7" name="PlaceHolder 4"/>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9"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30"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31" name="PlaceHolder 4"/>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33" name="PlaceHolder 2"/>
          <p:cNvSpPr>
            <a:spLocks noGrp="1"/>
          </p:cNvSpPr>
          <p:nvPr>
            <p:ph type="body"/>
          </p:nvPr>
        </p:nvSpPr>
        <p:spPr>
          <a:xfrm>
            <a:off x="1049760" y="124452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34" name="PlaceHolder 3"/>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36"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37"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38"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39" name="PlaceHolder 5"/>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41" name="PlaceHolder 2"/>
          <p:cNvSpPr>
            <a:spLocks noGrp="1"/>
          </p:cNvSpPr>
          <p:nvPr>
            <p:ph type="body"/>
          </p:nvPr>
        </p:nvSpPr>
        <p:spPr>
          <a:xfrm>
            <a:off x="104976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42" name="PlaceHolder 3"/>
          <p:cNvSpPr>
            <a:spLocks noGrp="1"/>
          </p:cNvSpPr>
          <p:nvPr>
            <p:ph type="body"/>
          </p:nvPr>
        </p:nvSpPr>
        <p:spPr>
          <a:xfrm>
            <a:off x="233784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43" name="PlaceHolder 4"/>
          <p:cNvSpPr>
            <a:spLocks noGrp="1"/>
          </p:cNvSpPr>
          <p:nvPr>
            <p:ph type="body"/>
          </p:nvPr>
        </p:nvSpPr>
        <p:spPr>
          <a:xfrm>
            <a:off x="362628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44" name="PlaceHolder 5"/>
          <p:cNvSpPr>
            <a:spLocks noGrp="1"/>
          </p:cNvSpPr>
          <p:nvPr>
            <p:ph type="body"/>
          </p:nvPr>
        </p:nvSpPr>
        <p:spPr>
          <a:xfrm>
            <a:off x="104976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45" name="PlaceHolder 6"/>
          <p:cNvSpPr>
            <a:spLocks noGrp="1"/>
          </p:cNvSpPr>
          <p:nvPr>
            <p:ph type="body"/>
          </p:nvPr>
        </p:nvSpPr>
        <p:spPr>
          <a:xfrm>
            <a:off x="233784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46" name="PlaceHolder 7"/>
          <p:cNvSpPr>
            <a:spLocks noGrp="1"/>
          </p:cNvSpPr>
          <p:nvPr>
            <p:ph type="body"/>
          </p:nvPr>
        </p:nvSpPr>
        <p:spPr>
          <a:xfrm>
            <a:off x="362628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7"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58" name="PlaceHolder 2"/>
          <p:cNvSpPr>
            <a:spLocks noGrp="1"/>
          </p:cNvSpPr>
          <p:nvPr>
            <p:ph type="subTitle"/>
          </p:nvPr>
        </p:nvSpPr>
        <p:spPr>
          <a:xfrm>
            <a:off x="1049760" y="1244520"/>
            <a:ext cx="3809520" cy="49320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60" name="PlaceHolder 2"/>
          <p:cNvSpPr>
            <a:spLocks noGrp="1"/>
          </p:cNvSpPr>
          <p:nvPr>
            <p:ph type="body"/>
          </p:nvPr>
        </p:nvSpPr>
        <p:spPr>
          <a:xfrm>
            <a:off x="1049760" y="1244520"/>
            <a:ext cx="380952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62"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63"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4"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5" name="PlaceHolder 1"/>
          <p:cNvSpPr>
            <a:spLocks noGrp="1"/>
          </p:cNvSpPr>
          <p:nvPr>
            <p:ph type="subTitle"/>
          </p:nvPr>
        </p:nvSpPr>
        <p:spPr>
          <a:xfrm>
            <a:off x="339840" y="262080"/>
            <a:ext cx="8370360" cy="298656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67"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68"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69"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71"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72"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73" name="PlaceHolder 4"/>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75"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76"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77" name="PlaceHolder 4"/>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79" name="PlaceHolder 2"/>
          <p:cNvSpPr>
            <a:spLocks noGrp="1"/>
          </p:cNvSpPr>
          <p:nvPr>
            <p:ph type="body"/>
          </p:nvPr>
        </p:nvSpPr>
        <p:spPr>
          <a:xfrm>
            <a:off x="1049760" y="124452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80" name="PlaceHolder 3"/>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82"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83"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84"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85" name="PlaceHolder 5"/>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87" name="PlaceHolder 2"/>
          <p:cNvSpPr>
            <a:spLocks noGrp="1"/>
          </p:cNvSpPr>
          <p:nvPr>
            <p:ph type="body"/>
          </p:nvPr>
        </p:nvSpPr>
        <p:spPr>
          <a:xfrm>
            <a:off x="104976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88" name="PlaceHolder 3"/>
          <p:cNvSpPr>
            <a:spLocks noGrp="1"/>
          </p:cNvSpPr>
          <p:nvPr>
            <p:ph type="body"/>
          </p:nvPr>
        </p:nvSpPr>
        <p:spPr>
          <a:xfrm>
            <a:off x="233784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89" name="PlaceHolder 4"/>
          <p:cNvSpPr>
            <a:spLocks noGrp="1"/>
          </p:cNvSpPr>
          <p:nvPr>
            <p:ph type="body"/>
          </p:nvPr>
        </p:nvSpPr>
        <p:spPr>
          <a:xfrm>
            <a:off x="362628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90" name="PlaceHolder 5"/>
          <p:cNvSpPr>
            <a:spLocks noGrp="1"/>
          </p:cNvSpPr>
          <p:nvPr>
            <p:ph type="body"/>
          </p:nvPr>
        </p:nvSpPr>
        <p:spPr>
          <a:xfrm>
            <a:off x="104976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91" name="PlaceHolder 6"/>
          <p:cNvSpPr>
            <a:spLocks noGrp="1"/>
          </p:cNvSpPr>
          <p:nvPr>
            <p:ph type="body"/>
          </p:nvPr>
        </p:nvSpPr>
        <p:spPr>
          <a:xfrm>
            <a:off x="233784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92" name="PlaceHolder 7"/>
          <p:cNvSpPr>
            <a:spLocks noGrp="1"/>
          </p:cNvSpPr>
          <p:nvPr>
            <p:ph type="body"/>
          </p:nvPr>
        </p:nvSpPr>
        <p:spPr>
          <a:xfrm>
            <a:off x="362628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3"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04" name="PlaceHolder 2"/>
          <p:cNvSpPr>
            <a:spLocks noGrp="1"/>
          </p:cNvSpPr>
          <p:nvPr>
            <p:ph type="subTitle"/>
          </p:nvPr>
        </p:nvSpPr>
        <p:spPr>
          <a:xfrm>
            <a:off x="1049760" y="1244520"/>
            <a:ext cx="3809520" cy="49320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06" name="PlaceHolder 2"/>
          <p:cNvSpPr>
            <a:spLocks noGrp="1"/>
          </p:cNvSpPr>
          <p:nvPr>
            <p:ph type="body"/>
          </p:nvPr>
        </p:nvSpPr>
        <p:spPr>
          <a:xfrm>
            <a:off x="1049760" y="1244520"/>
            <a:ext cx="380952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08"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09"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1" name="PlaceHolder 1"/>
          <p:cNvSpPr>
            <a:spLocks noGrp="1"/>
          </p:cNvSpPr>
          <p:nvPr>
            <p:ph type="subTitle"/>
          </p:nvPr>
        </p:nvSpPr>
        <p:spPr>
          <a:xfrm>
            <a:off x="339840" y="262080"/>
            <a:ext cx="8370360" cy="298656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13"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14"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15"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17"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18"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19" name="PlaceHolder 4"/>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21"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22"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23" name="PlaceHolder 4"/>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4"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25" name="PlaceHolder 2"/>
          <p:cNvSpPr>
            <a:spLocks noGrp="1"/>
          </p:cNvSpPr>
          <p:nvPr>
            <p:ph type="body"/>
          </p:nvPr>
        </p:nvSpPr>
        <p:spPr>
          <a:xfrm>
            <a:off x="1049760" y="124452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26" name="PlaceHolder 3"/>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28"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29"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30"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31" name="PlaceHolder 5"/>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33" name="PlaceHolder 2"/>
          <p:cNvSpPr>
            <a:spLocks noGrp="1"/>
          </p:cNvSpPr>
          <p:nvPr>
            <p:ph type="body"/>
          </p:nvPr>
        </p:nvSpPr>
        <p:spPr>
          <a:xfrm>
            <a:off x="104976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34" name="PlaceHolder 3"/>
          <p:cNvSpPr>
            <a:spLocks noGrp="1"/>
          </p:cNvSpPr>
          <p:nvPr>
            <p:ph type="body"/>
          </p:nvPr>
        </p:nvSpPr>
        <p:spPr>
          <a:xfrm>
            <a:off x="233784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35" name="PlaceHolder 4"/>
          <p:cNvSpPr>
            <a:spLocks noGrp="1"/>
          </p:cNvSpPr>
          <p:nvPr>
            <p:ph type="body"/>
          </p:nvPr>
        </p:nvSpPr>
        <p:spPr>
          <a:xfrm>
            <a:off x="362628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36" name="PlaceHolder 5"/>
          <p:cNvSpPr>
            <a:spLocks noGrp="1"/>
          </p:cNvSpPr>
          <p:nvPr>
            <p:ph type="body"/>
          </p:nvPr>
        </p:nvSpPr>
        <p:spPr>
          <a:xfrm>
            <a:off x="104976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37" name="PlaceHolder 6"/>
          <p:cNvSpPr>
            <a:spLocks noGrp="1"/>
          </p:cNvSpPr>
          <p:nvPr>
            <p:ph type="body"/>
          </p:nvPr>
        </p:nvSpPr>
        <p:spPr>
          <a:xfrm>
            <a:off x="233784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38" name="PlaceHolder 7"/>
          <p:cNvSpPr>
            <a:spLocks noGrp="1"/>
          </p:cNvSpPr>
          <p:nvPr>
            <p:ph type="body"/>
          </p:nvPr>
        </p:nvSpPr>
        <p:spPr>
          <a:xfrm>
            <a:off x="362628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5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51" name="PlaceHolder 2"/>
          <p:cNvSpPr>
            <a:spLocks noGrp="1"/>
          </p:cNvSpPr>
          <p:nvPr>
            <p:ph type="subTitle"/>
          </p:nvPr>
        </p:nvSpPr>
        <p:spPr>
          <a:xfrm>
            <a:off x="1049760" y="1244520"/>
            <a:ext cx="3809520" cy="49320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53" name="PlaceHolder 2"/>
          <p:cNvSpPr>
            <a:spLocks noGrp="1"/>
          </p:cNvSpPr>
          <p:nvPr>
            <p:ph type="body"/>
          </p:nvPr>
        </p:nvSpPr>
        <p:spPr>
          <a:xfrm>
            <a:off x="1049760" y="1244520"/>
            <a:ext cx="380952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55"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56"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7"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8" name="PlaceHolder 1"/>
          <p:cNvSpPr>
            <a:spLocks noGrp="1"/>
          </p:cNvSpPr>
          <p:nvPr>
            <p:ph type="subTitle"/>
          </p:nvPr>
        </p:nvSpPr>
        <p:spPr>
          <a:xfrm>
            <a:off x="339840" y="262080"/>
            <a:ext cx="8370360" cy="298656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60"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61"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62"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64"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65"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66" name="PlaceHolder 4"/>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68"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69"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70" name="PlaceHolder 4"/>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72" name="PlaceHolder 2"/>
          <p:cNvSpPr>
            <a:spLocks noGrp="1"/>
          </p:cNvSpPr>
          <p:nvPr>
            <p:ph type="body"/>
          </p:nvPr>
        </p:nvSpPr>
        <p:spPr>
          <a:xfrm>
            <a:off x="1049760" y="124452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73" name="PlaceHolder 3"/>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75"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76"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77"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78" name="PlaceHolder 5"/>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80" name="PlaceHolder 2"/>
          <p:cNvSpPr>
            <a:spLocks noGrp="1"/>
          </p:cNvSpPr>
          <p:nvPr>
            <p:ph type="body"/>
          </p:nvPr>
        </p:nvSpPr>
        <p:spPr>
          <a:xfrm>
            <a:off x="104976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81" name="PlaceHolder 3"/>
          <p:cNvSpPr>
            <a:spLocks noGrp="1"/>
          </p:cNvSpPr>
          <p:nvPr>
            <p:ph type="body"/>
          </p:nvPr>
        </p:nvSpPr>
        <p:spPr>
          <a:xfrm>
            <a:off x="233784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82" name="PlaceHolder 4"/>
          <p:cNvSpPr>
            <a:spLocks noGrp="1"/>
          </p:cNvSpPr>
          <p:nvPr>
            <p:ph type="body"/>
          </p:nvPr>
        </p:nvSpPr>
        <p:spPr>
          <a:xfrm>
            <a:off x="362628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83" name="PlaceHolder 5"/>
          <p:cNvSpPr>
            <a:spLocks noGrp="1"/>
          </p:cNvSpPr>
          <p:nvPr>
            <p:ph type="body"/>
          </p:nvPr>
        </p:nvSpPr>
        <p:spPr>
          <a:xfrm>
            <a:off x="104976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84" name="PlaceHolder 6"/>
          <p:cNvSpPr>
            <a:spLocks noGrp="1"/>
          </p:cNvSpPr>
          <p:nvPr>
            <p:ph type="body"/>
          </p:nvPr>
        </p:nvSpPr>
        <p:spPr>
          <a:xfrm>
            <a:off x="233784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185" name="PlaceHolder 7"/>
          <p:cNvSpPr>
            <a:spLocks noGrp="1"/>
          </p:cNvSpPr>
          <p:nvPr>
            <p:ph type="body"/>
          </p:nvPr>
        </p:nvSpPr>
        <p:spPr>
          <a:xfrm>
            <a:off x="362628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96"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97" name="PlaceHolder 2"/>
          <p:cNvSpPr>
            <a:spLocks noGrp="1"/>
          </p:cNvSpPr>
          <p:nvPr>
            <p:ph type="subTitle"/>
          </p:nvPr>
        </p:nvSpPr>
        <p:spPr>
          <a:xfrm>
            <a:off x="1049760" y="1244520"/>
            <a:ext cx="3809520" cy="49320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199" name="PlaceHolder 2"/>
          <p:cNvSpPr>
            <a:spLocks noGrp="1"/>
          </p:cNvSpPr>
          <p:nvPr>
            <p:ph type="body"/>
          </p:nvPr>
        </p:nvSpPr>
        <p:spPr>
          <a:xfrm>
            <a:off x="1049760" y="1244520"/>
            <a:ext cx="380952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01"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02"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3"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4" name="PlaceHolder 1"/>
          <p:cNvSpPr>
            <a:spLocks noGrp="1"/>
          </p:cNvSpPr>
          <p:nvPr>
            <p:ph type="subTitle"/>
          </p:nvPr>
        </p:nvSpPr>
        <p:spPr>
          <a:xfrm>
            <a:off x="339840" y="262080"/>
            <a:ext cx="8370360" cy="298656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06"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07"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08"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10"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11"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12" name="PlaceHolder 4"/>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14"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15"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16" name="PlaceHolder 4"/>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18" name="PlaceHolder 2"/>
          <p:cNvSpPr>
            <a:spLocks noGrp="1"/>
          </p:cNvSpPr>
          <p:nvPr>
            <p:ph type="body"/>
          </p:nvPr>
        </p:nvSpPr>
        <p:spPr>
          <a:xfrm>
            <a:off x="1049760" y="124452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19" name="PlaceHolder 3"/>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21"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22"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23"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24" name="PlaceHolder 5"/>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5"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26" name="PlaceHolder 2"/>
          <p:cNvSpPr>
            <a:spLocks noGrp="1"/>
          </p:cNvSpPr>
          <p:nvPr>
            <p:ph type="body"/>
          </p:nvPr>
        </p:nvSpPr>
        <p:spPr>
          <a:xfrm>
            <a:off x="104976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27" name="PlaceHolder 3"/>
          <p:cNvSpPr>
            <a:spLocks noGrp="1"/>
          </p:cNvSpPr>
          <p:nvPr>
            <p:ph type="body"/>
          </p:nvPr>
        </p:nvSpPr>
        <p:spPr>
          <a:xfrm>
            <a:off x="233784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28" name="PlaceHolder 4"/>
          <p:cNvSpPr>
            <a:spLocks noGrp="1"/>
          </p:cNvSpPr>
          <p:nvPr>
            <p:ph type="body"/>
          </p:nvPr>
        </p:nvSpPr>
        <p:spPr>
          <a:xfrm>
            <a:off x="362628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29" name="PlaceHolder 5"/>
          <p:cNvSpPr>
            <a:spLocks noGrp="1"/>
          </p:cNvSpPr>
          <p:nvPr>
            <p:ph type="body"/>
          </p:nvPr>
        </p:nvSpPr>
        <p:spPr>
          <a:xfrm>
            <a:off x="104976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30" name="PlaceHolder 6"/>
          <p:cNvSpPr>
            <a:spLocks noGrp="1"/>
          </p:cNvSpPr>
          <p:nvPr>
            <p:ph type="body"/>
          </p:nvPr>
        </p:nvSpPr>
        <p:spPr>
          <a:xfrm>
            <a:off x="233784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31" name="PlaceHolder 7"/>
          <p:cNvSpPr>
            <a:spLocks noGrp="1"/>
          </p:cNvSpPr>
          <p:nvPr>
            <p:ph type="body"/>
          </p:nvPr>
        </p:nvSpPr>
        <p:spPr>
          <a:xfrm>
            <a:off x="362628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43"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44" name="PlaceHolder 2"/>
          <p:cNvSpPr>
            <a:spLocks noGrp="1"/>
          </p:cNvSpPr>
          <p:nvPr>
            <p:ph type="subTitle"/>
          </p:nvPr>
        </p:nvSpPr>
        <p:spPr>
          <a:xfrm>
            <a:off x="1049760" y="1244520"/>
            <a:ext cx="3809520" cy="49320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46" name="PlaceHolder 2"/>
          <p:cNvSpPr>
            <a:spLocks noGrp="1"/>
          </p:cNvSpPr>
          <p:nvPr>
            <p:ph type="body"/>
          </p:nvPr>
        </p:nvSpPr>
        <p:spPr>
          <a:xfrm>
            <a:off x="1049760" y="1244520"/>
            <a:ext cx="380952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47"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48"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49"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5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51" name="PlaceHolder 1"/>
          <p:cNvSpPr>
            <a:spLocks noGrp="1"/>
          </p:cNvSpPr>
          <p:nvPr>
            <p:ph type="subTitle"/>
          </p:nvPr>
        </p:nvSpPr>
        <p:spPr>
          <a:xfrm>
            <a:off x="339840" y="262080"/>
            <a:ext cx="8370360" cy="298656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52"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53"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54" name="PlaceHolder 3"/>
          <p:cNvSpPr>
            <a:spLocks noGrp="1"/>
          </p:cNvSpPr>
          <p:nvPr>
            <p:ph type="body"/>
          </p:nvPr>
        </p:nvSpPr>
        <p:spPr>
          <a:xfrm>
            <a:off x="300204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55"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56"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57" name="PlaceHolder 2"/>
          <p:cNvSpPr>
            <a:spLocks noGrp="1"/>
          </p:cNvSpPr>
          <p:nvPr>
            <p:ph type="body"/>
          </p:nvPr>
        </p:nvSpPr>
        <p:spPr>
          <a:xfrm>
            <a:off x="1049760" y="1244520"/>
            <a:ext cx="1859040" cy="493200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58"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59" name="PlaceHolder 4"/>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0"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61"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62"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63" name="PlaceHolder 4"/>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65" name="PlaceHolder 2"/>
          <p:cNvSpPr>
            <a:spLocks noGrp="1"/>
          </p:cNvSpPr>
          <p:nvPr>
            <p:ph type="body"/>
          </p:nvPr>
        </p:nvSpPr>
        <p:spPr>
          <a:xfrm>
            <a:off x="1049760" y="124452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66" name="PlaceHolder 3"/>
          <p:cNvSpPr>
            <a:spLocks noGrp="1"/>
          </p:cNvSpPr>
          <p:nvPr>
            <p:ph type="body"/>
          </p:nvPr>
        </p:nvSpPr>
        <p:spPr>
          <a:xfrm>
            <a:off x="1049760" y="3820680"/>
            <a:ext cx="3809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7"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68" name="PlaceHolder 2"/>
          <p:cNvSpPr>
            <a:spLocks noGrp="1"/>
          </p:cNvSpPr>
          <p:nvPr>
            <p:ph type="body"/>
          </p:nvPr>
        </p:nvSpPr>
        <p:spPr>
          <a:xfrm>
            <a:off x="104976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69" name="PlaceHolder 3"/>
          <p:cNvSpPr>
            <a:spLocks noGrp="1"/>
          </p:cNvSpPr>
          <p:nvPr>
            <p:ph type="body"/>
          </p:nvPr>
        </p:nvSpPr>
        <p:spPr>
          <a:xfrm>
            <a:off x="3002040" y="124452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70" name="PlaceHolder 4"/>
          <p:cNvSpPr>
            <a:spLocks noGrp="1"/>
          </p:cNvSpPr>
          <p:nvPr>
            <p:ph type="body"/>
          </p:nvPr>
        </p:nvSpPr>
        <p:spPr>
          <a:xfrm>
            <a:off x="104976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71" name="PlaceHolder 5"/>
          <p:cNvSpPr>
            <a:spLocks noGrp="1"/>
          </p:cNvSpPr>
          <p:nvPr>
            <p:ph type="body"/>
          </p:nvPr>
        </p:nvSpPr>
        <p:spPr>
          <a:xfrm>
            <a:off x="3002040" y="3820680"/>
            <a:ext cx="185904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339840" y="262080"/>
            <a:ext cx="8370360" cy="644040"/>
          </a:xfrm>
          <a:prstGeom prst="rect">
            <a:avLst/>
          </a:prstGeom>
        </p:spPr>
        <p:txBody>
          <a:bodyPr lIns="0" rIns="0" tIns="0" bIns="0" anchor="ctr">
            <a:noAutofit/>
          </a:bodyPr>
          <a:p>
            <a:endParaRPr b="0" lang="en-IN" sz="3200" spc="-1" strike="noStrike">
              <a:solidFill>
                <a:srgbClr val="47494b"/>
              </a:solidFill>
              <a:latin typeface="Calibri"/>
            </a:endParaRPr>
          </a:p>
        </p:txBody>
      </p:sp>
      <p:sp>
        <p:nvSpPr>
          <p:cNvPr id="273" name="PlaceHolder 2"/>
          <p:cNvSpPr>
            <a:spLocks noGrp="1"/>
          </p:cNvSpPr>
          <p:nvPr>
            <p:ph type="body"/>
          </p:nvPr>
        </p:nvSpPr>
        <p:spPr>
          <a:xfrm>
            <a:off x="104976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74" name="PlaceHolder 3"/>
          <p:cNvSpPr>
            <a:spLocks noGrp="1"/>
          </p:cNvSpPr>
          <p:nvPr>
            <p:ph type="body"/>
          </p:nvPr>
        </p:nvSpPr>
        <p:spPr>
          <a:xfrm>
            <a:off x="233784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75" name="PlaceHolder 4"/>
          <p:cNvSpPr>
            <a:spLocks noGrp="1"/>
          </p:cNvSpPr>
          <p:nvPr>
            <p:ph type="body"/>
          </p:nvPr>
        </p:nvSpPr>
        <p:spPr>
          <a:xfrm>
            <a:off x="3626280" y="124452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76" name="PlaceHolder 5"/>
          <p:cNvSpPr>
            <a:spLocks noGrp="1"/>
          </p:cNvSpPr>
          <p:nvPr>
            <p:ph type="body"/>
          </p:nvPr>
        </p:nvSpPr>
        <p:spPr>
          <a:xfrm>
            <a:off x="104976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77" name="PlaceHolder 6"/>
          <p:cNvSpPr>
            <a:spLocks noGrp="1"/>
          </p:cNvSpPr>
          <p:nvPr>
            <p:ph type="body"/>
          </p:nvPr>
        </p:nvSpPr>
        <p:spPr>
          <a:xfrm>
            <a:off x="233784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
        <p:nvSpPr>
          <p:cNvPr id="278" name="PlaceHolder 7"/>
          <p:cNvSpPr>
            <a:spLocks noGrp="1"/>
          </p:cNvSpPr>
          <p:nvPr>
            <p:ph type="body"/>
          </p:nvPr>
        </p:nvSpPr>
        <p:spPr>
          <a:xfrm>
            <a:off x="3626280" y="3820680"/>
            <a:ext cx="1226520" cy="2352240"/>
          </a:xfrm>
          <a:prstGeom prst="rect">
            <a:avLst/>
          </a:prstGeom>
        </p:spPr>
        <p:txBody>
          <a:bodyPr lIns="0" rIns="0" tIns="0" bIns="0">
            <a:normAutofit/>
          </a:bodyPr>
          <a:p>
            <a:pPr algn="just">
              <a:spcBef>
                <a:spcPts val="1417"/>
              </a:spcBef>
            </a:pPr>
            <a:endParaRPr b="0" lang="en-IN" sz="2000" spc="-1" strike="noStrike">
              <a:solidFill>
                <a:srgbClr val="602c05"/>
              </a:solidFill>
              <a:latin typeface="黑体"/>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 Id="rId9" Type="http://schemas.openxmlformats.org/officeDocument/2006/relationships/slideLayout" Target="../slideLayouts/slideLayout5.xml"/><Relationship Id="rId10" Type="http://schemas.openxmlformats.org/officeDocument/2006/relationships/slideLayout" Target="../slideLayouts/slideLayout6.xml"/><Relationship Id="rId11" Type="http://schemas.openxmlformats.org/officeDocument/2006/relationships/slideLayout" Target="../slideLayouts/slideLayout7.xml"/><Relationship Id="rId12" Type="http://schemas.openxmlformats.org/officeDocument/2006/relationships/slideLayout" Target="../slideLayouts/slideLayout8.xml"/><Relationship Id="rId13" Type="http://schemas.openxmlformats.org/officeDocument/2006/relationships/slideLayout" Target="../slideLayouts/slideLayout9.xml"/><Relationship Id="rId14" Type="http://schemas.openxmlformats.org/officeDocument/2006/relationships/slideLayout" Target="../slideLayouts/slideLayout10.xml"/><Relationship Id="rId15" Type="http://schemas.openxmlformats.org/officeDocument/2006/relationships/slideLayout" Target="../slideLayouts/slideLayout11.xml"/><Relationship Id="rId16"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6.jpeg"/><Relationship Id="rId3" Type="http://schemas.openxmlformats.org/officeDocument/2006/relationships/image" Target="../media/image7.jpeg"/><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slideLayout" Target="../slideLayouts/slideLayout34.xml"/><Relationship Id="rId14" Type="http://schemas.openxmlformats.org/officeDocument/2006/relationships/slideLayout" Target="../slideLayouts/slideLayout35.xml"/><Relationship Id="rId15"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8.jpeg"/><Relationship Id="rId3" Type="http://schemas.openxmlformats.org/officeDocument/2006/relationships/image" Target="../media/image9.jpeg"/><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slideLayout" Target="../slideLayouts/slideLayout45.xml"/><Relationship Id="rId13" Type="http://schemas.openxmlformats.org/officeDocument/2006/relationships/slideLayout" Target="../slideLayouts/slideLayout46.xml"/><Relationship Id="rId14" Type="http://schemas.openxmlformats.org/officeDocument/2006/relationships/slideLayout" Target="../slideLayouts/slideLayout47.xml"/><Relationship Id="rId15"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0.jpeg"/><Relationship Id="rId3" Type="http://schemas.openxmlformats.org/officeDocument/2006/relationships/image" Target="../media/image11.jpeg"/><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61.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9" Type="http://schemas.openxmlformats.org/officeDocument/2006/relationships/slideLayout" Target="../slideLayouts/slideLayout66.xml"/><Relationship Id="rId10" Type="http://schemas.openxmlformats.org/officeDocument/2006/relationships/slideLayout" Target="../slideLayouts/slideLayout67.xml"/><Relationship Id="rId11" Type="http://schemas.openxmlformats.org/officeDocument/2006/relationships/slideLayout" Target="../slideLayouts/slideLayout68.xml"/><Relationship Id="rId12" Type="http://schemas.openxmlformats.org/officeDocument/2006/relationships/slideLayout" Target="../slideLayouts/slideLayout69.xml"/><Relationship Id="rId13" Type="http://schemas.openxmlformats.org/officeDocument/2006/relationships/slideLayout" Target="../slideLayouts/slideLayout70.xml"/><Relationship Id="rId14" Type="http://schemas.openxmlformats.org/officeDocument/2006/relationships/slideLayout" Target="../slideLayouts/slideLayout71.xml"/><Relationship Id="rId15"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0" name="Group 1"/>
          <p:cNvGrpSpPr/>
          <p:nvPr/>
        </p:nvGrpSpPr>
        <p:grpSpPr>
          <a:xfrm>
            <a:off x="0" y="260280"/>
            <a:ext cx="9143640" cy="6238440"/>
            <a:chOff x="0" y="260280"/>
            <a:chExt cx="9143640" cy="6238440"/>
          </a:xfrm>
        </p:grpSpPr>
        <p:pic>
          <p:nvPicPr>
            <p:cNvPr id="1" name="Picture 2" descr="D:\wang\office图表模板\背景素材2\05196\master.jpg"/>
            <p:cNvPicPr/>
            <p:nvPr/>
          </p:nvPicPr>
          <p:blipFill>
            <a:blip r:embed="rId2"/>
            <a:srcRect l="0" t="20605" r="229" b="0"/>
            <a:stretch/>
          </p:blipFill>
          <p:spPr>
            <a:xfrm>
              <a:off x="5760" y="260280"/>
              <a:ext cx="9137880" cy="5454000"/>
            </a:xfrm>
            <a:prstGeom prst="rect">
              <a:avLst/>
            </a:prstGeom>
            <a:ln w="9525">
              <a:noFill/>
            </a:ln>
          </p:spPr>
        </p:pic>
        <p:sp>
          <p:nvSpPr>
            <p:cNvPr id="2" name="CustomShape 2"/>
            <p:cNvSpPr/>
            <p:nvPr/>
          </p:nvSpPr>
          <p:spPr>
            <a:xfrm>
              <a:off x="0" y="4870440"/>
              <a:ext cx="9143640" cy="1628280"/>
            </a:xfrm>
            <a:prstGeom prst="rect">
              <a:avLst/>
            </a:prstGeom>
            <a:gradFill rotWithShape="0">
              <a:gsLst>
                <a:gs pos="14000">
                  <a:srgbClr val="ffffff">
                    <a:alpha val="0"/>
                  </a:srgbClr>
                </a:gs>
                <a:gs pos="100000">
                  <a:srgbClr val="ffffff"/>
                </a:gs>
              </a:gsLst>
              <a:lin ang="5400000"/>
            </a:gradFill>
            <a:ln>
              <a:noFill/>
            </a:ln>
          </p:spPr>
          <p:style>
            <a:lnRef idx="2">
              <a:schemeClr val="accent1">
                <a:shade val="50000"/>
              </a:schemeClr>
            </a:lnRef>
            <a:fillRef idx="1">
              <a:schemeClr val="accent1"/>
            </a:fillRef>
            <a:effectRef idx="0">
              <a:schemeClr val="accent1"/>
            </a:effectRef>
            <a:fontRef idx="minor"/>
          </p:style>
        </p:sp>
      </p:grpSp>
      <p:pic>
        <p:nvPicPr>
          <p:cNvPr id="3" name="Picture 2" descr="D:\wang\office图表模板\背景素材2\05196\slide.jpg"/>
          <p:cNvPicPr/>
          <p:nvPr/>
        </p:nvPicPr>
        <p:blipFill>
          <a:blip r:embed="rId3"/>
          <a:srcRect l="0" t="8799" r="0" b="87785"/>
          <a:stretch/>
        </p:blipFill>
        <p:spPr>
          <a:xfrm>
            <a:off x="0" y="0"/>
            <a:ext cx="9143640" cy="234720"/>
          </a:xfrm>
          <a:prstGeom prst="rect">
            <a:avLst/>
          </a:prstGeom>
          <a:ln w="9525">
            <a:noFill/>
          </a:ln>
        </p:spPr>
      </p:pic>
      <p:sp>
        <p:nvSpPr>
          <p:cNvPr id="4" name="CustomShape 3" hidden="1"/>
          <p:cNvSpPr/>
          <p:nvPr/>
        </p:nvSpPr>
        <p:spPr>
          <a:xfrm>
            <a:off x="0" y="270000"/>
            <a:ext cx="9143640" cy="6587640"/>
          </a:xfrm>
          <a:prstGeom prst="rect">
            <a:avLst/>
          </a:prstGeom>
          <a:solidFill>
            <a:srgbClr val="ffffff">
              <a:alpha val="94000"/>
            </a:srgbClr>
          </a:solidFill>
          <a:ln>
            <a:noFill/>
          </a:ln>
        </p:spPr>
        <p:style>
          <a:lnRef idx="2">
            <a:schemeClr val="accent1">
              <a:shade val="50000"/>
            </a:schemeClr>
          </a:lnRef>
          <a:fillRef idx="1">
            <a:schemeClr val="accent1"/>
          </a:fillRef>
          <a:effectRef idx="0">
            <a:schemeClr val="accent1"/>
          </a:effectRef>
          <a:fontRef idx="minor"/>
        </p:style>
      </p:sp>
      <p:pic>
        <p:nvPicPr>
          <p:cNvPr id="5" name="Picture 15" descr=""/>
          <p:cNvPicPr/>
          <p:nvPr/>
        </p:nvPicPr>
        <p:blipFill>
          <a:blip r:embed="rId4"/>
          <a:stretch/>
        </p:blipFill>
        <p:spPr>
          <a:xfrm>
            <a:off x="0" y="0"/>
            <a:ext cx="9143640" cy="6138360"/>
          </a:xfrm>
          <a:prstGeom prst="rect">
            <a:avLst/>
          </a:prstGeom>
          <a:ln w="9525">
            <a:noFill/>
          </a:ln>
        </p:spPr>
      </p:pic>
      <p:sp>
        <p:nvSpPr>
          <p:cNvPr id="6" name="PlaceHolder 4"/>
          <p:cNvSpPr>
            <a:spLocks noGrp="1"/>
          </p:cNvSpPr>
          <p:nvPr>
            <p:ph type="title"/>
          </p:nvPr>
        </p:nvSpPr>
        <p:spPr>
          <a:xfrm>
            <a:off x="685800" y="4802040"/>
            <a:ext cx="7772040" cy="788760"/>
          </a:xfrm>
          <a:prstGeom prst="rect">
            <a:avLst/>
          </a:prstGeom>
        </p:spPr>
        <p:txBody>
          <a:bodyPr lIns="90000" rIns="90000" tIns="45000" bIns="45000" anchor="b">
            <a:noAutofit/>
          </a:bodyPr>
          <a:p>
            <a:pPr algn="ctr">
              <a:lnSpc>
                <a:spcPct val="90000"/>
              </a:lnSpc>
            </a:pPr>
            <a:r>
              <a:rPr b="1" lang="en-US" sz="4400" spc="-1" strike="noStrike">
                <a:solidFill>
                  <a:srgbClr val="602c05"/>
                </a:solidFill>
                <a:latin typeface="黑体"/>
                <a:ea typeface="黑体"/>
              </a:rPr>
              <a:t>Click to edit Master title style</a:t>
            </a:r>
            <a:endParaRPr b="0" lang="en-IN" sz="4400" spc="-1" strike="noStrike">
              <a:solidFill>
                <a:srgbClr val="47494b"/>
              </a:solidFill>
              <a:latin typeface="Calibri"/>
            </a:endParaRPr>
          </a:p>
        </p:txBody>
      </p:sp>
      <p:sp>
        <p:nvSpPr>
          <p:cNvPr id="7" name="PlaceHolder 5"/>
          <p:cNvSpPr>
            <a:spLocks noGrp="1"/>
          </p:cNvSpPr>
          <p:nvPr>
            <p:ph type="dt"/>
          </p:nvPr>
        </p:nvSpPr>
        <p:spPr>
          <a:xfrm>
            <a:off x="457200" y="6245280"/>
            <a:ext cx="2133360" cy="475920"/>
          </a:xfrm>
          <a:prstGeom prst="rect">
            <a:avLst/>
          </a:prstGeom>
        </p:spPr>
        <p:txBody>
          <a:bodyPr anchor="ctr">
            <a:noAutofit/>
          </a:bodyPr>
          <a:p>
            <a:endParaRPr b="0" lang="en-IN" sz="2400" spc="-1" strike="noStrike">
              <a:latin typeface="Times New Roman"/>
            </a:endParaRPr>
          </a:p>
        </p:txBody>
      </p:sp>
      <p:sp>
        <p:nvSpPr>
          <p:cNvPr id="8" name="PlaceHolder 6"/>
          <p:cNvSpPr>
            <a:spLocks noGrp="1"/>
          </p:cNvSpPr>
          <p:nvPr>
            <p:ph type="ftr"/>
          </p:nvPr>
        </p:nvSpPr>
        <p:spPr>
          <a:xfrm>
            <a:off x="3124080" y="6245280"/>
            <a:ext cx="2895120" cy="475920"/>
          </a:xfrm>
          <a:prstGeom prst="rect">
            <a:avLst/>
          </a:prstGeom>
        </p:spPr>
        <p:txBody>
          <a:bodyPr anchor="ctr">
            <a:noAutofit/>
          </a:bodyPr>
          <a:p>
            <a:endParaRPr b="0" lang="en-IN" sz="2400" spc="-1" strike="noStrike">
              <a:latin typeface="Times New Roman"/>
            </a:endParaRPr>
          </a:p>
        </p:txBody>
      </p:sp>
      <p:sp>
        <p:nvSpPr>
          <p:cNvPr id="9" name="PlaceHolder 7"/>
          <p:cNvSpPr>
            <a:spLocks noGrp="1"/>
          </p:cNvSpPr>
          <p:nvPr>
            <p:ph type="sldNum"/>
          </p:nvPr>
        </p:nvSpPr>
        <p:spPr>
          <a:xfrm>
            <a:off x="6553080" y="6245280"/>
            <a:ext cx="2133360" cy="475920"/>
          </a:xfrm>
          <a:prstGeom prst="rect">
            <a:avLst/>
          </a:prstGeom>
        </p:spPr>
        <p:txBody>
          <a:bodyPr anchor="ctr">
            <a:noAutofit/>
          </a:bodyPr>
          <a:p>
            <a:endParaRPr b="0" lang="en-IN" sz="2400" spc="-1" strike="noStrike">
              <a:latin typeface="Times New Roman"/>
            </a:endParaRPr>
          </a:p>
        </p:txBody>
      </p:sp>
      <p:sp>
        <p:nvSpPr>
          <p:cNvPr id="10" name="PlaceHolder 8"/>
          <p:cNvSpPr>
            <a:spLocks noGrp="1"/>
          </p:cNvSpPr>
          <p:nvPr>
            <p:ph type="body"/>
          </p:nvPr>
        </p:nvSpPr>
        <p:spPr>
          <a:xfrm>
            <a:off x="457200" y="1604520"/>
            <a:ext cx="8229240" cy="3977280"/>
          </a:xfrm>
          <a:prstGeom prst="rect">
            <a:avLst/>
          </a:prstGeom>
        </p:spPr>
        <p:txBody>
          <a:bodyPr lIns="0" rIns="0" tIns="0" bIns="0">
            <a:normAutofit/>
          </a:bodyPr>
          <a:p>
            <a:pPr marL="432000" indent="-324000" algn="just">
              <a:spcBef>
                <a:spcPts val="1417"/>
              </a:spcBef>
              <a:buClr>
                <a:srgbClr val="000000"/>
              </a:buClr>
              <a:buSzPct val="45000"/>
              <a:buFont typeface="Wingdings" charset="2"/>
              <a:buChar char=""/>
            </a:pPr>
            <a:r>
              <a:rPr b="0" lang="en-IN" sz="2000" spc="-1" strike="noStrike">
                <a:solidFill>
                  <a:srgbClr val="602c05"/>
                </a:solidFill>
                <a:latin typeface="黑体"/>
              </a:rPr>
              <a:t>Click to edit the outline text format</a:t>
            </a:r>
            <a:endParaRPr b="0" lang="en-IN" sz="2000" spc="-1" strike="noStrike">
              <a:solidFill>
                <a:srgbClr val="602c05"/>
              </a:solidFill>
              <a:latin typeface="黑体"/>
            </a:endParaRPr>
          </a:p>
          <a:p>
            <a:pPr lvl="1" marL="864000" indent="-324000">
              <a:spcBef>
                <a:spcPts val="1134"/>
              </a:spcBef>
              <a:buClr>
                <a:srgbClr val="000000"/>
              </a:buClr>
              <a:buSzPct val="75000"/>
              <a:buFont typeface="Symbol" charset="2"/>
              <a:buChar char=""/>
            </a:pPr>
            <a:r>
              <a:rPr b="0" lang="en-IN" sz="2000" spc="-1" strike="noStrike">
                <a:solidFill>
                  <a:srgbClr val="47494b"/>
                </a:solidFill>
                <a:latin typeface="Calibri"/>
              </a:rPr>
              <a:t>Second Outline Level</a:t>
            </a:r>
            <a:endParaRPr b="0" lang="en-IN" sz="2000" spc="-1" strike="noStrike">
              <a:solidFill>
                <a:srgbClr val="47494b"/>
              </a:solidFill>
              <a:latin typeface="Calibri"/>
            </a:endParaRPr>
          </a:p>
          <a:p>
            <a:pPr lvl="2" marL="1296000" indent="-288000">
              <a:spcBef>
                <a:spcPts val="850"/>
              </a:spcBef>
              <a:buClr>
                <a:srgbClr val="000000"/>
              </a:buClr>
              <a:buSzPct val="45000"/>
              <a:buFont typeface="Wingdings" charset="2"/>
              <a:buChar char=""/>
            </a:pPr>
            <a:r>
              <a:rPr b="0" lang="en-IN" sz="1800" spc="-1" strike="noStrike">
                <a:solidFill>
                  <a:srgbClr val="47494b"/>
                </a:solidFill>
                <a:latin typeface="Calibri"/>
              </a:rPr>
              <a:t>Third Outline Level</a:t>
            </a:r>
            <a:endParaRPr b="0" lang="en-IN" sz="1800" spc="-1" strike="noStrike">
              <a:solidFill>
                <a:srgbClr val="47494b"/>
              </a:solidFill>
              <a:latin typeface="Calibri"/>
            </a:endParaRPr>
          </a:p>
          <a:p>
            <a:pPr lvl="3" marL="1728000" indent="-216000">
              <a:spcBef>
                <a:spcPts val="567"/>
              </a:spcBef>
              <a:buClr>
                <a:srgbClr val="000000"/>
              </a:buClr>
              <a:buSzPct val="75000"/>
              <a:buFont typeface="Symbol" charset="2"/>
              <a:buChar char=""/>
            </a:pPr>
            <a:r>
              <a:rPr b="0" lang="en-IN" sz="1800" spc="-1" strike="noStrike">
                <a:solidFill>
                  <a:srgbClr val="47494b"/>
                </a:solidFill>
                <a:latin typeface="Calibri"/>
              </a:rPr>
              <a:t>Fourth Outline Level</a:t>
            </a:r>
            <a:endParaRPr b="0" lang="en-IN" sz="1800" spc="-1" strike="noStrike">
              <a:solidFill>
                <a:srgbClr val="47494b"/>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47494b"/>
                </a:solidFill>
                <a:latin typeface="Calibri"/>
              </a:rPr>
              <a:t>Fifth Outline Level</a:t>
            </a:r>
            <a:endParaRPr b="0" lang="en-IN" sz="2000" spc="-1" strike="noStrike">
              <a:solidFill>
                <a:srgbClr val="47494b"/>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47494b"/>
                </a:solidFill>
                <a:latin typeface="Calibri"/>
              </a:rPr>
              <a:t>Sixth Outline Level</a:t>
            </a:r>
            <a:endParaRPr b="0" lang="en-IN" sz="2000" spc="-1" strike="noStrike">
              <a:solidFill>
                <a:srgbClr val="47494b"/>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47494b"/>
                </a:solidFill>
                <a:latin typeface="Calibri"/>
              </a:rPr>
              <a:t>Seventh Outline Level</a:t>
            </a:r>
            <a:endParaRPr b="0" lang="en-IN" sz="2000" spc="-1" strike="noStrike">
              <a:solidFill>
                <a:srgbClr val="47494b"/>
              </a:solidFill>
              <a:latin typeface="Calibri"/>
            </a:endParaRPr>
          </a:p>
        </p:txBody>
      </p:sp>
    </p:spTree>
  </p:cSld>
  <p:clrMap bg1="lt1" bg2="lt2" tx1="dk1" tx2="dk2" accent1="accent1" accent2="accent2" accent3="accent3" accent4="accent4" accent5="accent5" accent6="accent6" hlink="hlink" folHlink="fol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7" name="Group 1"/>
          <p:cNvGrpSpPr/>
          <p:nvPr/>
        </p:nvGrpSpPr>
        <p:grpSpPr>
          <a:xfrm>
            <a:off x="0" y="260280"/>
            <a:ext cx="9143640" cy="6238440"/>
            <a:chOff x="0" y="260280"/>
            <a:chExt cx="9143640" cy="6238440"/>
          </a:xfrm>
        </p:grpSpPr>
        <p:pic>
          <p:nvPicPr>
            <p:cNvPr id="48" name="Picture 2" descr="D:\wang\office图表模板\背景素材2\05196\master.jpg"/>
            <p:cNvPicPr/>
            <p:nvPr/>
          </p:nvPicPr>
          <p:blipFill>
            <a:blip r:embed="rId2"/>
            <a:srcRect l="0" t="20605" r="229" b="0"/>
            <a:stretch/>
          </p:blipFill>
          <p:spPr>
            <a:xfrm>
              <a:off x="5760" y="260280"/>
              <a:ext cx="9137880" cy="5454000"/>
            </a:xfrm>
            <a:prstGeom prst="rect">
              <a:avLst/>
            </a:prstGeom>
            <a:ln w="9525">
              <a:noFill/>
            </a:ln>
          </p:spPr>
        </p:pic>
        <p:sp>
          <p:nvSpPr>
            <p:cNvPr id="49" name="CustomShape 2"/>
            <p:cNvSpPr/>
            <p:nvPr/>
          </p:nvSpPr>
          <p:spPr>
            <a:xfrm>
              <a:off x="0" y="4870440"/>
              <a:ext cx="9143640" cy="1628280"/>
            </a:xfrm>
            <a:prstGeom prst="rect">
              <a:avLst/>
            </a:prstGeom>
            <a:gradFill rotWithShape="0">
              <a:gsLst>
                <a:gs pos="14000">
                  <a:srgbClr val="ffffff">
                    <a:alpha val="0"/>
                  </a:srgbClr>
                </a:gs>
                <a:gs pos="100000">
                  <a:srgbClr val="ffffff"/>
                </a:gs>
              </a:gsLst>
              <a:lin ang="5400000"/>
            </a:gradFill>
            <a:ln>
              <a:noFill/>
            </a:ln>
          </p:spPr>
          <p:style>
            <a:lnRef idx="2">
              <a:schemeClr val="accent1">
                <a:shade val="50000"/>
              </a:schemeClr>
            </a:lnRef>
            <a:fillRef idx="1">
              <a:schemeClr val="accent1"/>
            </a:fillRef>
            <a:effectRef idx="0">
              <a:schemeClr val="accent1"/>
            </a:effectRef>
            <a:fontRef idx="minor"/>
          </p:style>
        </p:sp>
      </p:grpSp>
      <p:pic>
        <p:nvPicPr>
          <p:cNvPr id="50" name="Picture 2" descr="D:\wang\office图表模板\背景素材2\05196\slide.jpg"/>
          <p:cNvPicPr/>
          <p:nvPr/>
        </p:nvPicPr>
        <p:blipFill>
          <a:blip r:embed="rId3"/>
          <a:srcRect l="0" t="8799" r="0" b="87785"/>
          <a:stretch/>
        </p:blipFill>
        <p:spPr>
          <a:xfrm>
            <a:off x="0" y="0"/>
            <a:ext cx="9143640" cy="234720"/>
          </a:xfrm>
          <a:prstGeom prst="rect">
            <a:avLst/>
          </a:prstGeom>
          <a:ln w="9525">
            <a:noFill/>
          </a:ln>
        </p:spPr>
      </p:pic>
      <p:sp>
        <p:nvSpPr>
          <p:cNvPr id="51" name="CustomShape 3"/>
          <p:cNvSpPr/>
          <p:nvPr/>
        </p:nvSpPr>
        <p:spPr>
          <a:xfrm>
            <a:off x="0" y="270000"/>
            <a:ext cx="9143640" cy="6587640"/>
          </a:xfrm>
          <a:prstGeom prst="rect">
            <a:avLst/>
          </a:prstGeom>
          <a:solidFill>
            <a:srgbClr val="ffffff">
              <a:alpha val="94000"/>
            </a:srgbClr>
          </a:solidFill>
          <a:ln>
            <a:noFill/>
          </a:ln>
        </p:spPr>
        <p:style>
          <a:lnRef idx="2">
            <a:schemeClr val="accent1">
              <a:shade val="50000"/>
            </a:schemeClr>
          </a:lnRef>
          <a:fillRef idx="1">
            <a:schemeClr val="accent1"/>
          </a:fillRef>
          <a:effectRef idx="0">
            <a:schemeClr val="accent1"/>
          </a:effectRef>
          <a:fontRef idx="minor"/>
        </p:style>
      </p:sp>
      <p:sp>
        <p:nvSpPr>
          <p:cNvPr id="52" name="PlaceHolder 4"/>
          <p:cNvSpPr>
            <a:spLocks noGrp="1"/>
          </p:cNvSpPr>
          <p:nvPr>
            <p:ph type="title"/>
          </p:nvPr>
        </p:nvSpPr>
        <p:spPr>
          <a:xfrm>
            <a:off x="339840" y="262080"/>
            <a:ext cx="8370360" cy="644040"/>
          </a:xfrm>
          <a:prstGeom prst="rect">
            <a:avLst/>
          </a:prstGeom>
        </p:spPr>
        <p:txBody>
          <a:bodyPr lIns="90000" rIns="90000" tIns="45000" bIns="45000" anchor="b">
            <a:noAutofit/>
          </a:bodyPr>
          <a:p>
            <a:pPr>
              <a:lnSpc>
                <a:spcPct val="90000"/>
              </a:lnSpc>
            </a:pPr>
            <a:r>
              <a:rPr b="1" lang="en-US" sz="3200" spc="-1" strike="noStrike">
                <a:solidFill>
                  <a:srgbClr val="602c05"/>
                </a:solidFill>
                <a:latin typeface="黑体"/>
                <a:ea typeface="黑体"/>
              </a:rPr>
              <a:t>Click to edit Master title style</a:t>
            </a:r>
            <a:endParaRPr b="0" lang="en-IN" sz="3200" spc="-1" strike="noStrike">
              <a:solidFill>
                <a:srgbClr val="47494b"/>
              </a:solidFill>
              <a:latin typeface="Calibri"/>
            </a:endParaRPr>
          </a:p>
        </p:txBody>
      </p:sp>
      <p:sp>
        <p:nvSpPr>
          <p:cNvPr id="53" name="PlaceHolder 5"/>
          <p:cNvSpPr>
            <a:spLocks noGrp="1"/>
          </p:cNvSpPr>
          <p:nvPr>
            <p:ph type="body"/>
          </p:nvPr>
        </p:nvSpPr>
        <p:spPr>
          <a:xfrm>
            <a:off x="339480" y="1320120"/>
            <a:ext cx="7597440" cy="4340160"/>
          </a:xfrm>
          <a:prstGeom prst="rect">
            <a:avLst/>
          </a:prstGeom>
        </p:spPr>
        <p:txBody>
          <a:bodyPr lIns="90000" rIns="90000" tIns="45000" bIns="45000">
            <a:normAutofit/>
          </a:bodyPr>
          <a:p>
            <a:pPr marL="514440" indent="-514080" algn="just">
              <a:lnSpc>
                <a:spcPct val="110000"/>
              </a:lnSpc>
              <a:spcBef>
                <a:spcPts val="1800"/>
              </a:spcBef>
              <a:buClr>
                <a:srgbClr val="914207"/>
              </a:buClr>
              <a:buFont typeface="Baskerville Old Face"/>
              <a:buAutoNum type="arabicPeriod"/>
            </a:pPr>
            <a:r>
              <a:rPr b="0" lang="en-US" sz="2800" spc="-1" strike="noStrike">
                <a:solidFill>
                  <a:srgbClr val="914207"/>
                </a:solidFill>
                <a:latin typeface="幼圆"/>
                <a:ea typeface="幼圆"/>
              </a:rPr>
              <a:t>Click to edit Master text style</a:t>
            </a:r>
            <a:endParaRPr b="0" lang="en-IN" sz="2800" spc="-1" strike="noStrike">
              <a:solidFill>
                <a:srgbClr val="602c05"/>
              </a:solidFill>
              <a:latin typeface="黑体"/>
            </a:endParaRPr>
          </a:p>
        </p:txBody>
      </p:sp>
      <p:sp>
        <p:nvSpPr>
          <p:cNvPr id="54" name="PlaceHolder 6"/>
          <p:cNvSpPr>
            <a:spLocks noGrp="1"/>
          </p:cNvSpPr>
          <p:nvPr>
            <p:ph type="dt"/>
          </p:nvPr>
        </p:nvSpPr>
        <p:spPr>
          <a:xfrm>
            <a:off x="628560" y="6356520"/>
            <a:ext cx="2057040" cy="364680"/>
          </a:xfrm>
          <a:prstGeom prst="rect">
            <a:avLst/>
          </a:prstGeom>
        </p:spPr>
        <p:txBody>
          <a:bodyPr anchor="ctr">
            <a:noAutofit/>
          </a:bodyPr>
          <a:p>
            <a:endParaRPr b="0" lang="en-IN" sz="2400" spc="-1" strike="noStrike">
              <a:latin typeface="Times New Roman"/>
            </a:endParaRPr>
          </a:p>
        </p:txBody>
      </p:sp>
      <p:sp>
        <p:nvSpPr>
          <p:cNvPr id="55" name="PlaceHolder 7"/>
          <p:cNvSpPr>
            <a:spLocks noGrp="1"/>
          </p:cNvSpPr>
          <p:nvPr>
            <p:ph type="ftr"/>
          </p:nvPr>
        </p:nvSpPr>
        <p:spPr>
          <a:xfrm>
            <a:off x="3029040" y="6356520"/>
            <a:ext cx="3085920" cy="364680"/>
          </a:xfrm>
          <a:prstGeom prst="rect">
            <a:avLst/>
          </a:prstGeom>
        </p:spPr>
        <p:txBody>
          <a:bodyPr anchor="ctr">
            <a:noAutofit/>
          </a:bodyPr>
          <a:p>
            <a:endParaRPr b="0" lang="en-IN" sz="2400" spc="-1" strike="noStrike">
              <a:latin typeface="Times New Roman"/>
            </a:endParaRPr>
          </a:p>
        </p:txBody>
      </p:sp>
      <p:sp>
        <p:nvSpPr>
          <p:cNvPr id="56" name="PlaceHolder 8"/>
          <p:cNvSpPr>
            <a:spLocks noGrp="1"/>
          </p:cNvSpPr>
          <p:nvPr>
            <p:ph type="sldNum"/>
          </p:nvPr>
        </p:nvSpPr>
        <p:spPr>
          <a:xfrm>
            <a:off x="6458040" y="6356520"/>
            <a:ext cx="2057040" cy="364680"/>
          </a:xfrm>
          <a:prstGeom prst="rect">
            <a:avLst/>
          </a:prstGeom>
        </p:spPr>
        <p:txBody>
          <a:bodyPr anchor="ctr">
            <a:noAutofit/>
          </a:bodyPr>
          <a:p>
            <a:endParaRPr b="0" lang="en-IN"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93" name="Group 1"/>
          <p:cNvGrpSpPr/>
          <p:nvPr/>
        </p:nvGrpSpPr>
        <p:grpSpPr>
          <a:xfrm>
            <a:off x="0" y="260280"/>
            <a:ext cx="9143640" cy="6238440"/>
            <a:chOff x="0" y="260280"/>
            <a:chExt cx="9143640" cy="6238440"/>
          </a:xfrm>
        </p:grpSpPr>
        <p:pic>
          <p:nvPicPr>
            <p:cNvPr id="94" name="Picture 2" descr="D:\wang\office图表模板\背景素材2\05196\master.jpg"/>
            <p:cNvPicPr/>
            <p:nvPr/>
          </p:nvPicPr>
          <p:blipFill>
            <a:blip r:embed="rId2"/>
            <a:srcRect l="0" t="20605" r="229" b="0"/>
            <a:stretch/>
          </p:blipFill>
          <p:spPr>
            <a:xfrm>
              <a:off x="5760" y="260280"/>
              <a:ext cx="9137880" cy="5454000"/>
            </a:xfrm>
            <a:prstGeom prst="rect">
              <a:avLst/>
            </a:prstGeom>
            <a:ln w="9525">
              <a:noFill/>
            </a:ln>
          </p:spPr>
        </p:pic>
        <p:sp>
          <p:nvSpPr>
            <p:cNvPr id="95" name="CustomShape 2"/>
            <p:cNvSpPr/>
            <p:nvPr/>
          </p:nvSpPr>
          <p:spPr>
            <a:xfrm>
              <a:off x="0" y="4870440"/>
              <a:ext cx="9143640" cy="1628280"/>
            </a:xfrm>
            <a:prstGeom prst="rect">
              <a:avLst/>
            </a:prstGeom>
            <a:gradFill rotWithShape="0">
              <a:gsLst>
                <a:gs pos="14000">
                  <a:srgbClr val="ffffff">
                    <a:alpha val="0"/>
                  </a:srgbClr>
                </a:gs>
                <a:gs pos="100000">
                  <a:srgbClr val="ffffff"/>
                </a:gs>
              </a:gsLst>
              <a:lin ang="5400000"/>
            </a:gradFill>
            <a:ln>
              <a:noFill/>
            </a:ln>
          </p:spPr>
          <p:style>
            <a:lnRef idx="2">
              <a:schemeClr val="accent1">
                <a:shade val="50000"/>
              </a:schemeClr>
            </a:lnRef>
            <a:fillRef idx="1">
              <a:schemeClr val="accent1"/>
            </a:fillRef>
            <a:effectRef idx="0">
              <a:schemeClr val="accent1"/>
            </a:effectRef>
            <a:fontRef idx="minor"/>
          </p:style>
        </p:sp>
      </p:grpSp>
      <p:pic>
        <p:nvPicPr>
          <p:cNvPr id="96" name="Picture 2" descr="D:\wang\office图表模板\背景素材2\05196\slide.jpg"/>
          <p:cNvPicPr/>
          <p:nvPr/>
        </p:nvPicPr>
        <p:blipFill>
          <a:blip r:embed="rId3"/>
          <a:srcRect l="0" t="8799" r="0" b="87785"/>
          <a:stretch/>
        </p:blipFill>
        <p:spPr>
          <a:xfrm>
            <a:off x="0" y="0"/>
            <a:ext cx="9143640" cy="234720"/>
          </a:xfrm>
          <a:prstGeom prst="rect">
            <a:avLst/>
          </a:prstGeom>
          <a:ln w="9525">
            <a:noFill/>
          </a:ln>
        </p:spPr>
      </p:pic>
      <p:sp>
        <p:nvSpPr>
          <p:cNvPr id="97" name="CustomShape 3"/>
          <p:cNvSpPr/>
          <p:nvPr/>
        </p:nvSpPr>
        <p:spPr>
          <a:xfrm>
            <a:off x="0" y="270000"/>
            <a:ext cx="9143640" cy="6587640"/>
          </a:xfrm>
          <a:prstGeom prst="rect">
            <a:avLst/>
          </a:prstGeom>
          <a:solidFill>
            <a:srgbClr val="ffffff">
              <a:alpha val="94000"/>
            </a:srgbClr>
          </a:solidFill>
          <a:ln>
            <a:noFill/>
          </a:ln>
        </p:spPr>
        <p:style>
          <a:lnRef idx="2">
            <a:schemeClr val="accent1">
              <a:shade val="50000"/>
            </a:schemeClr>
          </a:lnRef>
          <a:fillRef idx="1">
            <a:schemeClr val="accent1"/>
          </a:fillRef>
          <a:effectRef idx="0">
            <a:schemeClr val="accent1"/>
          </a:effectRef>
          <a:fontRef idx="minor"/>
        </p:style>
      </p:sp>
      <p:sp>
        <p:nvSpPr>
          <p:cNvPr id="98" name="PlaceHolder 4"/>
          <p:cNvSpPr>
            <a:spLocks noGrp="1"/>
          </p:cNvSpPr>
          <p:nvPr>
            <p:ph type="title"/>
          </p:nvPr>
        </p:nvSpPr>
        <p:spPr>
          <a:xfrm>
            <a:off x="339840" y="262080"/>
            <a:ext cx="8370360" cy="644040"/>
          </a:xfrm>
          <a:prstGeom prst="rect">
            <a:avLst/>
          </a:prstGeom>
        </p:spPr>
        <p:txBody>
          <a:bodyPr lIns="90000" rIns="90000" tIns="45000" bIns="45000" anchor="b">
            <a:noAutofit/>
          </a:bodyPr>
          <a:p>
            <a:pPr>
              <a:lnSpc>
                <a:spcPct val="90000"/>
              </a:lnSpc>
            </a:pPr>
            <a:r>
              <a:rPr b="1" lang="en-US" sz="3200" spc="-1" strike="noStrike">
                <a:solidFill>
                  <a:srgbClr val="602c05"/>
                </a:solidFill>
                <a:latin typeface="黑体"/>
                <a:ea typeface="黑体"/>
              </a:rPr>
              <a:t>Click to edit Master title style</a:t>
            </a:r>
            <a:endParaRPr b="0" lang="en-IN" sz="3200" spc="-1" strike="noStrike">
              <a:solidFill>
                <a:srgbClr val="47494b"/>
              </a:solidFill>
              <a:latin typeface="Calibri"/>
            </a:endParaRPr>
          </a:p>
        </p:txBody>
      </p:sp>
      <p:sp>
        <p:nvSpPr>
          <p:cNvPr id="99" name="PlaceHolder 5"/>
          <p:cNvSpPr>
            <a:spLocks noGrp="1"/>
          </p:cNvSpPr>
          <p:nvPr>
            <p:ph type="body"/>
          </p:nvPr>
        </p:nvSpPr>
        <p:spPr>
          <a:xfrm>
            <a:off x="339480" y="1320120"/>
            <a:ext cx="7597440" cy="4340160"/>
          </a:xfrm>
          <a:prstGeom prst="rect">
            <a:avLst/>
          </a:prstGeom>
        </p:spPr>
        <p:txBody>
          <a:bodyPr lIns="90000" rIns="90000" tIns="45000" bIns="45000">
            <a:normAutofit/>
          </a:bodyPr>
          <a:p>
            <a:pPr marL="514440" indent="-514080" algn="just">
              <a:lnSpc>
                <a:spcPct val="110000"/>
              </a:lnSpc>
              <a:spcBef>
                <a:spcPts val="1800"/>
              </a:spcBef>
              <a:buClr>
                <a:srgbClr val="914207"/>
              </a:buClr>
              <a:buFont typeface="Baskerville Old Face"/>
              <a:buAutoNum type="arabicPeriod"/>
            </a:pPr>
            <a:r>
              <a:rPr b="0" lang="en-US" sz="2800" spc="-1" strike="noStrike">
                <a:solidFill>
                  <a:srgbClr val="914207"/>
                </a:solidFill>
                <a:latin typeface="幼圆"/>
                <a:ea typeface="幼圆"/>
              </a:rPr>
              <a:t>Click to edit Master text style</a:t>
            </a:r>
            <a:endParaRPr b="0" lang="en-IN" sz="2800" spc="-1" strike="noStrike">
              <a:solidFill>
                <a:srgbClr val="602c05"/>
              </a:solidFill>
              <a:latin typeface="黑体"/>
            </a:endParaRPr>
          </a:p>
        </p:txBody>
      </p:sp>
      <p:sp>
        <p:nvSpPr>
          <p:cNvPr id="100" name="PlaceHolder 6"/>
          <p:cNvSpPr>
            <a:spLocks noGrp="1"/>
          </p:cNvSpPr>
          <p:nvPr>
            <p:ph type="dt"/>
          </p:nvPr>
        </p:nvSpPr>
        <p:spPr>
          <a:xfrm>
            <a:off x="628560" y="6356520"/>
            <a:ext cx="2057040" cy="364680"/>
          </a:xfrm>
          <a:prstGeom prst="rect">
            <a:avLst/>
          </a:prstGeom>
        </p:spPr>
        <p:txBody>
          <a:bodyPr anchor="ctr">
            <a:noAutofit/>
          </a:bodyPr>
          <a:p>
            <a:endParaRPr b="0" lang="en-IN" sz="2400" spc="-1" strike="noStrike">
              <a:latin typeface="Times New Roman"/>
            </a:endParaRPr>
          </a:p>
        </p:txBody>
      </p:sp>
      <p:sp>
        <p:nvSpPr>
          <p:cNvPr id="101" name="PlaceHolder 7"/>
          <p:cNvSpPr>
            <a:spLocks noGrp="1"/>
          </p:cNvSpPr>
          <p:nvPr>
            <p:ph type="ftr"/>
          </p:nvPr>
        </p:nvSpPr>
        <p:spPr>
          <a:xfrm>
            <a:off x="3029040" y="6356520"/>
            <a:ext cx="3085920" cy="364680"/>
          </a:xfrm>
          <a:prstGeom prst="rect">
            <a:avLst/>
          </a:prstGeom>
        </p:spPr>
        <p:txBody>
          <a:bodyPr anchor="ctr">
            <a:noAutofit/>
          </a:bodyPr>
          <a:p>
            <a:endParaRPr b="0" lang="en-IN" sz="2400" spc="-1" strike="noStrike">
              <a:latin typeface="Times New Roman"/>
            </a:endParaRPr>
          </a:p>
        </p:txBody>
      </p:sp>
      <p:sp>
        <p:nvSpPr>
          <p:cNvPr id="102" name="PlaceHolder 8"/>
          <p:cNvSpPr>
            <a:spLocks noGrp="1"/>
          </p:cNvSpPr>
          <p:nvPr>
            <p:ph type="sldNum"/>
          </p:nvPr>
        </p:nvSpPr>
        <p:spPr>
          <a:xfrm>
            <a:off x="6458040" y="6356520"/>
            <a:ext cx="2057040" cy="364680"/>
          </a:xfrm>
          <a:prstGeom prst="rect">
            <a:avLst/>
          </a:prstGeom>
        </p:spPr>
        <p:txBody>
          <a:bodyPr anchor="ctr">
            <a:noAutofit/>
          </a:bodyPr>
          <a:p>
            <a:endParaRPr b="0" lang="en-IN"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39" name="Group 1"/>
          <p:cNvGrpSpPr/>
          <p:nvPr/>
        </p:nvGrpSpPr>
        <p:grpSpPr>
          <a:xfrm>
            <a:off x="0" y="260280"/>
            <a:ext cx="9143640" cy="6238440"/>
            <a:chOff x="0" y="260280"/>
            <a:chExt cx="9143640" cy="6238440"/>
          </a:xfrm>
        </p:grpSpPr>
        <p:pic>
          <p:nvPicPr>
            <p:cNvPr id="140" name="Picture 2" descr="D:\wang\office图表模板\背景素材2\05196\master.jpg"/>
            <p:cNvPicPr/>
            <p:nvPr/>
          </p:nvPicPr>
          <p:blipFill>
            <a:blip r:embed="rId2"/>
            <a:srcRect l="0" t="20605" r="229" b="0"/>
            <a:stretch/>
          </p:blipFill>
          <p:spPr>
            <a:xfrm>
              <a:off x="5760" y="260280"/>
              <a:ext cx="9137880" cy="5454000"/>
            </a:xfrm>
            <a:prstGeom prst="rect">
              <a:avLst/>
            </a:prstGeom>
            <a:ln w="9525">
              <a:noFill/>
            </a:ln>
          </p:spPr>
        </p:pic>
        <p:sp>
          <p:nvSpPr>
            <p:cNvPr id="141" name="CustomShape 2"/>
            <p:cNvSpPr/>
            <p:nvPr/>
          </p:nvSpPr>
          <p:spPr>
            <a:xfrm>
              <a:off x="0" y="4870440"/>
              <a:ext cx="9143640" cy="1628280"/>
            </a:xfrm>
            <a:prstGeom prst="rect">
              <a:avLst/>
            </a:prstGeom>
            <a:gradFill rotWithShape="0">
              <a:gsLst>
                <a:gs pos="14000">
                  <a:srgbClr val="ffffff">
                    <a:alpha val="0"/>
                  </a:srgbClr>
                </a:gs>
                <a:gs pos="100000">
                  <a:srgbClr val="ffffff"/>
                </a:gs>
              </a:gsLst>
              <a:lin ang="5400000"/>
            </a:gradFill>
            <a:ln>
              <a:noFill/>
            </a:ln>
          </p:spPr>
          <p:style>
            <a:lnRef idx="2">
              <a:schemeClr val="accent1">
                <a:shade val="50000"/>
              </a:schemeClr>
            </a:lnRef>
            <a:fillRef idx="1">
              <a:schemeClr val="accent1"/>
            </a:fillRef>
            <a:effectRef idx="0">
              <a:schemeClr val="accent1"/>
            </a:effectRef>
            <a:fontRef idx="minor"/>
          </p:style>
        </p:sp>
      </p:grpSp>
      <p:pic>
        <p:nvPicPr>
          <p:cNvPr id="142" name="Picture 2" descr="D:\wang\office图表模板\背景素材2\05196\slide.jpg"/>
          <p:cNvPicPr/>
          <p:nvPr/>
        </p:nvPicPr>
        <p:blipFill>
          <a:blip r:embed="rId3"/>
          <a:srcRect l="0" t="8799" r="0" b="87785"/>
          <a:stretch/>
        </p:blipFill>
        <p:spPr>
          <a:xfrm>
            <a:off x="0" y="0"/>
            <a:ext cx="9143640" cy="234720"/>
          </a:xfrm>
          <a:prstGeom prst="rect">
            <a:avLst/>
          </a:prstGeom>
          <a:ln w="9525">
            <a:noFill/>
          </a:ln>
        </p:spPr>
      </p:pic>
      <p:sp>
        <p:nvSpPr>
          <p:cNvPr id="143" name="CustomShape 3"/>
          <p:cNvSpPr/>
          <p:nvPr/>
        </p:nvSpPr>
        <p:spPr>
          <a:xfrm>
            <a:off x="0" y="270000"/>
            <a:ext cx="9143640" cy="6587640"/>
          </a:xfrm>
          <a:prstGeom prst="rect">
            <a:avLst/>
          </a:prstGeom>
          <a:solidFill>
            <a:srgbClr val="ffffff">
              <a:alpha val="94000"/>
            </a:srgbClr>
          </a:solidFill>
          <a:ln>
            <a:noFill/>
          </a:ln>
        </p:spPr>
        <p:style>
          <a:lnRef idx="2">
            <a:schemeClr val="accent1">
              <a:shade val="50000"/>
            </a:schemeClr>
          </a:lnRef>
          <a:fillRef idx="1">
            <a:schemeClr val="accent1"/>
          </a:fillRef>
          <a:effectRef idx="0">
            <a:schemeClr val="accent1"/>
          </a:effectRef>
          <a:fontRef idx="minor"/>
        </p:style>
      </p:sp>
      <p:sp>
        <p:nvSpPr>
          <p:cNvPr id="144" name="PlaceHolder 4"/>
          <p:cNvSpPr>
            <a:spLocks noGrp="1"/>
          </p:cNvSpPr>
          <p:nvPr>
            <p:ph type="title"/>
          </p:nvPr>
        </p:nvSpPr>
        <p:spPr>
          <a:xfrm>
            <a:off x="339840" y="262080"/>
            <a:ext cx="8370360" cy="644040"/>
          </a:xfrm>
          <a:prstGeom prst="rect">
            <a:avLst/>
          </a:prstGeom>
        </p:spPr>
        <p:txBody>
          <a:bodyPr lIns="90000" rIns="90000" tIns="45000" bIns="45000" anchor="b">
            <a:noAutofit/>
          </a:bodyPr>
          <a:p>
            <a:pPr>
              <a:lnSpc>
                <a:spcPct val="90000"/>
              </a:lnSpc>
            </a:pPr>
            <a:r>
              <a:rPr b="1" lang="en-US" sz="3200" spc="-1" strike="noStrike">
                <a:solidFill>
                  <a:srgbClr val="602c05"/>
                </a:solidFill>
                <a:latin typeface="黑体"/>
                <a:ea typeface="黑体"/>
              </a:rPr>
              <a:t>Click to edit Master title style</a:t>
            </a:r>
            <a:endParaRPr b="0" lang="en-IN" sz="3200" spc="-1" strike="noStrike">
              <a:solidFill>
                <a:srgbClr val="47494b"/>
              </a:solidFill>
              <a:latin typeface="Calibri"/>
            </a:endParaRPr>
          </a:p>
        </p:txBody>
      </p:sp>
      <p:sp>
        <p:nvSpPr>
          <p:cNvPr id="145" name="PlaceHolder 5"/>
          <p:cNvSpPr>
            <a:spLocks noGrp="1"/>
          </p:cNvSpPr>
          <p:nvPr>
            <p:ph type="body"/>
          </p:nvPr>
        </p:nvSpPr>
        <p:spPr>
          <a:xfrm>
            <a:off x="1049760" y="1244520"/>
            <a:ext cx="3809520" cy="4932000"/>
          </a:xfrm>
          <a:prstGeom prst="rect">
            <a:avLst/>
          </a:prstGeom>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US" sz="2000" spc="-1" strike="noStrike">
                <a:solidFill>
                  <a:srgbClr val="602c05"/>
                </a:solidFill>
                <a:latin typeface="黑体"/>
                <a:ea typeface="黑体"/>
              </a:rPr>
              <a:t>Click to edit Master text style</a:t>
            </a:r>
            <a:endParaRPr b="0" lang="en-IN" sz="2000" spc="-1" strike="noStrike">
              <a:solidFill>
                <a:srgbClr val="602c05"/>
              </a:solidFill>
              <a:latin typeface="黑体"/>
            </a:endParaRPr>
          </a:p>
          <a:p>
            <a:pPr lvl="1" marL="357480" indent="-357120" algn="just">
              <a:lnSpc>
                <a:spcPct val="130000"/>
              </a:lnSpc>
              <a:spcAft>
                <a:spcPts val="601"/>
              </a:spcAft>
              <a:buClr>
                <a:srgbClr val="fbb290"/>
              </a:buClr>
              <a:buFont typeface="幼圆"/>
              <a:buChar char=" "/>
            </a:pPr>
            <a:r>
              <a:rPr b="0" lang="en-US" sz="1600" spc="-1" strike="noStrike">
                <a:solidFill>
                  <a:srgbClr val="717171"/>
                </a:solidFill>
                <a:latin typeface="幼圆"/>
                <a:ea typeface="幼圆"/>
              </a:rPr>
              <a:t>Second level</a:t>
            </a:r>
            <a:endParaRPr b="0" lang="en-IN" sz="1600" spc="-1" strike="noStrike">
              <a:solidFill>
                <a:srgbClr val="47494b"/>
              </a:solidFill>
              <a:latin typeface="Calibri"/>
            </a:endParaRPr>
          </a:p>
        </p:txBody>
      </p:sp>
      <p:sp>
        <p:nvSpPr>
          <p:cNvPr id="146" name="PlaceHolder 6"/>
          <p:cNvSpPr>
            <a:spLocks noGrp="1"/>
          </p:cNvSpPr>
          <p:nvPr>
            <p:ph type="body"/>
          </p:nvPr>
        </p:nvSpPr>
        <p:spPr>
          <a:xfrm>
            <a:off x="4889520" y="1244520"/>
            <a:ext cx="3820320" cy="4932000"/>
          </a:xfrm>
          <a:prstGeom prst="rect">
            <a:avLst/>
          </a:prstGeom>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US" sz="2000" spc="-1" strike="noStrike">
                <a:solidFill>
                  <a:srgbClr val="602c05"/>
                </a:solidFill>
                <a:latin typeface="黑体"/>
                <a:ea typeface="黑体"/>
              </a:rPr>
              <a:t>Click to edit Master text style</a:t>
            </a:r>
            <a:endParaRPr b="0" lang="en-IN" sz="2000" spc="-1" strike="noStrike">
              <a:solidFill>
                <a:srgbClr val="602c05"/>
              </a:solidFill>
              <a:latin typeface="黑体"/>
            </a:endParaRPr>
          </a:p>
          <a:p>
            <a:pPr lvl="1" marL="357480" indent="-357120" algn="just">
              <a:lnSpc>
                <a:spcPct val="130000"/>
              </a:lnSpc>
              <a:spcAft>
                <a:spcPts val="601"/>
              </a:spcAft>
              <a:buClr>
                <a:srgbClr val="fbb290"/>
              </a:buClr>
              <a:buFont typeface="幼圆"/>
              <a:buChar char=" "/>
            </a:pPr>
            <a:r>
              <a:rPr b="0" lang="en-US" sz="1600" spc="-1" strike="noStrike">
                <a:solidFill>
                  <a:srgbClr val="717171"/>
                </a:solidFill>
                <a:latin typeface="幼圆"/>
                <a:ea typeface="幼圆"/>
              </a:rPr>
              <a:t>Second level</a:t>
            </a:r>
            <a:endParaRPr b="0" lang="en-IN" sz="1600" spc="-1" strike="noStrike">
              <a:solidFill>
                <a:srgbClr val="47494b"/>
              </a:solidFill>
              <a:latin typeface="Calibri"/>
            </a:endParaRPr>
          </a:p>
        </p:txBody>
      </p:sp>
      <p:sp>
        <p:nvSpPr>
          <p:cNvPr id="147" name="PlaceHolder 7"/>
          <p:cNvSpPr>
            <a:spLocks noGrp="1"/>
          </p:cNvSpPr>
          <p:nvPr>
            <p:ph type="dt"/>
          </p:nvPr>
        </p:nvSpPr>
        <p:spPr>
          <a:xfrm>
            <a:off x="628560" y="6356520"/>
            <a:ext cx="2057040" cy="364680"/>
          </a:xfrm>
          <a:prstGeom prst="rect">
            <a:avLst/>
          </a:prstGeom>
        </p:spPr>
        <p:txBody>
          <a:bodyPr anchor="ctr">
            <a:noAutofit/>
          </a:bodyPr>
          <a:p>
            <a:endParaRPr b="0" lang="en-IN" sz="2400" spc="-1" strike="noStrike">
              <a:latin typeface="Times New Roman"/>
            </a:endParaRPr>
          </a:p>
        </p:txBody>
      </p:sp>
      <p:sp>
        <p:nvSpPr>
          <p:cNvPr id="148" name="PlaceHolder 8"/>
          <p:cNvSpPr>
            <a:spLocks noGrp="1"/>
          </p:cNvSpPr>
          <p:nvPr>
            <p:ph type="ftr"/>
          </p:nvPr>
        </p:nvSpPr>
        <p:spPr>
          <a:xfrm>
            <a:off x="3029040" y="6356520"/>
            <a:ext cx="3085920" cy="364680"/>
          </a:xfrm>
          <a:prstGeom prst="rect">
            <a:avLst/>
          </a:prstGeom>
        </p:spPr>
        <p:txBody>
          <a:bodyPr anchor="ctr">
            <a:noAutofit/>
          </a:bodyPr>
          <a:p>
            <a:endParaRPr b="0" lang="en-IN" sz="2400" spc="-1" strike="noStrike">
              <a:latin typeface="Times New Roman"/>
            </a:endParaRPr>
          </a:p>
        </p:txBody>
      </p:sp>
      <p:sp>
        <p:nvSpPr>
          <p:cNvPr id="149" name="PlaceHolder 9"/>
          <p:cNvSpPr>
            <a:spLocks noGrp="1"/>
          </p:cNvSpPr>
          <p:nvPr>
            <p:ph type="sldNum"/>
          </p:nvPr>
        </p:nvSpPr>
        <p:spPr>
          <a:xfrm>
            <a:off x="6458040" y="6356520"/>
            <a:ext cx="2057040" cy="364680"/>
          </a:xfrm>
          <a:prstGeom prst="rect">
            <a:avLst/>
          </a:prstGeom>
        </p:spPr>
        <p:txBody>
          <a:bodyPr anchor="ctr">
            <a:noAutofit/>
          </a:bodyPr>
          <a:p>
            <a:endParaRPr b="0" lang="en-IN"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86" name="Group 1"/>
          <p:cNvGrpSpPr/>
          <p:nvPr/>
        </p:nvGrpSpPr>
        <p:grpSpPr>
          <a:xfrm>
            <a:off x="0" y="260280"/>
            <a:ext cx="9143640" cy="6238440"/>
            <a:chOff x="0" y="260280"/>
            <a:chExt cx="9143640" cy="6238440"/>
          </a:xfrm>
        </p:grpSpPr>
        <p:pic>
          <p:nvPicPr>
            <p:cNvPr id="187" name="Picture 2" descr="D:\wang\office图表模板\背景素材2\05196\master.jpg"/>
            <p:cNvPicPr/>
            <p:nvPr/>
          </p:nvPicPr>
          <p:blipFill>
            <a:blip r:embed="rId2"/>
            <a:srcRect l="0" t="20605" r="229" b="0"/>
            <a:stretch/>
          </p:blipFill>
          <p:spPr>
            <a:xfrm>
              <a:off x="5760" y="260280"/>
              <a:ext cx="9137880" cy="5454000"/>
            </a:xfrm>
            <a:prstGeom prst="rect">
              <a:avLst/>
            </a:prstGeom>
            <a:ln w="9525">
              <a:noFill/>
            </a:ln>
          </p:spPr>
        </p:pic>
        <p:sp>
          <p:nvSpPr>
            <p:cNvPr id="188" name="CustomShape 2"/>
            <p:cNvSpPr/>
            <p:nvPr/>
          </p:nvSpPr>
          <p:spPr>
            <a:xfrm>
              <a:off x="0" y="4870440"/>
              <a:ext cx="9143640" cy="1628280"/>
            </a:xfrm>
            <a:prstGeom prst="rect">
              <a:avLst/>
            </a:prstGeom>
            <a:gradFill rotWithShape="0">
              <a:gsLst>
                <a:gs pos="14000">
                  <a:srgbClr val="ffffff">
                    <a:alpha val="0"/>
                  </a:srgbClr>
                </a:gs>
                <a:gs pos="100000">
                  <a:srgbClr val="ffffff"/>
                </a:gs>
              </a:gsLst>
              <a:lin ang="5400000"/>
            </a:gradFill>
            <a:ln>
              <a:noFill/>
            </a:ln>
          </p:spPr>
          <p:style>
            <a:lnRef idx="2">
              <a:schemeClr val="accent1">
                <a:shade val="50000"/>
              </a:schemeClr>
            </a:lnRef>
            <a:fillRef idx="1">
              <a:schemeClr val="accent1"/>
            </a:fillRef>
            <a:effectRef idx="0">
              <a:schemeClr val="accent1"/>
            </a:effectRef>
            <a:fontRef idx="minor"/>
          </p:style>
        </p:sp>
      </p:grpSp>
      <p:pic>
        <p:nvPicPr>
          <p:cNvPr id="189" name="Picture 2" descr="D:\wang\office图表模板\背景素材2\05196\slide.jpg"/>
          <p:cNvPicPr/>
          <p:nvPr/>
        </p:nvPicPr>
        <p:blipFill>
          <a:blip r:embed="rId3"/>
          <a:srcRect l="0" t="8799" r="0" b="87785"/>
          <a:stretch/>
        </p:blipFill>
        <p:spPr>
          <a:xfrm>
            <a:off x="0" y="0"/>
            <a:ext cx="9143640" cy="234720"/>
          </a:xfrm>
          <a:prstGeom prst="rect">
            <a:avLst/>
          </a:prstGeom>
          <a:ln w="9525">
            <a:noFill/>
          </a:ln>
        </p:spPr>
      </p:pic>
      <p:sp>
        <p:nvSpPr>
          <p:cNvPr id="190" name="CustomShape 3"/>
          <p:cNvSpPr/>
          <p:nvPr/>
        </p:nvSpPr>
        <p:spPr>
          <a:xfrm>
            <a:off x="0" y="270000"/>
            <a:ext cx="9143640" cy="6587640"/>
          </a:xfrm>
          <a:prstGeom prst="rect">
            <a:avLst/>
          </a:prstGeom>
          <a:solidFill>
            <a:srgbClr val="ffffff">
              <a:alpha val="94000"/>
            </a:srgbClr>
          </a:solidFill>
          <a:ln>
            <a:noFill/>
          </a:ln>
        </p:spPr>
        <p:style>
          <a:lnRef idx="2">
            <a:schemeClr val="accent1">
              <a:shade val="50000"/>
            </a:schemeClr>
          </a:lnRef>
          <a:fillRef idx="1">
            <a:schemeClr val="accent1"/>
          </a:fillRef>
          <a:effectRef idx="0">
            <a:schemeClr val="accent1"/>
          </a:effectRef>
          <a:fontRef idx="minor"/>
        </p:style>
      </p:sp>
      <p:sp>
        <p:nvSpPr>
          <p:cNvPr id="191" name="PlaceHolder 4"/>
          <p:cNvSpPr>
            <a:spLocks noGrp="1"/>
          </p:cNvSpPr>
          <p:nvPr>
            <p:ph type="title"/>
          </p:nvPr>
        </p:nvSpPr>
        <p:spPr>
          <a:xfrm>
            <a:off x="339840" y="262080"/>
            <a:ext cx="8370360" cy="644040"/>
          </a:xfrm>
          <a:prstGeom prst="rect">
            <a:avLst/>
          </a:prstGeom>
        </p:spPr>
        <p:txBody>
          <a:bodyPr lIns="90000" rIns="90000" tIns="45000" bIns="45000" anchor="b">
            <a:noAutofit/>
          </a:bodyPr>
          <a:p>
            <a:pPr>
              <a:lnSpc>
                <a:spcPct val="90000"/>
              </a:lnSpc>
            </a:pPr>
            <a:r>
              <a:rPr b="1" lang="en-US" sz="3200" spc="-1" strike="noStrike">
                <a:solidFill>
                  <a:srgbClr val="602c05"/>
                </a:solidFill>
                <a:latin typeface="黑体"/>
                <a:ea typeface="黑体"/>
              </a:rPr>
              <a:t>Click to edit Master title style</a:t>
            </a:r>
            <a:endParaRPr b="0" lang="en-IN" sz="3200" spc="-1" strike="noStrike">
              <a:solidFill>
                <a:srgbClr val="47494b"/>
              </a:solidFill>
              <a:latin typeface="Calibri"/>
            </a:endParaRPr>
          </a:p>
        </p:txBody>
      </p:sp>
      <p:sp>
        <p:nvSpPr>
          <p:cNvPr id="192" name="PlaceHolder 5"/>
          <p:cNvSpPr>
            <a:spLocks noGrp="1"/>
          </p:cNvSpPr>
          <p:nvPr>
            <p:ph type="body"/>
          </p:nvPr>
        </p:nvSpPr>
        <p:spPr>
          <a:xfrm>
            <a:off x="339840" y="1139760"/>
            <a:ext cx="8361000" cy="5194080"/>
          </a:xfrm>
          <a:prstGeom prst="rect">
            <a:avLst/>
          </a:prstGeom>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US" sz="2000" spc="-1" strike="noStrike">
                <a:solidFill>
                  <a:srgbClr val="602c05"/>
                </a:solidFill>
                <a:latin typeface="黑体"/>
                <a:ea typeface="黑体"/>
              </a:rPr>
              <a:t>Click to edit Master text style</a:t>
            </a:r>
            <a:endParaRPr b="0" lang="en-IN" sz="2000" spc="-1" strike="noStrike">
              <a:solidFill>
                <a:srgbClr val="602c05"/>
              </a:solidFill>
              <a:latin typeface="黑体"/>
            </a:endParaRPr>
          </a:p>
          <a:p>
            <a:pPr lvl="1" marL="357480" indent="-357120" algn="just">
              <a:lnSpc>
                <a:spcPct val="130000"/>
              </a:lnSpc>
              <a:spcAft>
                <a:spcPts val="601"/>
              </a:spcAft>
              <a:buClr>
                <a:srgbClr val="fbb290"/>
              </a:buClr>
              <a:buFont typeface="幼圆"/>
              <a:buChar char=" "/>
            </a:pPr>
            <a:r>
              <a:rPr b="0" lang="en-US" sz="1600" spc="-1" strike="noStrike">
                <a:solidFill>
                  <a:srgbClr val="717171"/>
                </a:solidFill>
                <a:latin typeface="幼圆"/>
                <a:ea typeface="幼圆"/>
              </a:rPr>
              <a:t>Second level</a:t>
            </a:r>
            <a:endParaRPr b="0" lang="en-IN" sz="1600" spc="-1" strike="noStrike">
              <a:solidFill>
                <a:srgbClr val="47494b"/>
              </a:solidFill>
              <a:latin typeface="Calibri"/>
            </a:endParaRPr>
          </a:p>
        </p:txBody>
      </p:sp>
      <p:sp>
        <p:nvSpPr>
          <p:cNvPr id="193" name="PlaceHolder 6"/>
          <p:cNvSpPr>
            <a:spLocks noGrp="1"/>
          </p:cNvSpPr>
          <p:nvPr>
            <p:ph type="dt"/>
          </p:nvPr>
        </p:nvSpPr>
        <p:spPr>
          <a:xfrm>
            <a:off x="628560" y="6356520"/>
            <a:ext cx="2057040" cy="364680"/>
          </a:xfrm>
          <a:prstGeom prst="rect">
            <a:avLst/>
          </a:prstGeom>
        </p:spPr>
        <p:txBody>
          <a:bodyPr anchor="ctr">
            <a:noAutofit/>
          </a:bodyPr>
          <a:p>
            <a:endParaRPr b="0" lang="en-IN" sz="2400" spc="-1" strike="noStrike">
              <a:latin typeface="Times New Roman"/>
            </a:endParaRPr>
          </a:p>
        </p:txBody>
      </p:sp>
      <p:sp>
        <p:nvSpPr>
          <p:cNvPr id="194" name="PlaceHolder 7"/>
          <p:cNvSpPr>
            <a:spLocks noGrp="1"/>
          </p:cNvSpPr>
          <p:nvPr>
            <p:ph type="ftr"/>
          </p:nvPr>
        </p:nvSpPr>
        <p:spPr>
          <a:xfrm>
            <a:off x="3029040" y="6356520"/>
            <a:ext cx="3085920" cy="364680"/>
          </a:xfrm>
          <a:prstGeom prst="rect">
            <a:avLst/>
          </a:prstGeom>
        </p:spPr>
        <p:txBody>
          <a:bodyPr anchor="ctr">
            <a:noAutofit/>
          </a:bodyPr>
          <a:p>
            <a:endParaRPr b="0" lang="en-IN" sz="2400" spc="-1" strike="noStrike">
              <a:latin typeface="Times New Roman"/>
            </a:endParaRPr>
          </a:p>
        </p:txBody>
      </p:sp>
      <p:sp>
        <p:nvSpPr>
          <p:cNvPr id="195" name="PlaceHolder 8"/>
          <p:cNvSpPr>
            <a:spLocks noGrp="1"/>
          </p:cNvSpPr>
          <p:nvPr>
            <p:ph type="sldNum"/>
          </p:nvPr>
        </p:nvSpPr>
        <p:spPr>
          <a:xfrm>
            <a:off x="6458040" y="6356520"/>
            <a:ext cx="2057040" cy="364680"/>
          </a:xfrm>
          <a:prstGeom prst="rect">
            <a:avLst/>
          </a:prstGeom>
        </p:spPr>
        <p:txBody>
          <a:bodyPr anchor="ctr">
            <a:noAutofit/>
          </a:bodyPr>
          <a:p>
            <a:endParaRPr b="0" lang="en-IN"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32" name="Group 1"/>
          <p:cNvGrpSpPr/>
          <p:nvPr/>
        </p:nvGrpSpPr>
        <p:grpSpPr>
          <a:xfrm>
            <a:off x="0" y="260280"/>
            <a:ext cx="9143640" cy="6238440"/>
            <a:chOff x="0" y="260280"/>
            <a:chExt cx="9143640" cy="6238440"/>
          </a:xfrm>
        </p:grpSpPr>
        <p:pic>
          <p:nvPicPr>
            <p:cNvPr id="233" name="Picture 2" descr="D:\wang\office图表模板\背景素材2\05196\master.jpg"/>
            <p:cNvPicPr/>
            <p:nvPr/>
          </p:nvPicPr>
          <p:blipFill>
            <a:blip r:embed="rId2"/>
            <a:srcRect l="0" t="20605" r="229" b="0"/>
            <a:stretch/>
          </p:blipFill>
          <p:spPr>
            <a:xfrm>
              <a:off x="5760" y="260280"/>
              <a:ext cx="9137880" cy="5454000"/>
            </a:xfrm>
            <a:prstGeom prst="rect">
              <a:avLst/>
            </a:prstGeom>
            <a:ln w="9525">
              <a:noFill/>
            </a:ln>
          </p:spPr>
        </p:pic>
        <p:sp>
          <p:nvSpPr>
            <p:cNvPr id="234" name="CustomShape 2"/>
            <p:cNvSpPr/>
            <p:nvPr/>
          </p:nvSpPr>
          <p:spPr>
            <a:xfrm>
              <a:off x="0" y="4870440"/>
              <a:ext cx="9143640" cy="1628280"/>
            </a:xfrm>
            <a:prstGeom prst="rect">
              <a:avLst/>
            </a:prstGeom>
            <a:gradFill rotWithShape="0">
              <a:gsLst>
                <a:gs pos="14000">
                  <a:srgbClr val="ffffff">
                    <a:alpha val="0"/>
                  </a:srgbClr>
                </a:gs>
                <a:gs pos="100000">
                  <a:srgbClr val="ffffff"/>
                </a:gs>
              </a:gsLst>
              <a:lin ang="5400000"/>
            </a:gradFill>
            <a:ln>
              <a:noFill/>
            </a:ln>
          </p:spPr>
          <p:style>
            <a:lnRef idx="2">
              <a:schemeClr val="accent1">
                <a:shade val="50000"/>
              </a:schemeClr>
            </a:lnRef>
            <a:fillRef idx="1">
              <a:schemeClr val="accent1"/>
            </a:fillRef>
            <a:effectRef idx="0">
              <a:schemeClr val="accent1"/>
            </a:effectRef>
            <a:fontRef idx="minor"/>
          </p:style>
        </p:sp>
      </p:grpSp>
      <p:pic>
        <p:nvPicPr>
          <p:cNvPr id="235" name="Picture 2" descr="D:\wang\office图表模板\背景素材2\05196\slide.jpg"/>
          <p:cNvPicPr/>
          <p:nvPr/>
        </p:nvPicPr>
        <p:blipFill>
          <a:blip r:embed="rId3"/>
          <a:srcRect l="0" t="8799" r="0" b="87785"/>
          <a:stretch/>
        </p:blipFill>
        <p:spPr>
          <a:xfrm>
            <a:off x="0" y="0"/>
            <a:ext cx="9143640" cy="234720"/>
          </a:xfrm>
          <a:prstGeom prst="rect">
            <a:avLst/>
          </a:prstGeom>
          <a:ln w="9525">
            <a:noFill/>
          </a:ln>
        </p:spPr>
      </p:pic>
      <p:sp>
        <p:nvSpPr>
          <p:cNvPr id="236" name="CustomShape 3"/>
          <p:cNvSpPr/>
          <p:nvPr/>
        </p:nvSpPr>
        <p:spPr>
          <a:xfrm>
            <a:off x="0" y="270000"/>
            <a:ext cx="9143640" cy="6587640"/>
          </a:xfrm>
          <a:prstGeom prst="rect">
            <a:avLst/>
          </a:prstGeom>
          <a:solidFill>
            <a:srgbClr val="ffffff">
              <a:alpha val="94000"/>
            </a:srgbClr>
          </a:solidFill>
          <a:ln>
            <a:noFill/>
          </a:ln>
        </p:spPr>
        <p:style>
          <a:lnRef idx="2">
            <a:schemeClr val="accent1">
              <a:shade val="50000"/>
            </a:schemeClr>
          </a:lnRef>
          <a:fillRef idx="1">
            <a:schemeClr val="accent1"/>
          </a:fillRef>
          <a:effectRef idx="0">
            <a:schemeClr val="accent1"/>
          </a:effectRef>
          <a:fontRef idx="minor"/>
        </p:style>
      </p:sp>
      <p:sp>
        <p:nvSpPr>
          <p:cNvPr id="237" name="PlaceHolder 4"/>
          <p:cNvSpPr>
            <a:spLocks noGrp="1"/>
          </p:cNvSpPr>
          <p:nvPr>
            <p:ph type="title"/>
          </p:nvPr>
        </p:nvSpPr>
        <p:spPr>
          <a:xfrm>
            <a:off x="339840" y="262080"/>
            <a:ext cx="8370360" cy="644040"/>
          </a:xfrm>
          <a:prstGeom prst="rect">
            <a:avLst/>
          </a:prstGeom>
        </p:spPr>
        <p:txBody>
          <a:bodyPr lIns="90000" rIns="90000" tIns="45000" bIns="45000" anchor="b">
            <a:noAutofit/>
          </a:bodyPr>
          <a:p>
            <a:pPr>
              <a:lnSpc>
                <a:spcPct val="90000"/>
              </a:lnSpc>
            </a:pPr>
            <a:r>
              <a:rPr b="1" lang="en-US" sz="3200" spc="-1" strike="noStrike">
                <a:solidFill>
                  <a:srgbClr val="602c05"/>
                </a:solidFill>
                <a:latin typeface="黑体"/>
                <a:ea typeface="黑体"/>
              </a:rPr>
              <a:t>Click to edit Master title style</a:t>
            </a:r>
            <a:endParaRPr b="0" lang="en-IN" sz="3200" spc="-1" strike="noStrike">
              <a:solidFill>
                <a:srgbClr val="47494b"/>
              </a:solidFill>
              <a:latin typeface="Calibri"/>
            </a:endParaRPr>
          </a:p>
        </p:txBody>
      </p:sp>
      <p:sp>
        <p:nvSpPr>
          <p:cNvPr id="238" name="PlaceHolder 5"/>
          <p:cNvSpPr>
            <a:spLocks noGrp="1"/>
          </p:cNvSpPr>
          <p:nvPr>
            <p:ph type="body"/>
          </p:nvPr>
        </p:nvSpPr>
        <p:spPr>
          <a:xfrm>
            <a:off x="1049760" y="1244520"/>
            <a:ext cx="3809520" cy="4932000"/>
          </a:xfrm>
          <a:prstGeom prst="rect">
            <a:avLst/>
          </a:prstGeom>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US" sz="2000" spc="-1" strike="noStrike">
                <a:solidFill>
                  <a:srgbClr val="602c05"/>
                </a:solidFill>
                <a:latin typeface="黑体"/>
                <a:ea typeface="黑体"/>
              </a:rPr>
              <a:t>Click to edit Master text style</a:t>
            </a:r>
            <a:endParaRPr b="0" lang="en-IN" sz="2000" spc="-1" strike="noStrike">
              <a:solidFill>
                <a:srgbClr val="602c05"/>
              </a:solidFill>
              <a:latin typeface="黑体"/>
            </a:endParaRPr>
          </a:p>
          <a:p>
            <a:pPr lvl="1" marL="357480" indent="-357120" algn="just">
              <a:lnSpc>
                <a:spcPct val="130000"/>
              </a:lnSpc>
              <a:spcAft>
                <a:spcPts val="601"/>
              </a:spcAft>
              <a:buClr>
                <a:srgbClr val="fbb290"/>
              </a:buClr>
              <a:buFont typeface="幼圆"/>
              <a:buChar char=" "/>
            </a:pPr>
            <a:r>
              <a:rPr b="0" lang="en-US" sz="1600" spc="-1" strike="noStrike">
                <a:solidFill>
                  <a:srgbClr val="717171"/>
                </a:solidFill>
                <a:latin typeface="幼圆"/>
                <a:ea typeface="幼圆"/>
              </a:rPr>
              <a:t>Second level</a:t>
            </a:r>
            <a:endParaRPr b="0" lang="en-IN" sz="1600" spc="-1" strike="noStrike">
              <a:solidFill>
                <a:srgbClr val="47494b"/>
              </a:solidFill>
              <a:latin typeface="Calibri"/>
            </a:endParaRPr>
          </a:p>
        </p:txBody>
      </p:sp>
      <p:sp>
        <p:nvSpPr>
          <p:cNvPr id="239" name="PlaceHolder 6"/>
          <p:cNvSpPr>
            <a:spLocks noGrp="1"/>
          </p:cNvSpPr>
          <p:nvPr>
            <p:ph type="body"/>
          </p:nvPr>
        </p:nvSpPr>
        <p:spPr>
          <a:xfrm>
            <a:off x="4889520" y="1244520"/>
            <a:ext cx="3820320" cy="4932000"/>
          </a:xfrm>
          <a:prstGeom prst="rect">
            <a:avLst/>
          </a:prstGeom>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US" sz="2000" spc="-1" strike="noStrike">
                <a:solidFill>
                  <a:srgbClr val="602c05"/>
                </a:solidFill>
                <a:latin typeface="黑体"/>
                <a:ea typeface="黑体"/>
              </a:rPr>
              <a:t>Click to edit Master text style</a:t>
            </a:r>
            <a:endParaRPr b="0" lang="en-IN" sz="2000" spc="-1" strike="noStrike">
              <a:solidFill>
                <a:srgbClr val="602c05"/>
              </a:solidFill>
              <a:latin typeface="黑体"/>
            </a:endParaRPr>
          </a:p>
          <a:p>
            <a:pPr lvl="1" marL="357480" indent="-357120" algn="just">
              <a:lnSpc>
                <a:spcPct val="130000"/>
              </a:lnSpc>
              <a:spcAft>
                <a:spcPts val="601"/>
              </a:spcAft>
              <a:buClr>
                <a:srgbClr val="fbb290"/>
              </a:buClr>
              <a:buFont typeface="幼圆"/>
              <a:buChar char=" "/>
            </a:pPr>
            <a:r>
              <a:rPr b="0" lang="en-US" sz="1600" spc="-1" strike="noStrike">
                <a:solidFill>
                  <a:srgbClr val="717171"/>
                </a:solidFill>
                <a:latin typeface="幼圆"/>
                <a:ea typeface="幼圆"/>
              </a:rPr>
              <a:t>Second level</a:t>
            </a:r>
            <a:endParaRPr b="0" lang="en-IN" sz="1600" spc="-1" strike="noStrike">
              <a:solidFill>
                <a:srgbClr val="47494b"/>
              </a:solidFill>
              <a:latin typeface="Calibri"/>
            </a:endParaRPr>
          </a:p>
        </p:txBody>
      </p:sp>
      <p:sp>
        <p:nvSpPr>
          <p:cNvPr id="240" name="PlaceHolder 7"/>
          <p:cNvSpPr>
            <a:spLocks noGrp="1"/>
          </p:cNvSpPr>
          <p:nvPr>
            <p:ph type="dt"/>
          </p:nvPr>
        </p:nvSpPr>
        <p:spPr>
          <a:xfrm>
            <a:off x="628560" y="6356520"/>
            <a:ext cx="2057040" cy="364680"/>
          </a:xfrm>
          <a:prstGeom prst="rect">
            <a:avLst/>
          </a:prstGeom>
        </p:spPr>
        <p:txBody>
          <a:bodyPr anchor="ctr">
            <a:noAutofit/>
          </a:bodyPr>
          <a:p>
            <a:endParaRPr b="0" lang="en-IN" sz="2400" spc="-1" strike="noStrike">
              <a:latin typeface="Times New Roman"/>
            </a:endParaRPr>
          </a:p>
        </p:txBody>
      </p:sp>
      <p:sp>
        <p:nvSpPr>
          <p:cNvPr id="241" name="PlaceHolder 8"/>
          <p:cNvSpPr>
            <a:spLocks noGrp="1"/>
          </p:cNvSpPr>
          <p:nvPr>
            <p:ph type="ftr"/>
          </p:nvPr>
        </p:nvSpPr>
        <p:spPr>
          <a:xfrm>
            <a:off x="3029040" y="6356520"/>
            <a:ext cx="3085920" cy="364680"/>
          </a:xfrm>
          <a:prstGeom prst="rect">
            <a:avLst/>
          </a:prstGeom>
        </p:spPr>
        <p:txBody>
          <a:bodyPr anchor="ctr">
            <a:noAutofit/>
          </a:bodyPr>
          <a:p>
            <a:endParaRPr b="0" lang="en-IN" sz="2400" spc="-1" strike="noStrike">
              <a:latin typeface="Times New Roman"/>
            </a:endParaRPr>
          </a:p>
        </p:txBody>
      </p:sp>
      <p:sp>
        <p:nvSpPr>
          <p:cNvPr id="242" name="PlaceHolder 9"/>
          <p:cNvSpPr>
            <a:spLocks noGrp="1"/>
          </p:cNvSpPr>
          <p:nvPr>
            <p:ph type="sldNum"/>
          </p:nvPr>
        </p:nvSpPr>
        <p:spPr>
          <a:xfrm>
            <a:off x="6458040" y="6356520"/>
            <a:ext cx="2057040" cy="364680"/>
          </a:xfrm>
          <a:prstGeom prst="rect">
            <a:avLst/>
          </a:prstGeom>
        </p:spPr>
        <p:txBody>
          <a:bodyPr anchor="ctr">
            <a:noAutofit/>
          </a:bodyPr>
          <a:p>
            <a:endParaRPr b="0" lang="en-IN" sz="2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Lst>
</p:sldMaster>
</file>

<file path=ppt/slides/_rels/slide1.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6.jpeg"/><Relationship Id="rId3" Type="http://schemas.openxmlformats.org/officeDocument/2006/relationships/slideLayout" Target="../slideLayouts/slideLayout40.xml"/>
</Relationships>
</file>

<file path=ppt/slides/_rels/slide7.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20.jpeg"/><Relationship Id="rId5" Type="http://schemas.openxmlformats.org/officeDocument/2006/relationships/slideLayout" Target="../slideLayouts/slideLayout40.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wmf"/><Relationship Id="rId6" Type="http://schemas.openxmlformats.org/officeDocument/2006/relationships/image" Target="../media/image26.wmf"/><Relationship Id="rId7" Type="http://schemas.openxmlformats.org/officeDocument/2006/relationships/slideLayout" Target="../slideLayouts/slideLayout4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7.wmf"/><Relationship Id="rId2" Type="http://schemas.openxmlformats.org/officeDocument/2006/relationships/image" Target="../media/image28.wmf"/><Relationship Id="rId3" Type="http://schemas.openxmlformats.org/officeDocument/2006/relationships/slideLayout" Target="../slideLayouts/slideLayout64.xml"/>
</Relationships>
</file>

<file path=ppt/slides/_rels/slide14.xml.rels><?xml version="1.0" encoding="UTF-8"?>
<Relationships xmlns="http://schemas.openxmlformats.org/package/2006/relationships"><Relationship Id="rId1" Type="http://schemas.openxmlformats.org/officeDocument/2006/relationships/image" Target="../media/image29.wmf"/><Relationship Id="rId2" Type="http://schemas.openxmlformats.org/officeDocument/2006/relationships/slideLayout" Target="../slideLayouts/slideLayout49.xml"/>
</Relationships>
</file>

<file path=ppt/slides/_rels/slide15.xml.rels><?xml version="1.0" encoding="UTF-8"?>
<Relationships xmlns="http://schemas.openxmlformats.org/package/2006/relationships"><Relationship Id="rId1" Type="http://schemas.openxmlformats.org/officeDocument/2006/relationships/image" Target="../media/image30.wmf"/><Relationship Id="rId2" Type="http://schemas.openxmlformats.org/officeDocument/2006/relationships/image" Target="../media/image31.wmf"/><Relationship Id="rId3" Type="http://schemas.openxmlformats.org/officeDocument/2006/relationships/slideLayout" Target="../slideLayouts/slideLayout49.xml"/>
</Relationships>
</file>

<file path=ppt/slides/_rels/slide16.xml.rels><?xml version="1.0" encoding="UTF-8"?>
<Relationships xmlns="http://schemas.openxmlformats.org/package/2006/relationships"><Relationship Id="rId1" Type="http://schemas.openxmlformats.org/officeDocument/2006/relationships/image" Target="../media/image32.wmf"/><Relationship Id="rId2" Type="http://schemas.openxmlformats.org/officeDocument/2006/relationships/slideLayout" Target="../slideLayouts/slideLayout49.xml"/>
</Relationships>
</file>

<file path=ppt/slides/_rels/slide17.xml.rels><?xml version="1.0" encoding="UTF-8"?>
<Relationships xmlns="http://schemas.openxmlformats.org/package/2006/relationships"><Relationship Id="rId1" Type="http://schemas.openxmlformats.org/officeDocument/2006/relationships/image" Target="../media/image33.wmf"/><Relationship Id="rId2" Type="http://schemas.openxmlformats.org/officeDocument/2006/relationships/image" Target="../media/image34.wmf"/><Relationship Id="rId3" Type="http://schemas.openxmlformats.org/officeDocument/2006/relationships/slideLayout" Target="../slideLayouts/slideLayout49.xml"/>
</Relationships>
</file>

<file path=ppt/slides/_rels/slide18.xml.rels><?xml version="1.0" encoding="UTF-8"?>
<Relationships xmlns="http://schemas.openxmlformats.org/package/2006/relationships"><Relationship Id="rId1" Type="http://schemas.openxmlformats.org/officeDocument/2006/relationships/image" Target="../media/image35.wmf"/><Relationship Id="rId2" Type="http://schemas.openxmlformats.org/officeDocument/2006/relationships/slideLayout" Target="../slideLayouts/slideLayout49.xml"/>
</Relationships>
</file>

<file path=ppt/slides/_rels/slide19.xml.rels><?xml version="1.0" encoding="UTF-8"?>
<Relationships xmlns="http://schemas.openxmlformats.org/package/2006/relationships"><Relationship Id="rId1" Type="http://schemas.openxmlformats.org/officeDocument/2006/relationships/image" Target="../media/image36.wmf"/><Relationship Id="rId2" Type="http://schemas.openxmlformats.org/officeDocument/2006/relationships/slideLayout" Target="../slideLayouts/slideLayout49.xml"/>
</Relationships>
</file>

<file path=ppt/slides/_rels/slide20.xml.rels><?xml version="1.0" encoding="UTF-8"?>
<Relationships xmlns="http://schemas.openxmlformats.org/package/2006/relationships"><Relationship Id="rId1" Type="http://schemas.openxmlformats.org/officeDocument/2006/relationships/image" Target="../media/image37.wmf"/><Relationship Id="rId2" Type="http://schemas.openxmlformats.org/officeDocument/2006/relationships/image" Target="../media/image38.wmf"/><Relationship Id="rId3" Type="http://schemas.openxmlformats.org/officeDocument/2006/relationships/slideLayout" Target="../slideLayouts/slideLayout49.xml"/>
</Relationships>
</file>

<file path=ppt/slides/_rels/slide21.xml.rels><?xml version="1.0" encoding="UTF-8"?>
<Relationships xmlns="http://schemas.openxmlformats.org/package/2006/relationships"><Relationship Id="rId1" Type="http://schemas.openxmlformats.org/officeDocument/2006/relationships/image" Target="../media/image39.wmf"/><Relationship Id="rId2" Type="http://schemas.openxmlformats.org/officeDocument/2006/relationships/slideLayout" Target="../slideLayouts/slideLayout49.xml"/>
</Relationships>
</file>

<file path=ppt/slides/_rels/slide22.xml.rels><?xml version="1.0" encoding="UTF-8"?>
<Relationships xmlns="http://schemas.openxmlformats.org/package/2006/relationships"><Relationship Id="rId1" Type="http://schemas.openxmlformats.org/officeDocument/2006/relationships/image" Target="../media/image40.wmf"/><Relationship Id="rId2" Type="http://schemas.openxmlformats.org/officeDocument/2006/relationships/slideLayout" Target="../slideLayouts/slideLayout49.xml"/>
</Relationships>
</file>

<file path=ppt/slides/_rels/slide23.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9.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26.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49.xml"/><Relationship Id="rId3"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6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8.xml.rels><?xml version="1.0" encoding="UTF-8"?>
<Relationships xmlns="http://schemas.openxmlformats.org/package/2006/relationships"><Relationship Id="rId1" Type="http://schemas.openxmlformats.org/officeDocument/2006/relationships/image" Target="../media/image44.wmf"/><Relationship Id="rId2" Type="http://schemas.openxmlformats.org/officeDocument/2006/relationships/slideLayout" Target="../slideLayouts/slideLayout49.xml"/>
</Relationships>
</file>

<file path=ppt/slides/_rels/slide39.xml.rels><?xml version="1.0" encoding="UTF-8"?>
<Relationships xmlns="http://schemas.openxmlformats.org/package/2006/relationships"><Relationship Id="rId1" Type="http://schemas.openxmlformats.org/officeDocument/2006/relationships/image" Target="../media/image45.wmf"/><Relationship Id="rId2" Type="http://schemas.openxmlformats.org/officeDocument/2006/relationships/image" Target="../media/image46.wmf"/><Relationship Id="rId3" Type="http://schemas.openxmlformats.org/officeDocument/2006/relationships/slideLayout" Target="../slideLayouts/slideLayout64.xml"/>
</Relationships>
</file>

<file path=ppt/slides/_rels/slide40.xml.rels><?xml version="1.0" encoding="UTF-8"?>
<Relationships xmlns="http://schemas.openxmlformats.org/package/2006/relationships"><Relationship Id="rId1" Type="http://schemas.openxmlformats.org/officeDocument/2006/relationships/image" Target="../media/image47.wmf"/><Relationship Id="rId2" Type="http://schemas.openxmlformats.org/officeDocument/2006/relationships/slideLayout" Target="../slideLayouts/slideLayout64.xml"/>
</Relationships>
</file>

<file path=ppt/slides/_rels/slide41.xml.rels><?xml version="1.0" encoding="UTF-8"?>
<Relationships xmlns="http://schemas.openxmlformats.org/package/2006/relationships"><Relationship Id="rId1" Type="http://schemas.openxmlformats.org/officeDocument/2006/relationships/image" Target="../media/image48.wmf"/><Relationship Id="rId2" Type="http://schemas.openxmlformats.org/officeDocument/2006/relationships/slideLayout" Target="../slideLayouts/slideLayout64.xml"/>
</Relationships>
</file>

<file path=ppt/slides/_rels/slide42.xml.rels><?xml version="1.0" encoding="UTF-8"?>
<Relationships xmlns="http://schemas.openxmlformats.org/package/2006/relationships"><Relationship Id="rId1" Type="http://schemas.openxmlformats.org/officeDocument/2006/relationships/image" Target="../media/image49.wmf"/><Relationship Id="rId2" Type="http://schemas.openxmlformats.org/officeDocument/2006/relationships/slideLayout" Target="../slideLayouts/slideLayout64.xml"/>
</Relationships>
</file>

<file path=ppt/slides/_rels/slide43.xml.rels><?xml version="1.0" encoding="UTF-8"?>
<Relationships xmlns="http://schemas.openxmlformats.org/package/2006/relationships"><Relationship Id="rId1" Type="http://schemas.openxmlformats.org/officeDocument/2006/relationships/image" Target="../media/image50.wmf"/><Relationship Id="rId2" Type="http://schemas.openxmlformats.org/officeDocument/2006/relationships/image" Target="../media/image51.wmf"/><Relationship Id="rId3" Type="http://schemas.openxmlformats.org/officeDocument/2006/relationships/slideLayout" Target="../slideLayouts/slideLayout64.xml"/>
</Relationships>
</file>

<file path=ppt/slides/_rels/slide44.xml.rels><?xml version="1.0" encoding="UTF-8"?>
<Relationships xmlns="http://schemas.openxmlformats.org/package/2006/relationships"><Relationship Id="rId1" Type="http://schemas.openxmlformats.org/officeDocument/2006/relationships/image" Target="../media/image52.wmf"/><Relationship Id="rId2" Type="http://schemas.openxmlformats.org/officeDocument/2006/relationships/slideLayout" Target="../slideLayouts/slideLayout64.xml"/>
</Relationships>
</file>

<file path=ppt/slides/_rels/slide45.xml.rels><?xml version="1.0" encoding="UTF-8"?>
<Relationships xmlns="http://schemas.openxmlformats.org/package/2006/relationships"><Relationship Id="rId1" Type="http://schemas.openxmlformats.org/officeDocument/2006/relationships/image" Target="../media/image53.wmf"/><Relationship Id="rId2" Type="http://schemas.openxmlformats.org/officeDocument/2006/relationships/slideLayout" Target="../slideLayouts/slideLayout64.xml"/>
</Relationships>
</file>

<file path=ppt/slides/_rels/slide46.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49.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6.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49.xml"/><Relationship Id="rId3"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1.xml.rels><?xml version="1.0" encoding="UTF-8"?>
<Relationships xmlns="http://schemas.openxmlformats.org/package/2006/relationships"><Relationship Id="rId1" Type="http://schemas.openxmlformats.org/officeDocument/2006/relationships/image" Target="../media/image56.wmf"/><Relationship Id="rId2" Type="http://schemas.openxmlformats.org/officeDocument/2006/relationships/slideLayout" Target="../slideLayouts/slideLayout64.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64.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64.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64.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64.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0.xml.rels><?xml version="1.0" encoding="UTF-8"?>
<Relationships xmlns="http://schemas.openxmlformats.org/package/2006/relationships"><Relationship Id="rId1" Type="http://schemas.openxmlformats.org/officeDocument/2006/relationships/image" Target="../media/image57.wmf"/><Relationship Id="rId2" Type="http://schemas.openxmlformats.org/officeDocument/2006/relationships/slideLayout" Target="../slideLayouts/slideLayout49.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2.xml.rels><?xml version="1.0" encoding="UTF-8"?>
<Relationships xmlns="http://schemas.openxmlformats.org/package/2006/relationships"><Relationship Id="rId1" Type="http://schemas.openxmlformats.org/officeDocument/2006/relationships/image" Target="../media/image58.wmf"/><Relationship Id="rId2" Type="http://schemas.openxmlformats.org/officeDocument/2006/relationships/slideLayout" Target="../slideLayouts/slideLayout64.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76.xml.rels><?xml version="1.0" encoding="UTF-8"?>
<Relationships xmlns="http://schemas.openxmlformats.org/package/2006/relationships"><Relationship Id="rId1" Type="http://schemas.openxmlformats.org/officeDocument/2006/relationships/image" Target="../media/image59.wmf"/><Relationship Id="rId2" Type="http://schemas.openxmlformats.org/officeDocument/2006/relationships/image" Target="../media/image60.wmf"/><Relationship Id="rId3" Type="http://schemas.openxmlformats.org/officeDocument/2006/relationships/slideLayout" Target="../slideLayouts/slideLayout64.xml"/>
</Relationships>
</file>

<file path=ppt/slides/_rels/slide77.xml.rels><?xml version="1.0" encoding="UTF-8"?>
<Relationships xmlns="http://schemas.openxmlformats.org/package/2006/relationships"><Relationship Id="rId1" Type="http://schemas.openxmlformats.org/officeDocument/2006/relationships/image" Target="../media/image61.wmf"/><Relationship Id="rId2" Type="http://schemas.openxmlformats.org/officeDocument/2006/relationships/slideLayout" Target="../slideLayouts/slideLayout49.xml"/>
</Relationships>
</file>

<file path=ppt/slides/_rels/slide78.xml.rels><?xml version="1.0" encoding="UTF-8"?>
<Relationships xmlns="http://schemas.openxmlformats.org/package/2006/relationships"><Relationship Id="rId1" Type="http://schemas.openxmlformats.org/officeDocument/2006/relationships/image" Target="../media/image62.wmf"/><Relationship Id="rId2" Type="http://schemas.openxmlformats.org/officeDocument/2006/relationships/image" Target="../media/image63.wmf"/><Relationship Id="rId3" Type="http://schemas.openxmlformats.org/officeDocument/2006/relationships/slideLayout" Target="../slideLayouts/slideLayout64.xml"/>
</Relationships>
</file>

<file path=ppt/slides/_rels/slide79.xml.rels><?xml version="1.0" encoding="UTF-8"?>
<Relationships xmlns="http://schemas.openxmlformats.org/package/2006/relationships"><Relationship Id="rId1" Type="http://schemas.openxmlformats.org/officeDocument/2006/relationships/image" Target="../media/image64.wmf"/><Relationship Id="rId2" Type="http://schemas.openxmlformats.org/officeDocument/2006/relationships/slideLayout" Target="../slideLayouts/slideLayout64.xml"/>
</Relationships>
</file>

<file path=ppt/slides/_rels/slide80.xml.rels><?xml version="1.0" encoding="UTF-8"?>
<Relationships xmlns="http://schemas.openxmlformats.org/package/2006/relationships"><Relationship Id="rId1" Type="http://schemas.openxmlformats.org/officeDocument/2006/relationships/image" Target="../media/image65.wmf"/><Relationship Id="rId2" Type="http://schemas.openxmlformats.org/officeDocument/2006/relationships/image" Target="../media/image66.wmf"/><Relationship Id="rId3" Type="http://schemas.openxmlformats.org/officeDocument/2006/relationships/slideLayout" Target="../slideLayouts/slideLayout64.xml"/>
</Relationships>
</file>

<file path=ppt/slides/_rels/slide81.xml.rels><?xml version="1.0" encoding="UTF-8"?>
<Relationships xmlns="http://schemas.openxmlformats.org/package/2006/relationships"><Relationship Id="rId1" Type="http://schemas.openxmlformats.org/officeDocument/2006/relationships/image" Target="../media/image67.wmf"/><Relationship Id="rId2" Type="http://schemas.openxmlformats.org/officeDocument/2006/relationships/image" Target="../media/image68.wmf"/><Relationship Id="rId3" Type="http://schemas.openxmlformats.org/officeDocument/2006/relationships/slideLayout" Target="../slideLayouts/slideLayout64.xml"/>
</Relationships>
</file>

<file path=ppt/slides/_rels/slide82.xml.rels><?xml version="1.0" encoding="UTF-8"?>
<Relationships xmlns="http://schemas.openxmlformats.org/package/2006/relationships"><Relationship Id="rId1" Type="http://schemas.openxmlformats.org/officeDocument/2006/relationships/image" Target="../media/image69.wmf"/><Relationship Id="rId2" Type="http://schemas.openxmlformats.org/officeDocument/2006/relationships/slideLayout" Target="../slideLayouts/slideLayout64.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64.xml"/>
</Relationships>
</file>

<file path=ppt/slides/_rels/slide84.xml.rels><?xml version="1.0" encoding="UTF-8"?>
<Relationships xmlns="http://schemas.openxmlformats.org/package/2006/relationships"><Relationship Id="rId1" Type="http://schemas.openxmlformats.org/officeDocument/2006/relationships/image" Target="../media/image70.wmf"/><Relationship Id="rId2" Type="http://schemas.openxmlformats.org/officeDocument/2006/relationships/slideLayout" Target="../slideLayouts/slideLayout64.xml"/>
</Relationships>
</file>

<file path=ppt/slides/_rels/slide85.xml.rels><?xml version="1.0" encoding="UTF-8"?>
<Relationships xmlns="http://schemas.openxmlformats.org/package/2006/relationships"><Relationship Id="rId1" Type="http://schemas.openxmlformats.org/officeDocument/2006/relationships/image" Target="../media/image71.wmf"/><Relationship Id="rId2" Type="http://schemas.openxmlformats.org/officeDocument/2006/relationships/image" Target="../media/image72.wmf"/><Relationship Id="rId3" Type="http://schemas.openxmlformats.org/officeDocument/2006/relationships/slideLayout" Target="../slideLayouts/slideLayout64.xml"/>
</Relationships>
</file>

<file path=ppt/slides/_rels/slide86.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6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TextShape 1"/>
          <p:cNvSpPr txBox="1"/>
          <p:nvPr/>
        </p:nvSpPr>
        <p:spPr>
          <a:xfrm>
            <a:off x="685800" y="4802040"/>
            <a:ext cx="7772040" cy="788760"/>
          </a:xfrm>
          <a:prstGeom prst="rect">
            <a:avLst/>
          </a:prstGeom>
          <a:noFill/>
          <a:ln w="9360">
            <a:noFill/>
          </a:ln>
        </p:spPr>
        <p:txBody>
          <a:bodyPr anchor="b">
            <a:noAutofit/>
          </a:bodyPr>
          <a:p>
            <a:pPr algn="ctr">
              <a:lnSpc>
                <a:spcPct val="90000"/>
              </a:lnSpc>
            </a:pPr>
            <a:r>
              <a:rPr b="1" lang="en-IN" sz="4800" spc="-1" strike="noStrike">
                <a:solidFill>
                  <a:srgbClr val="602c05"/>
                </a:solidFill>
                <a:latin typeface="黑体"/>
                <a:ea typeface="黑体"/>
              </a:rPr>
              <a:t>DOCKER</a:t>
            </a:r>
            <a:endParaRPr b="0" lang="en-IN" sz="4800" spc="-1" strike="noStrike">
              <a:solidFill>
                <a:srgbClr val="47494b"/>
              </a:solidFill>
              <a:latin typeface="Calibri"/>
            </a:endParaRPr>
          </a:p>
        </p:txBody>
      </p:sp>
      <p:sp>
        <p:nvSpPr>
          <p:cNvPr id="286" name="TextShape 2"/>
          <p:cNvSpPr txBox="1"/>
          <p:nvPr/>
        </p:nvSpPr>
        <p:spPr>
          <a:xfrm>
            <a:off x="682560" y="5662440"/>
            <a:ext cx="7778520" cy="447480"/>
          </a:xfrm>
          <a:prstGeom prst="rect">
            <a:avLst/>
          </a:prstGeom>
          <a:noFill/>
          <a:ln w="9360">
            <a:noFill/>
          </a:ln>
        </p:spPr>
        <p:txBody>
          <a:bodyPr>
            <a:noAutofit/>
          </a:bodyPr>
          <a:p>
            <a:pPr algn="ctr"/>
            <a:endParaRPr b="0" lang="en-IN" sz="3200" spc="-1" strike="noStrike">
              <a:latin typeface="Arial"/>
            </a:endParaRPr>
          </a:p>
        </p:txBody>
      </p:sp>
      <p:pic>
        <p:nvPicPr>
          <p:cNvPr id="287" name="Picture 1" descr="images"/>
          <p:cNvPicPr/>
          <p:nvPr/>
        </p:nvPicPr>
        <p:blipFill>
          <a:blip r:embed="rId1"/>
          <a:stretch/>
        </p:blipFill>
        <p:spPr>
          <a:xfrm>
            <a:off x="920880" y="19080"/>
            <a:ext cx="1253880" cy="1080720"/>
          </a:xfrm>
          <a:prstGeom prst="rect">
            <a:avLst/>
          </a:prstGeom>
          <a:ln w="9525">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Introduction</a:t>
            </a:r>
            <a:endParaRPr b="0" lang="en-IN" sz="3200" spc="-1" strike="noStrike">
              <a:solidFill>
                <a:srgbClr val="47494b"/>
              </a:solidFill>
              <a:latin typeface="Calibri"/>
            </a:endParaRPr>
          </a:p>
        </p:txBody>
      </p:sp>
      <p:sp>
        <p:nvSpPr>
          <p:cNvPr id="289"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0" lang="en-IN" sz="3200" spc="-1" strike="noStrike">
                <a:solidFill>
                  <a:srgbClr val="602c05"/>
                </a:solidFill>
                <a:latin typeface="黑体"/>
                <a:ea typeface="黑体"/>
              </a:rPr>
              <a:t>Docker is an open platform </a:t>
            </a:r>
            <a:r>
              <a:rPr b="0" lang="en-IN" sz="3200" spc="-1" strike="noStrike">
                <a:solidFill>
                  <a:srgbClr val="602c05"/>
                </a:solidFill>
                <a:latin typeface="黑体"/>
                <a:ea typeface="黑体"/>
              </a:rPr>
              <a:t>that enables developing, shipping, and running applications.</a:t>
            </a:r>
            <a:r>
              <a:rPr b="0" lang="en-IN" sz="2300" spc="-1" strike="noStrike">
                <a:solidFill>
                  <a:srgbClr val="602c05"/>
                </a:solidFill>
                <a:latin typeface="黑体"/>
                <a:ea typeface="黑体"/>
              </a:rPr>
              <a:t> </a:t>
            </a:r>
            <a:endParaRPr b="0" lang="en-IN" sz="2300" spc="-1" strike="noStrike">
              <a:solidFill>
                <a:srgbClr val="602c05"/>
              </a:solidFill>
              <a:latin typeface="黑体"/>
            </a:endParaRPr>
          </a:p>
          <a:p>
            <a:pPr algn="just">
              <a:lnSpc>
                <a:spcPct val="110000"/>
              </a:lnSpc>
              <a:spcBef>
                <a:spcPts val="1800"/>
              </a:spcBef>
            </a:pPr>
            <a:endParaRPr b="0" lang="en-IN" sz="23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3200" spc="-1" strike="noStrike">
                <a:solidFill>
                  <a:srgbClr val="602c05"/>
                </a:solidFill>
                <a:latin typeface="黑体"/>
                <a:ea typeface="黑体"/>
              </a:rPr>
              <a:t>Docker provides the ability to package and run an application in a loosely isolated environment called a </a:t>
            </a:r>
            <a:r>
              <a:rPr b="1" lang="en-IN" sz="3200" spc="-1" strike="noStrike">
                <a:solidFill>
                  <a:srgbClr val="602c05"/>
                </a:solidFill>
                <a:latin typeface="黑体"/>
                <a:ea typeface="黑体"/>
              </a:rPr>
              <a:t>container</a:t>
            </a:r>
            <a:r>
              <a:rPr b="0" lang="en-IN" sz="3200" spc="-1" strike="noStrike">
                <a:solidFill>
                  <a:srgbClr val="602c05"/>
                </a:solidFill>
                <a:latin typeface="黑体"/>
                <a:ea typeface="黑体"/>
              </a:rPr>
              <a:t>. </a:t>
            </a:r>
            <a:endParaRPr b="0" lang="en-IN" sz="32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Introduction</a:t>
            </a:r>
            <a:endParaRPr b="0" lang="en-IN" sz="3200" spc="-1" strike="noStrike">
              <a:solidFill>
                <a:srgbClr val="47494b"/>
              </a:solidFill>
              <a:latin typeface="Calibri"/>
            </a:endParaRPr>
          </a:p>
        </p:txBody>
      </p:sp>
      <p:sp>
        <p:nvSpPr>
          <p:cNvPr id="291"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0" lang="en-IN" sz="3200" spc="-1" strike="noStrike">
                <a:solidFill>
                  <a:srgbClr val="602c05"/>
                </a:solidFill>
                <a:latin typeface="黑体"/>
                <a:ea typeface="黑体"/>
              </a:rPr>
              <a:t>Containers are the virtualizied entities provided by the OS which can provide different virtual environment for the applications.</a:t>
            </a:r>
            <a:endParaRPr b="0" lang="en-IN" sz="32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3200" spc="-1" strike="noStrike">
                <a:solidFill>
                  <a:srgbClr val="602c05"/>
                </a:solidFill>
                <a:latin typeface="黑体"/>
                <a:ea typeface="黑体"/>
              </a:rPr>
              <a:t>All containers share the same kernel of the host operating system. </a:t>
            </a:r>
            <a:endParaRPr b="0" lang="en-IN" sz="32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3200" spc="-1" strike="noStrike">
                <a:solidFill>
                  <a:srgbClr val="602c05"/>
                </a:solidFill>
                <a:latin typeface="黑体"/>
                <a:ea typeface="黑体"/>
              </a:rPr>
              <a:t>However these containers provide user space isolation.</a:t>
            </a:r>
            <a:endParaRPr b="0" lang="en-IN" sz="3200" spc="-1" strike="noStrike">
              <a:solidFill>
                <a:srgbClr val="602c05"/>
              </a:solidFill>
              <a:latin typeface="黑体"/>
            </a:endParaRPr>
          </a:p>
          <a:p>
            <a:pPr algn="just">
              <a:lnSpc>
                <a:spcPct val="110000"/>
              </a:lnSpc>
              <a:spcBef>
                <a:spcPts val="1800"/>
              </a:spcBef>
              <a:tabLst>
                <a:tab algn="l" pos="0"/>
              </a:tabLst>
            </a:pPr>
            <a:endParaRPr b="0" lang="en-IN" sz="3200" spc="-1" strike="noStrike">
              <a:solidFill>
                <a:srgbClr val="602c05"/>
              </a:solidFill>
              <a:latin typeface="黑体"/>
            </a:endParaRPr>
          </a:p>
          <a:p>
            <a:pPr algn="just">
              <a:lnSpc>
                <a:spcPct val="110000"/>
              </a:lnSpc>
              <a:spcBef>
                <a:spcPts val="1800"/>
              </a:spcBef>
              <a:tabLst>
                <a:tab algn="l" pos="0"/>
              </a:tabLst>
            </a:pPr>
            <a:endParaRPr b="0" lang="en-IN" sz="3200" spc="-1" strike="noStrike">
              <a:solidFill>
                <a:srgbClr val="602c05"/>
              </a:solidFill>
              <a:latin typeface="黑体"/>
            </a:endParaRPr>
          </a:p>
          <a:p>
            <a:pPr algn="just">
              <a:lnSpc>
                <a:spcPct val="110000"/>
              </a:lnSpc>
              <a:spcBef>
                <a:spcPts val="1800"/>
              </a:spcBef>
              <a:tabLst>
                <a:tab algn="l" pos="0"/>
              </a:tabLst>
            </a:pPr>
            <a:endParaRPr b="0" lang="en-IN" sz="32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Containers</a:t>
            </a:r>
            <a:endParaRPr b="0" lang="en-IN" sz="3200" spc="-1" strike="noStrike">
              <a:solidFill>
                <a:srgbClr val="47494b"/>
              </a:solidFill>
              <a:latin typeface="Calibri"/>
            </a:endParaRPr>
          </a:p>
        </p:txBody>
      </p:sp>
      <p:sp>
        <p:nvSpPr>
          <p:cNvPr id="293" name="TextShape 2"/>
          <p:cNvSpPr txBox="1"/>
          <p:nvPr/>
        </p:nvSpPr>
        <p:spPr>
          <a:xfrm>
            <a:off x="339840" y="906840"/>
            <a:ext cx="8370720" cy="5577480"/>
          </a:xfrm>
          <a:prstGeom prst="rect">
            <a:avLst/>
          </a:prstGeom>
          <a:noFill/>
          <a:ln w="9360">
            <a:noFill/>
          </a:ln>
        </p:spPr>
        <p:txBody>
          <a:bodyPr lIns="90000" rIns="90000" tIns="45000" bIns="45000">
            <a:noAutofit/>
          </a:bodyPr>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p:txBody>
      </p:sp>
      <p:sp>
        <p:nvSpPr>
          <p:cNvPr id="294" name="CustomShape 3"/>
          <p:cNvSpPr/>
          <p:nvPr/>
        </p:nvSpPr>
        <p:spPr>
          <a:xfrm>
            <a:off x="2065680" y="3933720"/>
            <a:ext cx="5675400" cy="1302120"/>
          </a:xfrm>
          <a:prstGeom prst="rect">
            <a:avLst/>
          </a:prstGeom>
          <a:ln>
            <a:noFill/>
          </a:ln>
        </p:spPr>
        <p:style>
          <a:lnRef idx="2">
            <a:schemeClr val="accent1">
              <a:shade val="50000"/>
            </a:schemeClr>
          </a:lnRef>
          <a:fillRef idx="1">
            <a:schemeClr val="accent1"/>
          </a:fillRef>
          <a:effectRef idx="0">
            <a:schemeClr val="accent1"/>
          </a:effectRef>
          <a:fontRef idx="minor"/>
        </p:style>
      </p:sp>
      <p:sp>
        <p:nvSpPr>
          <p:cNvPr id="295" name="CustomShape 4"/>
          <p:cNvSpPr/>
          <p:nvPr/>
        </p:nvSpPr>
        <p:spPr>
          <a:xfrm>
            <a:off x="3275280" y="4339080"/>
            <a:ext cx="3160080" cy="48672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0" lang="en-IN" sz="2000" spc="-1" strike="noStrike">
                <a:solidFill>
                  <a:srgbClr val="ffffff"/>
                </a:solidFill>
                <a:latin typeface="Arial"/>
                <a:ea typeface="Microsoft YaHei"/>
              </a:rPr>
              <a:t>Operating System Kernel</a:t>
            </a:r>
            <a:endParaRPr b="0" lang="en-IN" sz="2000" spc="-1" strike="noStrike">
              <a:latin typeface="Arial"/>
            </a:endParaRPr>
          </a:p>
        </p:txBody>
      </p:sp>
      <p:sp>
        <p:nvSpPr>
          <p:cNvPr id="296" name="CustomShape 5"/>
          <p:cNvSpPr/>
          <p:nvPr/>
        </p:nvSpPr>
        <p:spPr>
          <a:xfrm>
            <a:off x="2185560" y="1993320"/>
            <a:ext cx="1235520" cy="195336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p:style>
      </p:sp>
      <p:sp>
        <p:nvSpPr>
          <p:cNvPr id="297" name="CustomShape 6"/>
          <p:cNvSpPr/>
          <p:nvPr/>
        </p:nvSpPr>
        <p:spPr>
          <a:xfrm>
            <a:off x="2472840" y="2136240"/>
            <a:ext cx="662040" cy="1667160"/>
          </a:xfrm>
          <a:prstGeom prst="rect">
            <a:avLst/>
          </a:prstGeom>
          <a:noFill/>
          <a:ln w="0">
            <a:noFill/>
          </a:ln>
        </p:spPr>
        <p:style>
          <a:lnRef idx="0"/>
          <a:fillRef idx="0"/>
          <a:effectRef idx="0"/>
          <a:fontRef idx="minor"/>
        </p:style>
        <p:txBody>
          <a:bodyPr wrap="none" lIns="90000" rIns="90000" tIns="45000" bIns="45000" vert="vert" rot="5400000">
            <a:noAutofit/>
          </a:bodyPr>
          <a:p>
            <a:pPr>
              <a:lnSpc>
                <a:spcPct val="130000"/>
              </a:lnSpc>
              <a:tabLst>
                <a:tab algn="l" pos="0"/>
              </a:tabLst>
            </a:pPr>
            <a:r>
              <a:rPr b="0" lang="en-IN" sz="2400" spc="-1" strike="noStrike">
                <a:solidFill>
                  <a:srgbClr val="47494b"/>
                </a:solidFill>
                <a:latin typeface="Arial"/>
                <a:ea typeface="Microsoft YaHei"/>
              </a:rPr>
              <a:t>Container 1</a:t>
            </a:r>
            <a:endParaRPr b="0" lang="en-IN" sz="2400" spc="-1" strike="noStrike">
              <a:latin typeface="Arial"/>
            </a:endParaRPr>
          </a:p>
        </p:txBody>
      </p:sp>
      <p:sp>
        <p:nvSpPr>
          <p:cNvPr id="298" name="CustomShape 7"/>
          <p:cNvSpPr/>
          <p:nvPr/>
        </p:nvSpPr>
        <p:spPr>
          <a:xfrm>
            <a:off x="3500640" y="2206800"/>
            <a:ext cx="1169280" cy="172692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299" name="CustomShape 8"/>
          <p:cNvSpPr/>
          <p:nvPr/>
        </p:nvSpPr>
        <p:spPr>
          <a:xfrm>
            <a:off x="3754080" y="2206800"/>
            <a:ext cx="662040" cy="1667160"/>
          </a:xfrm>
          <a:prstGeom prst="rect">
            <a:avLst/>
          </a:prstGeom>
          <a:noFill/>
          <a:ln w="0">
            <a:noFill/>
          </a:ln>
        </p:spPr>
        <p:style>
          <a:lnRef idx="0"/>
          <a:fillRef idx="0"/>
          <a:effectRef idx="0"/>
          <a:fontRef idx="minor"/>
        </p:style>
        <p:txBody>
          <a:bodyPr wrap="none" lIns="90000" rIns="90000" tIns="45000" bIns="45000" vert="vert" rot="5400000">
            <a:noAutofit/>
          </a:bodyPr>
          <a:p>
            <a:pPr>
              <a:lnSpc>
                <a:spcPct val="130000"/>
              </a:lnSpc>
              <a:tabLst>
                <a:tab algn="l" pos="0"/>
              </a:tabLst>
            </a:pPr>
            <a:r>
              <a:rPr b="0" lang="en-IN" sz="2400" spc="-1" strike="noStrike">
                <a:solidFill>
                  <a:srgbClr val="47494b"/>
                </a:solidFill>
                <a:latin typeface="Arial"/>
                <a:ea typeface="Microsoft YaHei"/>
              </a:rPr>
              <a:t>Container 2</a:t>
            </a:r>
            <a:endParaRPr b="0" lang="en-IN" sz="2400" spc="-1" strike="noStrike">
              <a:latin typeface="Arial"/>
            </a:endParaRPr>
          </a:p>
        </p:txBody>
      </p:sp>
      <p:sp>
        <p:nvSpPr>
          <p:cNvPr id="300" name="CustomShape 9"/>
          <p:cNvSpPr/>
          <p:nvPr/>
        </p:nvSpPr>
        <p:spPr>
          <a:xfrm>
            <a:off x="4750560" y="1940040"/>
            <a:ext cx="1221840" cy="199368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p:style>
      </p:sp>
      <p:sp>
        <p:nvSpPr>
          <p:cNvPr id="301" name="CustomShape 10"/>
          <p:cNvSpPr/>
          <p:nvPr/>
        </p:nvSpPr>
        <p:spPr>
          <a:xfrm>
            <a:off x="5030640" y="2206800"/>
            <a:ext cx="662040" cy="1667160"/>
          </a:xfrm>
          <a:prstGeom prst="rect">
            <a:avLst/>
          </a:prstGeom>
          <a:noFill/>
          <a:ln w="0">
            <a:noFill/>
          </a:ln>
        </p:spPr>
        <p:style>
          <a:lnRef idx="0"/>
          <a:fillRef idx="0"/>
          <a:effectRef idx="0"/>
          <a:fontRef idx="minor"/>
        </p:style>
        <p:txBody>
          <a:bodyPr wrap="none" lIns="90000" rIns="90000" tIns="45000" bIns="45000" vert="vert" rot="5400000">
            <a:noAutofit/>
          </a:bodyPr>
          <a:p>
            <a:pPr>
              <a:lnSpc>
                <a:spcPct val="130000"/>
              </a:lnSpc>
              <a:tabLst>
                <a:tab algn="l" pos="0"/>
              </a:tabLst>
            </a:pPr>
            <a:r>
              <a:rPr b="0" lang="en-IN" sz="2400" spc="-1" strike="noStrike">
                <a:solidFill>
                  <a:srgbClr val="47494b"/>
                </a:solidFill>
                <a:latin typeface="Arial"/>
                <a:ea typeface="Microsoft YaHei"/>
              </a:rPr>
              <a:t>Container 3</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Introduction</a:t>
            </a:r>
            <a:endParaRPr b="0" lang="en-IN" sz="3200" spc="-1" strike="noStrike">
              <a:solidFill>
                <a:srgbClr val="47494b"/>
              </a:solidFill>
              <a:latin typeface="Calibri"/>
            </a:endParaRPr>
          </a:p>
        </p:txBody>
      </p:sp>
      <p:sp>
        <p:nvSpPr>
          <p:cNvPr id="303"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0" lang="en-IN" sz="3200" spc="-1" strike="noStrike">
                <a:solidFill>
                  <a:srgbClr val="602c05"/>
                </a:solidFill>
                <a:latin typeface="黑体"/>
                <a:ea typeface="黑体"/>
              </a:rPr>
              <a:t>Docker works as a front end tool and makes it easy to create, delete and manage containers.</a:t>
            </a:r>
            <a:endParaRPr b="0" lang="en-IN" sz="3200" spc="-1" strike="noStrike">
              <a:solidFill>
                <a:srgbClr val="602c05"/>
              </a:solidFill>
              <a:latin typeface="黑体"/>
            </a:endParaRPr>
          </a:p>
          <a:p>
            <a:pPr algn="just">
              <a:lnSpc>
                <a:spcPct val="110000"/>
              </a:lnSpc>
              <a:spcBef>
                <a:spcPts val="1800"/>
              </a:spcBef>
            </a:pPr>
            <a:endParaRPr b="0" lang="en-IN" sz="32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3200" spc="-1" strike="noStrike">
                <a:solidFill>
                  <a:srgbClr val="602c05"/>
                </a:solidFill>
                <a:latin typeface="黑体"/>
                <a:ea typeface="黑体"/>
              </a:rPr>
              <a:t>A container image is a lightweight, stand-alone, executable package of a piece of software that includes everything needed to run it: code, runtime, system tools, system libraries, settings.</a:t>
            </a:r>
            <a:endParaRPr b="0" lang="en-IN" sz="3200" spc="-1" strike="noStrike">
              <a:solidFill>
                <a:srgbClr val="602c05"/>
              </a:solidFill>
              <a:latin typeface="黑体"/>
            </a:endParaRPr>
          </a:p>
          <a:p>
            <a:pPr algn="just">
              <a:lnSpc>
                <a:spcPct val="110000"/>
              </a:lnSpc>
              <a:spcBef>
                <a:spcPts val="1800"/>
              </a:spcBef>
            </a:pPr>
            <a:endParaRPr b="0" lang="en-IN" sz="32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Without Containers</a:t>
            </a:r>
            <a:endParaRPr b="0" lang="en-IN" sz="3200" spc="-1" strike="noStrike">
              <a:solidFill>
                <a:srgbClr val="47494b"/>
              </a:solidFill>
              <a:latin typeface="Calibri"/>
            </a:endParaRPr>
          </a:p>
        </p:txBody>
      </p:sp>
      <p:sp>
        <p:nvSpPr>
          <p:cNvPr id="305" name="TextShape 2"/>
          <p:cNvSpPr txBox="1"/>
          <p:nvPr/>
        </p:nvSpPr>
        <p:spPr>
          <a:xfrm>
            <a:off x="4889520" y="1244520"/>
            <a:ext cx="3820320" cy="4932000"/>
          </a:xfrm>
          <a:prstGeom prst="rect">
            <a:avLst/>
          </a:prstGeom>
          <a:noFill/>
          <a:ln w="9360">
            <a:noFill/>
          </a:ln>
        </p:spPr>
        <p:txBody>
          <a:bodyPr lIns="90000" rIns="90000" tIns="45000" bIns="45000">
            <a:noAutofit/>
          </a:bodyPr>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p:txBody>
      </p:sp>
      <p:sp>
        <p:nvSpPr>
          <p:cNvPr id="306" name="CustomShape 3"/>
          <p:cNvSpPr/>
          <p:nvPr/>
        </p:nvSpPr>
        <p:spPr>
          <a:xfrm>
            <a:off x="2019240" y="5182200"/>
            <a:ext cx="5675400" cy="1302120"/>
          </a:xfrm>
          <a:prstGeom prst="rect">
            <a:avLst/>
          </a:prstGeom>
          <a:ln>
            <a:noFill/>
          </a:ln>
        </p:spPr>
        <p:style>
          <a:lnRef idx="2">
            <a:schemeClr val="accent1">
              <a:shade val="50000"/>
            </a:schemeClr>
          </a:lnRef>
          <a:fillRef idx="1">
            <a:schemeClr val="accent1"/>
          </a:fillRef>
          <a:effectRef idx="0">
            <a:schemeClr val="accent1"/>
          </a:effectRef>
          <a:fontRef idx="minor"/>
        </p:style>
      </p:sp>
      <p:sp>
        <p:nvSpPr>
          <p:cNvPr id="307" name="CustomShape 4"/>
          <p:cNvSpPr/>
          <p:nvPr/>
        </p:nvSpPr>
        <p:spPr>
          <a:xfrm>
            <a:off x="3277080" y="5587200"/>
            <a:ext cx="3160080" cy="48672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0" lang="en-IN" sz="2000" spc="-1" strike="noStrike">
                <a:solidFill>
                  <a:srgbClr val="ffffff"/>
                </a:solidFill>
                <a:latin typeface="Arial"/>
                <a:ea typeface="Microsoft YaHei"/>
              </a:rPr>
              <a:t>Operating System Kernel</a:t>
            </a:r>
            <a:endParaRPr b="0" lang="en-IN" sz="2000" spc="-1" strike="noStrike">
              <a:latin typeface="Arial"/>
            </a:endParaRPr>
          </a:p>
        </p:txBody>
      </p:sp>
      <p:sp>
        <p:nvSpPr>
          <p:cNvPr id="308" name="CustomShape 5"/>
          <p:cNvSpPr/>
          <p:nvPr/>
        </p:nvSpPr>
        <p:spPr>
          <a:xfrm>
            <a:off x="2648520" y="3363120"/>
            <a:ext cx="3641400" cy="1819080"/>
          </a:xfrm>
          <a:prstGeom prst="rect">
            <a:avLst/>
          </a:prstGeom>
          <a:gradFill rotWithShape="0">
            <a:gsLst>
              <a:gs pos="0">
                <a:srgbClr val="fef6f0"/>
              </a:gs>
              <a:gs pos="100000">
                <a:srgbClr val="f8b17c"/>
              </a:gs>
            </a:gsLst>
            <a:lin ang="5400000"/>
          </a:gradFill>
          <a:ln>
            <a:noFill/>
          </a:ln>
        </p:spPr>
        <p:style>
          <a:lnRef idx="2">
            <a:schemeClr val="accent1">
              <a:shade val="50000"/>
            </a:schemeClr>
          </a:lnRef>
          <a:fillRef idx="1">
            <a:schemeClr val="accent1"/>
          </a:fillRef>
          <a:effectRef idx="0">
            <a:schemeClr val="accent1"/>
          </a:effectRef>
          <a:fontRef idx="minor"/>
        </p:style>
      </p:sp>
      <p:sp>
        <p:nvSpPr>
          <p:cNvPr id="309" name="CustomShape 6"/>
          <p:cNvSpPr/>
          <p:nvPr/>
        </p:nvSpPr>
        <p:spPr>
          <a:xfrm>
            <a:off x="3117240" y="3449880"/>
            <a:ext cx="1544040" cy="48672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1" lang="en-IN" sz="2000" spc="-1" strike="noStrike">
                <a:solidFill>
                  <a:srgbClr val="47494b"/>
                </a:solidFill>
                <a:latin typeface="Arial"/>
                <a:ea typeface="Microsoft YaHei"/>
              </a:rPr>
              <a:t>Python 3</a:t>
            </a:r>
            <a:endParaRPr b="0" lang="en-IN" sz="2000" spc="-1" strike="noStrike">
              <a:latin typeface="Arial"/>
            </a:endParaRPr>
          </a:p>
        </p:txBody>
      </p:sp>
      <p:sp>
        <p:nvSpPr>
          <p:cNvPr id="310" name="CustomShape 7"/>
          <p:cNvSpPr/>
          <p:nvPr/>
        </p:nvSpPr>
        <p:spPr>
          <a:xfrm>
            <a:off x="3519000" y="4040640"/>
            <a:ext cx="1900080" cy="90324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p:style>
      </p:sp>
      <p:sp>
        <p:nvSpPr>
          <p:cNvPr id="311" name="CustomShape 8"/>
          <p:cNvSpPr/>
          <p:nvPr/>
        </p:nvSpPr>
        <p:spPr>
          <a:xfrm>
            <a:off x="3736440" y="4281840"/>
            <a:ext cx="1465920" cy="48672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000" spc="-1" strike="noStrike">
                <a:solidFill>
                  <a:srgbClr val="47494b"/>
                </a:solidFill>
                <a:latin typeface="Arial"/>
                <a:ea typeface="Microsoft YaHei"/>
              </a:rPr>
              <a:t>Python 2.7</a:t>
            </a:r>
            <a:endParaRPr b="0" lang="en-IN" sz="2000" spc="-1" strike="noStrike">
              <a:latin typeface="Arial"/>
            </a:endParaRPr>
          </a:p>
        </p:txBody>
      </p:sp>
      <p:pic>
        <p:nvPicPr>
          <p:cNvPr id="312" name="Content Placeholder 29" descr="Happy Smiley"/>
          <p:cNvPicPr/>
          <p:nvPr/>
        </p:nvPicPr>
        <p:blipFill>
          <a:blip r:embed="rId1"/>
          <a:stretch/>
        </p:blipFill>
        <p:spPr>
          <a:xfrm>
            <a:off x="517680" y="1244520"/>
            <a:ext cx="1683720" cy="1751760"/>
          </a:xfrm>
          <a:prstGeom prst="rect">
            <a:avLst/>
          </a:prstGeom>
          <a:ln w="9525">
            <a:noFill/>
          </a:ln>
        </p:spPr>
      </p:pic>
      <p:sp>
        <p:nvSpPr>
          <p:cNvPr id="313" name="CustomShape 9"/>
          <p:cNvSpPr/>
          <p:nvPr/>
        </p:nvSpPr>
        <p:spPr>
          <a:xfrm>
            <a:off x="205200" y="2997360"/>
            <a:ext cx="1461240" cy="3180240"/>
          </a:xfrm>
          <a:prstGeom prst="curvedRightArrow">
            <a:avLst>
              <a:gd name="adj1" fmla="val 25000"/>
              <a:gd name="adj2" fmla="val 50000"/>
              <a:gd name="adj3" fmla="val 25000"/>
            </a:avLst>
          </a:prstGeom>
          <a:ln>
            <a:noFill/>
          </a:ln>
        </p:spPr>
        <p:style>
          <a:lnRef idx="2">
            <a:schemeClr val="accent1">
              <a:shade val="50000"/>
            </a:schemeClr>
          </a:lnRef>
          <a:fillRef idx="1">
            <a:schemeClr val="accent1"/>
          </a:fillRef>
          <a:effectRef idx="0">
            <a:schemeClr val="accent1"/>
          </a:effectRef>
          <a:fontRef idx="minor"/>
        </p:style>
      </p:sp>
      <p:sp>
        <p:nvSpPr>
          <p:cNvPr id="314" name="CustomShape 10"/>
          <p:cNvSpPr/>
          <p:nvPr/>
        </p:nvSpPr>
        <p:spPr>
          <a:xfrm>
            <a:off x="339840" y="4402440"/>
            <a:ext cx="152748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Give me Python</a:t>
            </a:r>
            <a:endParaRPr b="0" lang="en-IN" sz="1400" spc="-1" strike="noStrike">
              <a:latin typeface="Arial"/>
            </a:endParaRPr>
          </a:p>
        </p:txBody>
      </p:sp>
      <p:sp>
        <p:nvSpPr>
          <p:cNvPr id="315" name="CustomShape 11"/>
          <p:cNvSpPr/>
          <p:nvPr/>
        </p:nvSpPr>
        <p:spPr>
          <a:xfrm>
            <a:off x="1720080" y="3641040"/>
            <a:ext cx="717120" cy="1475280"/>
          </a:xfrm>
          <a:prstGeom prst="upArrow">
            <a:avLst>
              <a:gd name="adj1" fmla="val 50000"/>
              <a:gd name="adj2" fmla="val 50000"/>
            </a:avLst>
          </a:prstGeom>
          <a:ln>
            <a:noFill/>
          </a:ln>
        </p:spPr>
        <p:style>
          <a:lnRef idx="2">
            <a:schemeClr val="accent1">
              <a:shade val="50000"/>
            </a:schemeClr>
          </a:lnRef>
          <a:fillRef idx="1">
            <a:schemeClr val="accent1"/>
          </a:fillRef>
          <a:effectRef idx="0">
            <a:schemeClr val="accent1"/>
          </a:effectRef>
          <a:fontRef idx="minor"/>
        </p:style>
      </p:sp>
      <p:sp>
        <p:nvSpPr>
          <p:cNvPr id="316" name="CustomShape 12"/>
          <p:cNvSpPr/>
          <p:nvPr/>
        </p:nvSpPr>
        <p:spPr>
          <a:xfrm>
            <a:off x="1269360" y="3363120"/>
            <a:ext cx="1378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Here Python 3</a:t>
            </a:r>
            <a:endParaRPr b="0" lang="en-IN" sz="1400" spc="-1" strike="noStrike">
              <a:latin typeface="Arial"/>
            </a:endParaRPr>
          </a:p>
        </p:txBody>
      </p:sp>
      <p:pic>
        <p:nvPicPr>
          <p:cNvPr id="317" name="Picture 34" descr="sad smiley"/>
          <p:cNvPicPr/>
          <p:nvPr/>
        </p:nvPicPr>
        <p:blipFill>
          <a:blip r:embed="rId2"/>
          <a:stretch/>
        </p:blipFill>
        <p:spPr>
          <a:xfrm>
            <a:off x="7058160" y="1630800"/>
            <a:ext cx="1386360" cy="1366200"/>
          </a:xfrm>
          <a:prstGeom prst="rect">
            <a:avLst/>
          </a:prstGeom>
          <a:ln w="0">
            <a:noFill/>
          </a:ln>
        </p:spPr>
      </p:pic>
      <p:sp>
        <p:nvSpPr>
          <p:cNvPr id="318" name="CustomShape 13"/>
          <p:cNvSpPr/>
          <p:nvPr/>
        </p:nvSpPr>
        <p:spPr>
          <a:xfrm>
            <a:off x="7754760" y="2996640"/>
            <a:ext cx="955440" cy="3081960"/>
          </a:xfrm>
          <a:prstGeom prst="curvedLeftArrow">
            <a:avLst>
              <a:gd name="adj1" fmla="val 25000"/>
              <a:gd name="adj2" fmla="val 50000"/>
              <a:gd name="adj3" fmla="val 25000"/>
            </a:avLst>
          </a:prstGeom>
          <a:ln>
            <a:noFill/>
          </a:ln>
        </p:spPr>
        <p:style>
          <a:lnRef idx="2">
            <a:schemeClr val="accent1">
              <a:shade val="50000"/>
            </a:schemeClr>
          </a:lnRef>
          <a:fillRef idx="1">
            <a:schemeClr val="accent1"/>
          </a:fillRef>
          <a:effectRef idx="0">
            <a:schemeClr val="accent1"/>
          </a:effectRef>
          <a:fontRef idx="minor"/>
        </p:style>
      </p:sp>
      <p:sp>
        <p:nvSpPr>
          <p:cNvPr id="319" name="CustomShape 14"/>
          <p:cNvSpPr/>
          <p:nvPr/>
        </p:nvSpPr>
        <p:spPr>
          <a:xfrm>
            <a:off x="7182360" y="4281840"/>
            <a:ext cx="152748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Give me Python</a:t>
            </a:r>
            <a:endParaRPr b="0" lang="en-IN" sz="1400" spc="-1" strike="noStrike">
              <a:latin typeface="Arial"/>
            </a:endParaRPr>
          </a:p>
        </p:txBody>
      </p:sp>
      <p:sp>
        <p:nvSpPr>
          <p:cNvPr id="320" name="CustomShape 15"/>
          <p:cNvSpPr/>
          <p:nvPr/>
        </p:nvSpPr>
        <p:spPr>
          <a:xfrm>
            <a:off x="6606720" y="3363120"/>
            <a:ext cx="1378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Here Python 3</a:t>
            </a:r>
            <a:endParaRPr b="0" lang="en-IN" sz="1400" spc="-1" strike="noStrike">
              <a:latin typeface="Arial"/>
            </a:endParaRPr>
          </a:p>
        </p:txBody>
      </p:sp>
      <p:sp>
        <p:nvSpPr>
          <p:cNvPr id="321" name="CustomShape 16"/>
          <p:cNvSpPr/>
          <p:nvPr/>
        </p:nvSpPr>
        <p:spPr>
          <a:xfrm>
            <a:off x="6606720" y="3733920"/>
            <a:ext cx="717120" cy="1475280"/>
          </a:xfrm>
          <a:prstGeom prst="upArrow">
            <a:avLst>
              <a:gd name="adj1" fmla="val 50000"/>
              <a:gd name="adj2" fmla="val 50000"/>
            </a:avLst>
          </a:prstGeom>
          <a:ln>
            <a:noFill/>
          </a:ln>
        </p:spPr>
        <p:style>
          <a:lnRef idx="2">
            <a:schemeClr val="accent1">
              <a:shade val="50000"/>
            </a:schemeClr>
          </a:lnRef>
          <a:fillRef idx="1">
            <a:schemeClr val="accent1"/>
          </a:fillRef>
          <a:effectRef idx="0">
            <a:schemeClr val="accent1"/>
          </a:effectRef>
          <a:fontRef idx="minor"/>
        </p:style>
      </p:sp>
      <p:sp>
        <p:nvSpPr>
          <p:cNvPr id="322" name="CustomShape 17"/>
          <p:cNvSpPr/>
          <p:nvPr/>
        </p:nvSpPr>
        <p:spPr>
          <a:xfrm>
            <a:off x="5574240" y="1913400"/>
            <a:ext cx="1648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I Want python 2.7</a:t>
            </a:r>
            <a:endParaRPr b="0" lang="en-IN" sz="1400" spc="-1" strike="noStrike">
              <a:latin typeface="Arial"/>
            </a:endParaRPr>
          </a:p>
        </p:txBody>
      </p:sp>
      <p:sp>
        <p:nvSpPr>
          <p:cNvPr id="323" name="CustomShape 18"/>
          <p:cNvSpPr/>
          <p:nvPr/>
        </p:nvSpPr>
        <p:spPr>
          <a:xfrm>
            <a:off x="1720080" y="1195560"/>
            <a:ext cx="887400" cy="48672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000" spc="-1" strike="noStrike">
                <a:solidFill>
                  <a:srgbClr val="47494b"/>
                </a:solidFill>
                <a:latin typeface="Arial"/>
                <a:ea typeface="Microsoft YaHei"/>
              </a:rPr>
              <a:t>App 1</a:t>
            </a:r>
            <a:endParaRPr b="0" lang="en-IN" sz="2000" spc="-1" strike="noStrike">
              <a:latin typeface="Arial"/>
            </a:endParaRPr>
          </a:p>
        </p:txBody>
      </p:sp>
      <p:sp>
        <p:nvSpPr>
          <p:cNvPr id="324" name="CustomShape 19"/>
          <p:cNvSpPr/>
          <p:nvPr/>
        </p:nvSpPr>
        <p:spPr>
          <a:xfrm>
            <a:off x="6521400" y="1139040"/>
            <a:ext cx="887400" cy="48672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000" spc="-1" strike="noStrike">
                <a:solidFill>
                  <a:srgbClr val="47494b"/>
                </a:solidFill>
                <a:latin typeface="Arial"/>
                <a:ea typeface="Microsoft YaHei"/>
              </a:rPr>
              <a:t>App 2</a:t>
            </a:r>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With Containers</a:t>
            </a:r>
            <a:endParaRPr b="0" lang="en-IN" sz="3200" spc="-1" strike="noStrike">
              <a:solidFill>
                <a:srgbClr val="47494b"/>
              </a:solidFill>
              <a:latin typeface="Calibri"/>
            </a:endParaRPr>
          </a:p>
        </p:txBody>
      </p:sp>
      <p:sp>
        <p:nvSpPr>
          <p:cNvPr id="326" name="TextShape 2"/>
          <p:cNvSpPr txBox="1"/>
          <p:nvPr/>
        </p:nvSpPr>
        <p:spPr>
          <a:xfrm>
            <a:off x="4889520" y="1244520"/>
            <a:ext cx="3820320" cy="4932000"/>
          </a:xfrm>
          <a:prstGeom prst="rect">
            <a:avLst/>
          </a:prstGeom>
          <a:noFill/>
          <a:ln w="9360">
            <a:noFill/>
          </a:ln>
        </p:spPr>
        <p:txBody>
          <a:bodyPr lIns="90000" rIns="90000" tIns="45000" bIns="45000">
            <a:noAutofit/>
          </a:bodyPr>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a:p>
            <a:pPr algn="just">
              <a:lnSpc>
                <a:spcPct val="110000"/>
              </a:lnSpc>
              <a:spcBef>
                <a:spcPts val="1800"/>
              </a:spcBef>
              <a:tabLst>
                <a:tab algn="l" pos="0"/>
              </a:tabLst>
            </a:pPr>
            <a:endParaRPr b="0" lang="en-IN" sz="2000" spc="-1" strike="noStrike">
              <a:solidFill>
                <a:srgbClr val="602c05"/>
              </a:solidFill>
              <a:latin typeface="黑体"/>
            </a:endParaRPr>
          </a:p>
        </p:txBody>
      </p:sp>
      <p:sp>
        <p:nvSpPr>
          <p:cNvPr id="327" name="CustomShape 3"/>
          <p:cNvSpPr/>
          <p:nvPr/>
        </p:nvSpPr>
        <p:spPr>
          <a:xfrm>
            <a:off x="2017440" y="4996800"/>
            <a:ext cx="5675400" cy="1302120"/>
          </a:xfrm>
          <a:prstGeom prst="rect">
            <a:avLst/>
          </a:prstGeom>
          <a:ln>
            <a:noFill/>
          </a:ln>
        </p:spPr>
        <p:style>
          <a:lnRef idx="2">
            <a:schemeClr val="accent1">
              <a:shade val="50000"/>
            </a:schemeClr>
          </a:lnRef>
          <a:fillRef idx="1">
            <a:schemeClr val="accent1"/>
          </a:fillRef>
          <a:effectRef idx="0">
            <a:schemeClr val="accent1"/>
          </a:effectRef>
          <a:fontRef idx="minor"/>
        </p:style>
      </p:sp>
      <p:sp>
        <p:nvSpPr>
          <p:cNvPr id="328" name="CustomShape 4"/>
          <p:cNvSpPr/>
          <p:nvPr/>
        </p:nvSpPr>
        <p:spPr>
          <a:xfrm>
            <a:off x="3274560" y="5401800"/>
            <a:ext cx="3160080" cy="48672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0" lang="en-IN" sz="2000" spc="-1" strike="noStrike">
                <a:solidFill>
                  <a:srgbClr val="ffffff"/>
                </a:solidFill>
                <a:latin typeface="Arial"/>
                <a:ea typeface="Microsoft YaHei"/>
              </a:rPr>
              <a:t>Operating System Kernel</a:t>
            </a:r>
            <a:endParaRPr b="0" lang="en-IN" sz="2000" spc="-1" strike="noStrike">
              <a:latin typeface="Arial"/>
            </a:endParaRPr>
          </a:p>
        </p:txBody>
      </p:sp>
      <p:sp>
        <p:nvSpPr>
          <p:cNvPr id="329" name="CustomShape 5"/>
          <p:cNvSpPr/>
          <p:nvPr/>
        </p:nvSpPr>
        <p:spPr>
          <a:xfrm>
            <a:off x="2185560" y="2206800"/>
            <a:ext cx="1235520" cy="2790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p:style>
      </p:sp>
      <p:sp>
        <p:nvSpPr>
          <p:cNvPr id="330" name="CustomShape 6"/>
          <p:cNvSpPr/>
          <p:nvPr/>
        </p:nvSpPr>
        <p:spPr>
          <a:xfrm>
            <a:off x="3641040" y="2220120"/>
            <a:ext cx="1169280" cy="2790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331" name="CustomShape 7"/>
          <p:cNvSpPr/>
          <p:nvPr/>
        </p:nvSpPr>
        <p:spPr>
          <a:xfrm>
            <a:off x="5030640" y="1940400"/>
            <a:ext cx="1221840" cy="3056040"/>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p:style>
      </p:sp>
      <p:sp>
        <p:nvSpPr>
          <p:cNvPr id="332" name="CustomShape 8"/>
          <p:cNvSpPr/>
          <p:nvPr/>
        </p:nvSpPr>
        <p:spPr>
          <a:xfrm>
            <a:off x="6532920" y="2139480"/>
            <a:ext cx="1141200" cy="28706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p:style>
      </p:sp>
      <p:sp>
        <p:nvSpPr>
          <p:cNvPr id="333" name="CustomShape 9"/>
          <p:cNvSpPr/>
          <p:nvPr/>
        </p:nvSpPr>
        <p:spPr>
          <a:xfrm>
            <a:off x="2251800" y="2311920"/>
            <a:ext cx="11610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Container 1</a:t>
            </a:r>
            <a:endParaRPr b="0" lang="en-IN" sz="1400" spc="-1" strike="noStrike">
              <a:latin typeface="Arial"/>
            </a:endParaRPr>
          </a:p>
        </p:txBody>
      </p:sp>
      <p:sp>
        <p:nvSpPr>
          <p:cNvPr id="334" name="CustomShape 10"/>
          <p:cNvSpPr/>
          <p:nvPr/>
        </p:nvSpPr>
        <p:spPr>
          <a:xfrm>
            <a:off x="3674160" y="2412360"/>
            <a:ext cx="11610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Container 2</a:t>
            </a:r>
            <a:endParaRPr b="0" lang="en-IN" sz="1400" spc="-1" strike="noStrike">
              <a:latin typeface="Arial"/>
            </a:endParaRPr>
          </a:p>
        </p:txBody>
      </p:sp>
      <p:sp>
        <p:nvSpPr>
          <p:cNvPr id="335" name="CustomShape 11"/>
          <p:cNvSpPr/>
          <p:nvPr/>
        </p:nvSpPr>
        <p:spPr>
          <a:xfrm>
            <a:off x="5090040" y="2311920"/>
            <a:ext cx="11610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Container 3</a:t>
            </a:r>
            <a:endParaRPr b="0" lang="en-IN" sz="1400" spc="-1" strike="noStrike">
              <a:latin typeface="Arial"/>
            </a:endParaRPr>
          </a:p>
        </p:txBody>
      </p:sp>
      <p:sp>
        <p:nvSpPr>
          <p:cNvPr id="336" name="CustomShape 12"/>
          <p:cNvSpPr/>
          <p:nvPr/>
        </p:nvSpPr>
        <p:spPr>
          <a:xfrm>
            <a:off x="6552720" y="2311920"/>
            <a:ext cx="11610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Container 4</a:t>
            </a:r>
            <a:endParaRPr b="0" lang="en-IN" sz="1400" spc="-1" strike="noStrike">
              <a:latin typeface="Arial"/>
            </a:endParaRPr>
          </a:p>
        </p:txBody>
      </p:sp>
      <p:sp>
        <p:nvSpPr>
          <p:cNvPr id="337" name="CustomShape 13"/>
          <p:cNvSpPr/>
          <p:nvPr/>
        </p:nvSpPr>
        <p:spPr>
          <a:xfrm>
            <a:off x="2278440" y="4412160"/>
            <a:ext cx="1135080" cy="40644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1" lang="en-IN" sz="1600" spc="-1" strike="noStrike">
                <a:solidFill>
                  <a:srgbClr val="47494b"/>
                </a:solidFill>
                <a:latin typeface="Arial"/>
                <a:ea typeface="Microsoft YaHei"/>
              </a:rPr>
              <a:t>Libraries</a:t>
            </a:r>
            <a:endParaRPr b="0" lang="en-IN" sz="1600" spc="-1" strike="noStrike">
              <a:latin typeface="Arial"/>
            </a:endParaRPr>
          </a:p>
        </p:txBody>
      </p:sp>
      <p:sp>
        <p:nvSpPr>
          <p:cNvPr id="338" name="CustomShape 14"/>
          <p:cNvSpPr/>
          <p:nvPr/>
        </p:nvSpPr>
        <p:spPr>
          <a:xfrm>
            <a:off x="3658320" y="4412160"/>
            <a:ext cx="1135080" cy="40644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1" lang="en-IN" sz="1600" spc="-1" strike="noStrike">
                <a:solidFill>
                  <a:srgbClr val="47494b"/>
                </a:solidFill>
                <a:latin typeface="Arial"/>
                <a:ea typeface="Microsoft YaHei"/>
              </a:rPr>
              <a:t>Libraries</a:t>
            </a:r>
            <a:endParaRPr b="0" lang="en-IN" sz="1600" spc="-1" strike="noStrike">
              <a:latin typeface="Arial"/>
            </a:endParaRPr>
          </a:p>
        </p:txBody>
      </p:sp>
      <p:sp>
        <p:nvSpPr>
          <p:cNvPr id="339" name="CustomShape 15"/>
          <p:cNvSpPr/>
          <p:nvPr/>
        </p:nvSpPr>
        <p:spPr>
          <a:xfrm>
            <a:off x="5073480" y="4412160"/>
            <a:ext cx="1135080" cy="40644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1" lang="en-IN" sz="1600" spc="-1" strike="noStrike">
                <a:solidFill>
                  <a:srgbClr val="47494b"/>
                </a:solidFill>
                <a:latin typeface="Arial"/>
                <a:ea typeface="Microsoft YaHei"/>
              </a:rPr>
              <a:t>Libraries</a:t>
            </a:r>
            <a:endParaRPr b="0" lang="en-IN" sz="1600" spc="-1" strike="noStrike">
              <a:latin typeface="Arial"/>
            </a:endParaRPr>
          </a:p>
        </p:txBody>
      </p:sp>
      <p:sp>
        <p:nvSpPr>
          <p:cNvPr id="340" name="CustomShape 16"/>
          <p:cNvSpPr/>
          <p:nvPr/>
        </p:nvSpPr>
        <p:spPr>
          <a:xfrm>
            <a:off x="6532920" y="4412160"/>
            <a:ext cx="1135080" cy="40644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1" lang="en-IN" sz="1600" spc="-1" strike="noStrike">
                <a:solidFill>
                  <a:srgbClr val="47494b"/>
                </a:solidFill>
                <a:latin typeface="Arial"/>
                <a:ea typeface="Microsoft YaHei"/>
              </a:rPr>
              <a:t>Libraries</a:t>
            </a:r>
            <a:endParaRPr b="0" lang="en-IN" sz="1600" spc="-1" strike="noStrike">
              <a:latin typeface="Arial"/>
            </a:endParaRPr>
          </a:p>
        </p:txBody>
      </p:sp>
      <p:sp>
        <p:nvSpPr>
          <p:cNvPr id="341" name="CustomShape 17"/>
          <p:cNvSpPr/>
          <p:nvPr/>
        </p:nvSpPr>
        <p:spPr>
          <a:xfrm>
            <a:off x="2265120" y="3960360"/>
            <a:ext cx="1081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Python 2.7</a:t>
            </a:r>
            <a:endParaRPr b="0" lang="en-IN" sz="1400" spc="-1" strike="noStrike">
              <a:latin typeface="Arial"/>
            </a:endParaRPr>
          </a:p>
        </p:txBody>
      </p:sp>
      <p:sp>
        <p:nvSpPr>
          <p:cNvPr id="342" name="CustomShape 18"/>
          <p:cNvSpPr/>
          <p:nvPr/>
        </p:nvSpPr>
        <p:spPr>
          <a:xfrm>
            <a:off x="3674160" y="3960360"/>
            <a:ext cx="982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Python  3</a:t>
            </a:r>
            <a:endParaRPr b="0" lang="en-IN" sz="1400" spc="-1" strike="noStrike">
              <a:latin typeface="Arial"/>
            </a:endParaRPr>
          </a:p>
        </p:txBody>
      </p:sp>
      <p:sp>
        <p:nvSpPr>
          <p:cNvPr id="343" name="CustomShape 19"/>
          <p:cNvSpPr/>
          <p:nvPr/>
        </p:nvSpPr>
        <p:spPr>
          <a:xfrm>
            <a:off x="5073480" y="3960360"/>
            <a:ext cx="115812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JAVA SE 10</a:t>
            </a:r>
            <a:endParaRPr b="0" lang="en-IN" sz="1400" spc="-1" strike="noStrike">
              <a:latin typeface="Arial"/>
            </a:endParaRPr>
          </a:p>
        </p:txBody>
      </p:sp>
      <p:sp>
        <p:nvSpPr>
          <p:cNvPr id="344" name="CustomShape 20"/>
          <p:cNvSpPr/>
          <p:nvPr/>
        </p:nvSpPr>
        <p:spPr>
          <a:xfrm>
            <a:off x="6532920" y="3960360"/>
            <a:ext cx="115812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JAVA SE 12</a:t>
            </a:r>
            <a:endParaRPr b="0" lang="en-IN" sz="1400" spc="-1" strike="noStrike">
              <a:latin typeface="Arial"/>
            </a:endParaRPr>
          </a:p>
        </p:txBody>
      </p:sp>
      <p:sp>
        <p:nvSpPr>
          <p:cNvPr id="345" name="CustomShape 21"/>
          <p:cNvSpPr/>
          <p:nvPr/>
        </p:nvSpPr>
        <p:spPr>
          <a:xfrm>
            <a:off x="2395080" y="3470400"/>
            <a:ext cx="81648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App 1</a:t>
            </a:r>
            <a:endParaRPr b="0" lang="en-IN" sz="1800" spc="-1" strike="noStrike">
              <a:latin typeface="Arial"/>
            </a:endParaRPr>
          </a:p>
        </p:txBody>
      </p:sp>
      <p:sp>
        <p:nvSpPr>
          <p:cNvPr id="346" name="CustomShape 22"/>
          <p:cNvSpPr/>
          <p:nvPr/>
        </p:nvSpPr>
        <p:spPr>
          <a:xfrm>
            <a:off x="3757680" y="3470400"/>
            <a:ext cx="81648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App 2</a:t>
            </a:r>
            <a:endParaRPr b="0" lang="en-IN" sz="1800" spc="-1" strike="noStrike">
              <a:latin typeface="Arial"/>
            </a:endParaRPr>
          </a:p>
        </p:txBody>
      </p:sp>
      <p:sp>
        <p:nvSpPr>
          <p:cNvPr id="347" name="CustomShape 23"/>
          <p:cNvSpPr/>
          <p:nvPr/>
        </p:nvSpPr>
        <p:spPr>
          <a:xfrm>
            <a:off x="5262480" y="3389760"/>
            <a:ext cx="81648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App 3</a:t>
            </a:r>
            <a:endParaRPr b="0" lang="en-IN" sz="1800" spc="-1" strike="noStrike">
              <a:latin typeface="Arial"/>
            </a:endParaRPr>
          </a:p>
        </p:txBody>
      </p:sp>
      <p:sp>
        <p:nvSpPr>
          <p:cNvPr id="348" name="CustomShape 24"/>
          <p:cNvSpPr/>
          <p:nvPr/>
        </p:nvSpPr>
        <p:spPr>
          <a:xfrm>
            <a:off x="6692040" y="3389760"/>
            <a:ext cx="81648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App 4</a:t>
            </a:r>
            <a:endParaRPr b="0" lang="en-IN" sz="1800" spc="-1" strike="noStrike">
              <a:latin typeface="Arial"/>
            </a:endParaRPr>
          </a:p>
        </p:txBody>
      </p:sp>
      <p:pic>
        <p:nvPicPr>
          <p:cNvPr id="349" name="Content Placeholder 29" descr="Happy Smiley"/>
          <p:cNvPicPr/>
          <p:nvPr/>
        </p:nvPicPr>
        <p:blipFill>
          <a:blip r:embed="rId1"/>
          <a:stretch/>
        </p:blipFill>
        <p:spPr>
          <a:xfrm>
            <a:off x="2185560" y="1062360"/>
            <a:ext cx="1136160" cy="1076760"/>
          </a:xfrm>
          <a:prstGeom prst="rect">
            <a:avLst/>
          </a:prstGeom>
          <a:ln w="9525">
            <a:noFill/>
          </a:ln>
        </p:spPr>
      </p:pic>
      <p:pic>
        <p:nvPicPr>
          <p:cNvPr id="350" name="Content Placeholder 29" descr="Happy Smiley"/>
          <p:cNvPicPr/>
          <p:nvPr/>
        </p:nvPicPr>
        <p:blipFill>
          <a:blip r:embed="rId2"/>
          <a:stretch/>
        </p:blipFill>
        <p:spPr>
          <a:xfrm>
            <a:off x="3641040" y="1129680"/>
            <a:ext cx="1136160" cy="1076760"/>
          </a:xfrm>
          <a:prstGeom prst="rect">
            <a:avLst/>
          </a:prstGeom>
          <a:ln w="9525">
            <a:noFill/>
          </a:ln>
        </p:spPr>
      </p:pic>
      <p:pic>
        <p:nvPicPr>
          <p:cNvPr id="351" name="Content Placeholder 29" descr="Happy Smiley"/>
          <p:cNvPicPr/>
          <p:nvPr/>
        </p:nvPicPr>
        <p:blipFill>
          <a:blip r:embed="rId3"/>
          <a:stretch/>
        </p:blipFill>
        <p:spPr>
          <a:xfrm>
            <a:off x="5116320" y="906120"/>
            <a:ext cx="1136160" cy="1033920"/>
          </a:xfrm>
          <a:prstGeom prst="rect">
            <a:avLst/>
          </a:prstGeom>
          <a:ln w="9525">
            <a:noFill/>
          </a:ln>
        </p:spPr>
      </p:pic>
      <p:pic>
        <p:nvPicPr>
          <p:cNvPr id="352" name="Content Placeholder 29" descr="Happy Smiley"/>
          <p:cNvPicPr/>
          <p:nvPr/>
        </p:nvPicPr>
        <p:blipFill>
          <a:blip r:embed="rId4"/>
          <a:stretch/>
        </p:blipFill>
        <p:spPr>
          <a:xfrm>
            <a:off x="6531480" y="1062360"/>
            <a:ext cx="1136160" cy="1076760"/>
          </a:xfrm>
          <a:prstGeom prst="rect">
            <a:avLst/>
          </a:prstGeom>
          <a:ln w="9525">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Introduction</a:t>
            </a:r>
            <a:endParaRPr b="0" lang="en-IN" sz="3200" spc="-1" strike="noStrike">
              <a:solidFill>
                <a:srgbClr val="47494b"/>
              </a:solidFill>
              <a:latin typeface="Calibri"/>
            </a:endParaRPr>
          </a:p>
        </p:txBody>
      </p:sp>
      <p:sp>
        <p:nvSpPr>
          <p:cNvPr id="354"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0" lang="en-IN" sz="3200" spc="-1" strike="noStrike">
                <a:solidFill>
                  <a:srgbClr val="602c05"/>
                </a:solidFill>
                <a:latin typeface="黑体"/>
                <a:ea typeface="黑体"/>
              </a:rPr>
              <a:t>Unlike VMs, containers do not bundle a full operating system - only libraries and settings required to make the software work are needed.</a:t>
            </a:r>
            <a:endParaRPr b="0" lang="en-IN" sz="3200" spc="-1" strike="noStrike">
              <a:solidFill>
                <a:srgbClr val="602c05"/>
              </a:solidFill>
              <a:latin typeface="黑体"/>
            </a:endParaRPr>
          </a:p>
          <a:p>
            <a:pPr algn="just">
              <a:lnSpc>
                <a:spcPct val="110000"/>
              </a:lnSpc>
              <a:spcBef>
                <a:spcPts val="1800"/>
              </a:spcBef>
              <a:tabLst>
                <a:tab algn="l" pos="0"/>
              </a:tabLst>
            </a:pPr>
            <a:endParaRPr b="0" lang="en-IN" sz="32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tabLst>
                <a:tab algn="l" pos="0"/>
              </a:tabLst>
            </a:pPr>
            <a:r>
              <a:rPr b="0" lang="en-IN" sz="3200" spc="-1" strike="noStrike">
                <a:solidFill>
                  <a:srgbClr val="602c05"/>
                </a:solidFill>
                <a:latin typeface="黑体"/>
                <a:ea typeface="黑体"/>
              </a:rPr>
              <a:t>This makes for efficient, lightweight, self-contained systems and guarantees that software will always run the same, regardless of where it’s deployed.</a:t>
            </a:r>
            <a:endParaRPr b="0" lang="en-IN" sz="3200" spc="-1" strike="noStrike">
              <a:solidFill>
                <a:srgbClr val="602c05"/>
              </a:solidFill>
              <a:latin typeface="黑体"/>
            </a:endParaRPr>
          </a:p>
          <a:p>
            <a:pPr algn="just">
              <a:lnSpc>
                <a:spcPct val="110000"/>
              </a:lnSpc>
              <a:spcBef>
                <a:spcPts val="1800"/>
              </a:spcBef>
              <a:tabLst>
                <a:tab algn="l" pos="0"/>
              </a:tabLst>
            </a:pPr>
            <a:endParaRPr b="0" lang="en-IN" sz="3200" spc="-1" strike="noStrike">
              <a:solidFill>
                <a:srgbClr val="602c05"/>
              </a:solidFill>
              <a:latin typeface="黑体"/>
            </a:endParaRPr>
          </a:p>
          <a:p>
            <a:pPr algn="just">
              <a:lnSpc>
                <a:spcPct val="110000"/>
              </a:lnSpc>
              <a:spcBef>
                <a:spcPts val="1800"/>
              </a:spcBef>
              <a:tabLst>
                <a:tab algn="l" pos="0"/>
              </a:tabLst>
            </a:pPr>
            <a:endParaRPr b="0" lang="en-IN" sz="3200" spc="-1" strike="noStrike">
              <a:solidFill>
                <a:srgbClr val="602c05"/>
              </a:solidFill>
              <a:latin typeface="黑体"/>
            </a:endParaRPr>
          </a:p>
          <a:p>
            <a:pPr algn="just">
              <a:lnSpc>
                <a:spcPct val="110000"/>
              </a:lnSpc>
              <a:spcBef>
                <a:spcPts val="1800"/>
              </a:spcBef>
              <a:tabLst>
                <a:tab algn="l" pos="0"/>
              </a:tabLst>
            </a:pPr>
            <a:endParaRPr b="0" lang="en-IN" sz="32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Containers Vs Virtual Mchines</a:t>
            </a:r>
            <a:endParaRPr b="0" lang="en-IN" sz="3200" spc="-1" strike="noStrike">
              <a:solidFill>
                <a:srgbClr val="47494b"/>
              </a:solidFill>
              <a:latin typeface="Calibri"/>
            </a:endParaRPr>
          </a:p>
        </p:txBody>
      </p:sp>
      <p:sp>
        <p:nvSpPr>
          <p:cNvPr id="356" name="CustomShape 2"/>
          <p:cNvSpPr/>
          <p:nvPr/>
        </p:nvSpPr>
        <p:spPr>
          <a:xfrm>
            <a:off x="339840" y="2019960"/>
            <a:ext cx="2657880" cy="426564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57" name="CustomShape 3"/>
          <p:cNvSpPr/>
          <p:nvPr/>
        </p:nvSpPr>
        <p:spPr>
          <a:xfrm>
            <a:off x="3242880" y="2019960"/>
            <a:ext cx="2657880" cy="426564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58" name="CustomShape 4"/>
          <p:cNvSpPr/>
          <p:nvPr/>
        </p:nvSpPr>
        <p:spPr>
          <a:xfrm>
            <a:off x="6281280" y="2019960"/>
            <a:ext cx="2657880" cy="426564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p:style>
      </p:sp>
      <p:sp>
        <p:nvSpPr>
          <p:cNvPr id="359" name="CustomShape 5"/>
          <p:cNvSpPr/>
          <p:nvPr/>
        </p:nvSpPr>
        <p:spPr>
          <a:xfrm>
            <a:off x="444600" y="5276160"/>
            <a:ext cx="2418480" cy="823320"/>
          </a:xfrm>
          <a:prstGeom prst="rect">
            <a:avLst/>
          </a:prstGeom>
          <a:ln>
            <a:noFill/>
          </a:ln>
        </p:spPr>
        <p:style>
          <a:lnRef idx="2">
            <a:schemeClr val="accent1">
              <a:shade val="50000"/>
            </a:schemeClr>
          </a:lnRef>
          <a:fillRef idx="1">
            <a:schemeClr val="accent1"/>
          </a:fillRef>
          <a:effectRef idx="0">
            <a:schemeClr val="accent1"/>
          </a:effectRef>
          <a:fontRef idx="minor"/>
        </p:style>
      </p:sp>
      <p:sp>
        <p:nvSpPr>
          <p:cNvPr id="360" name="CustomShape 6"/>
          <p:cNvSpPr/>
          <p:nvPr/>
        </p:nvSpPr>
        <p:spPr>
          <a:xfrm>
            <a:off x="710640" y="5362560"/>
            <a:ext cx="1721880" cy="644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0" lang="en-IN" sz="2800" spc="-1" strike="noStrike">
                <a:solidFill>
                  <a:srgbClr val="ffffff"/>
                </a:solidFill>
                <a:latin typeface="Arial"/>
                <a:ea typeface="Microsoft YaHei"/>
              </a:rPr>
              <a:t>Hardware</a:t>
            </a:r>
            <a:endParaRPr b="0" lang="en-IN" sz="2800" spc="-1" strike="noStrike">
              <a:latin typeface="Arial"/>
            </a:endParaRPr>
          </a:p>
        </p:txBody>
      </p:sp>
      <p:sp>
        <p:nvSpPr>
          <p:cNvPr id="361" name="CustomShape 7"/>
          <p:cNvSpPr/>
          <p:nvPr/>
        </p:nvSpPr>
        <p:spPr>
          <a:xfrm>
            <a:off x="3363120" y="5276160"/>
            <a:ext cx="2418480" cy="823320"/>
          </a:xfrm>
          <a:prstGeom prst="rect">
            <a:avLst/>
          </a:prstGeom>
          <a:ln>
            <a:noFill/>
          </a:ln>
        </p:spPr>
        <p:style>
          <a:lnRef idx="2">
            <a:schemeClr val="accent1">
              <a:shade val="50000"/>
            </a:schemeClr>
          </a:lnRef>
          <a:fillRef idx="1">
            <a:schemeClr val="accent1"/>
          </a:fillRef>
          <a:effectRef idx="0">
            <a:schemeClr val="accent1"/>
          </a:effectRef>
          <a:fontRef idx="minor"/>
        </p:style>
      </p:sp>
      <p:sp>
        <p:nvSpPr>
          <p:cNvPr id="362" name="CustomShape 8"/>
          <p:cNvSpPr/>
          <p:nvPr/>
        </p:nvSpPr>
        <p:spPr>
          <a:xfrm>
            <a:off x="6401520" y="5488920"/>
            <a:ext cx="2418480" cy="610560"/>
          </a:xfrm>
          <a:prstGeom prst="rect">
            <a:avLst/>
          </a:prstGeom>
          <a:ln>
            <a:noFill/>
          </a:ln>
        </p:spPr>
        <p:style>
          <a:lnRef idx="2">
            <a:schemeClr val="accent1">
              <a:shade val="50000"/>
            </a:schemeClr>
          </a:lnRef>
          <a:fillRef idx="1">
            <a:schemeClr val="accent1"/>
          </a:fillRef>
          <a:effectRef idx="0">
            <a:schemeClr val="accent1"/>
          </a:effectRef>
          <a:fontRef idx="minor"/>
        </p:style>
      </p:sp>
      <p:sp>
        <p:nvSpPr>
          <p:cNvPr id="363" name="CustomShape 9"/>
          <p:cNvSpPr/>
          <p:nvPr/>
        </p:nvSpPr>
        <p:spPr>
          <a:xfrm>
            <a:off x="3664440" y="5362560"/>
            <a:ext cx="1721880" cy="644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0" lang="en-IN" sz="2800" spc="-1" strike="noStrike">
                <a:solidFill>
                  <a:srgbClr val="ffffff"/>
                </a:solidFill>
                <a:latin typeface="Arial"/>
                <a:ea typeface="Microsoft YaHei"/>
              </a:rPr>
              <a:t>Hardware</a:t>
            </a:r>
            <a:endParaRPr b="0" lang="en-IN" sz="2800" spc="-1" strike="noStrike">
              <a:latin typeface="Arial"/>
            </a:endParaRPr>
          </a:p>
        </p:txBody>
      </p:sp>
      <p:sp>
        <p:nvSpPr>
          <p:cNvPr id="364" name="CustomShape 10"/>
          <p:cNvSpPr/>
          <p:nvPr/>
        </p:nvSpPr>
        <p:spPr>
          <a:xfrm>
            <a:off x="6749280" y="5362560"/>
            <a:ext cx="1721880" cy="644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0" lang="en-IN" sz="2800" spc="-1" strike="noStrike">
                <a:solidFill>
                  <a:srgbClr val="ffffff"/>
                </a:solidFill>
                <a:latin typeface="Arial"/>
                <a:ea typeface="Microsoft YaHei"/>
              </a:rPr>
              <a:t>Hardware</a:t>
            </a:r>
            <a:endParaRPr b="0" lang="en-IN" sz="2800" spc="-1" strike="noStrike">
              <a:latin typeface="Arial"/>
            </a:endParaRPr>
          </a:p>
        </p:txBody>
      </p:sp>
      <p:sp>
        <p:nvSpPr>
          <p:cNvPr id="365" name="CustomShape 11"/>
          <p:cNvSpPr/>
          <p:nvPr/>
        </p:nvSpPr>
        <p:spPr>
          <a:xfrm>
            <a:off x="459720" y="4366800"/>
            <a:ext cx="2418480" cy="82332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p:style>
      </p:sp>
      <p:sp>
        <p:nvSpPr>
          <p:cNvPr id="366" name="CustomShape 12"/>
          <p:cNvSpPr/>
          <p:nvPr/>
        </p:nvSpPr>
        <p:spPr>
          <a:xfrm>
            <a:off x="3363120" y="4366800"/>
            <a:ext cx="2418480" cy="823320"/>
          </a:xfrm>
          <a:prstGeom prst="rect">
            <a:avLst/>
          </a:prstGeom>
          <a:solidFill>
            <a:srgbClr val="c2e59c"/>
          </a:solidFill>
          <a:ln>
            <a:noFill/>
          </a:ln>
        </p:spPr>
        <p:style>
          <a:lnRef idx="2">
            <a:schemeClr val="accent1">
              <a:shade val="50000"/>
            </a:schemeClr>
          </a:lnRef>
          <a:fillRef idx="1">
            <a:schemeClr val="accent1"/>
          </a:fillRef>
          <a:effectRef idx="0">
            <a:schemeClr val="accent1"/>
          </a:effectRef>
          <a:fontRef idx="minor"/>
        </p:style>
      </p:sp>
      <p:sp>
        <p:nvSpPr>
          <p:cNvPr id="367" name="CustomShape 13"/>
          <p:cNvSpPr/>
          <p:nvPr/>
        </p:nvSpPr>
        <p:spPr>
          <a:xfrm>
            <a:off x="6402240" y="4804560"/>
            <a:ext cx="2418480" cy="6246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p:style>
      </p:sp>
      <p:sp>
        <p:nvSpPr>
          <p:cNvPr id="368" name="CustomShape 14"/>
          <p:cNvSpPr/>
          <p:nvPr/>
        </p:nvSpPr>
        <p:spPr>
          <a:xfrm>
            <a:off x="490680" y="4533120"/>
            <a:ext cx="2357280" cy="48672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000" spc="-1" strike="noStrike">
                <a:solidFill>
                  <a:srgbClr val="47494b"/>
                </a:solidFill>
                <a:latin typeface="Arial"/>
                <a:ea typeface="Microsoft YaHei"/>
              </a:rPr>
              <a:t>Operating System</a:t>
            </a:r>
            <a:endParaRPr b="0" lang="en-IN" sz="2000" spc="-1" strike="noStrike">
              <a:latin typeface="Arial"/>
            </a:endParaRPr>
          </a:p>
        </p:txBody>
      </p:sp>
      <p:sp>
        <p:nvSpPr>
          <p:cNvPr id="369" name="CustomShape 15"/>
          <p:cNvSpPr/>
          <p:nvPr/>
        </p:nvSpPr>
        <p:spPr>
          <a:xfrm>
            <a:off x="6399360" y="4871160"/>
            <a:ext cx="2357280" cy="48672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000" spc="-1" strike="noStrike">
                <a:solidFill>
                  <a:srgbClr val="47494b"/>
                </a:solidFill>
                <a:latin typeface="Arial"/>
                <a:ea typeface="Microsoft YaHei"/>
              </a:rPr>
              <a:t>Operating System</a:t>
            </a:r>
            <a:endParaRPr b="0" lang="en-IN" sz="2000" spc="-1" strike="noStrike">
              <a:latin typeface="Arial"/>
            </a:endParaRPr>
          </a:p>
        </p:txBody>
      </p:sp>
      <p:sp>
        <p:nvSpPr>
          <p:cNvPr id="370" name="CustomShape 16"/>
          <p:cNvSpPr/>
          <p:nvPr/>
        </p:nvSpPr>
        <p:spPr>
          <a:xfrm>
            <a:off x="3770640" y="4532760"/>
            <a:ext cx="1510200" cy="48672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000" spc="-1" strike="noStrike">
                <a:solidFill>
                  <a:srgbClr val="47494b"/>
                </a:solidFill>
                <a:latin typeface="Arial"/>
                <a:ea typeface="Microsoft YaHei"/>
              </a:rPr>
              <a:t>Hypervisor</a:t>
            </a:r>
            <a:endParaRPr b="0" lang="en-IN" sz="2000" spc="-1" strike="noStrike">
              <a:latin typeface="Arial"/>
            </a:endParaRPr>
          </a:p>
        </p:txBody>
      </p:sp>
      <p:sp>
        <p:nvSpPr>
          <p:cNvPr id="371" name="CustomShape 17"/>
          <p:cNvSpPr/>
          <p:nvPr/>
        </p:nvSpPr>
        <p:spPr>
          <a:xfrm>
            <a:off x="459000" y="2367360"/>
            <a:ext cx="865800" cy="189972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372" name="CustomShape 18"/>
          <p:cNvSpPr/>
          <p:nvPr/>
        </p:nvSpPr>
        <p:spPr>
          <a:xfrm>
            <a:off x="1676520" y="2367360"/>
            <a:ext cx="865800" cy="189972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373" name="CustomShape 19"/>
          <p:cNvSpPr/>
          <p:nvPr/>
        </p:nvSpPr>
        <p:spPr>
          <a:xfrm>
            <a:off x="3549600" y="2367360"/>
            <a:ext cx="865800" cy="189972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p:style>
      </p:sp>
      <p:sp>
        <p:nvSpPr>
          <p:cNvPr id="374" name="CustomShape 20"/>
          <p:cNvSpPr/>
          <p:nvPr/>
        </p:nvSpPr>
        <p:spPr>
          <a:xfrm>
            <a:off x="4780440" y="2367360"/>
            <a:ext cx="865800" cy="189972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375" name="CustomShape 21"/>
          <p:cNvSpPr/>
          <p:nvPr/>
        </p:nvSpPr>
        <p:spPr>
          <a:xfrm>
            <a:off x="459000" y="3774600"/>
            <a:ext cx="9342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Libraries</a:t>
            </a:r>
            <a:endParaRPr b="0" lang="en-IN" sz="1400" spc="-1" strike="noStrike">
              <a:latin typeface="Arial"/>
            </a:endParaRPr>
          </a:p>
        </p:txBody>
      </p:sp>
      <p:sp>
        <p:nvSpPr>
          <p:cNvPr id="376" name="CustomShape 22"/>
          <p:cNvSpPr/>
          <p:nvPr/>
        </p:nvSpPr>
        <p:spPr>
          <a:xfrm>
            <a:off x="1677600" y="3774600"/>
            <a:ext cx="9342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Libraries</a:t>
            </a:r>
            <a:endParaRPr b="0" lang="en-IN" sz="1400" spc="-1" strike="noStrike">
              <a:latin typeface="Arial"/>
            </a:endParaRPr>
          </a:p>
        </p:txBody>
      </p:sp>
      <p:sp>
        <p:nvSpPr>
          <p:cNvPr id="377" name="CustomShape 23"/>
          <p:cNvSpPr/>
          <p:nvPr/>
        </p:nvSpPr>
        <p:spPr>
          <a:xfrm>
            <a:off x="469080" y="3403440"/>
            <a:ext cx="892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Runtime</a:t>
            </a:r>
            <a:endParaRPr b="0" lang="en-IN" sz="1400" spc="-1" strike="noStrike">
              <a:latin typeface="Arial"/>
            </a:endParaRPr>
          </a:p>
        </p:txBody>
      </p:sp>
      <p:sp>
        <p:nvSpPr>
          <p:cNvPr id="378" name="CustomShape 24"/>
          <p:cNvSpPr/>
          <p:nvPr/>
        </p:nvSpPr>
        <p:spPr>
          <a:xfrm>
            <a:off x="1686960" y="3403440"/>
            <a:ext cx="892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Runtime</a:t>
            </a:r>
            <a:endParaRPr b="0" lang="en-IN" sz="1400" spc="-1" strike="noStrike">
              <a:latin typeface="Arial"/>
            </a:endParaRPr>
          </a:p>
        </p:txBody>
      </p:sp>
      <p:sp>
        <p:nvSpPr>
          <p:cNvPr id="379" name="CustomShape 25"/>
          <p:cNvSpPr/>
          <p:nvPr/>
        </p:nvSpPr>
        <p:spPr>
          <a:xfrm>
            <a:off x="483480" y="3011040"/>
            <a:ext cx="81648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App 1</a:t>
            </a:r>
            <a:endParaRPr b="0" lang="en-IN" sz="1800" spc="-1" strike="noStrike">
              <a:latin typeface="Arial"/>
            </a:endParaRPr>
          </a:p>
        </p:txBody>
      </p:sp>
      <p:sp>
        <p:nvSpPr>
          <p:cNvPr id="380" name="CustomShape 26"/>
          <p:cNvSpPr/>
          <p:nvPr/>
        </p:nvSpPr>
        <p:spPr>
          <a:xfrm>
            <a:off x="1701000" y="2952720"/>
            <a:ext cx="81648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App 2</a:t>
            </a:r>
            <a:endParaRPr b="0" lang="en-IN" sz="1800" spc="-1" strike="noStrike">
              <a:latin typeface="Arial"/>
            </a:endParaRPr>
          </a:p>
        </p:txBody>
      </p:sp>
      <p:pic>
        <p:nvPicPr>
          <p:cNvPr id="381" name="Content Placeholder 29" descr="Happy Smiley"/>
          <p:cNvPicPr/>
          <p:nvPr/>
        </p:nvPicPr>
        <p:blipFill>
          <a:blip r:embed="rId1"/>
          <a:stretch/>
        </p:blipFill>
        <p:spPr>
          <a:xfrm>
            <a:off x="468720" y="2281680"/>
            <a:ext cx="855720" cy="683640"/>
          </a:xfrm>
          <a:prstGeom prst="rect">
            <a:avLst/>
          </a:prstGeom>
          <a:ln w="9525">
            <a:noFill/>
          </a:ln>
        </p:spPr>
      </p:pic>
      <p:pic>
        <p:nvPicPr>
          <p:cNvPr id="382" name="Content Placeholder 29" descr="Happy Smiley"/>
          <p:cNvPicPr/>
          <p:nvPr/>
        </p:nvPicPr>
        <p:blipFill>
          <a:blip r:embed="rId2"/>
          <a:stretch/>
        </p:blipFill>
        <p:spPr>
          <a:xfrm>
            <a:off x="1676520" y="2367360"/>
            <a:ext cx="855720" cy="683640"/>
          </a:xfrm>
          <a:prstGeom prst="rect">
            <a:avLst/>
          </a:prstGeom>
          <a:ln w="9525">
            <a:noFill/>
          </a:ln>
        </p:spPr>
      </p:pic>
      <p:sp>
        <p:nvSpPr>
          <p:cNvPr id="383" name="CustomShape 27"/>
          <p:cNvSpPr/>
          <p:nvPr/>
        </p:nvSpPr>
        <p:spPr>
          <a:xfrm>
            <a:off x="783360" y="1261800"/>
            <a:ext cx="1772280" cy="5655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400" spc="-1" strike="noStrike">
                <a:solidFill>
                  <a:srgbClr val="47494b"/>
                </a:solidFill>
                <a:latin typeface="Arial"/>
                <a:ea typeface="Microsoft YaHei"/>
              </a:rPr>
              <a:t>Containers</a:t>
            </a:r>
            <a:endParaRPr b="0" lang="en-IN" sz="2400" spc="-1" strike="noStrike">
              <a:latin typeface="Arial"/>
            </a:endParaRPr>
          </a:p>
        </p:txBody>
      </p:sp>
      <p:sp>
        <p:nvSpPr>
          <p:cNvPr id="384" name="CustomShape 28"/>
          <p:cNvSpPr/>
          <p:nvPr/>
        </p:nvSpPr>
        <p:spPr>
          <a:xfrm>
            <a:off x="6402240" y="4145400"/>
            <a:ext cx="2418480" cy="573120"/>
          </a:xfrm>
          <a:prstGeom prst="rect">
            <a:avLst/>
          </a:prstGeom>
          <a:solidFill>
            <a:srgbClr val="c2e59c"/>
          </a:solidFill>
          <a:ln>
            <a:noFill/>
          </a:ln>
        </p:spPr>
        <p:style>
          <a:lnRef idx="2">
            <a:schemeClr val="accent1">
              <a:shade val="50000"/>
            </a:schemeClr>
          </a:lnRef>
          <a:fillRef idx="1">
            <a:schemeClr val="accent1"/>
          </a:fillRef>
          <a:effectRef idx="0">
            <a:schemeClr val="accent1"/>
          </a:effectRef>
          <a:fontRef idx="minor"/>
        </p:style>
      </p:sp>
      <p:sp>
        <p:nvSpPr>
          <p:cNvPr id="385" name="CustomShape 29"/>
          <p:cNvSpPr/>
          <p:nvPr/>
        </p:nvSpPr>
        <p:spPr>
          <a:xfrm>
            <a:off x="6855480" y="4145400"/>
            <a:ext cx="1510200" cy="48672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000" spc="-1" strike="noStrike">
                <a:solidFill>
                  <a:srgbClr val="47494b"/>
                </a:solidFill>
                <a:latin typeface="Arial"/>
                <a:ea typeface="Microsoft YaHei"/>
              </a:rPr>
              <a:t>Hypervisor</a:t>
            </a:r>
            <a:endParaRPr b="0" lang="en-IN" sz="2000" spc="-1" strike="noStrike">
              <a:latin typeface="Arial"/>
            </a:endParaRPr>
          </a:p>
        </p:txBody>
      </p:sp>
      <p:sp>
        <p:nvSpPr>
          <p:cNvPr id="386" name="CustomShape 30"/>
          <p:cNvSpPr/>
          <p:nvPr/>
        </p:nvSpPr>
        <p:spPr>
          <a:xfrm>
            <a:off x="3726720" y="3694320"/>
            <a:ext cx="51192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OS</a:t>
            </a:r>
            <a:endParaRPr b="0" lang="en-IN" sz="1800" spc="-1" strike="noStrike">
              <a:latin typeface="Arial"/>
            </a:endParaRPr>
          </a:p>
        </p:txBody>
      </p:sp>
      <p:sp>
        <p:nvSpPr>
          <p:cNvPr id="387" name="CustomShape 31"/>
          <p:cNvSpPr/>
          <p:nvPr/>
        </p:nvSpPr>
        <p:spPr>
          <a:xfrm>
            <a:off x="4957200" y="3694320"/>
            <a:ext cx="51192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OS</a:t>
            </a:r>
            <a:endParaRPr b="0" lang="en-IN" sz="1800" spc="-1" strike="noStrike">
              <a:latin typeface="Arial"/>
            </a:endParaRPr>
          </a:p>
        </p:txBody>
      </p:sp>
      <p:sp>
        <p:nvSpPr>
          <p:cNvPr id="388" name="CustomShape 32"/>
          <p:cNvSpPr/>
          <p:nvPr/>
        </p:nvSpPr>
        <p:spPr>
          <a:xfrm>
            <a:off x="3515400" y="3403440"/>
            <a:ext cx="9342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Libraries</a:t>
            </a:r>
            <a:endParaRPr b="0" lang="en-IN" sz="1400" spc="-1" strike="noStrike">
              <a:latin typeface="Arial"/>
            </a:endParaRPr>
          </a:p>
        </p:txBody>
      </p:sp>
      <p:sp>
        <p:nvSpPr>
          <p:cNvPr id="389" name="CustomShape 33"/>
          <p:cNvSpPr/>
          <p:nvPr/>
        </p:nvSpPr>
        <p:spPr>
          <a:xfrm>
            <a:off x="4745880" y="3403440"/>
            <a:ext cx="9342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Libraries</a:t>
            </a:r>
            <a:endParaRPr b="0" lang="en-IN" sz="1400" spc="-1" strike="noStrike">
              <a:latin typeface="Arial"/>
            </a:endParaRPr>
          </a:p>
        </p:txBody>
      </p:sp>
      <p:sp>
        <p:nvSpPr>
          <p:cNvPr id="390" name="CustomShape 34"/>
          <p:cNvSpPr/>
          <p:nvPr/>
        </p:nvSpPr>
        <p:spPr>
          <a:xfrm>
            <a:off x="3549960" y="3051000"/>
            <a:ext cx="892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Runtime</a:t>
            </a:r>
            <a:endParaRPr b="0" lang="en-IN" sz="1400" spc="-1" strike="noStrike">
              <a:latin typeface="Arial"/>
            </a:endParaRPr>
          </a:p>
        </p:txBody>
      </p:sp>
      <p:sp>
        <p:nvSpPr>
          <p:cNvPr id="391" name="CustomShape 35"/>
          <p:cNvSpPr/>
          <p:nvPr/>
        </p:nvSpPr>
        <p:spPr>
          <a:xfrm>
            <a:off x="4786920" y="3051000"/>
            <a:ext cx="892800" cy="36720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400" spc="-1" strike="noStrike">
                <a:solidFill>
                  <a:srgbClr val="47494b"/>
                </a:solidFill>
                <a:latin typeface="Arial"/>
                <a:ea typeface="Microsoft YaHei"/>
              </a:rPr>
              <a:t>Runtime</a:t>
            </a:r>
            <a:endParaRPr b="0" lang="en-IN" sz="1400" spc="-1" strike="noStrike">
              <a:latin typeface="Arial"/>
            </a:endParaRPr>
          </a:p>
        </p:txBody>
      </p:sp>
      <p:sp>
        <p:nvSpPr>
          <p:cNvPr id="392" name="CustomShape 36"/>
          <p:cNvSpPr/>
          <p:nvPr/>
        </p:nvSpPr>
        <p:spPr>
          <a:xfrm>
            <a:off x="3574080" y="2685960"/>
            <a:ext cx="81648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App 1</a:t>
            </a:r>
            <a:endParaRPr b="0" lang="en-IN" sz="1800" spc="-1" strike="noStrike">
              <a:latin typeface="Arial"/>
            </a:endParaRPr>
          </a:p>
        </p:txBody>
      </p:sp>
      <p:sp>
        <p:nvSpPr>
          <p:cNvPr id="393" name="CustomShape 37"/>
          <p:cNvSpPr/>
          <p:nvPr/>
        </p:nvSpPr>
        <p:spPr>
          <a:xfrm>
            <a:off x="4804920" y="2685960"/>
            <a:ext cx="816480" cy="446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1800" spc="-1" strike="noStrike">
                <a:solidFill>
                  <a:srgbClr val="47494b"/>
                </a:solidFill>
                <a:latin typeface="Arial"/>
                <a:ea typeface="Microsoft YaHei"/>
              </a:rPr>
              <a:t>App 2</a:t>
            </a:r>
            <a:endParaRPr b="0" lang="en-IN" sz="1800" spc="-1" strike="noStrike">
              <a:latin typeface="Arial"/>
            </a:endParaRPr>
          </a:p>
        </p:txBody>
      </p:sp>
      <p:pic>
        <p:nvPicPr>
          <p:cNvPr id="394" name="Content Placeholder 29" descr="Happy Smiley"/>
          <p:cNvPicPr/>
          <p:nvPr/>
        </p:nvPicPr>
        <p:blipFill>
          <a:blip r:embed="rId3"/>
          <a:stretch/>
        </p:blipFill>
        <p:spPr>
          <a:xfrm>
            <a:off x="3535560" y="2108880"/>
            <a:ext cx="855720" cy="683640"/>
          </a:xfrm>
          <a:prstGeom prst="rect">
            <a:avLst/>
          </a:prstGeom>
          <a:ln w="9525">
            <a:noFill/>
          </a:ln>
        </p:spPr>
      </p:pic>
      <p:pic>
        <p:nvPicPr>
          <p:cNvPr id="395" name="Content Placeholder 29" descr="Happy Smiley"/>
          <p:cNvPicPr/>
          <p:nvPr/>
        </p:nvPicPr>
        <p:blipFill>
          <a:blip r:embed="rId4"/>
          <a:stretch/>
        </p:blipFill>
        <p:spPr>
          <a:xfrm>
            <a:off x="4790520" y="2108880"/>
            <a:ext cx="855720" cy="683640"/>
          </a:xfrm>
          <a:prstGeom prst="rect">
            <a:avLst/>
          </a:prstGeom>
          <a:ln w="9525">
            <a:noFill/>
          </a:ln>
        </p:spPr>
      </p:pic>
      <p:sp>
        <p:nvSpPr>
          <p:cNvPr id="396" name="CustomShape 38"/>
          <p:cNvSpPr/>
          <p:nvPr/>
        </p:nvSpPr>
        <p:spPr>
          <a:xfrm>
            <a:off x="3535200" y="906840"/>
            <a:ext cx="1971720" cy="1040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400" spc="-1" strike="noStrike">
                <a:solidFill>
                  <a:srgbClr val="47494b"/>
                </a:solidFill>
                <a:latin typeface="Arial"/>
                <a:ea typeface="Microsoft YaHei"/>
              </a:rPr>
              <a:t>     </a:t>
            </a:r>
            <a:r>
              <a:rPr b="1" lang="en-IN" sz="2400" spc="-1" strike="noStrike">
                <a:solidFill>
                  <a:srgbClr val="47494b"/>
                </a:solidFill>
                <a:latin typeface="Arial"/>
                <a:ea typeface="Microsoft YaHei"/>
              </a:rPr>
              <a:t>Type I </a:t>
            </a:r>
            <a:endParaRPr b="0" lang="en-IN" sz="2400" spc="-1" strike="noStrike">
              <a:latin typeface="Arial"/>
            </a:endParaRPr>
          </a:p>
          <a:p>
            <a:pPr>
              <a:lnSpc>
                <a:spcPct val="130000"/>
              </a:lnSpc>
              <a:tabLst>
                <a:tab algn="l" pos="0"/>
              </a:tabLst>
            </a:pPr>
            <a:r>
              <a:rPr b="1" lang="en-IN" sz="2400" spc="-1" strike="noStrike">
                <a:solidFill>
                  <a:srgbClr val="47494b"/>
                </a:solidFill>
                <a:latin typeface="Arial"/>
                <a:ea typeface="Microsoft YaHei"/>
              </a:rPr>
              <a:t>Vitualization</a:t>
            </a:r>
            <a:endParaRPr b="0" lang="en-IN" sz="2400" spc="-1" strike="noStrike">
              <a:latin typeface="Arial"/>
            </a:endParaRPr>
          </a:p>
        </p:txBody>
      </p:sp>
      <p:sp>
        <p:nvSpPr>
          <p:cNvPr id="397" name="CustomShape 39"/>
          <p:cNvSpPr/>
          <p:nvPr/>
        </p:nvSpPr>
        <p:spPr>
          <a:xfrm>
            <a:off x="6500160" y="906840"/>
            <a:ext cx="1971720" cy="10407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1" lang="en-IN" sz="2400" spc="-1" strike="noStrike">
                <a:solidFill>
                  <a:srgbClr val="47494b"/>
                </a:solidFill>
                <a:latin typeface="Arial"/>
                <a:ea typeface="Microsoft YaHei"/>
              </a:rPr>
              <a:t>     </a:t>
            </a:r>
            <a:r>
              <a:rPr b="1" lang="en-IN" sz="2400" spc="-1" strike="noStrike">
                <a:solidFill>
                  <a:srgbClr val="47494b"/>
                </a:solidFill>
                <a:latin typeface="Arial"/>
                <a:ea typeface="Microsoft YaHei"/>
              </a:rPr>
              <a:t>Type II</a:t>
            </a:r>
            <a:endParaRPr b="0" lang="en-IN" sz="2400" spc="-1" strike="noStrike">
              <a:latin typeface="Arial"/>
            </a:endParaRPr>
          </a:p>
          <a:p>
            <a:pPr>
              <a:lnSpc>
                <a:spcPct val="130000"/>
              </a:lnSpc>
              <a:tabLst>
                <a:tab algn="l" pos="0"/>
              </a:tabLst>
            </a:pPr>
            <a:r>
              <a:rPr b="1" lang="en-IN" sz="2400" spc="-1" strike="noStrike">
                <a:solidFill>
                  <a:srgbClr val="47494b"/>
                </a:solidFill>
                <a:latin typeface="Arial"/>
                <a:ea typeface="Microsoft YaHei"/>
              </a:rPr>
              <a:t>Vitualization</a:t>
            </a:r>
            <a:endParaRPr b="0" lang="en-IN" sz="2400" spc="-1" strike="noStrike">
              <a:latin typeface="Arial"/>
            </a:endParaRPr>
          </a:p>
        </p:txBody>
      </p:sp>
      <p:pic>
        <p:nvPicPr>
          <p:cNvPr id="398" name="" descr=""/>
          <p:cNvPicPr/>
          <p:nvPr/>
        </p:nvPicPr>
        <p:blipFill>
          <a:blip r:embed="rId5"/>
          <a:stretch/>
        </p:blipFill>
        <p:spPr>
          <a:xfrm>
            <a:off x="6402600" y="2108880"/>
            <a:ext cx="979920" cy="1985040"/>
          </a:xfrm>
          <a:prstGeom prst="rect">
            <a:avLst/>
          </a:prstGeom>
          <a:ln w="0">
            <a:noFill/>
          </a:ln>
        </p:spPr>
      </p:pic>
      <p:pic>
        <p:nvPicPr>
          <p:cNvPr id="399" name="" descr=""/>
          <p:cNvPicPr/>
          <p:nvPr/>
        </p:nvPicPr>
        <p:blipFill>
          <a:blip r:embed="rId6"/>
          <a:stretch/>
        </p:blipFill>
        <p:spPr>
          <a:xfrm>
            <a:off x="7786440" y="2108880"/>
            <a:ext cx="924480" cy="19749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TextShape 1"/>
          <p:cNvSpPr txBox="1"/>
          <p:nvPr/>
        </p:nvSpPr>
        <p:spPr>
          <a:xfrm>
            <a:off x="339840" y="262080"/>
            <a:ext cx="8370360" cy="644040"/>
          </a:xfrm>
          <a:prstGeom prst="rect">
            <a:avLst/>
          </a:prstGeom>
          <a:noFill/>
          <a:ln w="9360">
            <a:noFill/>
          </a:ln>
        </p:spPr>
        <p:txBody>
          <a:bodyPr lIns="90000" rIns="90000" tIns="45000" bIns="45000" anchor="b">
            <a:noAutofit/>
          </a:bodyPr>
          <a:p>
            <a:endParaRPr b="0" lang="en-IN" sz="3200" spc="-1" strike="noStrike">
              <a:solidFill>
                <a:srgbClr val="47494b"/>
              </a:solidFill>
              <a:latin typeface="Calibri"/>
            </a:endParaRPr>
          </a:p>
        </p:txBody>
      </p:sp>
      <p:sp>
        <p:nvSpPr>
          <p:cNvPr id="401" name="TextShape 2"/>
          <p:cNvSpPr txBox="1"/>
          <p:nvPr/>
        </p:nvSpPr>
        <p:spPr>
          <a:xfrm>
            <a:off x="339840" y="1320120"/>
            <a:ext cx="8370720" cy="5123520"/>
          </a:xfrm>
          <a:prstGeom prst="rect">
            <a:avLst/>
          </a:prstGeom>
          <a:noFill/>
          <a:ln w="9360">
            <a:noFill/>
          </a:ln>
        </p:spPr>
        <p:txBody>
          <a:bodyPr lIns="90000" rIns="90000" tIns="45000" bIns="45000">
            <a:normAutofit/>
          </a:bodyPr>
          <a:p>
            <a:pPr marL="343080" indent="-342720" algn="just">
              <a:lnSpc>
                <a:spcPct val="110000"/>
              </a:lnSpc>
              <a:spcBef>
                <a:spcPts val="1800"/>
              </a:spcBef>
              <a:buClr>
                <a:srgbClr val="914207"/>
              </a:buClr>
              <a:buFont typeface="Wingdings" charset="2"/>
              <a:buChar char=""/>
            </a:pPr>
            <a:r>
              <a:rPr b="0" lang="en-IN" sz="2600" spc="-1" strike="noStrike">
                <a:solidFill>
                  <a:srgbClr val="914207"/>
                </a:solidFill>
                <a:latin typeface="幼圆"/>
                <a:ea typeface="幼圆"/>
              </a:rPr>
              <a:t>You can create, run, stop, move, or delete a container using the Docker API or CLI. </a:t>
            </a:r>
            <a:endParaRPr b="0" lang="en-IN" sz="2600" spc="-1" strike="noStrike">
              <a:solidFill>
                <a:srgbClr val="602c05"/>
              </a:solidFill>
              <a:latin typeface="黑体"/>
            </a:endParaRPr>
          </a:p>
          <a:p>
            <a:pPr marL="343080" indent="-342720" algn="just">
              <a:lnSpc>
                <a:spcPct val="110000"/>
              </a:lnSpc>
              <a:spcBef>
                <a:spcPts val="1800"/>
              </a:spcBef>
              <a:buClr>
                <a:srgbClr val="914207"/>
              </a:buClr>
              <a:buFont typeface="Wingdings" charset="2"/>
              <a:buChar char=""/>
            </a:pPr>
            <a:r>
              <a:rPr b="0" lang="en-IN" sz="2600" spc="-1" strike="noStrike">
                <a:solidFill>
                  <a:srgbClr val="914207"/>
                </a:solidFill>
                <a:latin typeface="幼圆"/>
                <a:ea typeface="幼圆"/>
              </a:rPr>
              <a:t>You can connect a container to one or more networks, attach storage to it, or even create a new image based on its current state.</a:t>
            </a:r>
            <a:endParaRPr b="0" lang="en-IN" sz="2600" spc="-1" strike="noStrike">
              <a:solidFill>
                <a:srgbClr val="602c05"/>
              </a:solidFill>
              <a:latin typeface="黑体"/>
            </a:endParaRPr>
          </a:p>
          <a:p>
            <a:pPr marL="343080" indent="-342720" algn="just">
              <a:lnSpc>
                <a:spcPct val="110000"/>
              </a:lnSpc>
              <a:spcBef>
                <a:spcPts val="1800"/>
              </a:spcBef>
              <a:buClr>
                <a:srgbClr val="914207"/>
              </a:buClr>
              <a:buFont typeface="Wingdings" charset="2"/>
              <a:buChar char=""/>
            </a:pPr>
            <a:r>
              <a:rPr b="0" lang="en-IN" sz="2600" spc="-1" strike="noStrike">
                <a:solidFill>
                  <a:srgbClr val="914207"/>
                </a:solidFill>
                <a:latin typeface="幼圆"/>
                <a:ea typeface="幼圆"/>
              </a:rPr>
              <a:t>By default, a container is relatively well isolated from other containers and its host machine. </a:t>
            </a:r>
            <a:endParaRPr b="0" lang="en-IN" sz="2600" spc="-1" strike="noStrike">
              <a:solidFill>
                <a:srgbClr val="602c05"/>
              </a:solidFill>
              <a:latin typeface="黑体"/>
            </a:endParaRPr>
          </a:p>
          <a:p>
            <a:pPr marL="343080" indent="-342720" algn="just">
              <a:lnSpc>
                <a:spcPct val="110000"/>
              </a:lnSpc>
              <a:spcBef>
                <a:spcPts val="1800"/>
              </a:spcBef>
              <a:buClr>
                <a:srgbClr val="914207"/>
              </a:buClr>
              <a:buFont typeface="Wingdings" charset="2"/>
              <a:buChar char=""/>
            </a:pPr>
            <a:r>
              <a:rPr b="0" lang="en-IN" sz="2600" spc="-1" strike="noStrike">
                <a:solidFill>
                  <a:srgbClr val="914207"/>
                </a:solidFill>
                <a:latin typeface="幼圆"/>
                <a:ea typeface="幼圆"/>
              </a:rPr>
              <a:t>You can control how isolated a container’s network, storage, or other underlying subsystems are from other containers or from the host machine.</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Introduction</a:t>
            </a:r>
            <a:endParaRPr b="0" lang="en-IN" sz="3200" spc="-1" strike="noStrike">
              <a:solidFill>
                <a:srgbClr val="47494b"/>
              </a:solidFill>
              <a:latin typeface="Calibri"/>
            </a:endParaRPr>
          </a:p>
        </p:txBody>
      </p:sp>
      <p:sp>
        <p:nvSpPr>
          <p:cNvPr id="403"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0" lang="en-IN" sz="2700" spc="-1" strike="noStrike">
                <a:solidFill>
                  <a:srgbClr val="602c05"/>
                </a:solidFill>
                <a:latin typeface="黑体"/>
                <a:ea typeface="黑体"/>
              </a:rPr>
              <a:t>T</a:t>
            </a:r>
            <a:r>
              <a:rPr b="0" lang="en-IN" sz="2700" spc="-1" strike="noStrike">
                <a:solidFill>
                  <a:srgbClr val="602c05"/>
                </a:solidFill>
                <a:latin typeface="黑体"/>
                <a:ea typeface="黑体"/>
              </a:rPr>
              <a:t>hey start instantly and use less compute and RAM.</a:t>
            </a:r>
            <a:endParaRPr b="0" lang="en-IN" sz="27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700" spc="-1" strike="noStrike">
                <a:solidFill>
                  <a:srgbClr val="602c05"/>
                </a:solidFill>
                <a:latin typeface="黑体"/>
                <a:ea typeface="黑体"/>
              </a:rPr>
              <a:t>Images are constructed from filesystem layers and share common files. </a:t>
            </a:r>
            <a:endParaRPr b="0" lang="en-IN" sz="27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700" spc="-1" strike="noStrike">
                <a:solidFill>
                  <a:srgbClr val="602c05"/>
                </a:solidFill>
                <a:latin typeface="黑体"/>
                <a:ea typeface="黑体"/>
              </a:rPr>
              <a:t>This minimizes disk usage and image downloads are much faster.</a:t>
            </a:r>
            <a:endParaRPr b="0" lang="en-IN" sz="27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700" spc="-1" strike="noStrike">
                <a:solidFill>
                  <a:srgbClr val="602c05"/>
                </a:solidFill>
                <a:latin typeface="黑体"/>
                <a:ea typeface="黑体"/>
              </a:rPr>
              <a:t>Docker containers are based on open standards and run on all major Linux distributions, Microsoft Windows, and on any infrastructure including VMs, bare-metal and in the cloud.</a:t>
            </a:r>
            <a:endParaRPr b="0" lang="en-IN" sz="27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Introduction</a:t>
            </a:r>
            <a:endParaRPr b="0" lang="en-IN" sz="3200" spc="-1" strike="noStrike">
              <a:solidFill>
                <a:srgbClr val="47494b"/>
              </a:solidFill>
              <a:latin typeface="Calibri"/>
            </a:endParaRPr>
          </a:p>
        </p:txBody>
      </p:sp>
      <p:sp>
        <p:nvSpPr>
          <p:cNvPr id="405" name="TextShape 2"/>
          <p:cNvSpPr txBox="1"/>
          <p:nvPr/>
        </p:nvSpPr>
        <p:spPr>
          <a:xfrm>
            <a:off x="234360" y="906840"/>
            <a:ext cx="8665560" cy="542700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0" lang="en-IN" sz="2600" spc="-1" strike="noStrike">
                <a:solidFill>
                  <a:srgbClr val="602c05"/>
                </a:solidFill>
                <a:latin typeface="黑体"/>
                <a:ea typeface="黑体"/>
              </a:rPr>
              <a:t>A container is defined by its image as well as any configuration options you provide to it when you create or run it. </a:t>
            </a:r>
            <a:endParaRPr b="0" lang="en-IN" sz="26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600" spc="-1" strike="noStrike">
                <a:solidFill>
                  <a:srgbClr val="602c05"/>
                </a:solidFill>
                <a:latin typeface="黑体"/>
                <a:ea typeface="黑体"/>
              </a:rPr>
              <a:t>When a container stops, any changes to it</a:t>
            </a:r>
            <a:r>
              <a:rPr b="0" lang="en-IN" sz="2600" spc="-1" strike="noStrike">
                <a:solidFill>
                  <a:srgbClr val="602c05"/>
                </a:solidFill>
                <a:latin typeface="黑体"/>
                <a:ea typeface="黑体"/>
              </a:rPr>
              <a:t>s state that are not stored in persistent storage disappears.</a:t>
            </a:r>
            <a:endParaRPr b="0" lang="en-IN" sz="26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600" spc="-1" strike="noStrike">
                <a:solidFill>
                  <a:srgbClr val="602c05"/>
                </a:solidFill>
                <a:latin typeface="黑体"/>
                <a:ea typeface="黑体"/>
              </a:rPr>
              <a:t>However any change which is stored in the container persistent storage is maintained even if the container is stopped.</a:t>
            </a:r>
            <a:endParaRPr b="0" lang="en-IN" sz="26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600" spc="-1" strike="noStrike">
                <a:solidFill>
                  <a:srgbClr val="602c05"/>
                </a:solidFill>
                <a:latin typeface="黑体"/>
                <a:ea typeface="黑体"/>
              </a:rPr>
              <a:t>However if that container is deleted, everything is lost and the image from which the container was created remains unchanged always.</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Editions</a:t>
            </a:r>
            <a:endParaRPr b="0" lang="en-IN" sz="3200" spc="-1" strike="noStrike">
              <a:solidFill>
                <a:srgbClr val="47494b"/>
              </a:solidFill>
              <a:latin typeface="Calibri"/>
            </a:endParaRPr>
          </a:p>
        </p:txBody>
      </p:sp>
      <p:sp>
        <p:nvSpPr>
          <p:cNvPr id="407" name="TextShape 2"/>
          <p:cNvSpPr txBox="1"/>
          <p:nvPr/>
        </p:nvSpPr>
        <p:spPr>
          <a:xfrm>
            <a:off x="339840" y="1244520"/>
            <a:ext cx="8370360" cy="4932360"/>
          </a:xfrm>
          <a:prstGeom prst="rect">
            <a:avLst/>
          </a:prstGeom>
          <a:noFill/>
          <a:ln w="9360">
            <a:noFill/>
          </a:ln>
        </p:spPr>
        <p:txBody>
          <a:bodyPr lIns="90000" rIns="90000" tIns="45000" bIns="45000">
            <a:noAutofit/>
          </a:bodyPr>
          <a:p>
            <a:pPr algn="just">
              <a:lnSpc>
                <a:spcPct val="110000"/>
              </a:lnSpc>
              <a:spcBef>
                <a:spcPts val="1800"/>
              </a:spcBef>
              <a:tabLst>
                <a:tab algn="l" pos="0"/>
              </a:tabLst>
            </a:pPr>
            <a:r>
              <a:rPr b="1" lang="en-IN" sz="3200" spc="-1" strike="noStrike">
                <a:solidFill>
                  <a:srgbClr val="602c05"/>
                </a:solidFill>
                <a:latin typeface="黑体"/>
                <a:ea typeface="黑体"/>
              </a:rPr>
              <a:t>Docker is available in 2 editions</a:t>
            </a:r>
            <a:endParaRPr b="0" lang="en-IN" sz="3200" spc="-1" strike="noStrike">
              <a:solidFill>
                <a:srgbClr val="602c05"/>
              </a:solidFill>
              <a:latin typeface="黑体"/>
            </a:endParaRPr>
          </a:p>
          <a:p>
            <a:pPr algn="just">
              <a:lnSpc>
                <a:spcPct val="110000"/>
              </a:lnSpc>
              <a:spcBef>
                <a:spcPts val="1800"/>
              </a:spcBef>
              <a:tabLst>
                <a:tab algn="l" pos="0"/>
              </a:tabLst>
            </a:pPr>
            <a:endParaRPr b="0" lang="en-IN" sz="3200" spc="-1" strike="noStrike">
              <a:solidFill>
                <a:srgbClr val="602c05"/>
              </a:solidFill>
              <a:latin typeface="黑体"/>
            </a:endParaRPr>
          </a:p>
        </p:txBody>
      </p:sp>
      <p:pic>
        <p:nvPicPr>
          <p:cNvPr id="408" name="" descr=""/>
          <p:cNvPicPr/>
          <p:nvPr/>
        </p:nvPicPr>
        <p:blipFill>
          <a:blip r:embed="rId1"/>
          <a:stretch/>
        </p:blipFill>
        <p:spPr>
          <a:xfrm>
            <a:off x="478080" y="2220480"/>
            <a:ext cx="3809880" cy="1066680"/>
          </a:xfrm>
          <a:prstGeom prst="rect">
            <a:avLst/>
          </a:prstGeom>
          <a:ln w="0">
            <a:noFill/>
          </a:ln>
        </p:spPr>
      </p:pic>
      <p:pic>
        <p:nvPicPr>
          <p:cNvPr id="409" name="" descr=""/>
          <p:cNvPicPr/>
          <p:nvPr/>
        </p:nvPicPr>
        <p:blipFill>
          <a:blip r:embed="rId2"/>
          <a:stretch/>
        </p:blipFill>
        <p:spPr>
          <a:xfrm>
            <a:off x="3189600" y="4015800"/>
            <a:ext cx="4280040" cy="105912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Editions</a:t>
            </a:r>
            <a:endParaRPr b="0" lang="en-IN" sz="3200" spc="-1" strike="noStrike">
              <a:solidFill>
                <a:srgbClr val="47494b"/>
              </a:solidFill>
              <a:latin typeface="Calibri"/>
            </a:endParaRPr>
          </a:p>
        </p:txBody>
      </p:sp>
      <p:sp>
        <p:nvSpPr>
          <p:cNvPr id="411" name="CustomShape 2"/>
          <p:cNvSpPr/>
          <p:nvPr/>
        </p:nvSpPr>
        <p:spPr>
          <a:xfrm>
            <a:off x="339840" y="1210320"/>
            <a:ext cx="8542800" cy="5317560"/>
          </a:xfrm>
          <a:prstGeom prst="rect">
            <a:avLst/>
          </a:prstGeom>
          <a:noFill/>
          <a:ln w="0">
            <a:noFill/>
          </a:ln>
        </p:spPr>
        <p:style>
          <a:lnRef idx="0"/>
          <a:fillRef idx="0"/>
          <a:effectRef idx="0"/>
          <a:fontRef idx="minor"/>
        </p:style>
        <p:txBody>
          <a:bodyPr lIns="90000" rIns="90000" tIns="45000" bIns="45000">
            <a:spAutoFit/>
          </a:bodyPr>
          <a:p>
            <a:pPr marL="343080" indent="-342720">
              <a:lnSpc>
                <a:spcPct val="130000"/>
              </a:lnSpc>
              <a:buClr>
                <a:srgbClr val="47494b"/>
              </a:buClr>
              <a:buFont typeface="Wingdings" charset="2"/>
              <a:buChar char=""/>
            </a:pPr>
            <a:r>
              <a:rPr b="1" lang="en-US" sz="2400" spc="-1" strike="noStrike">
                <a:solidFill>
                  <a:srgbClr val="47494b"/>
                </a:solidFill>
                <a:latin typeface="Arial"/>
                <a:ea typeface="Microsoft YaHei"/>
              </a:rPr>
              <a:t>Docker Community Edition (CE)</a:t>
            </a:r>
            <a:r>
              <a:rPr b="0" lang="en-US" sz="2400" spc="-1" strike="noStrike">
                <a:solidFill>
                  <a:srgbClr val="47494b"/>
                </a:solidFill>
                <a:latin typeface="Arial"/>
                <a:ea typeface="Microsoft YaHei"/>
              </a:rPr>
              <a:t> is ideal for developers and small teams looking to get started with Docker and experimenting with container-based apps. </a:t>
            </a:r>
            <a:endParaRPr b="0" lang="en-IN" sz="2400" spc="-1" strike="noStrike">
              <a:latin typeface="Arial"/>
            </a:endParaRPr>
          </a:p>
          <a:p>
            <a:pPr>
              <a:lnSpc>
                <a:spcPct val="130000"/>
              </a:lnSpc>
              <a:tabLst>
                <a:tab algn="l" pos="0"/>
              </a:tabLst>
            </a:pPr>
            <a:endParaRPr b="0" lang="en-IN" sz="2400" spc="-1" strike="noStrike">
              <a:latin typeface="Arial"/>
            </a:endParaRPr>
          </a:p>
          <a:p>
            <a:pPr marL="343080" indent="-342720">
              <a:lnSpc>
                <a:spcPct val="130000"/>
              </a:lnSpc>
              <a:buClr>
                <a:srgbClr val="47494b"/>
              </a:buClr>
              <a:buFont typeface="Wingdings" charset="2"/>
              <a:buChar char=""/>
              <a:tabLst>
                <a:tab algn="l" pos="0"/>
              </a:tabLst>
            </a:pPr>
            <a:r>
              <a:rPr b="0" lang="en-US" sz="2400" spc="-1" strike="noStrike">
                <a:solidFill>
                  <a:srgbClr val="47494b"/>
                </a:solidFill>
                <a:latin typeface="Arial"/>
                <a:ea typeface="Microsoft YaHei"/>
              </a:rPr>
              <a:t>Docker CE has three types of update channels, </a:t>
            </a:r>
            <a:r>
              <a:rPr b="1" lang="en-US" sz="2400" spc="-1" strike="noStrike">
                <a:solidFill>
                  <a:srgbClr val="47494b"/>
                </a:solidFill>
                <a:latin typeface="Arial"/>
                <a:ea typeface="Microsoft YaHei"/>
              </a:rPr>
              <a:t>stable</a:t>
            </a:r>
            <a:r>
              <a:rPr b="0" lang="en-US" sz="2400" spc="-1" strike="noStrike">
                <a:solidFill>
                  <a:srgbClr val="47494b"/>
                </a:solidFill>
                <a:latin typeface="Arial"/>
                <a:ea typeface="Microsoft YaHei"/>
              </a:rPr>
              <a:t>, </a:t>
            </a:r>
            <a:r>
              <a:rPr b="1" lang="en-US" sz="2400" spc="-1" strike="noStrike">
                <a:solidFill>
                  <a:srgbClr val="47494b"/>
                </a:solidFill>
                <a:latin typeface="Arial"/>
                <a:ea typeface="Microsoft YaHei"/>
              </a:rPr>
              <a:t>test</a:t>
            </a:r>
            <a:r>
              <a:rPr b="0" lang="en-US" sz="2400" spc="-1" strike="noStrike">
                <a:solidFill>
                  <a:srgbClr val="47494b"/>
                </a:solidFill>
                <a:latin typeface="Arial"/>
                <a:ea typeface="Microsoft YaHei"/>
              </a:rPr>
              <a:t>, and </a:t>
            </a:r>
            <a:r>
              <a:rPr b="1" lang="en-US" sz="2400" spc="-1" strike="noStrike">
                <a:solidFill>
                  <a:srgbClr val="47494b"/>
                </a:solidFill>
                <a:latin typeface="Arial"/>
                <a:ea typeface="Microsoft YaHei"/>
              </a:rPr>
              <a:t>nightly</a:t>
            </a:r>
            <a:r>
              <a:rPr b="0" lang="en-US" sz="2400" spc="-1" strike="noStrike">
                <a:solidFill>
                  <a:srgbClr val="47494b"/>
                </a:solidFill>
                <a:latin typeface="Arial"/>
                <a:ea typeface="Microsoft YaHei"/>
              </a:rPr>
              <a:t>:</a:t>
            </a:r>
            <a:endParaRPr b="0" lang="en-IN" sz="2400" spc="-1" strike="noStrike">
              <a:latin typeface="Arial"/>
            </a:endParaRPr>
          </a:p>
          <a:p>
            <a:pPr>
              <a:lnSpc>
                <a:spcPct val="130000"/>
              </a:lnSpc>
              <a:tabLst>
                <a:tab algn="l" pos="0"/>
              </a:tabLst>
            </a:pPr>
            <a:r>
              <a:rPr b="0" lang="en-US" sz="2400" spc="-1" strike="noStrike">
                <a:solidFill>
                  <a:srgbClr val="47494b"/>
                </a:solidFill>
                <a:latin typeface="Arial"/>
                <a:ea typeface="Microsoft YaHei"/>
              </a:rPr>
              <a:t>    </a:t>
            </a:r>
            <a:r>
              <a:rPr b="1" lang="en-US" sz="2400" spc="-1" strike="noStrike">
                <a:solidFill>
                  <a:srgbClr val="47494b"/>
                </a:solidFill>
                <a:latin typeface="Arial"/>
                <a:ea typeface="Microsoft YaHei"/>
              </a:rPr>
              <a:t>Stable</a:t>
            </a:r>
            <a:r>
              <a:rPr b="0" lang="en-US" sz="2400" spc="-1" strike="noStrike">
                <a:solidFill>
                  <a:srgbClr val="47494b"/>
                </a:solidFill>
                <a:latin typeface="Arial"/>
                <a:ea typeface="Microsoft YaHei"/>
              </a:rPr>
              <a:t> gives you latest releases for general availability.</a:t>
            </a:r>
            <a:endParaRPr b="0" lang="en-IN" sz="2400" spc="-1" strike="noStrike">
              <a:latin typeface="Arial"/>
            </a:endParaRPr>
          </a:p>
          <a:p>
            <a:pPr>
              <a:lnSpc>
                <a:spcPct val="130000"/>
              </a:lnSpc>
              <a:tabLst>
                <a:tab algn="l" pos="0"/>
              </a:tabLst>
            </a:pPr>
            <a:r>
              <a:rPr b="0" lang="en-US" sz="2400" spc="-1" strike="noStrike">
                <a:solidFill>
                  <a:srgbClr val="47494b"/>
                </a:solidFill>
                <a:latin typeface="Arial"/>
                <a:ea typeface="Microsoft YaHei"/>
              </a:rPr>
              <a:t>    </a:t>
            </a:r>
            <a:r>
              <a:rPr b="1" lang="en-US" sz="2400" spc="-1" strike="noStrike">
                <a:solidFill>
                  <a:srgbClr val="47494b"/>
                </a:solidFill>
                <a:latin typeface="Arial"/>
                <a:ea typeface="Microsoft YaHei"/>
              </a:rPr>
              <a:t>Test</a:t>
            </a:r>
            <a:r>
              <a:rPr b="0" lang="en-US" sz="2400" spc="-1" strike="noStrike">
                <a:solidFill>
                  <a:srgbClr val="47494b"/>
                </a:solidFill>
                <a:latin typeface="Arial"/>
                <a:ea typeface="Microsoft YaHei"/>
              </a:rPr>
              <a:t> gives pre-releases that are ready for testing before general availability.</a:t>
            </a:r>
            <a:endParaRPr b="0" lang="en-IN" sz="2400" spc="-1" strike="noStrike">
              <a:latin typeface="Arial"/>
            </a:endParaRPr>
          </a:p>
          <a:p>
            <a:pPr>
              <a:lnSpc>
                <a:spcPct val="130000"/>
              </a:lnSpc>
              <a:tabLst>
                <a:tab algn="l" pos="0"/>
              </a:tabLst>
            </a:pPr>
            <a:r>
              <a:rPr b="0" lang="en-US" sz="2400" spc="-1" strike="noStrike">
                <a:solidFill>
                  <a:srgbClr val="47494b"/>
                </a:solidFill>
                <a:latin typeface="Arial"/>
                <a:ea typeface="Microsoft YaHei"/>
              </a:rPr>
              <a:t>    </a:t>
            </a:r>
            <a:r>
              <a:rPr b="1" lang="en-US" sz="2400" spc="-1" strike="noStrike">
                <a:solidFill>
                  <a:srgbClr val="47494b"/>
                </a:solidFill>
                <a:latin typeface="Arial"/>
                <a:ea typeface="Microsoft YaHei"/>
              </a:rPr>
              <a:t>Nightly</a:t>
            </a:r>
            <a:r>
              <a:rPr b="0" lang="en-US" sz="2400" spc="-1" strike="noStrike">
                <a:solidFill>
                  <a:srgbClr val="47494b"/>
                </a:solidFill>
                <a:latin typeface="Arial"/>
                <a:ea typeface="Microsoft YaHei"/>
              </a:rPr>
              <a:t> gives you latest builds of work in progress for the next major release.</a:t>
            </a:r>
            <a:endParaRPr b="0" lang="en-IN" sz="2400" spc="-1" strike="noStrike">
              <a:latin typeface="Arial"/>
            </a:endParaRPr>
          </a:p>
        </p:txBody>
      </p:sp>
      <p:pic>
        <p:nvPicPr>
          <p:cNvPr id="412" name="" descr=""/>
          <p:cNvPicPr/>
          <p:nvPr/>
        </p:nvPicPr>
        <p:blipFill>
          <a:blip r:embed="rId1"/>
          <a:stretch/>
        </p:blipFill>
        <p:spPr>
          <a:xfrm>
            <a:off x="3842280" y="298440"/>
            <a:ext cx="4280040" cy="6084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TextShape 1"/>
          <p:cNvSpPr txBox="1"/>
          <p:nvPr/>
        </p:nvSpPr>
        <p:spPr>
          <a:xfrm>
            <a:off x="339840" y="262080"/>
            <a:ext cx="8370360" cy="644040"/>
          </a:xfrm>
          <a:prstGeom prst="rect">
            <a:avLst/>
          </a:prstGeom>
          <a:noFill/>
          <a:ln w="9360">
            <a:noFill/>
          </a:ln>
        </p:spPr>
        <p:txBody>
          <a:bodyPr lIns="90000" rIns="90000" tIns="45000" bIns="45000" anchor="b">
            <a:noAutofit/>
          </a:bodyPr>
          <a:p>
            <a:endParaRPr b="0" lang="en-IN" sz="3200" spc="-1" strike="noStrike">
              <a:solidFill>
                <a:srgbClr val="47494b"/>
              </a:solidFill>
              <a:latin typeface="Calibri"/>
            </a:endParaRPr>
          </a:p>
        </p:txBody>
      </p:sp>
      <p:sp>
        <p:nvSpPr>
          <p:cNvPr id="414" name="CustomShape 2"/>
          <p:cNvSpPr/>
          <p:nvPr/>
        </p:nvSpPr>
        <p:spPr>
          <a:xfrm>
            <a:off x="339840" y="1249200"/>
            <a:ext cx="8371440" cy="2941560"/>
          </a:xfrm>
          <a:prstGeom prst="rect">
            <a:avLst/>
          </a:prstGeom>
          <a:noFill/>
          <a:ln w="0">
            <a:noFill/>
          </a:ln>
        </p:spPr>
        <p:style>
          <a:lnRef idx="0"/>
          <a:fillRef idx="0"/>
          <a:effectRef idx="0"/>
          <a:fontRef idx="minor"/>
        </p:style>
        <p:txBody>
          <a:bodyPr lIns="90000" rIns="90000" tIns="45000" bIns="45000">
            <a:spAutoFit/>
          </a:bodyPr>
          <a:p>
            <a:pPr marL="343080" indent="-342720">
              <a:lnSpc>
                <a:spcPct val="130000"/>
              </a:lnSpc>
              <a:buClr>
                <a:srgbClr val="47494b"/>
              </a:buClr>
              <a:buFont typeface="Wingdings" charset="2"/>
              <a:buChar char=""/>
            </a:pPr>
            <a:r>
              <a:rPr b="0" lang="en-US" sz="2400" spc="-1" strike="noStrike">
                <a:solidFill>
                  <a:srgbClr val="47494b"/>
                </a:solidFill>
                <a:latin typeface="Arial"/>
                <a:ea typeface="Microsoft YaHei"/>
              </a:rPr>
              <a:t>Releases of Docker Engine and Docker Client for general availability are versioned using dotted triples. </a:t>
            </a:r>
            <a:endParaRPr b="0" lang="en-IN" sz="2400" spc="-1" strike="noStrike">
              <a:latin typeface="Arial"/>
            </a:endParaRPr>
          </a:p>
          <a:p>
            <a:pPr>
              <a:lnSpc>
                <a:spcPct val="130000"/>
              </a:lnSpc>
              <a:tabLst>
                <a:tab algn="l" pos="0"/>
              </a:tabLst>
            </a:pPr>
            <a:endParaRPr b="0" lang="en-IN" sz="2400" spc="-1" strike="noStrike">
              <a:latin typeface="Arial"/>
            </a:endParaRPr>
          </a:p>
          <a:p>
            <a:pPr marL="343080" indent="-342720">
              <a:lnSpc>
                <a:spcPct val="130000"/>
              </a:lnSpc>
              <a:buClr>
                <a:srgbClr val="47494b"/>
              </a:buClr>
              <a:buFont typeface="Wingdings" charset="2"/>
              <a:buChar char=""/>
              <a:tabLst>
                <a:tab algn="l" pos="0"/>
              </a:tabLst>
            </a:pPr>
            <a:r>
              <a:rPr b="0" lang="en-US" sz="2400" spc="-1" strike="noStrike">
                <a:solidFill>
                  <a:srgbClr val="47494b"/>
                </a:solidFill>
                <a:latin typeface="Arial"/>
                <a:ea typeface="Microsoft YaHei"/>
              </a:rPr>
              <a:t>The components of this triple are YY.mm.&lt;patch&gt; where the YY.mm component is referred to as the year-month release. </a:t>
            </a:r>
            <a:endParaRPr b="0" lang="en-IN" sz="2400" spc="-1" strike="noStrike">
              <a:latin typeface="Arial"/>
            </a:endParaRPr>
          </a:p>
        </p:txBody>
      </p:sp>
      <p:pic>
        <p:nvPicPr>
          <p:cNvPr id="415" name="" descr=""/>
          <p:cNvPicPr/>
          <p:nvPr/>
        </p:nvPicPr>
        <p:blipFill>
          <a:blip r:embed="rId1"/>
          <a:stretch/>
        </p:blipFill>
        <p:spPr>
          <a:xfrm>
            <a:off x="339480" y="298440"/>
            <a:ext cx="4280040" cy="608400"/>
          </a:xfrm>
          <a:prstGeom prst="rect">
            <a:avLst/>
          </a:prstGeom>
          <a:ln w="0">
            <a:noFill/>
          </a:ln>
        </p:spPr>
      </p:pic>
      <p:pic>
        <p:nvPicPr>
          <p:cNvPr id="416" name="" descr=""/>
          <p:cNvPicPr/>
          <p:nvPr/>
        </p:nvPicPr>
        <p:blipFill>
          <a:blip r:embed="rId2"/>
          <a:stretch/>
        </p:blipFill>
        <p:spPr>
          <a:xfrm>
            <a:off x="1384200" y="4439160"/>
            <a:ext cx="6534720" cy="198000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TextShape 1"/>
          <p:cNvSpPr txBox="1"/>
          <p:nvPr/>
        </p:nvSpPr>
        <p:spPr>
          <a:xfrm>
            <a:off x="339840" y="262080"/>
            <a:ext cx="8370360" cy="644040"/>
          </a:xfrm>
          <a:prstGeom prst="rect">
            <a:avLst/>
          </a:prstGeom>
          <a:noFill/>
          <a:ln w="9360">
            <a:noFill/>
          </a:ln>
        </p:spPr>
        <p:txBody>
          <a:bodyPr lIns="90000" rIns="90000" tIns="45000" bIns="45000" anchor="b">
            <a:noAutofit/>
          </a:bodyPr>
          <a:p>
            <a:endParaRPr b="0" lang="en-IN" sz="3200" spc="-1" strike="noStrike">
              <a:solidFill>
                <a:srgbClr val="47494b"/>
              </a:solidFill>
              <a:latin typeface="Calibri"/>
            </a:endParaRPr>
          </a:p>
        </p:txBody>
      </p:sp>
      <p:sp>
        <p:nvSpPr>
          <p:cNvPr id="418" name="CustomShape 2"/>
          <p:cNvSpPr/>
          <p:nvPr/>
        </p:nvSpPr>
        <p:spPr>
          <a:xfrm>
            <a:off x="339840" y="1249200"/>
            <a:ext cx="8371440" cy="5317560"/>
          </a:xfrm>
          <a:prstGeom prst="rect">
            <a:avLst/>
          </a:prstGeom>
          <a:noFill/>
          <a:ln w="0">
            <a:noFill/>
          </a:ln>
        </p:spPr>
        <p:style>
          <a:lnRef idx="0"/>
          <a:fillRef idx="0"/>
          <a:effectRef idx="0"/>
          <a:fontRef idx="minor"/>
        </p:style>
        <p:txBody>
          <a:bodyPr lIns="90000" rIns="90000" tIns="45000" bIns="45000">
            <a:spAutoFit/>
          </a:bodyPr>
          <a:p>
            <a:pPr marL="343080" indent="-342720">
              <a:lnSpc>
                <a:spcPct val="130000"/>
              </a:lnSpc>
              <a:buClr>
                <a:srgbClr val="47494b"/>
              </a:buClr>
              <a:buFont typeface="Wingdings" charset="2"/>
              <a:buChar char=""/>
            </a:pPr>
            <a:r>
              <a:rPr b="1" lang="en-IN" sz="2400" spc="-1" strike="noStrike">
                <a:solidFill>
                  <a:srgbClr val="47494b"/>
                </a:solidFill>
                <a:latin typeface="Arial"/>
                <a:ea typeface="Microsoft YaHei"/>
              </a:rPr>
              <a:t>Docker-ce</a:t>
            </a:r>
            <a:r>
              <a:rPr b="0" lang="en-IN" sz="2400" spc="-1" strike="noStrike">
                <a:solidFill>
                  <a:srgbClr val="47494b"/>
                </a:solidFill>
                <a:latin typeface="Arial"/>
                <a:ea typeface="Microsoft YaHei"/>
              </a:rPr>
              <a:t> has two release channels--- </a:t>
            </a:r>
            <a:r>
              <a:rPr b="1" lang="en-IN" sz="2400" spc="-1" strike="noStrike">
                <a:solidFill>
                  <a:srgbClr val="47494b"/>
                </a:solidFill>
                <a:latin typeface="Arial"/>
                <a:ea typeface="Microsoft YaHei"/>
              </a:rPr>
              <a:t>edge</a:t>
            </a:r>
            <a:r>
              <a:rPr b="0" lang="en-IN" sz="2400" spc="-1" strike="noStrike">
                <a:solidFill>
                  <a:srgbClr val="47494b"/>
                </a:solidFill>
                <a:latin typeface="Arial"/>
                <a:ea typeface="Microsoft YaHei"/>
              </a:rPr>
              <a:t> and </a:t>
            </a:r>
            <a:r>
              <a:rPr b="1" lang="en-IN" sz="2400" spc="-1" strike="noStrike">
                <a:solidFill>
                  <a:srgbClr val="47494b"/>
                </a:solidFill>
                <a:latin typeface="Arial"/>
                <a:ea typeface="Microsoft YaHei"/>
              </a:rPr>
              <a:t>stable</a:t>
            </a:r>
            <a:r>
              <a:rPr b="0" lang="en-US" sz="2400" spc="-1" strike="noStrike">
                <a:solidFill>
                  <a:srgbClr val="47494b"/>
                </a:solidFill>
                <a:latin typeface="Arial"/>
                <a:ea typeface="Microsoft YaHei"/>
              </a:rPr>
              <a:t>.</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0" lang="en-IN" sz="2400" spc="-1" strike="noStrike">
                <a:solidFill>
                  <a:srgbClr val="47494b"/>
                </a:solidFill>
                <a:latin typeface="Arial"/>
                <a:ea typeface="Microsoft YaHei"/>
              </a:rPr>
              <a:t>The edge channel releases a new version every month.</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0" lang="en-IN" sz="2400" spc="-1" strike="noStrike">
                <a:solidFill>
                  <a:srgbClr val="47494b"/>
                </a:solidFill>
                <a:latin typeface="Arial"/>
                <a:ea typeface="Microsoft YaHei"/>
              </a:rPr>
              <a:t>This is good for people looking to get new features immediately.</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0" lang="en-IN" sz="2400" spc="-1" strike="noStrike">
                <a:solidFill>
                  <a:srgbClr val="47494b"/>
                </a:solidFill>
                <a:latin typeface="Arial"/>
                <a:ea typeface="Microsoft YaHei"/>
              </a:rPr>
              <a:t>The stable channel releases a new version quarterly.</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0" lang="en-IN" sz="2400" spc="-1" strike="noStrike">
                <a:solidFill>
                  <a:srgbClr val="47494b"/>
                </a:solidFill>
                <a:latin typeface="Arial"/>
                <a:ea typeface="Microsoft YaHei"/>
              </a:rPr>
              <a:t>It is easier to maintain as you need to just update the installed version with patches and bug fixes.</a:t>
            </a:r>
            <a:endParaRPr b="0" lang="en-IN" sz="2400" spc="-1" strike="noStrike">
              <a:latin typeface="Arial"/>
            </a:endParaRPr>
          </a:p>
        </p:txBody>
      </p:sp>
      <p:pic>
        <p:nvPicPr>
          <p:cNvPr id="419" name="" descr=""/>
          <p:cNvPicPr/>
          <p:nvPr/>
        </p:nvPicPr>
        <p:blipFill>
          <a:blip r:embed="rId1"/>
          <a:stretch/>
        </p:blipFill>
        <p:spPr>
          <a:xfrm>
            <a:off x="339480" y="298440"/>
            <a:ext cx="4280040" cy="6084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TextShape 1"/>
          <p:cNvSpPr txBox="1"/>
          <p:nvPr/>
        </p:nvSpPr>
        <p:spPr>
          <a:xfrm>
            <a:off x="339840" y="262080"/>
            <a:ext cx="8370360" cy="644040"/>
          </a:xfrm>
          <a:prstGeom prst="rect">
            <a:avLst/>
          </a:prstGeom>
          <a:noFill/>
          <a:ln w="9360">
            <a:noFill/>
          </a:ln>
        </p:spPr>
        <p:txBody>
          <a:bodyPr lIns="90000" rIns="90000" tIns="45000" bIns="45000" anchor="b">
            <a:noAutofit/>
          </a:bodyPr>
          <a:p>
            <a:endParaRPr b="0" lang="en-IN" sz="3200" spc="-1" strike="noStrike">
              <a:solidFill>
                <a:srgbClr val="47494b"/>
              </a:solidFill>
              <a:latin typeface="Calibri"/>
            </a:endParaRPr>
          </a:p>
        </p:txBody>
      </p:sp>
      <p:pic>
        <p:nvPicPr>
          <p:cNvPr id="421" name="" descr=""/>
          <p:cNvPicPr/>
          <p:nvPr/>
        </p:nvPicPr>
        <p:blipFill>
          <a:blip r:embed="rId1"/>
          <a:stretch/>
        </p:blipFill>
        <p:spPr>
          <a:xfrm>
            <a:off x="339480" y="298440"/>
            <a:ext cx="4280040" cy="608400"/>
          </a:xfrm>
          <a:prstGeom prst="rect">
            <a:avLst/>
          </a:prstGeom>
          <a:ln w="0">
            <a:noFill/>
          </a:ln>
        </p:spPr>
      </p:pic>
      <p:pic>
        <p:nvPicPr>
          <p:cNvPr id="422" name="" descr=""/>
          <p:cNvPicPr/>
          <p:nvPr/>
        </p:nvPicPr>
        <p:blipFill>
          <a:blip r:embed="rId2"/>
          <a:stretch/>
        </p:blipFill>
        <p:spPr>
          <a:xfrm>
            <a:off x="339120" y="1155240"/>
            <a:ext cx="8371800" cy="525204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Editions</a:t>
            </a:r>
            <a:endParaRPr b="0" lang="en-IN" sz="3200" spc="-1" strike="noStrike">
              <a:solidFill>
                <a:srgbClr val="47494b"/>
              </a:solidFill>
              <a:latin typeface="Calibri"/>
            </a:endParaRPr>
          </a:p>
        </p:txBody>
      </p:sp>
      <p:sp>
        <p:nvSpPr>
          <p:cNvPr id="424" name="CustomShape 2"/>
          <p:cNvSpPr/>
          <p:nvPr/>
        </p:nvSpPr>
        <p:spPr>
          <a:xfrm>
            <a:off x="339840" y="1210320"/>
            <a:ext cx="8542800" cy="5317560"/>
          </a:xfrm>
          <a:prstGeom prst="rect">
            <a:avLst/>
          </a:prstGeom>
          <a:noFill/>
          <a:ln w="0">
            <a:noFill/>
          </a:ln>
        </p:spPr>
        <p:style>
          <a:lnRef idx="0"/>
          <a:fillRef idx="0"/>
          <a:effectRef idx="0"/>
          <a:fontRef idx="minor"/>
        </p:style>
        <p:txBody>
          <a:bodyPr lIns="90000" rIns="90000" tIns="45000" bIns="45000">
            <a:spAutoFit/>
          </a:bodyPr>
          <a:p>
            <a:pPr marL="343080" indent="-342720">
              <a:lnSpc>
                <a:spcPct val="130000"/>
              </a:lnSpc>
              <a:buClr>
                <a:srgbClr val="47494b"/>
              </a:buClr>
              <a:buFont typeface="Wingdings" charset="2"/>
              <a:buChar char=""/>
            </a:pPr>
            <a:r>
              <a:rPr b="1" lang="en-US" sz="2400" spc="-1" strike="noStrike">
                <a:solidFill>
                  <a:srgbClr val="47494b"/>
                </a:solidFill>
                <a:latin typeface="Arial"/>
                <a:ea typeface="Microsoft YaHei"/>
              </a:rPr>
              <a:t>Docker Enterprise</a:t>
            </a:r>
            <a:r>
              <a:rPr b="0" lang="en-US" sz="2400" spc="-1" strike="noStrike">
                <a:solidFill>
                  <a:srgbClr val="47494b"/>
                </a:solidFill>
                <a:latin typeface="Arial"/>
                <a:ea typeface="Microsoft YaHei"/>
              </a:rPr>
              <a:t> is designed for enterprise development as well as IT teams who build, ship, and run business-critical applications in production and at scale. </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0" lang="en-US" sz="2400" spc="-1" strike="noStrike">
                <a:solidFill>
                  <a:srgbClr val="47494b"/>
                </a:solidFill>
                <a:latin typeface="Arial"/>
                <a:ea typeface="Microsoft YaHei"/>
              </a:rPr>
              <a:t>Docker Enterprise is integrated, certified, and supported to provide enterprises with the most secure container platform in the industry.</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0" lang="en-US" sz="2400" spc="-1" strike="noStrike">
                <a:solidFill>
                  <a:srgbClr val="47494b"/>
                </a:solidFill>
                <a:latin typeface="Arial"/>
                <a:ea typeface="Microsoft YaHei"/>
              </a:rPr>
              <a:t>Docker Enterprise has private image management, integrated image signing policies, and cluster management with support for Kubernetes and Swarm orchestrators. </a:t>
            </a:r>
            <a:endParaRPr b="0" lang="en-IN" sz="2400" spc="-1" strike="noStrike">
              <a:latin typeface="Arial"/>
            </a:endParaRPr>
          </a:p>
        </p:txBody>
      </p:sp>
      <p:pic>
        <p:nvPicPr>
          <p:cNvPr id="425" name="Picture 4" descr=""/>
          <p:cNvPicPr/>
          <p:nvPr/>
        </p:nvPicPr>
        <p:blipFill>
          <a:blip r:embed="rId1"/>
          <a:stretch/>
        </p:blipFill>
        <p:spPr>
          <a:xfrm>
            <a:off x="3809520" y="264960"/>
            <a:ext cx="3809880" cy="64188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Editions</a:t>
            </a:r>
            <a:endParaRPr b="0" lang="en-IN" sz="3200" spc="-1" strike="noStrike">
              <a:solidFill>
                <a:srgbClr val="47494b"/>
              </a:solidFill>
              <a:latin typeface="Calibri"/>
            </a:endParaRPr>
          </a:p>
        </p:txBody>
      </p:sp>
      <p:sp>
        <p:nvSpPr>
          <p:cNvPr id="427" name="CustomShape 2"/>
          <p:cNvSpPr/>
          <p:nvPr/>
        </p:nvSpPr>
        <p:spPr>
          <a:xfrm>
            <a:off x="339840" y="1210320"/>
            <a:ext cx="8542800" cy="6267960"/>
          </a:xfrm>
          <a:prstGeom prst="rect">
            <a:avLst/>
          </a:prstGeom>
          <a:noFill/>
          <a:ln w="0">
            <a:noFill/>
          </a:ln>
        </p:spPr>
        <p:style>
          <a:lnRef idx="0"/>
          <a:fillRef idx="0"/>
          <a:effectRef idx="0"/>
          <a:fontRef idx="minor"/>
        </p:style>
        <p:txBody>
          <a:bodyPr lIns="90000" rIns="90000" tIns="45000" bIns="45000">
            <a:spAutoFit/>
          </a:bodyPr>
          <a:p>
            <a:pPr marL="343080" indent="-342720">
              <a:lnSpc>
                <a:spcPct val="130000"/>
              </a:lnSpc>
              <a:buClr>
                <a:srgbClr val="47494b"/>
              </a:buClr>
              <a:buFont typeface="Wingdings" charset="2"/>
              <a:buChar char=""/>
            </a:pPr>
            <a:r>
              <a:rPr b="0" lang="en-US" sz="2400" spc="-1" strike="noStrike">
                <a:solidFill>
                  <a:srgbClr val="47494b"/>
                </a:solidFill>
                <a:latin typeface="Arial"/>
                <a:ea typeface="Microsoft YaHei"/>
              </a:rPr>
              <a:t>It allows you to implement node-based RBAC policies, image promotion policies, image mirroring, and scan your images for vulnerabilities. </a:t>
            </a:r>
            <a:endParaRPr b="0" lang="en-IN" sz="2400" spc="-1" strike="noStrike">
              <a:latin typeface="Arial"/>
            </a:endParaRPr>
          </a:p>
          <a:p>
            <a:pPr marL="343080" indent="-342720">
              <a:lnSpc>
                <a:spcPct val="130000"/>
              </a:lnSpc>
              <a:buClr>
                <a:srgbClr val="47494b"/>
              </a:buClr>
              <a:buFont typeface="Wingdings" charset="2"/>
              <a:buChar char=""/>
            </a:pPr>
            <a:r>
              <a:rPr b="0" lang="en-US" sz="2400" spc="-1" strike="noStrike">
                <a:solidFill>
                  <a:srgbClr val="47494b"/>
                </a:solidFill>
                <a:latin typeface="Arial"/>
                <a:ea typeface="Microsoft YaHei"/>
              </a:rPr>
              <a:t>It also has support with defined SLAs and extended maintenance cycles for patches for up to 24 months.</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1" lang="en-US" sz="2400" spc="-1" strike="noStrike">
                <a:solidFill>
                  <a:srgbClr val="47494b"/>
                </a:solidFill>
                <a:latin typeface="Arial"/>
                <a:ea typeface="Microsoft YaHei"/>
              </a:rPr>
              <a:t>Standalone EE</a:t>
            </a:r>
            <a:r>
              <a:rPr b="0" lang="en-US" sz="2400" spc="-1" strike="noStrike">
                <a:solidFill>
                  <a:srgbClr val="47494b"/>
                </a:solidFill>
                <a:latin typeface="Arial"/>
                <a:ea typeface="Microsoft YaHei"/>
              </a:rPr>
              <a:t> engines can be licensed using </a:t>
            </a:r>
            <a:r>
              <a:rPr b="1" i="1" lang="en-US" sz="2400" spc="-1" strike="noStrike">
                <a:solidFill>
                  <a:srgbClr val="47494b"/>
                </a:solidFill>
                <a:latin typeface="Arial"/>
                <a:ea typeface="Microsoft YaHei"/>
              </a:rPr>
              <a:t>docker engine activate</a:t>
            </a:r>
            <a:r>
              <a:rPr b="0" lang="en-US" sz="2400" spc="-1" strike="noStrike">
                <a:solidFill>
                  <a:srgbClr val="47494b"/>
                </a:solidFill>
                <a:latin typeface="Arial"/>
                <a:ea typeface="Microsoft YaHei"/>
              </a:rPr>
              <a:t>.</a:t>
            </a:r>
            <a:endParaRPr b="0" lang="en-IN" sz="2400" spc="-1" strike="noStrike">
              <a:latin typeface="Arial"/>
            </a:endParaRPr>
          </a:p>
          <a:p>
            <a:pPr marL="343080" indent="-342720">
              <a:lnSpc>
                <a:spcPct val="130000"/>
              </a:lnSpc>
              <a:buClr>
                <a:srgbClr val="47494b"/>
              </a:buClr>
              <a:buFont typeface="Wingdings" charset="2"/>
              <a:buChar char=""/>
            </a:pPr>
            <a:r>
              <a:rPr b="1" lang="en-US" sz="2400" spc="-1" strike="noStrike">
                <a:solidFill>
                  <a:srgbClr val="47494b"/>
                </a:solidFill>
                <a:latin typeface="Arial"/>
                <a:ea typeface="Microsoft YaHei"/>
              </a:rPr>
              <a:t>Offline activation of standalone EE engines</a:t>
            </a:r>
            <a:r>
              <a:rPr b="0" lang="en-US" sz="2400" spc="-1" strike="noStrike">
                <a:solidFill>
                  <a:srgbClr val="47494b"/>
                </a:solidFill>
                <a:latin typeface="Arial"/>
                <a:ea typeface="Microsoft YaHei"/>
              </a:rPr>
              <a:t> can be performed by downloading the license and using the command </a:t>
            </a:r>
            <a:r>
              <a:rPr b="1" i="1" lang="en-US" sz="2400" spc="-1" strike="noStrike">
                <a:solidFill>
                  <a:srgbClr val="47494b"/>
                </a:solidFill>
                <a:latin typeface="Arial"/>
                <a:ea typeface="Microsoft YaHei"/>
              </a:rPr>
              <a:t>docker engine activate --license filename.lic</a:t>
            </a:r>
            <a:r>
              <a:rPr b="0" lang="en-US" sz="2400" spc="-1" strike="noStrike">
                <a:solidFill>
                  <a:srgbClr val="47494b"/>
                </a:solidFill>
                <a:latin typeface="Arial"/>
                <a:ea typeface="Microsoft YaHei"/>
              </a:rPr>
              <a:t>.</a:t>
            </a:r>
            <a:endParaRPr b="0" lang="en-IN" sz="2400" spc="-1" strike="noStrike">
              <a:latin typeface="Arial"/>
            </a:endParaRPr>
          </a:p>
          <a:p>
            <a:pPr>
              <a:lnSpc>
                <a:spcPct val="130000"/>
              </a:lnSpc>
              <a:tabLst>
                <a:tab algn="l" pos="0"/>
              </a:tabLst>
            </a:pPr>
            <a:endParaRPr b="0" lang="en-IN" sz="2400" spc="-1" strike="noStrike">
              <a:latin typeface="Arial"/>
            </a:endParaRPr>
          </a:p>
          <a:p>
            <a:pPr>
              <a:lnSpc>
                <a:spcPct val="130000"/>
              </a:lnSpc>
              <a:tabLst>
                <a:tab algn="l" pos="0"/>
              </a:tabLst>
            </a:pPr>
            <a:endParaRPr b="0" lang="en-IN" sz="2400" spc="-1" strike="noStrike">
              <a:latin typeface="Arial"/>
            </a:endParaRPr>
          </a:p>
        </p:txBody>
      </p:sp>
      <p:pic>
        <p:nvPicPr>
          <p:cNvPr id="428" name="Picture 4" descr=""/>
          <p:cNvPicPr/>
          <p:nvPr/>
        </p:nvPicPr>
        <p:blipFill>
          <a:blip r:embed="rId1"/>
          <a:stretch/>
        </p:blipFill>
        <p:spPr>
          <a:xfrm>
            <a:off x="3809520" y="264960"/>
            <a:ext cx="3809880" cy="64188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Editions</a:t>
            </a:r>
            <a:endParaRPr b="0" lang="en-IN" sz="3200" spc="-1" strike="noStrike">
              <a:solidFill>
                <a:srgbClr val="47494b"/>
              </a:solidFill>
              <a:latin typeface="Calibri"/>
            </a:endParaRPr>
          </a:p>
        </p:txBody>
      </p:sp>
      <p:pic>
        <p:nvPicPr>
          <p:cNvPr id="430" name="Picture 4" descr=""/>
          <p:cNvPicPr/>
          <p:nvPr/>
        </p:nvPicPr>
        <p:blipFill>
          <a:blip r:embed="rId1"/>
          <a:stretch/>
        </p:blipFill>
        <p:spPr>
          <a:xfrm>
            <a:off x="3809520" y="264960"/>
            <a:ext cx="3809880" cy="641880"/>
          </a:xfrm>
          <a:prstGeom prst="rect">
            <a:avLst/>
          </a:prstGeom>
          <a:ln w="0">
            <a:noFill/>
          </a:ln>
        </p:spPr>
      </p:pic>
      <p:pic>
        <p:nvPicPr>
          <p:cNvPr id="431" name="" descr=""/>
          <p:cNvPicPr/>
          <p:nvPr/>
        </p:nvPicPr>
        <p:blipFill>
          <a:blip r:embed="rId2"/>
          <a:stretch/>
        </p:blipFill>
        <p:spPr>
          <a:xfrm>
            <a:off x="339120" y="1260360"/>
            <a:ext cx="8371800" cy="49071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Editions</a:t>
            </a:r>
            <a:endParaRPr b="0" lang="en-IN" sz="3200" spc="-1" strike="noStrike">
              <a:solidFill>
                <a:srgbClr val="47494b"/>
              </a:solidFill>
              <a:latin typeface="Calibri"/>
            </a:endParaRPr>
          </a:p>
        </p:txBody>
      </p:sp>
      <p:sp>
        <p:nvSpPr>
          <p:cNvPr id="433" name="CustomShape 2"/>
          <p:cNvSpPr/>
          <p:nvPr/>
        </p:nvSpPr>
        <p:spPr>
          <a:xfrm>
            <a:off x="339840" y="1210320"/>
            <a:ext cx="8542800" cy="6743160"/>
          </a:xfrm>
          <a:prstGeom prst="rect">
            <a:avLst/>
          </a:prstGeom>
          <a:noFill/>
          <a:ln w="0">
            <a:noFill/>
          </a:ln>
        </p:spPr>
        <p:style>
          <a:lnRef idx="0"/>
          <a:fillRef idx="0"/>
          <a:effectRef idx="0"/>
          <a:fontRef idx="minor"/>
        </p:style>
        <p:txBody>
          <a:bodyPr lIns="90000" rIns="90000" tIns="45000" bIns="45000">
            <a:spAutoFit/>
          </a:bodyPr>
          <a:p>
            <a:pPr marL="343080" indent="-342720">
              <a:lnSpc>
                <a:spcPct val="130000"/>
              </a:lnSpc>
              <a:buClr>
                <a:srgbClr val="47494b"/>
              </a:buClr>
              <a:buFont typeface="Wingdings" charset="2"/>
              <a:buChar char=""/>
            </a:pPr>
            <a:r>
              <a:rPr b="0" lang="en-IN" sz="2400" spc="-1" strike="noStrike">
                <a:solidFill>
                  <a:srgbClr val="47494b"/>
                </a:solidFill>
                <a:latin typeface="Arial"/>
                <a:ea typeface="Microsoft YaHei"/>
              </a:rPr>
              <a:t>A new version is released every quarter.</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0" lang="en-IN" sz="2400" spc="-1" strike="noStrike">
                <a:solidFill>
                  <a:srgbClr val="47494b"/>
                </a:solidFill>
                <a:latin typeface="Arial"/>
                <a:ea typeface="Microsoft YaHei"/>
              </a:rPr>
              <a:t>Each release is supported for a full calender year.</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0" lang="en-IN" sz="2400" spc="-1" strike="noStrike">
                <a:solidFill>
                  <a:srgbClr val="47494b"/>
                </a:solidFill>
                <a:latin typeface="Arial"/>
                <a:ea typeface="Microsoft YaHei"/>
              </a:rPr>
              <a:t>Both security updates and bug fixes are released for all the supported versions.</a:t>
            </a:r>
            <a:endParaRPr b="0" lang="en-IN" sz="2400" spc="-1" strike="noStrike">
              <a:latin typeface="Arial"/>
            </a:endParaRPr>
          </a:p>
          <a:p>
            <a:pPr>
              <a:lnSpc>
                <a:spcPct val="130000"/>
              </a:lnSpc>
            </a:pPr>
            <a:endParaRPr b="0" lang="en-IN" sz="2400" spc="-1" strike="noStrike">
              <a:latin typeface="Arial"/>
            </a:endParaRPr>
          </a:p>
          <a:p>
            <a:pPr marL="343080" indent="-342720">
              <a:lnSpc>
                <a:spcPct val="130000"/>
              </a:lnSpc>
              <a:buClr>
                <a:srgbClr val="47494b"/>
              </a:buClr>
              <a:buFont typeface="Wingdings" charset="2"/>
              <a:buChar char=""/>
            </a:pPr>
            <a:r>
              <a:rPr b="1" lang="en-IN" sz="2400" spc="-1" strike="noStrike">
                <a:solidFill>
                  <a:srgbClr val="47494b"/>
                </a:solidFill>
                <a:latin typeface="Arial"/>
                <a:ea typeface="Microsoft YaHei"/>
              </a:rPr>
              <a:t>Docker EE</a:t>
            </a:r>
            <a:r>
              <a:rPr b="0" lang="en-IN" sz="2400" spc="-1" strike="noStrike">
                <a:solidFill>
                  <a:srgbClr val="47494b"/>
                </a:solidFill>
                <a:latin typeface="Arial"/>
                <a:ea typeface="Microsoft YaHei"/>
              </a:rPr>
              <a:t> is available in three tiers: </a:t>
            </a:r>
            <a:r>
              <a:rPr b="1" lang="en-IN" sz="2400" spc="-1" strike="noStrike">
                <a:solidFill>
                  <a:srgbClr val="47494b"/>
                </a:solidFill>
                <a:latin typeface="Arial"/>
                <a:ea typeface="Microsoft YaHei"/>
              </a:rPr>
              <a:t>Basic</a:t>
            </a:r>
            <a:r>
              <a:rPr b="0" lang="en-IN" sz="2400" spc="-1" strike="noStrike">
                <a:solidFill>
                  <a:srgbClr val="47494b"/>
                </a:solidFill>
                <a:latin typeface="Arial"/>
                <a:ea typeface="Microsoft YaHei"/>
              </a:rPr>
              <a:t> comes with the Docker platform, support and certification, and </a:t>
            </a:r>
            <a:r>
              <a:rPr b="1" lang="en-IN" sz="2400" spc="-1" strike="noStrike">
                <a:solidFill>
                  <a:srgbClr val="47494b"/>
                </a:solidFill>
                <a:latin typeface="Arial"/>
                <a:ea typeface="Microsoft YaHei"/>
              </a:rPr>
              <a:t>Standard</a:t>
            </a:r>
            <a:r>
              <a:rPr b="0" lang="en-IN" sz="2400" spc="-1" strike="noStrike">
                <a:solidFill>
                  <a:srgbClr val="47494b"/>
                </a:solidFill>
                <a:latin typeface="Arial"/>
                <a:ea typeface="Microsoft YaHei"/>
              </a:rPr>
              <a:t> and </a:t>
            </a:r>
            <a:r>
              <a:rPr b="1" lang="en-IN" sz="2400" spc="-1" strike="noStrike">
                <a:solidFill>
                  <a:srgbClr val="47494b"/>
                </a:solidFill>
                <a:latin typeface="Arial"/>
                <a:ea typeface="Microsoft YaHei"/>
              </a:rPr>
              <a:t>Advanced</a:t>
            </a:r>
            <a:r>
              <a:rPr b="0" lang="en-IN" sz="2400" spc="-1" strike="noStrike">
                <a:solidFill>
                  <a:srgbClr val="47494b"/>
                </a:solidFill>
                <a:latin typeface="Arial"/>
                <a:ea typeface="Microsoft YaHei"/>
              </a:rPr>
              <a:t> tiers add advanced container management (Docker Datacenter) and Docker Security Scanning.</a:t>
            </a:r>
            <a:endParaRPr b="0" lang="en-IN" sz="2400" spc="-1" strike="noStrike">
              <a:latin typeface="Arial"/>
            </a:endParaRPr>
          </a:p>
          <a:p>
            <a:pPr>
              <a:lnSpc>
                <a:spcPct val="130000"/>
              </a:lnSpc>
            </a:pPr>
            <a:endParaRPr b="0" lang="en-IN" sz="2400" spc="-1" strike="noStrike">
              <a:latin typeface="Arial"/>
            </a:endParaRPr>
          </a:p>
          <a:p>
            <a:pPr>
              <a:lnSpc>
                <a:spcPct val="130000"/>
              </a:lnSpc>
            </a:pPr>
            <a:endParaRPr b="0" lang="en-IN" sz="2400" spc="-1" strike="noStrike">
              <a:latin typeface="Arial"/>
            </a:endParaRPr>
          </a:p>
          <a:p>
            <a:pPr>
              <a:lnSpc>
                <a:spcPct val="130000"/>
              </a:lnSpc>
            </a:pPr>
            <a:endParaRPr b="0" lang="en-IN" sz="2400" spc="-1" strike="noStrike">
              <a:latin typeface="Arial"/>
            </a:endParaRPr>
          </a:p>
        </p:txBody>
      </p:sp>
      <p:pic>
        <p:nvPicPr>
          <p:cNvPr id="434" name="Picture 4" descr=""/>
          <p:cNvPicPr/>
          <p:nvPr/>
        </p:nvPicPr>
        <p:blipFill>
          <a:blip r:embed="rId1"/>
          <a:stretch/>
        </p:blipFill>
        <p:spPr>
          <a:xfrm>
            <a:off x="3809520" y="264960"/>
            <a:ext cx="3809880" cy="64188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Pricing</a:t>
            </a:r>
            <a:endParaRPr b="0" lang="en-IN" sz="3200" spc="-1" strike="noStrike">
              <a:solidFill>
                <a:srgbClr val="47494b"/>
              </a:solidFill>
              <a:latin typeface="Calibri"/>
            </a:endParaRPr>
          </a:p>
        </p:txBody>
      </p:sp>
      <p:pic>
        <p:nvPicPr>
          <p:cNvPr id="436" name="" descr=""/>
          <p:cNvPicPr/>
          <p:nvPr/>
        </p:nvPicPr>
        <p:blipFill>
          <a:blip r:embed="rId1"/>
          <a:stretch/>
        </p:blipFill>
        <p:spPr>
          <a:xfrm>
            <a:off x="340200" y="1195560"/>
            <a:ext cx="8370720" cy="520308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Hub</a:t>
            </a:r>
            <a:endParaRPr b="0" lang="en-IN" sz="3200" spc="-1" strike="noStrike">
              <a:solidFill>
                <a:srgbClr val="47494b"/>
              </a:solidFill>
              <a:latin typeface="Calibri"/>
            </a:endParaRPr>
          </a:p>
        </p:txBody>
      </p:sp>
      <p:pic>
        <p:nvPicPr>
          <p:cNvPr id="438" name="Content Placeholder 3" descr=""/>
          <p:cNvPicPr/>
          <p:nvPr/>
        </p:nvPicPr>
        <p:blipFill>
          <a:blip r:embed="rId1"/>
          <a:stretch/>
        </p:blipFill>
        <p:spPr>
          <a:xfrm>
            <a:off x="650880" y="1197720"/>
            <a:ext cx="7339680" cy="4664880"/>
          </a:xfrm>
          <a:prstGeom prst="rect">
            <a:avLst/>
          </a:prstGeom>
          <a:ln w="9525">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9"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Hub</a:t>
            </a:r>
            <a:endParaRPr b="0" lang="en-IN" sz="3200" spc="-1" strike="noStrike">
              <a:solidFill>
                <a:srgbClr val="47494b"/>
              </a:solidFill>
              <a:latin typeface="Calibri"/>
            </a:endParaRPr>
          </a:p>
        </p:txBody>
      </p:sp>
      <p:sp>
        <p:nvSpPr>
          <p:cNvPr id="440"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US" sz="2600" spc="-1" strike="noStrike">
                <a:solidFill>
                  <a:srgbClr val="602c05"/>
                </a:solidFill>
                <a:latin typeface="黑体"/>
                <a:ea typeface="黑体"/>
              </a:rPr>
              <a:t>Docker Hub</a:t>
            </a:r>
            <a:r>
              <a:rPr b="0" lang="en-US" sz="2600" spc="-1" strike="noStrike">
                <a:solidFill>
                  <a:srgbClr val="602c05"/>
                </a:solidFill>
                <a:latin typeface="黑体"/>
                <a:ea typeface="黑体"/>
              </a:rPr>
              <a:t> is the world’s largest repository of container images with an array of content sources including container community developers, open source projects and independent software vendors (ISV) building and distributing their code in containers. </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US" sz="2600" spc="-1" strike="noStrike">
                <a:solidFill>
                  <a:srgbClr val="602c05"/>
                </a:solidFill>
                <a:latin typeface="黑体"/>
                <a:ea typeface="黑体"/>
              </a:rPr>
              <a:t>Users get access to free public repositories for storing and sharing images or can choose subscription plan for private repos.</a:t>
            </a: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Hub</a:t>
            </a:r>
            <a:endParaRPr b="0" lang="en-IN" sz="3200" spc="-1" strike="noStrike">
              <a:solidFill>
                <a:srgbClr val="47494b"/>
              </a:solidFill>
              <a:latin typeface="Calibri"/>
            </a:endParaRPr>
          </a:p>
        </p:txBody>
      </p:sp>
      <p:sp>
        <p:nvSpPr>
          <p:cNvPr id="442"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Docker Hub supports private repositories also.</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Allows finding and sharing container images with your team.</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Private Repositories</a:t>
            </a:r>
            <a:r>
              <a:rPr b="0" lang="en-IN" sz="2400" spc="-1" strike="noStrike">
                <a:solidFill>
                  <a:srgbClr val="602c05"/>
                </a:solidFill>
                <a:latin typeface="黑体"/>
                <a:ea typeface="黑体"/>
              </a:rPr>
              <a:t>: Push and pull container images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Automated Builds</a:t>
            </a:r>
            <a:r>
              <a:rPr b="0" lang="en-IN" sz="2400" spc="-1" strike="noStrike">
                <a:solidFill>
                  <a:srgbClr val="602c05"/>
                </a:solidFill>
                <a:latin typeface="黑体"/>
                <a:ea typeface="黑体"/>
              </a:rPr>
              <a:t>: Automatically build container images from GitHub and Bitbucket and push them to Docker Hub</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Teams &amp; Organizations</a:t>
            </a:r>
            <a:r>
              <a:rPr b="0" lang="en-IN" sz="2400" spc="-1" strike="noStrike">
                <a:solidFill>
                  <a:srgbClr val="602c05"/>
                </a:solidFill>
                <a:latin typeface="黑体"/>
                <a:ea typeface="黑体"/>
              </a:rPr>
              <a:t>: Manage access to private repositories</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 </a:t>
            </a:r>
            <a:endParaRPr b="0" lang="en-IN" sz="3200" spc="-1" strike="noStrike">
              <a:solidFill>
                <a:srgbClr val="47494b"/>
              </a:solidFill>
              <a:latin typeface="Calibri"/>
            </a:endParaRPr>
          </a:p>
        </p:txBody>
      </p:sp>
      <p:pic>
        <p:nvPicPr>
          <p:cNvPr id="444" name="Content Placeholder 1" descr="Docker Install"/>
          <p:cNvPicPr/>
          <p:nvPr/>
        </p:nvPicPr>
        <p:blipFill>
          <a:blip r:embed="rId1"/>
          <a:stretch/>
        </p:blipFill>
        <p:spPr>
          <a:xfrm>
            <a:off x="666000" y="1020600"/>
            <a:ext cx="7055280" cy="5060520"/>
          </a:xfrm>
          <a:prstGeom prst="rect">
            <a:avLst/>
          </a:prstGeom>
          <a:ln w="9525">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Installation </a:t>
            </a:r>
            <a:endParaRPr b="0" lang="en-IN" sz="3200" spc="-1" strike="noStrike">
              <a:solidFill>
                <a:srgbClr val="47494b"/>
              </a:solidFill>
              <a:latin typeface="Calibri"/>
            </a:endParaRPr>
          </a:p>
        </p:txBody>
      </p:sp>
      <p:sp>
        <p:nvSpPr>
          <p:cNvPr id="446"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Docker Installation on Centos 7</a:t>
            </a:r>
            <a:endParaRPr b="0" lang="en-IN" sz="28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yum update -y </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wget https://download.docker.com/linux/centos/docker-ce.repo  -O /etc/yum.repos.d/docker-ce.repo</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yum clean all</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yum install docker-ce docker-ce-cli -y</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systemctl start docker</a:t>
            </a:r>
            <a:endParaRPr b="0" lang="en-IN" sz="2800" spc="-1" strike="noStrike">
              <a:solidFill>
                <a:srgbClr val="602c05"/>
              </a:solidFill>
              <a:latin typeface="黑体"/>
            </a:endParaRPr>
          </a:p>
          <a:p>
            <a:pPr>
              <a:lnSpc>
                <a:spcPct val="110000"/>
              </a:lnSpc>
              <a:spcBef>
                <a:spcPts val="1800"/>
              </a:spcBef>
            </a:pPr>
            <a:endParaRPr b="0" lang="en-IN" sz="2800" spc="-1" strike="noStrike">
              <a:solidFill>
                <a:srgbClr val="602c05"/>
              </a:solidFill>
              <a:latin typeface="黑体"/>
            </a:endParaRPr>
          </a:p>
          <a:p>
            <a:pPr algn="just">
              <a:lnSpc>
                <a:spcPct val="110000"/>
              </a:lnSpc>
              <a:spcBef>
                <a:spcPts val="1800"/>
              </a:spcBef>
            </a:pPr>
            <a:endParaRPr b="0" lang="en-IN" sz="28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Installation </a:t>
            </a:r>
            <a:endParaRPr b="0" lang="en-IN" sz="3200" spc="-1" strike="noStrike">
              <a:solidFill>
                <a:srgbClr val="47494b"/>
              </a:solidFill>
              <a:latin typeface="Calibri"/>
            </a:endParaRPr>
          </a:p>
        </p:txBody>
      </p:sp>
      <p:sp>
        <p:nvSpPr>
          <p:cNvPr id="448" name="TextShape 2"/>
          <p:cNvSpPr txBox="1"/>
          <p:nvPr/>
        </p:nvSpPr>
        <p:spPr>
          <a:xfrm>
            <a:off x="339840" y="906840"/>
            <a:ext cx="8569080" cy="566064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Docker Installation on Centos 7</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The firewalld firewall on Centos 7 by default blocks the communication between the docker containers.</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To allow this communication give following commands to configure firewalld.</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firewall-cmd --permanent --zone=trusted --add-interface=docker0</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firewall-cmd --permanent --zone=trusted --add-port=4243/tcp </a:t>
            </a:r>
            <a:endParaRPr b="0" lang="en-IN" sz="2800" spc="-1" strike="noStrike">
              <a:solidFill>
                <a:srgbClr val="602c05"/>
              </a:solidFill>
              <a:latin typeface="黑体"/>
            </a:endParaRPr>
          </a:p>
          <a:p>
            <a:pPr algn="just">
              <a:lnSpc>
                <a:spcPct val="110000"/>
              </a:lnSpc>
              <a:spcBef>
                <a:spcPts val="1800"/>
              </a:spcBef>
            </a:pPr>
            <a:endParaRPr b="0" lang="en-IN" sz="28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Installation </a:t>
            </a:r>
            <a:endParaRPr b="0" lang="en-IN" sz="3200" spc="-1" strike="noStrike">
              <a:solidFill>
                <a:srgbClr val="47494b"/>
              </a:solidFill>
              <a:latin typeface="Calibri"/>
            </a:endParaRPr>
          </a:p>
        </p:txBody>
      </p:sp>
      <p:sp>
        <p:nvSpPr>
          <p:cNvPr id="450"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Docker Installation on Ubuntu</a:t>
            </a:r>
            <a:endParaRPr b="0" lang="en-IN" sz="28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apt-get update</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apt-get install  apt-transport-https     ca-certificates curl gnupg-agent software-properties-common </a:t>
            </a:r>
            <a:endParaRPr b="0" lang="en-IN" sz="2800" spc="-1" strike="noStrike">
              <a:solidFill>
                <a:srgbClr val="602c05"/>
              </a:solidFill>
              <a:latin typeface="黑体"/>
            </a:endParaRPr>
          </a:p>
          <a:p>
            <a:pPr>
              <a:lnSpc>
                <a:spcPct val="110000"/>
              </a:lnSpc>
              <a:spcBef>
                <a:spcPts val="1800"/>
              </a:spcBef>
            </a:pP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curl -fsSL https://download.docker.com/linux/ubuntu/gpg | sudo apt-key add -</a:t>
            </a:r>
            <a:endParaRPr b="0" lang="en-IN" sz="2800" spc="-1" strike="noStrike">
              <a:solidFill>
                <a:srgbClr val="602c05"/>
              </a:solidFill>
              <a:latin typeface="黑体"/>
            </a:endParaRPr>
          </a:p>
          <a:p>
            <a:pPr>
              <a:lnSpc>
                <a:spcPct val="110000"/>
              </a:lnSpc>
              <a:spcBef>
                <a:spcPts val="1800"/>
              </a:spcBef>
            </a:pPr>
            <a:endParaRPr b="0" lang="en-IN" sz="2800" spc="-1" strike="noStrike">
              <a:solidFill>
                <a:srgbClr val="602c05"/>
              </a:solidFill>
              <a:latin typeface="黑体"/>
            </a:endParaRPr>
          </a:p>
          <a:p>
            <a:pPr algn="just">
              <a:lnSpc>
                <a:spcPct val="110000"/>
              </a:lnSpc>
              <a:spcBef>
                <a:spcPts val="1800"/>
              </a:spcBef>
            </a:pPr>
            <a:endParaRPr b="0" lang="en-IN" sz="28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Installation </a:t>
            </a:r>
            <a:endParaRPr b="0" lang="en-IN" sz="3200" spc="-1" strike="noStrike">
              <a:solidFill>
                <a:srgbClr val="47494b"/>
              </a:solidFill>
              <a:latin typeface="Calibri"/>
            </a:endParaRPr>
          </a:p>
        </p:txBody>
      </p:sp>
      <p:sp>
        <p:nvSpPr>
          <p:cNvPr id="452"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Docker Installation on Ubuntu</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add-apt-repository   "deb [arch=amd64] https://download.docker.com/linux/ubuntu    $(lsb_release -cs) stable"</a:t>
            </a:r>
            <a:endParaRPr b="0" lang="en-IN" sz="2800" spc="-1" strike="noStrike">
              <a:solidFill>
                <a:srgbClr val="602c05"/>
              </a:solidFill>
              <a:latin typeface="黑体"/>
            </a:endParaRPr>
          </a:p>
          <a:p>
            <a:pPr>
              <a:lnSpc>
                <a:spcPct val="110000"/>
              </a:lnSpc>
              <a:spcBef>
                <a:spcPts val="1800"/>
              </a:spcBef>
            </a:pP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apt-get update</a:t>
            </a:r>
            <a:endParaRPr b="0" lang="en-IN" sz="2800" spc="-1" strike="noStrike">
              <a:solidFill>
                <a:srgbClr val="602c05"/>
              </a:solidFill>
              <a:latin typeface="黑体"/>
            </a:endParaRPr>
          </a:p>
          <a:p>
            <a:pPr>
              <a:lnSpc>
                <a:spcPct val="110000"/>
              </a:lnSpc>
              <a:spcBef>
                <a:spcPts val="1800"/>
              </a:spcBef>
            </a:pP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sudo apt-get install docker-ce docker-ce-cli containerd.io</a:t>
            </a:r>
            <a:endParaRPr b="0" lang="en-IN" sz="2800" spc="-1" strike="noStrike">
              <a:solidFill>
                <a:srgbClr val="602c05"/>
              </a:solidFill>
              <a:latin typeface="黑体"/>
            </a:endParaRPr>
          </a:p>
          <a:p>
            <a:pPr>
              <a:lnSpc>
                <a:spcPct val="110000"/>
              </a:lnSpc>
              <a:spcBef>
                <a:spcPts val="1800"/>
              </a:spcBef>
            </a:pPr>
            <a:endParaRPr b="0" lang="en-IN" sz="2800" spc="-1" strike="noStrike">
              <a:solidFill>
                <a:srgbClr val="602c05"/>
              </a:solidFill>
              <a:latin typeface="黑体"/>
            </a:endParaRPr>
          </a:p>
          <a:p>
            <a:pPr algn="just">
              <a:lnSpc>
                <a:spcPct val="110000"/>
              </a:lnSpc>
              <a:spcBef>
                <a:spcPts val="1800"/>
              </a:spcBef>
            </a:pPr>
            <a:endParaRPr b="0" lang="en-IN" sz="28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Installation </a:t>
            </a:r>
            <a:endParaRPr b="0" lang="en-IN" sz="3200" spc="-1" strike="noStrike">
              <a:solidFill>
                <a:srgbClr val="47494b"/>
              </a:solidFill>
              <a:latin typeface="Calibri"/>
            </a:endParaRPr>
          </a:p>
        </p:txBody>
      </p:sp>
      <p:sp>
        <p:nvSpPr>
          <p:cNvPr id="454" name="TextShape 2"/>
          <p:cNvSpPr txBox="1"/>
          <p:nvPr/>
        </p:nvSpPr>
        <p:spPr>
          <a:xfrm>
            <a:off x="339840" y="1047600"/>
            <a:ext cx="8361000" cy="5285880"/>
          </a:xfrm>
          <a:prstGeom prst="rect">
            <a:avLst/>
          </a:prstGeom>
          <a:noFill/>
          <a:ln w="9360">
            <a:noFill/>
          </a:ln>
        </p:spPr>
        <p:txBody>
          <a:bodyPr>
            <a:noAutofit/>
          </a:bodyPr>
          <a:p>
            <a:pPr marL="357480" indent="-357120" algn="just">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If you want the containers to communicate with each other using container names, you need to define your own network and then connect the containers to your own network.</a:t>
            </a:r>
            <a:endParaRPr b="0" lang="en-IN" sz="28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To create your own network</a:t>
            </a:r>
            <a:endParaRPr b="0" lang="en-IN" sz="28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docker network create your_network_name.</a:t>
            </a:r>
            <a:endParaRPr b="0" lang="en-IN" sz="28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To check all networks created use</a:t>
            </a:r>
            <a:endParaRPr b="0" lang="en-IN" sz="2800" spc="-1" strike="noStrike">
              <a:solidFill>
                <a:srgbClr val="602c05"/>
              </a:solidFill>
              <a:latin typeface="黑体"/>
            </a:endParaRPr>
          </a:p>
          <a:p>
            <a:pPr marL="357480" indent="-357120" algn="just">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docker network ls</a:t>
            </a:r>
            <a:r>
              <a:rPr b="0" lang="en-IN" sz="2800" spc="-1" strike="noStrike">
                <a:solidFill>
                  <a:srgbClr val="602c05"/>
                </a:solidFill>
                <a:latin typeface="黑体"/>
                <a:ea typeface="黑体"/>
              </a:rPr>
              <a:t>  </a:t>
            </a:r>
            <a:endParaRPr b="0" lang="en-IN" sz="2800" spc="-1" strike="noStrike">
              <a:solidFill>
                <a:srgbClr val="602c05"/>
              </a:solidFill>
              <a:latin typeface="黑体"/>
            </a:endParaRPr>
          </a:p>
          <a:p>
            <a:pPr>
              <a:lnSpc>
                <a:spcPct val="110000"/>
              </a:lnSpc>
              <a:spcBef>
                <a:spcPts val="1800"/>
              </a:spcBef>
            </a:pPr>
            <a:endParaRPr b="0" lang="en-IN" sz="2800" spc="-1" strike="noStrike">
              <a:solidFill>
                <a:srgbClr val="602c05"/>
              </a:solidFill>
              <a:latin typeface="黑体"/>
            </a:endParaRPr>
          </a:p>
          <a:p>
            <a:pPr algn="just">
              <a:lnSpc>
                <a:spcPct val="110000"/>
              </a:lnSpc>
              <a:spcBef>
                <a:spcPts val="1800"/>
              </a:spcBef>
            </a:pPr>
            <a:endParaRPr b="0" lang="en-IN" sz="28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TextShape 1"/>
          <p:cNvSpPr txBox="1"/>
          <p:nvPr/>
        </p:nvSpPr>
        <p:spPr>
          <a:xfrm>
            <a:off x="339840" y="262080"/>
            <a:ext cx="8370360" cy="644040"/>
          </a:xfrm>
          <a:prstGeom prst="rect">
            <a:avLst/>
          </a:prstGeom>
          <a:noFill/>
          <a:ln w="9360">
            <a:noFill/>
          </a:ln>
        </p:spPr>
        <p:txBody>
          <a:bodyPr anchor="b">
            <a:noAutofit/>
          </a:bodyPr>
          <a:p>
            <a:pPr>
              <a:lnSpc>
                <a:spcPct val="90000"/>
              </a:lnSpc>
            </a:pPr>
            <a:r>
              <a:rPr b="1" lang="en-IN" sz="3200" spc="-1" strike="noStrike">
                <a:solidFill>
                  <a:srgbClr val="602c05"/>
                </a:solidFill>
                <a:latin typeface="黑体"/>
                <a:ea typeface="黑体"/>
              </a:rPr>
              <a:t>Docker - Installation </a:t>
            </a:r>
            <a:endParaRPr b="0" lang="en-IN" sz="3200" spc="-1" strike="noStrike">
              <a:solidFill>
                <a:srgbClr val="47494b"/>
              </a:solidFill>
              <a:latin typeface="Calibri"/>
            </a:endParaRPr>
          </a:p>
        </p:txBody>
      </p:sp>
      <p:sp>
        <p:nvSpPr>
          <p:cNvPr id="456" name="TextShape 2"/>
          <p:cNvSpPr txBox="1"/>
          <p:nvPr/>
        </p:nvSpPr>
        <p:spPr>
          <a:xfrm>
            <a:off x="339840" y="1047600"/>
            <a:ext cx="8361000" cy="5285880"/>
          </a:xfrm>
          <a:prstGeom prst="rect">
            <a:avLst/>
          </a:prstGeom>
          <a:noFill/>
          <a:ln w="9360">
            <a:noFill/>
          </a:ln>
        </p:spPr>
        <p:txBody>
          <a:bodyPr>
            <a:noAutofit/>
          </a:bodyPr>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To check the details of your network like default network address assigned etc. use following command.</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docker network ps your_network_name</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0" lang="en-IN" sz="2800" spc="-1" strike="noStrike">
                <a:solidFill>
                  <a:srgbClr val="602c05"/>
                </a:solidFill>
                <a:latin typeface="黑体"/>
                <a:ea typeface="黑体"/>
              </a:rPr>
              <a:t>To connect a container to your network use option --net your_network_name in docker run command.</a:t>
            </a:r>
            <a:endParaRPr b="0" lang="en-IN" sz="2800" spc="-1" strike="noStrike">
              <a:solidFill>
                <a:srgbClr val="602c05"/>
              </a:solidFill>
              <a:latin typeface="黑体"/>
            </a:endParaRPr>
          </a:p>
          <a:p>
            <a:pPr marL="357480" indent="-357120">
              <a:lnSpc>
                <a:spcPct val="110000"/>
              </a:lnSpc>
              <a:spcBef>
                <a:spcPts val="1800"/>
              </a:spcBef>
              <a:buClr>
                <a:srgbClr val="914207"/>
              </a:buClr>
              <a:buSzPct val="60000"/>
              <a:buFont typeface="Wingdings" charset="2"/>
              <a:buChar char=""/>
            </a:pPr>
            <a:r>
              <a:rPr b="1" lang="en-IN" sz="2800" spc="-1" strike="noStrike">
                <a:solidFill>
                  <a:srgbClr val="602c05"/>
                </a:solidFill>
                <a:latin typeface="黑体"/>
                <a:ea typeface="黑体"/>
              </a:rPr>
              <a:t>docker run --name mysql --net your_network_name -d mysql </a:t>
            </a:r>
            <a:endParaRPr b="0" lang="en-IN" sz="2800" spc="-1" strike="noStrike">
              <a:solidFill>
                <a:srgbClr val="602c05"/>
              </a:solidFill>
              <a:latin typeface="黑体"/>
            </a:endParaRPr>
          </a:p>
          <a:p>
            <a:pPr algn="just">
              <a:lnSpc>
                <a:spcPct val="110000"/>
              </a:lnSpc>
              <a:spcBef>
                <a:spcPts val="1800"/>
              </a:spcBef>
            </a:pPr>
            <a:endParaRPr b="0" lang="en-IN" sz="28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pic>
        <p:nvPicPr>
          <p:cNvPr id="458" name="Content Placeholder 4" descr=""/>
          <p:cNvPicPr/>
          <p:nvPr/>
        </p:nvPicPr>
        <p:blipFill>
          <a:blip r:embed="rId1"/>
          <a:stretch/>
        </p:blipFill>
        <p:spPr>
          <a:xfrm>
            <a:off x="586080" y="1307520"/>
            <a:ext cx="7500240" cy="4526640"/>
          </a:xfrm>
          <a:prstGeom prst="rect">
            <a:avLst/>
          </a:prstGeom>
          <a:ln w="9525">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60" name="TextShape 2"/>
          <p:cNvSpPr txBox="1"/>
          <p:nvPr/>
        </p:nvSpPr>
        <p:spPr>
          <a:xfrm>
            <a:off x="339840" y="1139760"/>
            <a:ext cx="8361000" cy="5194080"/>
          </a:xfrm>
          <a:prstGeom prst="rect">
            <a:avLst/>
          </a:prstGeom>
          <a:noFill/>
          <a:ln w="9360">
            <a:noFill/>
          </a:ln>
        </p:spPr>
        <p:txBody>
          <a:bodyPr lIns="90000" rIns="90000" tIns="45000" bIns="45000">
            <a:noAutofit/>
          </a:bodyPr>
          <a:p>
            <a:pPr algn="just">
              <a:lnSpc>
                <a:spcPct val="110000"/>
              </a:lnSpc>
              <a:spcBef>
                <a:spcPts val="1800"/>
              </a:spcBef>
            </a:pPr>
            <a:endParaRPr b="0" lang="en-IN" sz="20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600" spc="-1" strike="noStrike">
                <a:solidFill>
                  <a:srgbClr val="602c05"/>
                </a:solidFill>
                <a:latin typeface="黑体"/>
                <a:ea typeface="黑体"/>
              </a:rPr>
              <a:t>Compose</a:t>
            </a:r>
            <a:r>
              <a:rPr b="0" lang="en-IN" sz="2600" spc="-1" strike="noStrike">
                <a:solidFill>
                  <a:srgbClr val="602c05"/>
                </a:solidFill>
                <a:latin typeface="黑体"/>
                <a:ea typeface="黑体"/>
              </a:rPr>
              <a:t> is a tool for defining and running multi-container Docker applications.</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With Compose, you use a YAML file to configure your application’s services. </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Then, with a single command, you create and start all the services from your configuration.</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Using Compose is basically a three-step process:</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algn="just">
              <a:lnSpc>
                <a:spcPct val="110000"/>
              </a:lnSpc>
              <a:spcBef>
                <a:spcPts val="1800"/>
              </a:spcBef>
              <a:tabLst>
                <a:tab algn="l" pos="0"/>
              </a:tabLst>
            </a:pPr>
            <a:r>
              <a:rPr b="0" lang="en-IN" sz="2600" spc="-1" strike="noStrike">
                <a:solidFill>
                  <a:srgbClr val="602c05"/>
                </a:solidFill>
                <a:latin typeface="黑体"/>
                <a:ea typeface="黑体"/>
              </a:rPr>
              <a:t>  </a:t>
            </a: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62"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Define your app’s environment with a Dockerfile so it can be reproduced anywhere.</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Define the services that make up your app in docker-compose.yml so they can be run together in an isolated environment.</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Run docker-compose up and Compose starts and runs your entire app.</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64"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Compose has commands for managing the whole lifecycle of your application:</a:t>
            </a:r>
            <a:endParaRPr b="0" lang="en-IN" sz="2600" spc="-1" strike="noStrike">
              <a:solidFill>
                <a:srgbClr val="602c05"/>
              </a:solidFill>
              <a:latin typeface="黑体"/>
            </a:endParaRPr>
          </a:p>
          <a:p>
            <a:pPr algn="just">
              <a:lnSpc>
                <a:spcPct val="110000"/>
              </a:lnSpc>
              <a:spcBef>
                <a:spcPts val="1800"/>
              </a:spcBef>
              <a:tabLst>
                <a:tab algn="l" pos="0"/>
              </a:tabLst>
            </a:pPr>
            <a:r>
              <a:rPr b="0" lang="en-IN" sz="2600" spc="-1" strike="noStrike">
                <a:solidFill>
                  <a:srgbClr val="602c05"/>
                </a:solidFill>
                <a:latin typeface="黑体"/>
                <a:ea typeface="黑体"/>
              </a:rPr>
              <a:t>    </a:t>
            </a:r>
            <a:r>
              <a:rPr b="0" lang="en-IN" sz="2600" spc="-1" strike="noStrike">
                <a:solidFill>
                  <a:srgbClr val="602c05"/>
                </a:solidFill>
                <a:latin typeface="黑体"/>
                <a:ea typeface="黑体"/>
              </a:rPr>
              <a:t>Start, stop, and rebuild services</a:t>
            </a:r>
            <a:endParaRPr b="0" lang="en-IN" sz="2600" spc="-1" strike="noStrike">
              <a:solidFill>
                <a:srgbClr val="602c05"/>
              </a:solidFill>
              <a:latin typeface="黑体"/>
            </a:endParaRPr>
          </a:p>
          <a:p>
            <a:pPr algn="just">
              <a:lnSpc>
                <a:spcPct val="110000"/>
              </a:lnSpc>
              <a:spcBef>
                <a:spcPts val="1800"/>
              </a:spcBef>
              <a:tabLst>
                <a:tab algn="l" pos="0"/>
              </a:tabLst>
            </a:pPr>
            <a:r>
              <a:rPr b="0" lang="en-IN" sz="2600" spc="-1" strike="noStrike">
                <a:solidFill>
                  <a:srgbClr val="602c05"/>
                </a:solidFill>
                <a:latin typeface="黑体"/>
                <a:ea typeface="黑体"/>
              </a:rPr>
              <a:t>    </a:t>
            </a:r>
            <a:r>
              <a:rPr b="0" lang="en-IN" sz="2600" spc="-1" strike="noStrike">
                <a:solidFill>
                  <a:srgbClr val="602c05"/>
                </a:solidFill>
                <a:latin typeface="黑体"/>
                <a:ea typeface="黑体"/>
              </a:rPr>
              <a:t>View the status of running services</a:t>
            </a:r>
            <a:endParaRPr b="0" lang="en-IN" sz="2600" spc="-1" strike="noStrike">
              <a:solidFill>
                <a:srgbClr val="602c05"/>
              </a:solidFill>
              <a:latin typeface="黑体"/>
            </a:endParaRPr>
          </a:p>
          <a:p>
            <a:pPr algn="just">
              <a:lnSpc>
                <a:spcPct val="110000"/>
              </a:lnSpc>
              <a:spcBef>
                <a:spcPts val="1800"/>
              </a:spcBef>
              <a:tabLst>
                <a:tab algn="l" pos="0"/>
              </a:tabLst>
            </a:pPr>
            <a:r>
              <a:rPr b="0" lang="en-IN" sz="2600" spc="-1" strike="noStrike">
                <a:solidFill>
                  <a:srgbClr val="602c05"/>
                </a:solidFill>
                <a:latin typeface="黑体"/>
                <a:ea typeface="黑体"/>
              </a:rPr>
              <a:t>    </a:t>
            </a:r>
            <a:r>
              <a:rPr b="0" lang="en-IN" sz="2600" spc="-1" strike="noStrike">
                <a:solidFill>
                  <a:srgbClr val="602c05"/>
                </a:solidFill>
                <a:latin typeface="黑体"/>
                <a:ea typeface="黑体"/>
              </a:rPr>
              <a:t>Stream the log output of running services</a:t>
            </a:r>
            <a:endParaRPr b="0" lang="en-IN" sz="2600" spc="-1" strike="noStrike">
              <a:solidFill>
                <a:srgbClr val="602c05"/>
              </a:solidFill>
              <a:latin typeface="黑体"/>
            </a:endParaRPr>
          </a:p>
          <a:p>
            <a:pPr algn="just">
              <a:lnSpc>
                <a:spcPct val="110000"/>
              </a:lnSpc>
              <a:spcBef>
                <a:spcPts val="1800"/>
              </a:spcBef>
              <a:tabLst>
                <a:tab algn="l" pos="0"/>
              </a:tabLst>
            </a:pPr>
            <a:r>
              <a:rPr b="0" lang="en-IN" sz="2600" spc="-1" strike="noStrike">
                <a:solidFill>
                  <a:srgbClr val="602c05"/>
                </a:solidFill>
                <a:latin typeface="黑体"/>
                <a:ea typeface="黑体"/>
              </a:rPr>
              <a:t>    </a:t>
            </a:r>
            <a:r>
              <a:rPr b="0" lang="en-IN" sz="2600" spc="-1" strike="noStrike">
                <a:solidFill>
                  <a:srgbClr val="602c05"/>
                </a:solidFill>
                <a:latin typeface="黑体"/>
                <a:ea typeface="黑体"/>
              </a:rPr>
              <a:t>Run a one-off command on a service</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tabLst>
                <a:tab algn="l" pos="0"/>
              </a:tabLst>
            </a:pPr>
            <a:r>
              <a:rPr b="0" lang="en-IN" sz="2600" spc="-1" strike="noStrike">
                <a:solidFill>
                  <a:srgbClr val="602c05"/>
                </a:solidFill>
                <a:latin typeface="黑体"/>
                <a:ea typeface="黑体"/>
              </a:rPr>
              <a:t>Docker Compose relies on Docker Engine for any meaningful work, so Docker Engine should be installed.</a:t>
            </a: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Install Docker Compose</a:t>
            </a:r>
            <a:endParaRPr b="0" lang="en-IN" sz="3200" spc="-1" strike="noStrike">
              <a:solidFill>
                <a:srgbClr val="47494b"/>
              </a:solidFill>
              <a:latin typeface="Calibri"/>
            </a:endParaRPr>
          </a:p>
        </p:txBody>
      </p:sp>
      <p:sp>
        <p:nvSpPr>
          <p:cNvPr id="466"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nSpc>
                <a:spcPct val="110000"/>
              </a:lnSpc>
              <a:spcBef>
                <a:spcPts val="1800"/>
              </a:spcBef>
              <a:buClr>
                <a:srgbClr val="c1580a"/>
              </a:buClr>
              <a:buSzPct val="60000"/>
              <a:buFont typeface="Wingdings" charset="2"/>
              <a:buChar char=""/>
            </a:pPr>
            <a:r>
              <a:rPr b="1" i="1" lang="en-IN" sz="2400" spc="-1" strike="noStrike">
                <a:solidFill>
                  <a:srgbClr val="602c05"/>
                </a:solidFill>
                <a:latin typeface="黑体"/>
                <a:ea typeface="黑体"/>
              </a:rPr>
              <a:t>wget "https://github.com/docker/compose/releases/download/1.24.0/docker-compose-$(uname -s)-$(uname -m)" -o /usr/local/bin/docker-compose</a:t>
            </a:r>
            <a:endParaRPr b="0" lang="en-IN" sz="2400" spc="-1" strike="noStrike">
              <a:solidFill>
                <a:srgbClr val="602c05"/>
              </a:solidFill>
              <a:latin typeface="黑体"/>
            </a:endParaRPr>
          </a:p>
          <a:p>
            <a:pPr>
              <a:lnSpc>
                <a:spcPct val="110000"/>
              </a:lnSpc>
              <a:spcBef>
                <a:spcPts val="1800"/>
              </a:spcBef>
            </a:pPr>
            <a:endParaRPr b="0" lang="en-IN" sz="2400" spc="-1" strike="noStrike">
              <a:solidFill>
                <a:srgbClr val="602c05"/>
              </a:solidFill>
              <a:latin typeface="黑体"/>
            </a:endParaRPr>
          </a:p>
          <a:p>
            <a:pPr marL="357480" indent="-357120">
              <a:lnSpc>
                <a:spcPct val="110000"/>
              </a:lnSpc>
              <a:spcBef>
                <a:spcPts val="1800"/>
              </a:spcBef>
              <a:buClr>
                <a:srgbClr val="c1580a"/>
              </a:buClr>
              <a:buSzPct val="60000"/>
              <a:buFont typeface="Wingdings" charset="2"/>
              <a:buChar char=""/>
            </a:pPr>
            <a:r>
              <a:rPr b="1" i="1" lang="en-IN" sz="2400" spc="-1" strike="noStrike">
                <a:solidFill>
                  <a:srgbClr val="602c05"/>
                </a:solidFill>
                <a:latin typeface="黑体"/>
                <a:ea typeface="黑体"/>
              </a:rPr>
              <a:t>chmod u+x /usr/local/bin/docker-compose </a:t>
            </a:r>
            <a:endParaRPr b="0" lang="en-IN" sz="2400" spc="-1" strike="noStrike">
              <a:solidFill>
                <a:srgbClr val="602c05"/>
              </a:solidFill>
              <a:latin typeface="黑体"/>
            </a:endParaRPr>
          </a:p>
          <a:p>
            <a:pPr>
              <a:lnSpc>
                <a:spcPct val="110000"/>
              </a:lnSpc>
              <a:spcBef>
                <a:spcPts val="1800"/>
              </a:spcBef>
            </a:pPr>
            <a:endParaRPr b="0" lang="en-IN" sz="2400" spc="-1" strike="noStrike">
              <a:solidFill>
                <a:srgbClr val="602c05"/>
              </a:solidFill>
              <a:latin typeface="黑体"/>
            </a:endParaRPr>
          </a:p>
          <a:p>
            <a:pPr marL="357480" indent="-357120">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now check if docker-compose is running correctly by using </a:t>
            </a:r>
            <a:r>
              <a:rPr b="1" i="1" lang="en-IN" sz="2400" spc="-1" strike="noStrike">
                <a:solidFill>
                  <a:srgbClr val="602c05"/>
                </a:solidFill>
                <a:latin typeface="黑体"/>
                <a:ea typeface="黑体"/>
              </a:rPr>
              <a:t>docker-compose -v</a:t>
            </a:r>
            <a:r>
              <a:rPr b="0" lang="en-IN" sz="2400" spc="-1" strike="noStrike">
                <a:solidFill>
                  <a:srgbClr val="602c05"/>
                </a:solidFill>
                <a:latin typeface="黑体"/>
                <a:ea typeface="黑体"/>
              </a:rPr>
              <a:t> command.</a:t>
            </a:r>
            <a:endParaRPr b="0" lang="en-IN" sz="2400" spc="-1" strike="noStrike">
              <a:solidFill>
                <a:srgbClr val="602c05"/>
              </a:solidFill>
              <a:latin typeface="黑体"/>
            </a:endParaRPr>
          </a:p>
          <a:p>
            <a:pPr>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68" name="CustomShape 2"/>
          <p:cNvSpPr/>
          <p:nvPr/>
        </p:nvSpPr>
        <p:spPr>
          <a:xfrm>
            <a:off x="339840" y="1004040"/>
            <a:ext cx="8370720" cy="1040760"/>
          </a:xfrm>
          <a:prstGeom prst="rect">
            <a:avLst/>
          </a:prstGeom>
          <a:noFill/>
          <a:ln w="0">
            <a:noFill/>
          </a:ln>
        </p:spPr>
        <p:style>
          <a:lnRef idx="0"/>
          <a:fillRef idx="0"/>
          <a:effectRef idx="0"/>
          <a:fontRef idx="minor"/>
        </p:style>
        <p:txBody>
          <a:bodyPr lIns="90000" rIns="90000" tIns="45000" bIns="45000">
            <a:spAutoFit/>
          </a:bodyPr>
          <a:p>
            <a:pPr>
              <a:lnSpc>
                <a:spcPct val="130000"/>
              </a:lnSpc>
              <a:tabLst>
                <a:tab algn="l" pos="0"/>
              </a:tabLst>
            </a:pPr>
            <a:r>
              <a:rPr b="0" lang="en-US" sz="2400" spc="-1" strike="noStrike">
                <a:solidFill>
                  <a:srgbClr val="47494b"/>
                </a:solidFill>
                <a:latin typeface="Arial"/>
                <a:ea typeface="Microsoft YaHei"/>
              </a:rPr>
              <a:t>This table shows which Compose file versions support</a:t>
            </a:r>
            <a:endParaRPr b="0" lang="en-IN" sz="2400" spc="-1" strike="noStrike">
              <a:latin typeface="Arial"/>
            </a:endParaRPr>
          </a:p>
          <a:p>
            <a:pPr>
              <a:lnSpc>
                <a:spcPct val="130000"/>
              </a:lnSpc>
              <a:tabLst>
                <a:tab algn="l" pos="0"/>
              </a:tabLst>
            </a:pPr>
            <a:r>
              <a:rPr b="0" lang="en-US" sz="2400" spc="-1" strike="noStrike">
                <a:solidFill>
                  <a:srgbClr val="47494b"/>
                </a:solidFill>
                <a:latin typeface="Arial"/>
                <a:ea typeface="Microsoft YaHei"/>
              </a:rPr>
              <a:t> </a:t>
            </a:r>
            <a:r>
              <a:rPr b="0" lang="en-US" sz="2400" spc="-1" strike="noStrike">
                <a:solidFill>
                  <a:srgbClr val="47494b"/>
                </a:solidFill>
                <a:latin typeface="Arial"/>
                <a:ea typeface="Microsoft YaHei"/>
              </a:rPr>
              <a:t>specific Docker releases.</a:t>
            </a:r>
            <a:endParaRPr b="0" lang="en-IN" sz="2400" spc="-1" strike="noStrike">
              <a:latin typeface="Arial"/>
            </a:endParaRPr>
          </a:p>
        </p:txBody>
      </p:sp>
      <p:pic>
        <p:nvPicPr>
          <p:cNvPr id="469" name="" descr=""/>
          <p:cNvPicPr/>
          <p:nvPr/>
        </p:nvPicPr>
        <p:blipFill>
          <a:blip r:embed="rId1"/>
          <a:stretch/>
        </p:blipFill>
        <p:spPr>
          <a:xfrm>
            <a:off x="718920" y="2053440"/>
            <a:ext cx="7429680" cy="461376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71" name="TextShape 2"/>
          <p:cNvSpPr txBox="1"/>
          <p:nvPr/>
        </p:nvSpPr>
        <p:spPr>
          <a:xfrm>
            <a:off x="340200" y="12445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Create a simple docker-compose.yml file</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Add following contents to it. </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pic>
        <p:nvPicPr>
          <p:cNvPr id="472" name="" descr=""/>
          <p:cNvPicPr/>
          <p:nvPr/>
        </p:nvPicPr>
        <p:blipFill>
          <a:blip r:embed="rId1"/>
          <a:stretch/>
        </p:blipFill>
        <p:spPr>
          <a:xfrm>
            <a:off x="1996560" y="1915920"/>
            <a:ext cx="5299560" cy="532800"/>
          </a:xfrm>
          <a:prstGeom prst="rect">
            <a:avLst/>
          </a:prstGeom>
          <a:ln w="0">
            <a:noFill/>
          </a:ln>
        </p:spPr>
      </p:pic>
      <p:pic>
        <p:nvPicPr>
          <p:cNvPr id="473" name="" descr=""/>
          <p:cNvPicPr/>
          <p:nvPr/>
        </p:nvPicPr>
        <p:blipFill>
          <a:blip r:embed="rId2"/>
          <a:stretch/>
        </p:blipFill>
        <p:spPr>
          <a:xfrm>
            <a:off x="1996560" y="3314880"/>
            <a:ext cx="5299200" cy="2862720"/>
          </a:xfrm>
          <a:prstGeom prst="rect">
            <a:avLst/>
          </a:prstGeom>
          <a:ln w="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75" name="TextShape 2"/>
          <p:cNvSpPr txBox="1"/>
          <p:nvPr/>
        </p:nvSpPr>
        <p:spPr>
          <a:xfrm>
            <a:off x="339840" y="962640"/>
            <a:ext cx="837072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Check the syntax of the docker-compose file with the following command. The specing and indentation is important in the file. </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command will display message if there are any errors in the file.</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pic>
        <p:nvPicPr>
          <p:cNvPr id="476" name="" descr=""/>
          <p:cNvPicPr/>
          <p:nvPr/>
        </p:nvPicPr>
        <p:blipFill>
          <a:blip r:embed="rId1"/>
          <a:stretch/>
        </p:blipFill>
        <p:spPr>
          <a:xfrm>
            <a:off x="1967760" y="2418120"/>
            <a:ext cx="5114160" cy="290448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78" name="TextShape 2"/>
          <p:cNvSpPr txBox="1"/>
          <p:nvPr/>
        </p:nvSpPr>
        <p:spPr>
          <a:xfrm>
            <a:off x="340200" y="12445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If there are no errorsen you can use </a:t>
            </a:r>
            <a:endParaRPr b="0" lang="en-IN" sz="2400" spc="-1" strike="noStrike">
              <a:solidFill>
                <a:srgbClr val="602c05"/>
              </a:solidFill>
              <a:latin typeface="黑体"/>
            </a:endParaRPr>
          </a:p>
          <a:p>
            <a:pPr algn="just">
              <a:lnSpc>
                <a:spcPct val="110000"/>
              </a:lnSpc>
              <a:spcBef>
                <a:spcPts val="1800"/>
              </a:spcBef>
              <a:tabLst>
                <a:tab algn="l" pos="0"/>
              </a:tabLst>
            </a:pPr>
            <a:r>
              <a:rPr b="0" lang="en-IN" sz="2400" spc="-1" strike="noStrike">
                <a:solidFill>
                  <a:srgbClr val="602c05"/>
                </a:solidFill>
                <a:latin typeface="黑体"/>
                <a:ea typeface="黑体"/>
              </a:rPr>
              <a:t>   </a:t>
            </a:r>
            <a:r>
              <a:rPr b="1" i="1" lang="en-IN" sz="2400" spc="-1" strike="noStrike">
                <a:solidFill>
                  <a:srgbClr val="602c05"/>
                </a:solidFill>
                <a:latin typeface="黑体"/>
                <a:ea typeface="黑体"/>
              </a:rPr>
              <a:t>docker-compose up</a:t>
            </a:r>
            <a:r>
              <a:rPr b="0" lang="en-IN" sz="2400" spc="-1" strike="noStrike">
                <a:solidFill>
                  <a:srgbClr val="602c05"/>
                </a:solidFill>
                <a:latin typeface="黑体"/>
                <a:ea typeface="黑体"/>
              </a:rPr>
              <a:t> command to start the containers.</a:t>
            </a:r>
            <a:endParaRPr b="0" lang="en-IN" sz="2400" spc="-1" strike="noStrike">
              <a:solidFill>
                <a:srgbClr val="602c05"/>
              </a:solidFill>
              <a:latin typeface="黑体"/>
            </a:endParaRPr>
          </a:p>
        </p:txBody>
      </p:sp>
      <p:pic>
        <p:nvPicPr>
          <p:cNvPr id="479" name="" descr=""/>
          <p:cNvPicPr/>
          <p:nvPr/>
        </p:nvPicPr>
        <p:blipFill>
          <a:blip r:embed="rId1"/>
          <a:stretch/>
        </p:blipFill>
        <p:spPr>
          <a:xfrm>
            <a:off x="987480" y="2661840"/>
            <a:ext cx="7532280" cy="366336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81" name="TextShape 2"/>
          <p:cNvSpPr txBox="1"/>
          <p:nvPr/>
        </p:nvSpPr>
        <p:spPr>
          <a:xfrm>
            <a:off x="444960" y="1244520"/>
            <a:ext cx="826416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Once docker-compose pulls all the images it will start the containers using these images and map ports as specified in the docker-compose file.</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pic>
        <p:nvPicPr>
          <p:cNvPr id="482" name="" descr=""/>
          <p:cNvPicPr/>
          <p:nvPr/>
        </p:nvPicPr>
        <p:blipFill>
          <a:blip r:embed="rId1"/>
          <a:stretch/>
        </p:blipFill>
        <p:spPr>
          <a:xfrm>
            <a:off x="953280" y="2630880"/>
            <a:ext cx="7445880" cy="354636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84" name="TextShape 2"/>
          <p:cNvSpPr txBox="1"/>
          <p:nvPr/>
        </p:nvSpPr>
        <p:spPr>
          <a:xfrm>
            <a:off x="444960" y="1244520"/>
            <a:ext cx="826416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Now open the browser on the machine and check port 8000 and 8100.</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pic>
        <p:nvPicPr>
          <p:cNvPr id="485" name="" descr=""/>
          <p:cNvPicPr/>
          <p:nvPr/>
        </p:nvPicPr>
        <p:blipFill>
          <a:blip r:embed="rId1"/>
          <a:stretch/>
        </p:blipFill>
        <p:spPr>
          <a:xfrm>
            <a:off x="444960" y="2319480"/>
            <a:ext cx="4104720" cy="3349080"/>
          </a:xfrm>
          <a:prstGeom prst="rect">
            <a:avLst/>
          </a:prstGeom>
          <a:ln w="0">
            <a:noFill/>
          </a:ln>
        </p:spPr>
      </p:pic>
      <p:pic>
        <p:nvPicPr>
          <p:cNvPr id="486" name="" descr=""/>
          <p:cNvPicPr/>
          <p:nvPr/>
        </p:nvPicPr>
        <p:blipFill>
          <a:blip r:embed="rId2"/>
          <a:stretch/>
        </p:blipFill>
        <p:spPr>
          <a:xfrm>
            <a:off x="4779000" y="2319480"/>
            <a:ext cx="4025880" cy="3349800"/>
          </a:xfrm>
          <a:prstGeom prst="rect">
            <a:avLst/>
          </a:prstGeom>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88" name="TextShape 2"/>
          <p:cNvSpPr txBox="1"/>
          <p:nvPr/>
        </p:nvSpPr>
        <p:spPr>
          <a:xfrm>
            <a:off x="444960" y="1244520"/>
            <a:ext cx="826416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docker ps command will display the running containers created by docker-compose.</a:t>
            </a:r>
            <a:endParaRPr b="0" lang="en-IN" sz="2400" spc="-1" strike="noStrike">
              <a:solidFill>
                <a:srgbClr val="602c05"/>
              </a:solidFill>
              <a:latin typeface="黑体"/>
            </a:endParaRPr>
          </a:p>
        </p:txBody>
      </p:sp>
      <p:pic>
        <p:nvPicPr>
          <p:cNvPr id="489" name="" descr=""/>
          <p:cNvPicPr/>
          <p:nvPr/>
        </p:nvPicPr>
        <p:blipFill>
          <a:blip r:embed="rId1"/>
          <a:stretch/>
        </p:blipFill>
        <p:spPr>
          <a:xfrm>
            <a:off x="1076400" y="2392560"/>
            <a:ext cx="6927840" cy="3213720"/>
          </a:xfrm>
          <a:prstGeom prst="rect">
            <a:avLst/>
          </a:prstGeom>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Compose</a:t>
            </a:r>
            <a:endParaRPr b="0" lang="en-IN" sz="3200" spc="-1" strike="noStrike">
              <a:solidFill>
                <a:srgbClr val="47494b"/>
              </a:solidFill>
              <a:latin typeface="Calibri"/>
            </a:endParaRPr>
          </a:p>
        </p:txBody>
      </p:sp>
      <p:sp>
        <p:nvSpPr>
          <p:cNvPr id="491" name="TextShape 2"/>
          <p:cNvSpPr txBox="1"/>
          <p:nvPr/>
        </p:nvSpPr>
        <p:spPr>
          <a:xfrm>
            <a:off x="444960" y="1244520"/>
            <a:ext cx="826416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You can stop all the containers with just one command ----- docker-compose down</a:t>
            </a:r>
            <a:endParaRPr b="0" lang="en-IN" sz="2400" spc="-1" strike="noStrike">
              <a:solidFill>
                <a:srgbClr val="602c05"/>
              </a:solidFill>
              <a:latin typeface="黑体"/>
            </a:endParaRPr>
          </a:p>
        </p:txBody>
      </p:sp>
      <p:pic>
        <p:nvPicPr>
          <p:cNvPr id="492" name="" descr=""/>
          <p:cNvPicPr/>
          <p:nvPr/>
        </p:nvPicPr>
        <p:blipFill>
          <a:blip r:embed="rId1"/>
          <a:stretch/>
        </p:blipFill>
        <p:spPr>
          <a:xfrm>
            <a:off x="1383840" y="2635920"/>
            <a:ext cx="6114960" cy="259380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Create Internal Docker Registry</a:t>
            </a:r>
            <a:endParaRPr b="0" lang="en-IN" sz="3200" spc="-1" strike="noStrike">
              <a:solidFill>
                <a:srgbClr val="47494b"/>
              </a:solidFill>
              <a:latin typeface="Calibri"/>
            </a:endParaRPr>
          </a:p>
        </p:txBody>
      </p:sp>
      <p:pic>
        <p:nvPicPr>
          <p:cNvPr id="494" name="Content Placeholder 2" descr="images"/>
          <p:cNvPicPr/>
          <p:nvPr/>
        </p:nvPicPr>
        <p:blipFill>
          <a:blip r:embed="rId1"/>
          <a:stretch/>
        </p:blipFill>
        <p:spPr>
          <a:xfrm>
            <a:off x="1587960" y="1797840"/>
            <a:ext cx="5376240" cy="4257360"/>
          </a:xfrm>
          <a:prstGeom prst="rect">
            <a:avLst/>
          </a:prstGeom>
          <a:ln w="9525">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496" name="TextShape 2"/>
          <p:cNvSpPr txBox="1"/>
          <p:nvPr/>
        </p:nvSpPr>
        <p:spPr>
          <a:xfrm>
            <a:off x="339840" y="1004040"/>
            <a:ext cx="8361360" cy="54651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images required for docker applications are stored in a Docker registry.</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Docker hub is the default registry for the Docker.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Thus you need to have the images stored on the Docker Hub.</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Docker Hub allows you to have  any number of public repositories, but allows only 1 private repository.</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But for security and confidentiality reasons an organization may not want to put images on a registry that is open to internet.</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498"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For such organizations Docker allows to build their own internal repository, which can be used to store Docker images.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 </a:t>
            </a:r>
            <a:r>
              <a:rPr b="0" lang="en-IN" sz="2400" spc="-1" strike="noStrike">
                <a:solidFill>
                  <a:srgbClr val="602c05"/>
                </a:solidFill>
                <a:latin typeface="黑体"/>
                <a:ea typeface="黑体"/>
              </a:rPr>
              <a:t>The internal repository also runs as a Docker container.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internal repository can use HTTP or HTTPS.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Even though it is an internal repository, it is recommended to use HTTPS for better security.</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following steps help you build a secure HTTPS registry.</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500" name="TextShape 2"/>
          <p:cNvSpPr txBox="1"/>
          <p:nvPr/>
        </p:nvSpPr>
        <p:spPr>
          <a:xfrm>
            <a:off x="339840" y="1031760"/>
            <a:ext cx="8361360" cy="530172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Generate a self-signed certificate that will be used to secure the internal registry.</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Create a directory and create certificate within it.(All steps require root or sudo privileges)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mkdir /registry/certs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cd /registry/certs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openssl req  -newkey rsa:4096 -nodes -sha256 -keyout domain.key  -x509 -days 365 -out domain.crt</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Be sure to use the name registrydomain.com as a CN.</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502" name="TextShape 2"/>
          <p:cNvSpPr txBox="1"/>
          <p:nvPr/>
        </p:nvSpPr>
        <p:spPr>
          <a:xfrm>
            <a:off x="217800" y="1139760"/>
            <a:ext cx="849276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mkdir -p registry/images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Now give the following command to start your internal Docker registry.</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run -d --restart=always --name registry      -v /registry/certs:/certs                            -e  REGISTRY_HTTP_ADDR=0.0.0.0:443                  -e REGISTRY_HTTP_TLS_CERTIFICATE=/certs/domain.crt  -e REGISTRY_HTTP_TLS_KEY=/certs/domain.key           -v /registry/images:/var/lib/registry                -p 443:443   registry:2. </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504" name="TextShape 2"/>
          <p:cNvSpPr txBox="1"/>
          <p:nvPr/>
        </p:nvSpPr>
        <p:spPr>
          <a:xfrm>
            <a:off x="339840" y="1139760"/>
            <a:ext cx="8591760" cy="5194080"/>
          </a:xfrm>
          <a:prstGeom prst="rect">
            <a:avLst/>
          </a:prstGeom>
          <a:noFill/>
          <a:ln w="9360">
            <a:noFill/>
          </a:ln>
        </p:spPr>
        <p:txBody>
          <a:bodyPr lIns="90000" rIns="90000" tIns="45000" bIns="45000">
            <a:noAutofit/>
          </a:bodyPr>
          <a:p>
            <a:pPr marL="357480" indent="-357120">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Test the registry.</a:t>
            </a:r>
            <a:endParaRPr b="0" lang="en-IN" sz="2400" spc="-1" strike="noStrike">
              <a:solidFill>
                <a:srgbClr val="602c05"/>
              </a:solidFill>
              <a:latin typeface="黑体"/>
            </a:endParaRPr>
          </a:p>
          <a:p>
            <a:pPr marL="357480" indent="-357120">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pull ubuntu:16.04</a:t>
            </a:r>
            <a:endParaRPr b="0" lang="en-IN" sz="2400" spc="-1" strike="noStrike">
              <a:solidFill>
                <a:srgbClr val="602c05"/>
              </a:solidFill>
              <a:latin typeface="黑体"/>
            </a:endParaRPr>
          </a:p>
          <a:p>
            <a:pPr marL="357480" indent="-357120">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tag ubuntu:16.04 registrydomain.com/my-ubuntu</a:t>
            </a:r>
            <a:endParaRPr b="0" lang="en-IN" sz="2400" spc="-1" strike="noStrike">
              <a:solidFill>
                <a:srgbClr val="602c05"/>
              </a:solidFill>
              <a:latin typeface="黑体"/>
            </a:endParaRPr>
          </a:p>
          <a:p>
            <a:pPr marL="357480" indent="-357120">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push registrydomain.com/my-ubuntu</a:t>
            </a:r>
            <a:endParaRPr b="0" lang="en-IN" sz="2400" spc="-1" strike="noStrike">
              <a:solidFill>
                <a:srgbClr val="602c05"/>
              </a:solidFill>
              <a:latin typeface="黑体"/>
            </a:endParaRPr>
          </a:p>
          <a:p>
            <a:pPr marL="357480" indent="-357120">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Instruct every Docker daemon to trust that certificate. </a:t>
            </a:r>
            <a:endParaRPr b="0" lang="en-IN" sz="2400" spc="-1" strike="noStrike">
              <a:solidFill>
                <a:srgbClr val="602c05"/>
              </a:solidFill>
              <a:latin typeface="黑体"/>
            </a:endParaRPr>
          </a:p>
          <a:p>
            <a:pPr marL="357480" indent="-357120">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Linux OS: Copy the domain.crt file to /etc/docker/certs.d/registrydomain.com:443/domain.crt on every Docker host. </a:t>
            </a:r>
            <a:endParaRPr b="0" lang="en-IN" sz="2400" spc="-1" strike="noStrike">
              <a:solidFill>
                <a:srgbClr val="602c05"/>
              </a:solidFill>
              <a:latin typeface="黑体"/>
            </a:endParaRPr>
          </a:p>
          <a:p>
            <a:pPr marL="357480" indent="-357120">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You do not need to restart Docker.</a:t>
            </a:r>
            <a:endParaRPr b="0" lang="en-IN" sz="2400" spc="-1" strike="noStrike">
              <a:solidFill>
                <a:srgbClr val="602c05"/>
              </a:solidFill>
              <a:latin typeface="黑体"/>
            </a:endParaRPr>
          </a:p>
          <a:p>
            <a:pPr>
              <a:lnSpc>
                <a:spcPct val="110000"/>
              </a:lnSpc>
              <a:spcBef>
                <a:spcPts val="1800"/>
              </a:spcBef>
            </a:pPr>
            <a:endParaRPr b="0" lang="en-IN" sz="2400" spc="-1" strike="noStrike">
              <a:solidFill>
                <a:srgbClr val="602c05"/>
              </a:solidFill>
              <a:latin typeface="黑体"/>
            </a:endParaRPr>
          </a:p>
          <a:p>
            <a:pPr>
              <a:lnSpc>
                <a:spcPct val="110000"/>
              </a:lnSpc>
              <a:spcBef>
                <a:spcPts val="1800"/>
              </a:spcBef>
            </a:pPr>
            <a:endParaRPr b="0" lang="en-IN" sz="2400" spc="-1" strike="noStrike">
              <a:solidFill>
                <a:srgbClr val="602c05"/>
              </a:solidFill>
              <a:latin typeface="黑体"/>
            </a:endParaRPr>
          </a:p>
          <a:p>
            <a:pPr>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5"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506"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Congure basic authentication for the internal repository.</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Create a directory to store htpasswd file.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mkdir /registry/auth</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cd /registry/auth</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yum install httpd-tools -y</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htpasswd -cB htpasswd user1</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Enter password for user1 at the prompt.</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508" name="TextShape 2"/>
          <p:cNvSpPr txBox="1"/>
          <p:nvPr/>
        </p:nvSpPr>
        <p:spPr>
          <a:xfrm>
            <a:off x="339840" y="906120"/>
            <a:ext cx="8361360" cy="542772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Congure basic authentication for the internal repository.</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stop registry </a:t>
            </a:r>
            <a:r>
              <a:rPr b="0" lang="en-IN" sz="2400" spc="-1" strike="noStrike">
                <a:solidFill>
                  <a:srgbClr val="602c05"/>
                </a:solidFill>
                <a:latin typeface="黑体"/>
                <a:ea typeface="黑体"/>
              </a:rPr>
              <a:t>(earlier running container)</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rm registry</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Then give following command to start registry container.</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510" name="TextShape 2"/>
          <p:cNvSpPr txBox="1"/>
          <p:nvPr/>
        </p:nvSpPr>
        <p:spPr>
          <a:xfrm>
            <a:off x="339840" y="906120"/>
            <a:ext cx="8370720" cy="542772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Congure basic authentication for the internal repository.</a:t>
            </a:r>
            <a:endParaRPr b="0" lang="en-IN" sz="2400" spc="-1" strike="noStrike">
              <a:solidFill>
                <a:srgbClr val="602c05"/>
              </a:solidFill>
              <a:latin typeface="黑体"/>
            </a:endParaRPr>
          </a:p>
          <a:p>
            <a:pPr marL="357480" indent="-357120">
              <a:lnSpc>
                <a:spcPct val="10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run -d --restart=always --name registry      -v /registry/certs:/certs                                     -v /registry/auth:/auth                           -e “REGISTRY_AUTH=htpasswd”                     -e “REGISTRY_HTPASSWD_AUTH_REALM=registry-realm” -e  REGISTRY_AUTH_HTPASSWD_PATH=/auth/htpasswd                          -e  REGISTRY_HTTP_ADDR=0.0.0.0:443                  -e REGISTRY_HTTP_TLS_CERTIFICATE=/certs/domain.crt  -e REGISTRY_HTTP_TLS_KEY=/certs/domain.key           -v /registry/images:/var/lib/registry                -p 443:443   registry:2. </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Internal Docker Registry</a:t>
            </a:r>
            <a:endParaRPr b="0" lang="en-IN" sz="3200" spc="-1" strike="noStrike">
              <a:solidFill>
                <a:srgbClr val="47494b"/>
              </a:solidFill>
              <a:latin typeface="Calibri"/>
            </a:endParaRPr>
          </a:p>
        </p:txBody>
      </p:sp>
      <p:sp>
        <p:nvSpPr>
          <p:cNvPr id="512" name="TextShape 2"/>
          <p:cNvSpPr txBox="1"/>
          <p:nvPr/>
        </p:nvSpPr>
        <p:spPr>
          <a:xfrm>
            <a:off x="339840" y="906120"/>
            <a:ext cx="8361360" cy="542772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Congure basic authentication for the internal repository.</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Now if you try to push an image to your local docker registry it will give authentication error.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Login to the registry using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docker login registrydomain.com:443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Once you provide username and password then you can push the image to the registry.</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pic>
        <p:nvPicPr>
          <p:cNvPr id="514" name="Content Placeholder 6" descr="0 Hl-1BN46JLiTh8UM"/>
          <p:cNvPicPr/>
          <p:nvPr/>
        </p:nvPicPr>
        <p:blipFill>
          <a:blip r:embed="rId1"/>
          <a:stretch/>
        </p:blipFill>
        <p:spPr>
          <a:xfrm>
            <a:off x="1141200" y="1139760"/>
            <a:ext cx="6611760" cy="5194080"/>
          </a:xfrm>
          <a:prstGeom prst="rect">
            <a:avLst/>
          </a:prstGeom>
          <a:ln w="9525">
            <a:noFill/>
          </a:ln>
        </p:spPr>
      </p:pic>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16"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Docker Swarm is a tool that provides clustering and scheduling facilities to docker containers.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A swarm is a group of machines that are running Docker and joined into a cluster.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Once swarm cluster is created, you continue to run the Docker commands you’re used to, but now they are executed on a cluster by a </a:t>
            </a:r>
            <a:r>
              <a:rPr b="1" lang="en-IN" sz="2400" spc="-1" strike="noStrike">
                <a:solidFill>
                  <a:srgbClr val="602c05"/>
                </a:solidFill>
                <a:latin typeface="黑体"/>
                <a:ea typeface="黑体"/>
              </a:rPr>
              <a:t>swarm manager</a:t>
            </a:r>
            <a:r>
              <a:rPr b="0" lang="en-IN" sz="2400" spc="-1" strike="noStrike">
                <a:solidFill>
                  <a:srgbClr val="602c05"/>
                </a:solidFill>
                <a:latin typeface="黑体"/>
                <a:ea typeface="黑体"/>
              </a:rPr>
              <a:t>.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machines in a swarm can be physical or virtual.</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After joining a swarm, they are referred to as </a:t>
            </a:r>
            <a:r>
              <a:rPr b="1" lang="en-IN" sz="2400" spc="-1" strike="noStrike">
                <a:solidFill>
                  <a:srgbClr val="602c05"/>
                </a:solidFill>
                <a:latin typeface="黑体"/>
                <a:ea typeface="黑体"/>
              </a:rPr>
              <a:t>nodes</a:t>
            </a:r>
            <a:r>
              <a:rPr b="0" lang="en-IN" sz="2400" spc="-1" strike="noStrike">
                <a:solidFill>
                  <a:srgbClr val="602c05"/>
                </a:solidFill>
                <a:latin typeface="黑体"/>
                <a:ea typeface="黑体"/>
              </a:rPr>
              <a:t>. </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18"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When you had to run hundreds of containers, managing them becomes difficult.</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If these containers run on separate machines (distributed mode), then their management becomes more difficult.</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Thus running them on a cluster makes the management easy.</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Following are the advantages of using swarm cluster.</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20" name="TextShape 2"/>
          <p:cNvSpPr txBox="1"/>
          <p:nvPr/>
        </p:nvSpPr>
        <p:spPr>
          <a:xfrm>
            <a:off x="339840" y="100728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Easily perform health Checks on the Containers,</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Launching a fixed set of Containers for a particular Docker image.</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Scaling the number of Containers up and down depending on the load </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Performing rolling update of software across containers</a:t>
            </a:r>
            <a:endParaRPr b="0" lang="en-IN" sz="2600" spc="-1" strike="noStrike">
              <a:solidFill>
                <a:srgbClr val="602c05"/>
              </a:solidFill>
              <a:latin typeface="黑体"/>
            </a:endParaRPr>
          </a:p>
          <a:p>
            <a:pPr algn="just">
              <a:lnSpc>
                <a:spcPct val="110000"/>
              </a:lnSpc>
              <a:spcBef>
                <a:spcPts val="1800"/>
              </a:spcBef>
            </a:pP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22" name="TextShape 2"/>
          <p:cNvSpPr txBox="1"/>
          <p:nvPr/>
        </p:nvSpPr>
        <p:spPr>
          <a:xfrm>
            <a:off x="339840" y="1019880"/>
            <a:ext cx="8361360" cy="53139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Swarm managers</a:t>
            </a:r>
            <a:r>
              <a:rPr b="0" lang="en-IN" sz="2400" spc="-1" strike="noStrike">
                <a:solidFill>
                  <a:srgbClr val="602c05"/>
                </a:solidFill>
                <a:latin typeface="黑体"/>
                <a:ea typeface="黑体"/>
              </a:rPr>
              <a:t> can use several strategies to run containers, such as “emptiest node” -- which fills the least utilized machines with containers. Or “global”, which ensures that each machine gets exactly one instance of the specified container.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You instruct the swarm manager to use these strategies in the Compose file.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Swarm managers are the only machines in a swarm that can execute your commands, or authorize other machines to join the swarm as workers. </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24" name="TextShape 2"/>
          <p:cNvSpPr txBox="1"/>
          <p:nvPr/>
        </p:nvSpPr>
        <p:spPr>
          <a:xfrm>
            <a:off x="340200" y="12445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Manager nodes handle cluster management tasks:</a:t>
            </a:r>
            <a:endParaRPr b="0" lang="en-IN" sz="2400" spc="-1" strike="noStrike">
              <a:solidFill>
                <a:srgbClr val="602c05"/>
              </a:solidFill>
              <a:latin typeface="黑体"/>
            </a:endParaRPr>
          </a:p>
          <a:p>
            <a:pPr algn="just">
              <a:lnSpc>
                <a:spcPct val="110000"/>
              </a:lnSpc>
              <a:spcBef>
                <a:spcPts val="1800"/>
              </a:spcBef>
              <a:tabLst>
                <a:tab algn="l" pos="0"/>
              </a:tabLst>
            </a:pPr>
            <a:r>
              <a:rPr b="0" lang="en-IN" sz="2400" spc="-1" strike="noStrike">
                <a:solidFill>
                  <a:srgbClr val="602c05"/>
                </a:solidFill>
                <a:latin typeface="黑体"/>
                <a:ea typeface="黑体"/>
              </a:rPr>
              <a:t>	</a:t>
            </a:r>
            <a:r>
              <a:rPr b="0" lang="en-IN" sz="2400" spc="-1" strike="noStrike">
                <a:solidFill>
                  <a:srgbClr val="602c05"/>
                </a:solidFill>
                <a:latin typeface="黑体"/>
                <a:ea typeface="黑体"/>
              </a:rPr>
              <a:t> </a:t>
            </a:r>
            <a:r>
              <a:rPr b="0" lang="en-IN" sz="2400" spc="-1" strike="noStrike">
                <a:solidFill>
                  <a:srgbClr val="602c05"/>
                </a:solidFill>
                <a:latin typeface="黑体"/>
                <a:ea typeface="黑体"/>
              </a:rPr>
              <a:t>maintaining cluster state</a:t>
            </a:r>
            <a:endParaRPr b="0" lang="en-IN" sz="2400" spc="-1" strike="noStrike">
              <a:solidFill>
                <a:srgbClr val="602c05"/>
              </a:solidFill>
              <a:latin typeface="黑体"/>
            </a:endParaRPr>
          </a:p>
          <a:p>
            <a:pPr algn="just">
              <a:lnSpc>
                <a:spcPct val="110000"/>
              </a:lnSpc>
              <a:spcBef>
                <a:spcPts val="1800"/>
              </a:spcBef>
              <a:tabLst>
                <a:tab algn="l" pos="0"/>
              </a:tabLst>
            </a:pPr>
            <a:r>
              <a:rPr b="0" lang="en-IN" sz="2400" spc="-1" strike="noStrike">
                <a:solidFill>
                  <a:srgbClr val="602c05"/>
                </a:solidFill>
                <a:latin typeface="黑体"/>
                <a:ea typeface="黑体"/>
              </a:rPr>
              <a:t>	</a:t>
            </a:r>
            <a:r>
              <a:rPr b="0" lang="en-IN" sz="2400" spc="-1" strike="noStrike">
                <a:solidFill>
                  <a:srgbClr val="602c05"/>
                </a:solidFill>
                <a:latin typeface="黑体"/>
                <a:ea typeface="黑体"/>
              </a:rPr>
              <a:t> </a:t>
            </a:r>
            <a:r>
              <a:rPr b="0" lang="en-IN" sz="2400" spc="-1" strike="noStrike">
                <a:solidFill>
                  <a:srgbClr val="602c05"/>
                </a:solidFill>
                <a:latin typeface="黑体"/>
                <a:ea typeface="黑体"/>
              </a:rPr>
              <a:t>scheduling services</a:t>
            </a:r>
            <a:endParaRPr b="0" lang="en-IN" sz="2400" spc="-1" strike="noStrike">
              <a:solidFill>
                <a:srgbClr val="602c05"/>
              </a:solidFill>
              <a:latin typeface="黑体"/>
            </a:endParaRPr>
          </a:p>
          <a:p>
            <a:pPr algn="just">
              <a:lnSpc>
                <a:spcPct val="110000"/>
              </a:lnSpc>
              <a:spcBef>
                <a:spcPts val="1800"/>
              </a:spcBef>
              <a:tabLst>
                <a:tab algn="l" pos="0"/>
              </a:tabLst>
            </a:pPr>
            <a:r>
              <a:rPr b="0" lang="en-IN" sz="2400" spc="-1" strike="noStrike">
                <a:solidFill>
                  <a:srgbClr val="602c05"/>
                </a:solidFill>
                <a:latin typeface="黑体"/>
                <a:ea typeface="黑体"/>
              </a:rPr>
              <a:t>	</a:t>
            </a:r>
            <a:r>
              <a:rPr b="0" lang="en-IN" sz="2400" spc="-1" strike="noStrike">
                <a:solidFill>
                  <a:srgbClr val="602c05"/>
                </a:solidFill>
                <a:latin typeface="黑体"/>
                <a:ea typeface="黑体"/>
              </a:rPr>
              <a:t> </a:t>
            </a:r>
            <a:r>
              <a:rPr b="0" lang="en-IN" sz="2400" spc="-1" strike="noStrike">
                <a:solidFill>
                  <a:srgbClr val="602c05"/>
                </a:solidFill>
                <a:latin typeface="黑体"/>
                <a:ea typeface="黑体"/>
              </a:rPr>
              <a:t>serving swarm mode HTTP API endpoints</a:t>
            </a:r>
            <a:endParaRPr b="0" lang="en-IN" sz="2400" spc="-1" strike="noStrike">
              <a:solidFill>
                <a:srgbClr val="602c05"/>
              </a:solidFill>
              <a:latin typeface="黑体"/>
            </a:endParaRPr>
          </a:p>
          <a:p>
            <a:pPr algn="just">
              <a:lnSpc>
                <a:spcPct val="110000"/>
              </a:lnSpc>
              <a:spcBef>
                <a:spcPts val="1800"/>
              </a:spcBef>
              <a:tabLst>
                <a:tab algn="l" pos="0"/>
              </a:tabLst>
            </a:pPr>
            <a:endParaRPr b="0" lang="en-IN" sz="2400" spc="-1" strike="noStrike">
              <a:solidFill>
                <a:srgbClr val="602c05"/>
              </a:solidFill>
              <a:latin typeface="黑体"/>
            </a:endParaRPr>
          </a:p>
        </p:txBody>
      </p:sp>
      <p:pic>
        <p:nvPicPr>
          <p:cNvPr id="525" name="" descr=""/>
          <p:cNvPicPr/>
          <p:nvPr/>
        </p:nvPicPr>
        <p:blipFill>
          <a:blip r:embed="rId1"/>
          <a:stretch/>
        </p:blipFill>
        <p:spPr>
          <a:xfrm>
            <a:off x="1067400" y="3903840"/>
            <a:ext cx="7115760" cy="2444760"/>
          </a:xfrm>
          <a:prstGeom prst="rect">
            <a:avLst/>
          </a:prstGeom>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27" name="TextShape 2"/>
          <p:cNvSpPr txBox="1"/>
          <p:nvPr/>
        </p:nvSpPr>
        <p:spPr>
          <a:xfrm>
            <a:off x="340200" y="12445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Using a Raft implementation, the managers maintain a consistent internal state of the entire swarm and all the services running on it.</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Raft is a consensus algorithm for managing a replicatedlog.</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Consensus algorithms allow a collection of machines to work as a coherent group that can survive the failures of some of its members.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Because of this, they play akey role in building reliable large-scale software systems.</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29" name="TextShape 2"/>
          <p:cNvSpPr txBox="1"/>
          <p:nvPr/>
        </p:nvSpPr>
        <p:spPr>
          <a:xfrm>
            <a:off x="340200" y="10717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For testing purposes it is OK to run a swarm with a single manager.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If the manager in a single-manager swarm fails, your services continue to run, but you need to create a new cluster to recover.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To take advantage of swarm mode’s fault-tolerance features, Docker recommends you implement an odd number of nodes according to your organization’s high-availability requirements.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When you have multiple managers you can recover from the failure of a manager node without downtime.</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31" name="TextShape 2"/>
          <p:cNvSpPr txBox="1"/>
          <p:nvPr/>
        </p:nvSpPr>
        <p:spPr>
          <a:xfrm>
            <a:off x="340200" y="12445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A three-manager swarm tolerates a maximum loss of one manager.</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A five-manager swarm tolerates a maximum simultaneous loss of two manager nodes.</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An N manager cluster tolerates the loss of at most (N-1)/2 managers.</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Docker recommends a maximum of seven manager nodes for a swarm.</a:t>
            </a: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2"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33" name="TextShape 2"/>
          <p:cNvSpPr txBox="1"/>
          <p:nvPr/>
        </p:nvSpPr>
        <p:spPr>
          <a:xfrm>
            <a:off x="340200" y="12445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You can create a swarm of one manager node, but you cannot have a worker node without at least one manager node. </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By default, all managers are also workers.</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Workers are just there to provide capacity and do not have the authority to tell any other machine what it can and cannot do.</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To prevent the scheduler from placing tasks on a manager node in a multi-node swarm, set the availability for the manager node to Drain. </a:t>
            </a: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4"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35" name="TextShape 2"/>
          <p:cNvSpPr txBox="1"/>
          <p:nvPr/>
        </p:nvSpPr>
        <p:spPr>
          <a:xfrm>
            <a:off x="340200" y="12445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The scheduler gracefully stops tasks on nodes in Drain mode and schedules the tasks on an Active node. </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The scheduler does not assign new tasks to nodes with Drain availability.</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You can promote a worker node to be a manager by running </a:t>
            </a:r>
            <a:r>
              <a:rPr b="1" i="1" lang="en-IN" sz="2600" spc="-1" strike="noStrike">
                <a:solidFill>
                  <a:srgbClr val="602c05"/>
                </a:solidFill>
                <a:latin typeface="黑体"/>
                <a:ea typeface="黑体"/>
              </a:rPr>
              <a:t>docker node promote</a:t>
            </a:r>
            <a:endParaRPr b="0" lang="en-IN" sz="26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600" spc="-1" strike="noStrike">
                <a:solidFill>
                  <a:srgbClr val="602c05"/>
                </a:solidFill>
                <a:latin typeface="黑体"/>
                <a:ea typeface="黑体"/>
              </a:rPr>
              <a:t>You can also demote a manager node to a worker node.</a:t>
            </a:r>
            <a:endParaRPr b="0" lang="en-IN" sz="26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37" name="TextShape 2"/>
          <p:cNvSpPr txBox="1"/>
          <p:nvPr/>
        </p:nvSpPr>
        <p:spPr>
          <a:xfrm>
            <a:off x="339840" y="906840"/>
            <a:ext cx="8574120" cy="5427000"/>
          </a:xfrm>
          <a:prstGeom prst="rect">
            <a:avLst/>
          </a:prstGeom>
          <a:noFill/>
          <a:ln w="9360">
            <a:noFill/>
          </a:ln>
        </p:spPr>
        <p:txBody>
          <a:bodyPr lIns="90000" rIns="90000" tIns="45000" bIns="45000">
            <a:noAutofit/>
          </a:bodyPr>
          <a:p>
            <a:pPr algn="just">
              <a:lnSpc>
                <a:spcPct val="110000"/>
              </a:lnSpc>
              <a:spcBef>
                <a:spcPts val="1800"/>
              </a:spcBef>
            </a:pPr>
            <a:endParaRPr b="0" lang="en-IN" sz="20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Up until now, you have been using Docker in a single-host mode on your local machine.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But Docker also can be switched into swarm mode, and that’s what enables the use of swarms.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 </a:t>
            </a:r>
            <a:r>
              <a:rPr b="0" lang="en-IN" sz="2400" spc="-1" strike="noStrike">
                <a:solidFill>
                  <a:srgbClr val="602c05"/>
                </a:solidFill>
                <a:latin typeface="黑体"/>
                <a:ea typeface="黑体"/>
              </a:rPr>
              <a:t>Enabling swarm mode instantly makes the current machine a swarm manager. </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From then on, Docker runs the commands you execute on the swarm you’re managing, rather than just on the current machine.</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39"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Create a Swarm Cluster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Requires 2 or more nodes.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First update all the systems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Configure hostname and IP address to each system.</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Update hosts file on each node to include IP address and hostname of all other nodes.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Install docker on all nodes</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Start the docker service and enable it so that the docker service starts automatically after reboot.</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41"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Create a Swarm Cluster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For security reasons it is recommended to run docker as a normal user.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Thus create a user and add it to the docker group.</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useradd -G docker dockeradm</a:t>
            </a:r>
            <a:r>
              <a:rPr b="0" lang="en-IN" sz="2400" spc="-1" strike="noStrike">
                <a:solidFill>
                  <a:srgbClr val="602c05"/>
                </a:solidFill>
                <a:latin typeface="黑体"/>
                <a:ea typeface="黑体"/>
              </a:rPr>
              <a:t>   (use any username)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Login as dockeradm</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On the node that will work as swarm manager, execute the fwing command.</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i="1" lang="en-IN" sz="2400" spc="-1" strike="noStrike">
                <a:solidFill>
                  <a:srgbClr val="602c05"/>
                </a:solidFill>
                <a:latin typeface="黑体"/>
                <a:ea typeface="黑体"/>
              </a:rPr>
              <a:t>docker swarm init --advertise-addr &lt;IP of Manager&gt;</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pic>
        <p:nvPicPr>
          <p:cNvPr id="543" name="" descr=""/>
          <p:cNvPicPr/>
          <p:nvPr/>
        </p:nvPicPr>
        <p:blipFill>
          <a:blip r:embed="rId1"/>
          <a:stretch/>
        </p:blipFill>
        <p:spPr>
          <a:xfrm>
            <a:off x="339840" y="1580040"/>
            <a:ext cx="8361720" cy="4326120"/>
          </a:xfrm>
          <a:prstGeom prst="rect">
            <a:avLst/>
          </a:prstGeom>
          <a:ln w="0">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45"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Create a Swarm Cluster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Once the command completes successfully, it will display docker swarm join command with a token number on the screen.</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Copy that command in a file and save the file.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Copy this file using scp to other node.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Execute the</a:t>
            </a:r>
            <a:r>
              <a:rPr b="1" lang="en-IN" sz="2400" spc="-1" strike="noStrike">
                <a:solidFill>
                  <a:srgbClr val="602c05"/>
                </a:solidFill>
                <a:latin typeface="黑体"/>
                <a:ea typeface="黑体"/>
              </a:rPr>
              <a:t> docker swarm join </a:t>
            </a:r>
            <a:r>
              <a:rPr b="0" lang="en-IN" sz="2400" spc="-1" strike="noStrike">
                <a:solidFill>
                  <a:srgbClr val="602c05"/>
                </a:solidFill>
                <a:latin typeface="黑体"/>
                <a:ea typeface="黑体"/>
              </a:rPr>
              <a:t>command on the node that will be worker node.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Now on the manager node execute</a:t>
            </a:r>
            <a:r>
              <a:rPr b="1" lang="en-IN" sz="2400" spc="-1" strike="noStrike">
                <a:solidFill>
                  <a:srgbClr val="602c05"/>
                </a:solidFill>
                <a:latin typeface="黑体"/>
                <a:ea typeface="黑体"/>
              </a:rPr>
              <a:t> docker node ls </a:t>
            </a:r>
            <a:r>
              <a:rPr b="0" lang="en-IN" sz="2400" spc="-1" strike="noStrike">
                <a:solidFill>
                  <a:srgbClr val="602c05"/>
                </a:solidFill>
                <a:latin typeface="黑体"/>
                <a:ea typeface="黑体"/>
              </a:rPr>
              <a:t>to confirm that work node has joined the cluster.</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6"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pic>
        <p:nvPicPr>
          <p:cNvPr id="547" name="" descr=""/>
          <p:cNvPicPr/>
          <p:nvPr/>
        </p:nvPicPr>
        <p:blipFill>
          <a:blip r:embed="rId1"/>
          <a:stretch/>
        </p:blipFill>
        <p:spPr>
          <a:xfrm>
            <a:off x="339840" y="1489680"/>
            <a:ext cx="8370720" cy="3978360"/>
          </a:xfrm>
          <a:prstGeom prst="rect">
            <a:avLst/>
          </a:prstGeom>
          <a:ln w="0">
            <a:noFill/>
          </a:ln>
        </p:spPr>
      </p:pic>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49"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a:t>
            </a:r>
            <a:r>
              <a:rPr b="1" lang="en-IN" sz="2400" spc="-1" strike="noStrike">
                <a:solidFill>
                  <a:srgbClr val="602c05"/>
                </a:solidFill>
                <a:latin typeface="黑体"/>
                <a:ea typeface="黑体"/>
              </a:rPr>
              <a:t>AVAILABILITY</a:t>
            </a:r>
            <a:r>
              <a:rPr b="0" lang="en-IN" sz="2400" spc="-1" strike="noStrike">
                <a:solidFill>
                  <a:srgbClr val="602c05"/>
                </a:solidFill>
                <a:latin typeface="黑体"/>
                <a:ea typeface="黑体"/>
              </a:rPr>
              <a:t> column shows whether or not the scheduler can assign tasks to the node: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Active </a:t>
            </a:r>
            <a:r>
              <a:rPr b="0" lang="en-IN" sz="2400" spc="-1" strike="noStrike">
                <a:solidFill>
                  <a:srgbClr val="602c05"/>
                </a:solidFill>
                <a:latin typeface="黑体"/>
                <a:ea typeface="黑体"/>
              </a:rPr>
              <a:t>means that the scheduler can assign tasks to the node.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Pause </a:t>
            </a:r>
            <a:r>
              <a:rPr b="0" lang="en-IN" sz="2400" spc="-1" strike="noStrike">
                <a:solidFill>
                  <a:srgbClr val="602c05"/>
                </a:solidFill>
                <a:latin typeface="黑体"/>
                <a:ea typeface="黑体"/>
              </a:rPr>
              <a:t>means the scheduler doesn’t assign new tasks to the node, but existing tasks remain running.</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Drain </a:t>
            </a:r>
            <a:r>
              <a:rPr b="0" lang="en-IN" sz="2400" spc="-1" strike="noStrike">
                <a:solidFill>
                  <a:srgbClr val="602c05"/>
                </a:solidFill>
                <a:latin typeface="黑体"/>
                <a:ea typeface="黑体"/>
              </a:rPr>
              <a:t>means the scheduler doesn’t assign new tasks to the node. The scheduler shuts down any existing tasks and schedules them on an available node.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a:t>
            </a:r>
            <a:r>
              <a:rPr b="1" lang="en-IN" sz="2400" spc="-1" strike="noStrike">
                <a:solidFill>
                  <a:srgbClr val="602c05"/>
                </a:solidFill>
                <a:latin typeface="黑体"/>
                <a:ea typeface="黑体"/>
              </a:rPr>
              <a:t> MANAGER STATUS </a:t>
            </a:r>
            <a:r>
              <a:rPr b="0" lang="en-IN" sz="2400" spc="-1" strike="noStrike">
                <a:solidFill>
                  <a:srgbClr val="602c05"/>
                </a:solidFill>
                <a:latin typeface="黑体"/>
                <a:ea typeface="黑体"/>
              </a:rPr>
              <a:t>column shows node participation in the Raft consensus:</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51" name="TextShape 2"/>
          <p:cNvSpPr txBox="1"/>
          <p:nvPr/>
        </p:nvSpPr>
        <p:spPr>
          <a:xfrm>
            <a:off x="339840" y="1139760"/>
            <a:ext cx="8361000" cy="519408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No value </a:t>
            </a:r>
            <a:r>
              <a:rPr b="0" lang="en-IN" sz="2400" spc="-1" strike="noStrike">
                <a:solidFill>
                  <a:srgbClr val="602c05"/>
                </a:solidFill>
                <a:latin typeface="黑体"/>
                <a:ea typeface="黑体"/>
              </a:rPr>
              <a:t>indicates a worker node that does not participate in swarm management.</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Leader </a:t>
            </a:r>
            <a:r>
              <a:rPr b="0" lang="en-IN" sz="2400" spc="-1" strike="noStrike">
                <a:solidFill>
                  <a:srgbClr val="602c05"/>
                </a:solidFill>
                <a:latin typeface="黑体"/>
                <a:ea typeface="黑体"/>
              </a:rPr>
              <a:t>means the node is the primary manager node that makes all swarm management and orchestration decisions for the swarm.</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Reachable </a:t>
            </a:r>
            <a:r>
              <a:rPr b="0" lang="en-IN" sz="2400" spc="-1" strike="noStrike">
                <a:solidFill>
                  <a:srgbClr val="602c05"/>
                </a:solidFill>
                <a:latin typeface="黑体"/>
                <a:ea typeface="黑体"/>
              </a:rPr>
              <a:t>means the node is a manager node participating in the Raft consensus quorum. If the leader node becomes unavailable, the node is eligible for election as the new leader.</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Unavailable </a:t>
            </a:r>
            <a:r>
              <a:rPr b="0" lang="en-IN" sz="2400" spc="-1" strike="noStrike">
                <a:solidFill>
                  <a:srgbClr val="602c05"/>
                </a:solidFill>
                <a:latin typeface="黑体"/>
                <a:ea typeface="黑体"/>
              </a:rPr>
              <a:t>means the node is a manager that can’t communicate with other managers.</a:t>
            </a:r>
            <a:r>
              <a:rPr b="1" lang="en-IN" sz="2400" spc="-1" strike="noStrike">
                <a:solidFill>
                  <a:srgbClr val="602c05"/>
                </a:solidFill>
                <a:latin typeface="黑体"/>
                <a:ea typeface="黑体"/>
              </a:rPr>
              <a:t> </a:t>
            </a: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53" name="TextShape 2"/>
          <p:cNvSpPr txBox="1"/>
          <p:nvPr/>
        </p:nvSpPr>
        <p:spPr>
          <a:xfrm>
            <a:off x="339840" y="1139760"/>
            <a:ext cx="8361000" cy="5194080"/>
          </a:xfrm>
          <a:prstGeom prst="rect">
            <a:avLst/>
          </a:prstGeom>
          <a:noFill/>
          <a:ln w="9360">
            <a:noFill/>
          </a:ln>
        </p:spPr>
        <p:txBody>
          <a:bodyPr lIns="90000" rIns="90000" tIns="45000" bIns="45000">
            <a:noAutofit/>
          </a:bodyPr>
          <a:p>
            <a:pPr algn="just">
              <a:lnSpc>
                <a:spcPct val="110000"/>
              </a:lnSpc>
              <a:spcBef>
                <a:spcPts val="1800"/>
              </a:spcBef>
            </a:pPr>
            <a:endParaRPr b="0" lang="en-IN" sz="2000" spc="-1" strike="noStrike">
              <a:solidFill>
                <a:srgbClr val="602c05"/>
              </a:solidFill>
              <a:latin typeface="黑体"/>
            </a:endParaRPr>
          </a:p>
          <a:p>
            <a:pPr algn="just">
              <a:lnSpc>
                <a:spcPct val="110000"/>
              </a:lnSpc>
              <a:spcBef>
                <a:spcPts val="1800"/>
              </a:spcBef>
            </a:pPr>
            <a:endParaRPr b="0" lang="en-IN" sz="2000" spc="-1" strike="noStrike">
              <a:solidFill>
                <a:srgbClr val="602c05"/>
              </a:solidFill>
              <a:latin typeface="黑体"/>
            </a:endParaRPr>
          </a:p>
          <a:p>
            <a:pPr algn="just">
              <a:lnSpc>
                <a:spcPct val="110000"/>
              </a:lnSpc>
              <a:spcBef>
                <a:spcPts val="1800"/>
              </a:spcBef>
            </a:pPr>
            <a:endParaRPr b="0" lang="en-IN" sz="20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800" spc="-1" strike="noStrike">
                <a:solidFill>
                  <a:srgbClr val="602c05"/>
                </a:solidFill>
                <a:latin typeface="黑体"/>
                <a:ea typeface="黑体"/>
              </a:rPr>
              <a:t>If a manager node becomes unavailable, you should either join a new manager node to the swarm or promote a worker node to be a manager.</a:t>
            </a:r>
            <a:endParaRPr b="0" lang="en-IN" sz="2800" spc="-1" strike="noStrike">
              <a:solidFill>
                <a:srgbClr val="602c05"/>
              </a:solidFill>
              <a:latin typeface="黑体"/>
            </a:endParaRPr>
          </a:p>
          <a:p>
            <a:pPr algn="just">
              <a:lnSpc>
                <a:spcPct val="110000"/>
              </a:lnSpc>
              <a:spcBef>
                <a:spcPts val="1800"/>
              </a:spcBef>
            </a:pPr>
            <a:endParaRPr b="0" lang="en-IN" sz="28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55" name="TextShape 2"/>
          <p:cNvSpPr txBox="1"/>
          <p:nvPr/>
        </p:nvSpPr>
        <p:spPr>
          <a:xfrm>
            <a:off x="340200" y="1244520"/>
            <a:ext cx="837072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In case if you miss the join command displayed during docker swarm init command, you can use following command and get the token.</a:t>
            </a:r>
            <a:endParaRPr b="0" lang="en-IN" sz="2400" spc="-1" strike="noStrike">
              <a:solidFill>
                <a:srgbClr val="602c05"/>
              </a:solidFill>
              <a:latin typeface="黑体"/>
            </a:endParaRPr>
          </a:p>
        </p:txBody>
      </p:sp>
      <p:pic>
        <p:nvPicPr>
          <p:cNvPr id="556" name="" descr=""/>
          <p:cNvPicPr/>
          <p:nvPr/>
        </p:nvPicPr>
        <p:blipFill>
          <a:blip r:embed="rId1"/>
          <a:stretch/>
        </p:blipFill>
        <p:spPr>
          <a:xfrm>
            <a:off x="853920" y="2659320"/>
            <a:ext cx="7675200" cy="1636560"/>
          </a:xfrm>
          <a:prstGeom prst="rect">
            <a:avLst/>
          </a:prstGeom>
          <a:ln w="0">
            <a:noFill/>
          </a:ln>
        </p:spPr>
      </p:pic>
      <p:pic>
        <p:nvPicPr>
          <p:cNvPr id="557" name="" descr=""/>
          <p:cNvPicPr/>
          <p:nvPr/>
        </p:nvPicPr>
        <p:blipFill>
          <a:blip r:embed="rId2"/>
          <a:stretch/>
        </p:blipFill>
        <p:spPr>
          <a:xfrm>
            <a:off x="853920" y="4565520"/>
            <a:ext cx="7674480" cy="1926000"/>
          </a:xfrm>
          <a:prstGeom prst="rect">
            <a:avLst/>
          </a:prstGeom>
          <a:ln w="0">
            <a:noFill/>
          </a:ln>
        </p:spPr>
      </p:pic>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pic>
        <p:nvPicPr>
          <p:cNvPr id="559" name="" descr=""/>
          <p:cNvPicPr/>
          <p:nvPr/>
        </p:nvPicPr>
        <p:blipFill>
          <a:blip r:embed="rId1"/>
          <a:stretch/>
        </p:blipFill>
        <p:spPr>
          <a:xfrm>
            <a:off x="339840" y="1235160"/>
            <a:ext cx="8361720" cy="5068440"/>
          </a:xfrm>
          <a:prstGeom prst="rect">
            <a:avLst/>
          </a:prstGeom>
          <a:ln w="0">
            <a:noFill/>
          </a:ln>
        </p:spPr>
      </p:pic>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61" name="TextShape 2"/>
          <p:cNvSpPr txBox="1"/>
          <p:nvPr/>
        </p:nvSpPr>
        <p:spPr>
          <a:xfrm>
            <a:off x="340200" y="1244520"/>
            <a:ext cx="836964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Create a service on Swarm</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service create --replicas 2 -p 80:80 --name app1 nginx </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pic>
        <p:nvPicPr>
          <p:cNvPr id="562" name="" descr=""/>
          <p:cNvPicPr/>
          <p:nvPr/>
        </p:nvPicPr>
        <p:blipFill>
          <a:blip r:embed="rId1"/>
          <a:stretch/>
        </p:blipFill>
        <p:spPr>
          <a:xfrm>
            <a:off x="754560" y="2820600"/>
            <a:ext cx="7661160" cy="2220120"/>
          </a:xfrm>
          <a:prstGeom prst="rect">
            <a:avLst/>
          </a:prstGeom>
          <a:ln w="0">
            <a:noFill/>
          </a:ln>
        </p:spPr>
      </p:pic>
      <p:pic>
        <p:nvPicPr>
          <p:cNvPr id="563" name="" descr=""/>
          <p:cNvPicPr/>
          <p:nvPr/>
        </p:nvPicPr>
        <p:blipFill>
          <a:blip r:embed="rId2"/>
          <a:stretch/>
        </p:blipFill>
        <p:spPr>
          <a:xfrm>
            <a:off x="753840" y="4815360"/>
            <a:ext cx="7662600" cy="1773000"/>
          </a:xfrm>
          <a:prstGeom prst="rect">
            <a:avLst/>
          </a:prstGeom>
          <a:ln w="0">
            <a:noFill/>
          </a:ln>
        </p:spPr>
      </p:pic>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65" name="TextShape 2"/>
          <p:cNvSpPr txBox="1"/>
          <p:nvPr/>
        </p:nvSpPr>
        <p:spPr>
          <a:xfrm>
            <a:off x="531360" y="1244520"/>
            <a:ext cx="817776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docker service ps service-name command provides details abou the containers create for the service.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Thus the docker se ps app1 will provide details about the service that is just created</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pic>
        <p:nvPicPr>
          <p:cNvPr id="566" name="" descr=""/>
          <p:cNvPicPr/>
          <p:nvPr/>
        </p:nvPicPr>
        <p:blipFill>
          <a:blip r:embed="rId1"/>
          <a:stretch/>
        </p:blipFill>
        <p:spPr>
          <a:xfrm>
            <a:off x="1113120" y="3739680"/>
            <a:ext cx="6676920" cy="2228760"/>
          </a:xfrm>
          <a:prstGeom prst="rect">
            <a:avLst/>
          </a:prstGeom>
          <a:ln w="0">
            <a:noFill/>
          </a:ln>
        </p:spPr>
      </p:pic>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68" name="TextShape 2"/>
          <p:cNvSpPr txBox="1"/>
          <p:nvPr/>
        </p:nvSpPr>
        <p:spPr>
          <a:xfrm>
            <a:off x="531360" y="1244520"/>
            <a:ext cx="817848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The docker ps command on both nodes shows the container for the app1 service created.</a:t>
            </a:r>
            <a:endParaRPr b="0" lang="en-IN" sz="2400" spc="-1" strike="noStrike">
              <a:solidFill>
                <a:srgbClr val="602c05"/>
              </a:solidFill>
              <a:latin typeface="黑体"/>
            </a:endParaRPr>
          </a:p>
        </p:txBody>
      </p:sp>
      <p:pic>
        <p:nvPicPr>
          <p:cNvPr id="569" name="" descr=""/>
          <p:cNvPicPr/>
          <p:nvPr/>
        </p:nvPicPr>
        <p:blipFill>
          <a:blip r:embed="rId1"/>
          <a:stretch/>
        </p:blipFill>
        <p:spPr>
          <a:xfrm>
            <a:off x="1000800" y="2315880"/>
            <a:ext cx="7142400" cy="1712520"/>
          </a:xfrm>
          <a:prstGeom prst="rect">
            <a:avLst/>
          </a:prstGeom>
          <a:ln w="0">
            <a:noFill/>
          </a:ln>
        </p:spPr>
      </p:pic>
      <p:pic>
        <p:nvPicPr>
          <p:cNvPr id="570" name="" descr=""/>
          <p:cNvPicPr/>
          <p:nvPr/>
        </p:nvPicPr>
        <p:blipFill>
          <a:blip r:embed="rId2"/>
          <a:stretch/>
        </p:blipFill>
        <p:spPr>
          <a:xfrm>
            <a:off x="1001520" y="4561920"/>
            <a:ext cx="7141680" cy="1907640"/>
          </a:xfrm>
          <a:prstGeom prst="rect">
            <a:avLst/>
          </a:prstGeom>
          <a:ln w="0">
            <a:noFill/>
          </a:ln>
        </p:spPr>
      </p:pic>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72" name="TextShape 2"/>
          <p:cNvSpPr txBox="1"/>
          <p:nvPr/>
        </p:nvSpPr>
        <p:spPr>
          <a:xfrm>
            <a:off x="531360" y="1244520"/>
            <a:ext cx="817848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On Manager machine if you open browser and access node1 and node2, you get the nginx default website. </a:t>
            </a:r>
            <a:endParaRPr b="0" lang="en-IN" sz="2400" spc="-1" strike="noStrike">
              <a:solidFill>
                <a:srgbClr val="602c05"/>
              </a:solidFill>
              <a:latin typeface="黑体"/>
            </a:endParaRPr>
          </a:p>
        </p:txBody>
      </p:sp>
      <p:pic>
        <p:nvPicPr>
          <p:cNvPr id="573" name="" descr=""/>
          <p:cNvPicPr/>
          <p:nvPr/>
        </p:nvPicPr>
        <p:blipFill>
          <a:blip r:embed="rId1"/>
          <a:stretch/>
        </p:blipFill>
        <p:spPr>
          <a:xfrm>
            <a:off x="1040760" y="2635920"/>
            <a:ext cx="7261920" cy="1892880"/>
          </a:xfrm>
          <a:prstGeom prst="rect">
            <a:avLst/>
          </a:prstGeom>
          <a:ln w="0">
            <a:noFill/>
          </a:ln>
        </p:spPr>
      </p:pic>
      <p:pic>
        <p:nvPicPr>
          <p:cNvPr id="574" name="" descr=""/>
          <p:cNvPicPr/>
          <p:nvPr/>
        </p:nvPicPr>
        <p:blipFill>
          <a:blip r:embed="rId2"/>
          <a:stretch/>
        </p:blipFill>
        <p:spPr>
          <a:xfrm>
            <a:off x="1040040" y="4529520"/>
            <a:ext cx="7263000" cy="2194560"/>
          </a:xfrm>
          <a:prstGeom prst="rect">
            <a:avLst/>
          </a:prstGeom>
          <a:ln w="0">
            <a:noFill/>
          </a:ln>
        </p:spPr>
      </p:pic>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5"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Swarm</a:t>
            </a:r>
            <a:endParaRPr b="0" lang="en-IN" sz="3200" spc="-1" strike="noStrike">
              <a:solidFill>
                <a:srgbClr val="47494b"/>
              </a:solidFill>
              <a:latin typeface="Calibri"/>
            </a:endParaRPr>
          </a:p>
        </p:txBody>
      </p:sp>
      <p:sp>
        <p:nvSpPr>
          <p:cNvPr id="576" name="TextShape 2"/>
          <p:cNvSpPr txBox="1"/>
          <p:nvPr/>
        </p:nvSpPr>
        <p:spPr>
          <a:xfrm>
            <a:off x="531360" y="1244520"/>
            <a:ext cx="817848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On the manager machine you can run the command docker node ps node-name to get the status of each node. </a:t>
            </a:r>
            <a:endParaRPr b="0" lang="en-IN" sz="2400" spc="-1" strike="noStrike">
              <a:solidFill>
                <a:srgbClr val="602c05"/>
              </a:solidFill>
              <a:latin typeface="黑体"/>
            </a:endParaRPr>
          </a:p>
        </p:txBody>
      </p:sp>
      <p:pic>
        <p:nvPicPr>
          <p:cNvPr id="577" name="" descr=""/>
          <p:cNvPicPr/>
          <p:nvPr/>
        </p:nvPicPr>
        <p:blipFill>
          <a:blip r:embed="rId1"/>
          <a:stretch/>
        </p:blipFill>
        <p:spPr>
          <a:xfrm>
            <a:off x="888840" y="2600280"/>
            <a:ext cx="7821360" cy="3576240"/>
          </a:xfrm>
          <a:prstGeom prst="rect">
            <a:avLst/>
          </a:prstGeom>
          <a:ln w="0">
            <a:noFill/>
          </a:ln>
        </p:spPr>
      </p:pic>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Stack</a:t>
            </a:r>
            <a:endParaRPr b="0" lang="en-IN" sz="3200" spc="-1" strike="noStrike">
              <a:solidFill>
                <a:srgbClr val="47494b"/>
              </a:solidFill>
              <a:latin typeface="Calibri"/>
            </a:endParaRPr>
          </a:p>
        </p:txBody>
      </p:sp>
      <p:sp>
        <p:nvSpPr>
          <p:cNvPr id="579" name="TextShape 2"/>
          <p:cNvSpPr txBox="1"/>
          <p:nvPr/>
        </p:nvSpPr>
        <p:spPr>
          <a:xfrm>
            <a:off x="339120" y="1244520"/>
            <a:ext cx="8370720" cy="4932360"/>
          </a:xfrm>
          <a:prstGeom prst="rect">
            <a:avLst/>
          </a:prstGeom>
          <a:noFill/>
          <a:ln w="9360">
            <a:noFill/>
          </a:ln>
        </p:spPr>
        <p:txBody>
          <a:bodyPr lIns="90000" rIns="90000" tIns="45000" bIns="45000">
            <a:noAutofit/>
          </a:bodyPr>
          <a:p>
            <a:pPr marL="357480" indent="-357120" algn="just">
              <a:lnSpc>
                <a:spcPct val="110000"/>
              </a:lnSpc>
              <a:spcBef>
                <a:spcPts val="1800"/>
              </a:spcBef>
              <a:buClr>
                <a:srgbClr val="c1580a"/>
              </a:buClr>
              <a:buSzPct val="60000"/>
              <a:buFont typeface="Wingdings" charset="2"/>
              <a:buChar char=""/>
            </a:pPr>
            <a:r>
              <a:rPr b="1" lang="en-IN" sz="2400" spc="-1" strike="noStrike">
                <a:solidFill>
                  <a:srgbClr val="602c05"/>
                </a:solidFill>
                <a:latin typeface="黑体"/>
                <a:ea typeface="黑体"/>
              </a:rPr>
              <a:t>Docker Stack</a:t>
            </a:r>
            <a:r>
              <a:rPr b="0" lang="en-IN" sz="2400" spc="-1" strike="noStrike">
                <a:solidFill>
                  <a:srgbClr val="602c05"/>
                </a:solidFill>
                <a:latin typeface="黑体"/>
                <a:ea typeface="黑体"/>
              </a:rPr>
              <a:t> is a command line tool that allows you to deploy a service on the docker swarm cluster with just one command.</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It makes use of similar docker compose yaml file but with some difference.</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Docker stack command is built in the docker CLI.</a:t>
            </a:r>
            <a:endParaRPr b="0" lang="en-IN" sz="2400" spc="-1" strike="noStrike">
              <a:solidFill>
                <a:srgbClr val="602c05"/>
              </a:solidFill>
              <a:latin typeface="黑体"/>
            </a:endParaRPr>
          </a:p>
          <a:p>
            <a:pPr marL="357480" indent="-357120" algn="just">
              <a:lnSpc>
                <a:spcPct val="110000"/>
              </a:lnSpc>
              <a:spcBef>
                <a:spcPts val="1800"/>
              </a:spcBef>
              <a:buClr>
                <a:srgbClr val="c1580a"/>
              </a:buClr>
              <a:buSzPct val="60000"/>
              <a:buFont typeface="Wingdings" charset="2"/>
              <a:buChar char=""/>
            </a:pPr>
            <a:r>
              <a:rPr b="0" lang="en-IN" sz="2400" spc="-1" strike="noStrike">
                <a:solidFill>
                  <a:srgbClr val="602c05"/>
                </a:solidFill>
                <a:latin typeface="黑体"/>
                <a:ea typeface="黑体"/>
              </a:rPr>
              <a:t>Docker stack also allows you the service with one command.</a:t>
            </a: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a:p>
            <a:pPr algn="just">
              <a:lnSpc>
                <a:spcPct val="110000"/>
              </a:lnSpc>
              <a:spcBef>
                <a:spcPts val="1800"/>
              </a:spcBef>
            </a:pPr>
            <a:endParaRPr b="0" lang="en-IN" sz="2400" spc="-1" strike="noStrike">
              <a:solidFill>
                <a:srgbClr val="602c05"/>
              </a:solidFill>
              <a:latin typeface="黑体"/>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0"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Stack - Sample yaml file</a:t>
            </a:r>
            <a:endParaRPr b="0" lang="en-IN" sz="3200" spc="-1" strike="noStrike">
              <a:solidFill>
                <a:srgbClr val="47494b"/>
              </a:solidFill>
              <a:latin typeface="Calibri"/>
            </a:endParaRPr>
          </a:p>
        </p:txBody>
      </p:sp>
      <p:sp>
        <p:nvSpPr>
          <p:cNvPr id="581" name="TextShape 2"/>
          <p:cNvSpPr txBox="1"/>
          <p:nvPr/>
        </p:nvSpPr>
        <p:spPr>
          <a:xfrm>
            <a:off x="1049760" y="1244520"/>
            <a:ext cx="3809520" cy="4932000"/>
          </a:xfrm>
          <a:prstGeom prst="rect">
            <a:avLst/>
          </a:prstGeom>
          <a:noFill/>
          <a:ln w="9360">
            <a:noFill/>
          </a:ln>
        </p:spPr>
        <p:txBody>
          <a:bodyPr lIns="90000" rIns="90000" tIns="45000" bIns="45000">
            <a:noAutofit/>
          </a:bodyPr>
          <a:p>
            <a:pPr algn="just">
              <a:lnSpc>
                <a:spcPct val="110000"/>
              </a:lnSpc>
              <a:spcBef>
                <a:spcPts val="1800"/>
              </a:spcBef>
            </a:pPr>
            <a:endParaRPr b="0" lang="en-IN" sz="2000" spc="-1" strike="noStrike">
              <a:solidFill>
                <a:srgbClr val="602c05"/>
              </a:solidFill>
              <a:latin typeface="黑体"/>
            </a:endParaRPr>
          </a:p>
          <a:p>
            <a:pPr algn="just">
              <a:lnSpc>
                <a:spcPct val="110000"/>
              </a:lnSpc>
              <a:spcBef>
                <a:spcPts val="1800"/>
              </a:spcBef>
            </a:pPr>
            <a:endParaRPr b="0" lang="en-IN" sz="2000" spc="-1" strike="noStrike">
              <a:solidFill>
                <a:srgbClr val="602c05"/>
              </a:solidFill>
              <a:latin typeface="黑体"/>
            </a:endParaRPr>
          </a:p>
        </p:txBody>
      </p:sp>
      <p:sp>
        <p:nvSpPr>
          <p:cNvPr id="582" name="CustomShape 3"/>
          <p:cNvSpPr/>
          <p:nvPr/>
        </p:nvSpPr>
        <p:spPr>
          <a:xfrm>
            <a:off x="610200" y="1363320"/>
            <a:ext cx="5297040" cy="565560"/>
          </a:xfrm>
          <a:prstGeom prst="rect">
            <a:avLst/>
          </a:prstGeom>
          <a:noFill/>
          <a:ln w="0">
            <a:noFill/>
          </a:ln>
        </p:spPr>
        <p:style>
          <a:lnRef idx="0"/>
          <a:fillRef idx="0"/>
          <a:effectRef idx="0"/>
          <a:fontRef idx="minor"/>
        </p:style>
        <p:txBody>
          <a:bodyPr wrap="none" lIns="90000" rIns="90000" tIns="45000" bIns="45000">
            <a:spAutoFit/>
          </a:bodyPr>
          <a:p>
            <a:pPr>
              <a:lnSpc>
                <a:spcPct val="130000"/>
              </a:lnSpc>
              <a:tabLst>
                <a:tab algn="l" pos="0"/>
              </a:tabLst>
            </a:pPr>
            <a:r>
              <a:rPr b="0" lang="en-IN" sz="2400" spc="-1" strike="noStrike">
                <a:solidFill>
                  <a:srgbClr val="47494b"/>
                </a:solidFill>
                <a:latin typeface="Arial"/>
                <a:ea typeface="Microsoft YaHei"/>
              </a:rPr>
              <a:t>web-app-compose.yaml   file contents</a:t>
            </a:r>
            <a:endParaRPr b="0" lang="en-IN" sz="2400" spc="-1" strike="noStrike">
              <a:latin typeface="Arial"/>
            </a:endParaRPr>
          </a:p>
        </p:txBody>
      </p:sp>
      <p:pic>
        <p:nvPicPr>
          <p:cNvPr id="583" name="" descr=""/>
          <p:cNvPicPr/>
          <p:nvPr/>
        </p:nvPicPr>
        <p:blipFill>
          <a:blip r:embed="rId1"/>
          <a:stretch/>
        </p:blipFill>
        <p:spPr>
          <a:xfrm>
            <a:off x="492840" y="2264400"/>
            <a:ext cx="7808760" cy="3912120"/>
          </a:xfrm>
          <a:prstGeom prst="rect">
            <a:avLst/>
          </a:prstGeom>
          <a:ln w="0">
            <a:noFill/>
          </a:ln>
        </p:spPr>
      </p:pic>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4" name="TextShape 1"/>
          <p:cNvSpPr txBox="1"/>
          <p:nvPr/>
        </p:nvSpPr>
        <p:spPr>
          <a:xfrm>
            <a:off x="339840" y="262080"/>
            <a:ext cx="8370360" cy="644040"/>
          </a:xfrm>
          <a:prstGeom prst="rect">
            <a:avLst/>
          </a:prstGeom>
          <a:noFill/>
          <a:ln w="9360">
            <a:noFill/>
          </a:ln>
        </p:spPr>
        <p:txBody>
          <a:bodyPr lIns="90000" rIns="90000" tIns="45000" bIns="45000" anchor="b">
            <a:noAutofit/>
          </a:bodyPr>
          <a:p>
            <a:pPr>
              <a:lnSpc>
                <a:spcPct val="90000"/>
              </a:lnSpc>
            </a:pPr>
            <a:r>
              <a:rPr b="1" lang="en-IN" sz="3200" spc="-1" strike="noStrike">
                <a:solidFill>
                  <a:srgbClr val="602c05"/>
                </a:solidFill>
                <a:latin typeface="黑体"/>
                <a:ea typeface="黑体"/>
              </a:rPr>
              <a:t>Docker Stack deploy </a:t>
            </a:r>
            <a:endParaRPr b="0" lang="en-IN" sz="3200" spc="-1" strike="noStrike">
              <a:solidFill>
                <a:srgbClr val="47494b"/>
              </a:solidFill>
              <a:latin typeface="Calibri"/>
            </a:endParaRPr>
          </a:p>
        </p:txBody>
      </p:sp>
      <p:sp>
        <p:nvSpPr>
          <p:cNvPr id="585" name="TextShape 2"/>
          <p:cNvSpPr txBox="1"/>
          <p:nvPr/>
        </p:nvSpPr>
        <p:spPr>
          <a:xfrm>
            <a:off x="1049760" y="1244520"/>
            <a:ext cx="3809520" cy="4932000"/>
          </a:xfrm>
          <a:prstGeom prst="rect">
            <a:avLst/>
          </a:prstGeom>
          <a:noFill/>
          <a:ln w="9360">
            <a:noFill/>
          </a:ln>
        </p:spPr>
        <p:txBody>
          <a:bodyPr lIns="90000" rIns="90000" tIns="45000" bIns="45000">
            <a:noAutofit/>
          </a:bodyPr>
          <a:p>
            <a:pPr algn="just">
              <a:lnSpc>
                <a:spcPct val="110000"/>
              </a:lnSpc>
              <a:spcBef>
                <a:spcPts val="1800"/>
              </a:spcBef>
            </a:pPr>
            <a:endParaRPr b="0" lang="en-IN" sz="2000" spc="-1" strike="noStrike">
              <a:solidFill>
                <a:srgbClr val="602c05"/>
              </a:solidFill>
              <a:latin typeface="黑体"/>
            </a:endParaRPr>
          </a:p>
          <a:p>
            <a:pPr algn="just">
              <a:lnSpc>
                <a:spcPct val="110000"/>
              </a:lnSpc>
              <a:spcBef>
                <a:spcPts val="1800"/>
              </a:spcBef>
            </a:pPr>
            <a:endParaRPr b="0" lang="en-IN" sz="2000" spc="-1" strike="noStrike">
              <a:solidFill>
                <a:srgbClr val="602c05"/>
              </a:solidFill>
              <a:latin typeface="黑体"/>
            </a:endParaRPr>
          </a:p>
        </p:txBody>
      </p:sp>
      <p:pic>
        <p:nvPicPr>
          <p:cNvPr id="586" name="" descr=""/>
          <p:cNvPicPr/>
          <p:nvPr/>
        </p:nvPicPr>
        <p:blipFill>
          <a:blip r:embed="rId1"/>
          <a:stretch/>
        </p:blipFill>
        <p:spPr>
          <a:xfrm>
            <a:off x="732240" y="1244520"/>
            <a:ext cx="7637760" cy="2023200"/>
          </a:xfrm>
          <a:prstGeom prst="rect">
            <a:avLst/>
          </a:prstGeom>
          <a:ln w="0">
            <a:noFill/>
          </a:ln>
        </p:spPr>
      </p:pic>
      <p:pic>
        <p:nvPicPr>
          <p:cNvPr id="587" name="" descr=""/>
          <p:cNvPicPr/>
          <p:nvPr/>
        </p:nvPicPr>
        <p:blipFill>
          <a:blip r:embed="rId2"/>
          <a:stretch/>
        </p:blipFill>
        <p:spPr>
          <a:xfrm>
            <a:off x="628560" y="4001760"/>
            <a:ext cx="7741800" cy="2518560"/>
          </a:xfrm>
          <a:prstGeom prst="rect">
            <a:avLst/>
          </a:prstGeom>
          <a:ln w="0">
            <a:noFill/>
          </a:ln>
        </p:spPr>
      </p:pic>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8" name="Content Placeholder 6" descr=""/>
          <p:cNvPicPr/>
          <p:nvPr/>
        </p:nvPicPr>
        <p:blipFill>
          <a:blip r:embed="rId1"/>
          <a:stretch/>
        </p:blipFill>
        <p:spPr>
          <a:xfrm>
            <a:off x="1245240" y="1124640"/>
            <a:ext cx="5969880" cy="4726440"/>
          </a:xfrm>
          <a:prstGeom prst="rect">
            <a:avLst/>
          </a:prstGeom>
          <a:ln w="9525">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c1580a"/>
      </a:accent1>
      <a:accent2>
        <a:srgbClr val="f97f46"/>
      </a:accent2>
      <a:accent3>
        <a:srgbClr val="edd26d"/>
      </a:accent3>
      <a:accent4>
        <a:srgbClr val="c5b011"/>
      </a:accent4>
      <a:accent5>
        <a:srgbClr val="84ade4"/>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c1580a"/>
      </a:accent1>
      <a:accent2>
        <a:srgbClr val="f97f46"/>
      </a:accent2>
      <a:accent3>
        <a:srgbClr val="edd26d"/>
      </a:accent3>
      <a:accent4>
        <a:srgbClr val="c5b011"/>
      </a:accent4>
      <a:accent5>
        <a:srgbClr val="84ade4"/>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c1580a"/>
      </a:accent1>
      <a:accent2>
        <a:srgbClr val="f97f46"/>
      </a:accent2>
      <a:accent3>
        <a:srgbClr val="edd26d"/>
      </a:accent3>
      <a:accent4>
        <a:srgbClr val="c5b011"/>
      </a:accent4>
      <a:accent5>
        <a:srgbClr val="84ade4"/>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c1580a"/>
      </a:accent1>
      <a:accent2>
        <a:srgbClr val="f97f46"/>
      </a:accent2>
      <a:accent3>
        <a:srgbClr val="edd26d"/>
      </a:accent3>
      <a:accent4>
        <a:srgbClr val="c5b011"/>
      </a:accent4>
      <a:accent5>
        <a:srgbClr val="84ade4"/>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c1580a"/>
      </a:accent1>
      <a:accent2>
        <a:srgbClr val="f97f46"/>
      </a:accent2>
      <a:accent3>
        <a:srgbClr val="edd26d"/>
      </a:accent3>
      <a:accent4>
        <a:srgbClr val="c5b011"/>
      </a:accent4>
      <a:accent5>
        <a:srgbClr val="84ade4"/>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c1580a"/>
      </a:accent1>
      <a:accent2>
        <a:srgbClr val="f97f46"/>
      </a:accent2>
      <a:accent3>
        <a:srgbClr val="edd26d"/>
      </a:accent3>
      <a:accent4>
        <a:srgbClr val="c5b011"/>
      </a:accent4>
      <a:accent5>
        <a:srgbClr val="84ade4"/>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c1580a"/>
      </a:accent1>
      <a:accent2>
        <a:srgbClr val="f97f46"/>
      </a:accent2>
      <a:accent3>
        <a:srgbClr val="edd26d"/>
      </a:accent3>
      <a:accent4>
        <a:srgbClr val="c5b011"/>
      </a:accent4>
      <a:accent5>
        <a:srgbClr val="84ade4"/>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A000120140530A57PPBG</Template>
  <TotalTime>120</TotalTime>
  <Application>LibreOffice/7.0.2.2$Windows_X86_64 LibreOffice_project/8349ace3c3162073abd90d81fd06dcfb6b36b994</Application>
  <Words>20994</Words>
  <Paragraphs>696</Paragraphs>
  <Company>Microsoft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2014-06-03T02:52:00Z</dcterms:created>
  <dc:creator>admin</dc:creator>
  <dc:description/>
  <dc:language>en-IN</dc:language>
  <cp:lastModifiedBy/>
  <dcterms:modified xsi:type="dcterms:W3CDTF">2020-12-01T12:37:27Z</dcterms:modified>
  <cp:revision>92</cp:revision>
  <dc:subject/>
  <dc:title>fdsa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Company">
    <vt:lpwstr>Microsoft</vt:lpwstr>
  </property>
  <property fmtid="{D5CDD505-2E9C-101B-9397-08002B2CF9AE}" pid="4" name="HiddenSlides">
    <vt:i4>0</vt:i4>
  </property>
  <property fmtid="{D5CDD505-2E9C-101B-9397-08002B2CF9AE}" pid="5" name="HyperlinksChanged">
    <vt:bool>0</vt:bool>
  </property>
  <property fmtid="{D5CDD505-2E9C-101B-9397-08002B2CF9AE}" pid="6" name="KSOProductBuildVer">
    <vt:lpwstr>1033-11.2.0.8684</vt:lpwstr>
  </property>
  <property fmtid="{D5CDD505-2E9C-101B-9397-08002B2CF9AE}" pid="7" name="LinksUpToDate">
    <vt:bool>0</vt:bool>
  </property>
  <property fmtid="{D5CDD505-2E9C-101B-9397-08002B2CF9AE}" pid="8" name="MMClips">
    <vt:i4>0</vt:i4>
  </property>
  <property fmtid="{D5CDD505-2E9C-101B-9397-08002B2CF9AE}" pid="9" name="Notes">
    <vt:i4>2</vt:i4>
  </property>
  <property fmtid="{D5CDD505-2E9C-101B-9397-08002B2CF9AE}" pid="10" name="PresentationFormat">
    <vt:lpwstr>On-screen Show (4:3)</vt:lpwstr>
  </property>
  <property fmtid="{D5CDD505-2E9C-101B-9397-08002B2CF9AE}" pid="11" name="ScaleCrop">
    <vt:bool>0</vt:bool>
  </property>
  <property fmtid="{D5CDD505-2E9C-101B-9397-08002B2CF9AE}" pid="12" name="ShareDoc">
    <vt:bool>0</vt:bool>
  </property>
  <property fmtid="{D5CDD505-2E9C-101B-9397-08002B2CF9AE}" pid="13" name="Slides">
    <vt:i4>86</vt:i4>
  </property>
  <property fmtid="{D5CDD505-2E9C-101B-9397-08002B2CF9AE}" pid="14" name="???">
    <vt:lpwstr>ÉÌÒµ¿Æ¼¼ 4:3 »Æ »ÆÉ« ¼ÒÍ¥ ¼Ò¾ß Êé·¿ ×°ÐÞ ×°ÊÎ V1 ¶àÉ«</vt:lpwstr>
  </property>
  <property fmtid="{D5CDD505-2E9C-101B-9397-08002B2CF9AE}" pid="15" name="??">
    <vt:lpwstr>¼Ò¾Ó»·¾³±³¾°_A000120140530A57PPBG</vt:lpwstr>
  </property>
  <property fmtid="{D5CDD505-2E9C-101B-9397-08002B2CF9AE}" pid="16" name="????">
    <vt:lpwstr/>
  </property>
</Properties>
</file>